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ffdea8e5064a8c" /><Relationship Type="http://schemas.openxmlformats.org/officeDocument/2006/relationships/extended-properties" Target="/docProps/app.xml" Id="R3ca7343dd6034e8c" /><Relationship Type="http://schemas.openxmlformats.org/officeDocument/2006/relationships/officeDocument" Target="/ppt/presentation.xml" Id="R42fb0c84007244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d26c9fa8104bf7"/>
  </p:sldMasterIdLst>
  <p:notesMasterIdLst>
    <p:notesMasterId xmlns:r="http://schemas.openxmlformats.org/officeDocument/2006/relationships" r:id="Rf66657fdbb354c3e"/>
  </p:notesMasterIdLst>
  <p:sldIdLst>
    <p:sldId xmlns:r="http://schemas.openxmlformats.org/officeDocument/2006/relationships" id="256" r:id="R2ab23af511a2479c"/>
    <p:sldId xmlns:r="http://schemas.openxmlformats.org/officeDocument/2006/relationships" id="257" r:id="Rf8d6e3a1b9344c78"/>
    <p:sldId xmlns:r="http://schemas.openxmlformats.org/officeDocument/2006/relationships" id="258" r:id="R3377bd1570404f87"/>
    <p:sldId xmlns:r="http://schemas.openxmlformats.org/officeDocument/2006/relationships" id="259" r:id="Rcc6f7fe62deb4c9b"/>
    <p:sldId xmlns:r="http://schemas.openxmlformats.org/officeDocument/2006/relationships" id="260" r:id="R00cd4b1f8f28428f"/>
    <p:sldId xmlns:r="http://schemas.openxmlformats.org/officeDocument/2006/relationships" id="261" r:id="R6bbc9f83b2ad4a3f"/>
    <p:sldId xmlns:r="http://schemas.openxmlformats.org/officeDocument/2006/relationships" id="262" r:id="Rb4e3d4ccbe2a4894"/>
    <p:sldId xmlns:r="http://schemas.openxmlformats.org/officeDocument/2006/relationships" id="263" r:id="R0a525fdc992c43fc"/>
    <p:sldId xmlns:r="http://schemas.openxmlformats.org/officeDocument/2006/relationships" id="264" r:id="R6cd623fa14be4717"/>
    <p:sldId xmlns:r="http://schemas.openxmlformats.org/officeDocument/2006/relationships" id="265" r:id="R5321c8e1cc484be2"/>
    <p:sldId xmlns:r="http://schemas.openxmlformats.org/officeDocument/2006/relationships" id="266" r:id="R5e0ab3fa3a5044b8"/>
    <p:sldId xmlns:r="http://schemas.openxmlformats.org/officeDocument/2006/relationships" id="267" r:id="Rbd65b230059645a0"/>
    <p:sldId xmlns:r="http://schemas.openxmlformats.org/officeDocument/2006/relationships" id="268" r:id="Rfb4cb40b1199418c"/>
    <p:sldId xmlns:r="http://schemas.openxmlformats.org/officeDocument/2006/relationships" id="269" r:id="R37cb118cb9384db8"/>
    <p:sldId xmlns:r="http://schemas.openxmlformats.org/officeDocument/2006/relationships" id="270" r:id="R75ee948a886c4bc6"/>
    <p:sldId xmlns:r="http://schemas.openxmlformats.org/officeDocument/2006/relationships" id="271" r:id="R009ed1f9a31440a1"/>
    <p:sldId xmlns:r="http://schemas.openxmlformats.org/officeDocument/2006/relationships" id="272" r:id="R09841eb3bffa4e76"/>
    <p:sldId xmlns:r="http://schemas.openxmlformats.org/officeDocument/2006/relationships" id="273" r:id="R085961297bce4b3a"/>
    <p:sldId xmlns:r="http://schemas.openxmlformats.org/officeDocument/2006/relationships" id="274" r:id="Re27fa6c32ba54330"/>
    <p:sldId xmlns:r="http://schemas.openxmlformats.org/officeDocument/2006/relationships" id="275" r:id="Re850b22d802f4f00"/>
    <p:sldId xmlns:r="http://schemas.openxmlformats.org/officeDocument/2006/relationships" id="276" r:id="Ra496b42280154a37"/>
    <p:sldId xmlns:r="http://schemas.openxmlformats.org/officeDocument/2006/relationships" id="277" r:id="Rf395f304b97948ce"/>
    <p:sldId xmlns:r="http://schemas.openxmlformats.org/officeDocument/2006/relationships" id="278" r:id="Re25599b499d54270"/>
    <p:sldId xmlns:r="http://schemas.openxmlformats.org/officeDocument/2006/relationships" id="279" r:id="Re311aa85b8534424"/>
    <p:sldId xmlns:r="http://schemas.openxmlformats.org/officeDocument/2006/relationships" id="280" r:id="Rf473c5c86c524b8c"/>
    <p:sldId xmlns:r="http://schemas.openxmlformats.org/officeDocument/2006/relationships" id="281" r:id="R96ebe1919f4c444a"/>
    <p:sldId xmlns:r="http://schemas.openxmlformats.org/officeDocument/2006/relationships" id="282" r:id="Rfc07a633391a4a15"/>
    <p:sldId xmlns:r="http://schemas.openxmlformats.org/officeDocument/2006/relationships" id="283" r:id="Redac46aca7ed4300"/>
    <p:sldId xmlns:r="http://schemas.openxmlformats.org/officeDocument/2006/relationships" id="284" r:id="R0bfbe666bd0e49a4"/>
    <p:sldId xmlns:r="http://schemas.openxmlformats.org/officeDocument/2006/relationships" id="285" r:id="R3e72376e7c454d67"/>
    <p:sldId xmlns:r="http://schemas.openxmlformats.org/officeDocument/2006/relationships" id="286" r:id="R6b232eaf9cbd449a"/>
    <p:sldId xmlns:r="http://schemas.openxmlformats.org/officeDocument/2006/relationships" id="287" r:id="R6b3ac4978e174522"/>
    <p:sldId xmlns:r="http://schemas.openxmlformats.org/officeDocument/2006/relationships" id="288" r:id="R398457e2576e4c43"/>
    <p:sldId xmlns:r="http://schemas.openxmlformats.org/officeDocument/2006/relationships" id="289" r:id="R98201dc7ad4e442b"/>
    <p:sldId xmlns:r="http://schemas.openxmlformats.org/officeDocument/2006/relationships" id="290" r:id="Rf09a3c66369d4cd2"/>
    <p:sldId xmlns:r="http://schemas.openxmlformats.org/officeDocument/2006/relationships" id="291" r:id="R46ce96a0409b4680"/>
    <p:sldId xmlns:r="http://schemas.openxmlformats.org/officeDocument/2006/relationships" id="292" r:id="R1a89414e897d42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ee21ba7fac4aaf" /><Relationship Type="http://schemas.openxmlformats.org/officeDocument/2006/relationships/slideMaster" Target="/ppt/slideMasters/slideMaster1.xml" Id="R7bd26c9fa8104bf7" /><Relationship Type="http://schemas.openxmlformats.org/officeDocument/2006/relationships/notesMaster" Target="/ppt/notesMasters/notesMaster1.xml" Id="Rf66657fdbb354c3e" /><Relationship Type="http://schemas.openxmlformats.org/officeDocument/2006/relationships/presProps" Target="/ppt/presProps.xml" Id="R15cecc225bb941eb" /><Relationship Type="http://schemas.openxmlformats.org/officeDocument/2006/relationships/tableStyles" Target="/ppt/tableStyles.xml" Id="R5ad08aadabfd4799" /><Relationship Type="http://schemas.openxmlformats.org/officeDocument/2006/relationships/slide" Target="/ppt/slides/slide1.xml" Id="R2ab23af511a2479c" /><Relationship Type="http://schemas.openxmlformats.org/officeDocument/2006/relationships/slide" Target="/ppt/slides/slide2.xml" Id="Rf8d6e3a1b9344c78" /><Relationship Type="http://schemas.openxmlformats.org/officeDocument/2006/relationships/slide" Target="/ppt/slides/slide3.xml" Id="R3377bd1570404f87" /><Relationship Type="http://schemas.openxmlformats.org/officeDocument/2006/relationships/slide" Target="/ppt/slides/slide4.xml" Id="Rcc6f7fe62deb4c9b" /><Relationship Type="http://schemas.openxmlformats.org/officeDocument/2006/relationships/slide" Target="/ppt/slides/slide5.xml" Id="R00cd4b1f8f28428f" /><Relationship Type="http://schemas.openxmlformats.org/officeDocument/2006/relationships/slide" Target="/ppt/slides/slide6.xml" Id="R6bbc9f83b2ad4a3f" /><Relationship Type="http://schemas.openxmlformats.org/officeDocument/2006/relationships/slide" Target="/ppt/slides/slide7.xml" Id="Rb4e3d4ccbe2a4894" /><Relationship Type="http://schemas.openxmlformats.org/officeDocument/2006/relationships/slide" Target="/ppt/slides/slide8.xml" Id="R0a525fdc992c43fc" /><Relationship Type="http://schemas.openxmlformats.org/officeDocument/2006/relationships/slide" Target="/ppt/slides/slide9.xml" Id="R6cd623fa14be4717" /><Relationship Type="http://schemas.openxmlformats.org/officeDocument/2006/relationships/slide" Target="/ppt/slides/slide10.xml" Id="R5321c8e1cc484be2" /><Relationship Type="http://schemas.openxmlformats.org/officeDocument/2006/relationships/slide" Target="/ppt/slides/slide11.xml" Id="R5e0ab3fa3a5044b8" /><Relationship Type="http://schemas.openxmlformats.org/officeDocument/2006/relationships/slide" Target="/ppt/slides/slide12.xml" Id="Rbd65b230059645a0" /><Relationship Type="http://schemas.openxmlformats.org/officeDocument/2006/relationships/slide" Target="/ppt/slides/slide13.xml" Id="Rfb4cb40b1199418c" /><Relationship Type="http://schemas.openxmlformats.org/officeDocument/2006/relationships/slide" Target="/ppt/slides/slide14.xml" Id="R37cb118cb9384db8" /><Relationship Type="http://schemas.openxmlformats.org/officeDocument/2006/relationships/slide" Target="/ppt/slides/slide15.xml" Id="R75ee948a886c4bc6" /><Relationship Type="http://schemas.openxmlformats.org/officeDocument/2006/relationships/slide" Target="/ppt/slides/slide16.xml" Id="R009ed1f9a31440a1" /><Relationship Type="http://schemas.openxmlformats.org/officeDocument/2006/relationships/slide" Target="/ppt/slides/slide17.xml" Id="R09841eb3bffa4e76" /><Relationship Type="http://schemas.openxmlformats.org/officeDocument/2006/relationships/slide" Target="/ppt/slides/slide18.xml" Id="R085961297bce4b3a" /><Relationship Type="http://schemas.openxmlformats.org/officeDocument/2006/relationships/slide" Target="/ppt/slides/slide19.xml" Id="Re27fa6c32ba54330" /><Relationship Type="http://schemas.openxmlformats.org/officeDocument/2006/relationships/slide" Target="/ppt/slides/slide20.xml" Id="Re850b22d802f4f00" /><Relationship Type="http://schemas.openxmlformats.org/officeDocument/2006/relationships/slide" Target="/ppt/slides/slide21.xml" Id="Ra496b42280154a37" /><Relationship Type="http://schemas.openxmlformats.org/officeDocument/2006/relationships/slide" Target="/ppt/slides/slide22.xml" Id="Rf395f304b97948ce" /><Relationship Type="http://schemas.openxmlformats.org/officeDocument/2006/relationships/slide" Target="/ppt/slides/slide23.xml" Id="Re25599b499d54270" /><Relationship Type="http://schemas.openxmlformats.org/officeDocument/2006/relationships/slide" Target="/ppt/slides/slide24.xml" Id="Re311aa85b8534424" /><Relationship Type="http://schemas.openxmlformats.org/officeDocument/2006/relationships/slide" Target="/ppt/slides/slide25.xml" Id="Rf473c5c86c524b8c" /><Relationship Type="http://schemas.openxmlformats.org/officeDocument/2006/relationships/slide" Target="/ppt/slides/slide26.xml" Id="R96ebe1919f4c444a" /><Relationship Type="http://schemas.openxmlformats.org/officeDocument/2006/relationships/slide" Target="/ppt/slides/slide27.xml" Id="Rfc07a633391a4a15" /><Relationship Type="http://schemas.openxmlformats.org/officeDocument/2006/relationships/slide" Target="/ppt/slides/slide28.xml" Id="Redac46aca7ed4300" /><Relationship Type="http://schemas.openxmlformats.org/officeDocument/2006/relationships/slide" Target="/ppt/slides/slide29.xml" Id="R0bfbe666bd0e49a4" /><Relationship Type="http://schemas.openxmlformats.org/officeDocument/2006/relationships/slide" Target="/ppt/slides/slide30.xml" Id="R3e72376e7c454d67" /><Relationship Type="http://schemas.openxmlformats.org/officeDocument/2006/relationships/slide" Target="/ppt/slides/slide31.xml" Id="R6b232eaf9cbd449a" /><Relationship Type="http://schemas.openxmlformats.org/officeDocument/2006/relationships/slide" Target="/ppt/slides/slide32.xml" Id="R6b3ac4978e174522" /><Relationship Type="http://schemas.openxmlformats.org/officeDocument/2006/relationships/slide" Target="/ppt/slides/slide33.xml" Id="R398457e2576e4c43" /><Relationship Type="http://schemas.openxmlformats.org/officeDocument/2006/relationships/slide" Target="/ppt/slides/slide34.xml" Id="R98201dc7ad4e442b" /><Relationship Type="http://schemas.openxmlformats.org/officeDocument/2006/relationships/slide" Target="/ppt/slides/slide35.xml" Id="Rf09a3c66369d4cd2" /><Relationship Type="http://schemas.openxmlformats.org/officeDocument/2006/relationships/slide" Target="/ppt/slides/slide36.xml" Id="R46ce96a0409b4680" /><Relationship Type="http://schemas.openxmlformats.org/officeDocument/2006/relationships/slide" Target="/ppt/slides/slide37.xml" Id="R1a89414e897d42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e31216b76849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18ffebb5e74cda" /><Relationship Type="http://schemas.openxmlformats.org/officeDocument/2006/relationships/notesMaster" Target="/ppt/notesMasters/notesMaster1.xml" Id="R3dd650a179fa41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f316d616e1424d" /><Relationship Type="http://schemas.openxmlformats.org/officeDocument/2006/relationships/notesMaster" Target="/ppt/notesMasters/notesMaster1.xml" Id="R9f058774e71a47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11a1e8b89546fc" /><Relationship Type="http://schemas.openxmlformats.org/officeDocument/2006/relationships/notesMaster" Target="/ppt/notesMasters/notesMaster1.xml" Id="R01d7ccda1b2747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03917363fc499e" /><Relationship Type="http://schemas.openxmlformats.org/officeDocument/2006/relationships/notesMaster" Target="/ppt/notesMasters/notesMaster1.xml" Id="R6f94ec23f3634b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8846f59d6343b6" /><Relationship Type="http://schemas.openxmlformats.org/officeDocument/2006/relationships/notesMaster" Target="/ppt/notesMasters/notesMaster1.xml" Id="Red5953706e2d4d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bfe8dc22454ece" /><Relationship Type="http://schemas.openxmlformats.org/officeDocument/2006/relationships/notesMaster" Target="/ppt/notesMasters/notesMaster1.xml" Id="Rb801ba3477a748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81249af7f642d6" /><Relationship Type="http://schemas.openxmlformats.org/officeDocument/2006/relationships/notesMaster" Target="/ppt/notesMasters/notesMaster1.xml" Id="R62ce32a29db649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feb9806a0f4e58" /><Relationship Type="http://schemas.openxmlformats.org/officeDocument/2006/relationships/notesMaster" Target="/ppt/notesMasters/notesMaster1.xml" Id="Rb5612a0c321647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2b187e0c4d40b1" /><Relationship Type="http://schemas.openxmlformats.org/officeDocument/2006/relationships/notesMaster" Target="/ppt/notesMasters/notesMaster1.xml" Id="R2e51facf516848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b8182bff374120" /><Relationship Type="http://schemas.openxmlformats.org/officeDocument/2006/relationships/notesMaster" Target="/ppt/notesMasters/notesMaster1.xml" Id="Re796272836234a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e0060f2a284821" /><Relationship Type="http://schemas.openxmlformats.org/officeDocument/2006/relationships/notesMaster" Target="/ppt/notesMasters/notesMaster1.xml" Id="R31725682d4ca467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740dc1aa944bcc" /><Relationship Type="http://schemas.openxmlformats.org/officeDocument/2006/relationships/notesMaster" Target="/ppt/notesMasters/notesMaster1.xml" Id="R378cd62ddfb7422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eac652d02d4292" /><Relationship Type="http://schemas.openxmlformats.org/officeDocument/2006/relationships/notesMaster" Target="/ppt/notesMasters/notesMaster1.xml" Id="R882f918ad70d4d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0179b4486c4657" /><Relationship Type="http://schemas.openxmlformats.org/officeDocument/2006/relationships/notesMaster" Target="/ppt/notesMasters/notesMaster1.xml" Id="R94e48a9436f640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ad77e087c52422c" /><Relationship Type="http://schemas.openxmlformats.org/officeDocument/2006/relationships/notesMaster" Target="/ppt/notesMasters/notesMaster1.xml" Id="Ra9a8c1b0cd0b47e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eb3790964a4cea" /><Relationship Type="http://schemas.openxmlformats.org/officeDocument/2006/relationships/notesMaster" Target="/ppt/notesMasters/notesMaster1.xml" Id="R26acc8509e2b46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b02b8a8d64047a5" /><Relationship Type="http://schemas.openxmlformats.org/officeDocument/2006/relationships/notesMaster" Target="/ppt/notesMasters/notesMaster1.xml" Id="R551c72ea3bd848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a257eb9bc0d4bbb" /><Relationship Type="http://schemas.openxmlformats.org/officeDocument/2006/relationships/notesMaster" Target="/ppt/notesMasters/notesMaster1.xml" Id="R8095c1006fbd4a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0f293e68d2e41fe" /><Relationship Type="http://schemas.openxmlformats.org/officeDocument/2006/relationships/notesMaster" Target="/ppt/notesMasters/notesMaster1.xml" Id="R7a45032d82e941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5b81adceb0b43a6" /><Relationship Type="http://schemas.openxmlformats.org/officeDocument/2006/relationships/notesMaster" Target="/ppt/notesMasters/notesMaster1.xml" Id="R2de4a933bed34df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96166d87d434c11" /><Relationship Type="http://schemas.openxmlformats.org/officeDocument/2006/relationships/notesMaster" Target="/ppt/notesMasters/notesMaster1.xml" Id="Rbf0c935608a24fc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8e5003587914b1b" /><Relationship Type="http://schemas.openxmlformats.org/officeDocument/2006/relationships/notesMaster" Target="/ppt/notesMasters/notesMaster1.xml" Id="R914eeb3e18394fb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43e6ffc7506402f" /><Relationship Type="http://schemas.openxmlformats.org/officeDocument/2006/relationships/notesMaster" Target="/ppt/notesMasters/notesMaster1.xml" Id="R8ea0be25b0cc4a1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1187d5f526f4817" /><Relationship Type="http://schemas.openxmlformats.org/officeDocument/2006/relationships/notesMaster" Target="/ppt/notesMasters/notesMaster1.xml" Id="R8d5e78c8708d4c9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93d096504e5439c" /><Relationship Type="http://schemas.openxmlformats.org/officeDocument/2006/relationships/notesMaster" Target="/ppt/notesMasters/notesMaster1.xml" Id="R46cb06cc89ef4af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147c8a624124385" /><Relationship Type="http://schemas.openxmlformats.org/officeDocument/2006/relationships/notesMaster" Target="/ppt/notesMasters/notesMaster1.xml" Id="R4fa9a90e771d4e6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f3db6089c514f2a" /><Relationship Type="http://schemas.openxmlformats.org/officeDocument/2006/relationships/notesMaster" Target="/ppt/notesMasters/notesMaster1.xml" Id="Rc8392b9962854e7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7265bc57b5749aa" /><Relationship Type="http://schemas.openxmlformats.org/officeDocument/2006/relationships/notesMaster" Target="/ppt/notesMasters/notesMaster1.xml" Id="Rd704c13ce4b8462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8bd8d214824920" /><Relationship Type="http://schemas.openxmlformats.org/officeDocument/2006/relationships/notesMaster" Target="/ppt/notesMasters/notesMaster1.xml" Id="R4b4badd572ed489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7a192fabfa84924" /><Relationship Type="http://schemas.openxmlformats.org/officeDocument/2006/relationships/notesMaster" Target="/ppt/notesMasters/notesMaster1.xml" Id="R7b6c79ac030f411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1d43c64e50d4ba2" /><Relationship Type="http://schemas.openxmlformats.org/officeDocument/2006/relationships/notesMaster" Target="/ppt/notesMasters/notesMaster1.xml" Id="R3932ccb61097409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7c058a52b8a41ec" /><Relationship Type="http://schemas.openxmlformats.org/officeDocument/2006/relationships/notesMaster" Target="/ppt/notesMasters/notesMaster1.xml" Id="R3b4452fce0574a9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acb726ff2414d23" /><Relationship Type="http://schemas.openxmlformats.org/officeDocument/2006/relationships/notesMaster" Target="/ppt/notesMasters/notesMaster1.xml" Id="R680d9fcb12d6458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4396b1b9de44fdd" /><Relationship Type="http://schemas.openxmlformats.org/officeDocument/2006/relationships/notesMaster" Target="/ppt/notesMasters/notesMaster1.xml" Id="Rc9f0d6c3d8b347a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dbdab12cc6c4938" /><Relationship Type="http://schemas.openxmlformats.org/officeDocument/2006/relationships/notesMaster" Target="/ppt/notesMasters/notesMaster1.xml" Id="R1f63b8c0d20f4a4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1bf4128cfe4438f" /><Relationship Type="http://schemas.openxmlformats.org/officeDocument/2006/relationships/notesMaster" Target="/ppt/notesMasters/notesMaster1.xml" Id="R780ff02933214ae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569bf4d41124ed4" /><Relationship Type="http://schemas.openxmlformats.org/officeDocument/2006/relationships/notesMaster" Target="/ppt/notesMasters/notesMaster1.xml" Id="R4856ac9e08f147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布局用途：单一研究主题的简洁开场</a:t>
            </a:r>
          </a:p>
          <a:p xmlns:a="http://schemas.openxmlformats.org/drawingml/2006/main">
            <a:r>
              <a:t>阅读顺序：先读主题，再由科学对象图建立领域印象</a:t>
            </a:r>
          </a:p>
          <a:p xmlns:a="http://schemas.openxmlformats.org/drawingml/2006/main">
            <a:r>
              <a:t>变形建议：可移除副标题或科学插图；标题长时转为上下排布</a:t>
            </a:r>
          </a:p>
          <a:p xmlns:a="http://schemas.openxmlformats.org/drawingml/2006/main">
            <a:r>
              <a:t>使用边界：不把封面扩展为摘要页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布局用途：多部分报告的导航与内在逻辑</a:t>
            </a:r>
          </a:p>
          <a:p xmlns:a="http://schemas.openxmlformats.org/drawingml/2006/main">
            <a:r>
              <a:t>阅读顺序：按章节纵向阅读，每行再从左到右读取短路线</a:t>
            </a:r>
          </a:p>
          <a:p xmlns:a="http://schemas.openxmlformats.org/drawingml/2006/main">
            <a:r>
              <a:t>变形建议：短报告可省略独立目录；各行可改为问题—证据—结论</a:t>
            </a:r>
          </a:p>
          <a:p xmlns:a="http://schemas.openxmlformats.org/drawingml/2006/main">
            <a:r>
              <a:t>使用边界：箭头按可见词组间隙居中，不按文本框边界盲对齐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布局用途：章节标题与最简核心路线</a:t>
            </a:r>
          </a:p>
          <a:p xmlns:a="http://schemas.openxmlformats.org/drawingml/2006/main">
            <a:r>
              <a:t>阅读顺序：左侧主题→右侧路线→左下进展</a:t>
            </a:r>
          </a:p>
          <a:p xmlns:a="http://schemas.openxmlformats.org/drawingml/2006/main">
            <a:r>
              <a:t>变形建议：进展标签按需删除；步骤按真实问题调整数量或改为水平排布</a:t>
            </a:r>
          </a:p>
          <a:p xmlns:a="http://schemas.openxmlformats.org/drawingml/2006/main">
            <a:r>
              <a:t>使用边界：状态不能挤在主标题与重点概括之间；章节标题不能被右侧流程压弱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布局用途：说明互补模块如何共同贡献</a:t>
            </a:r>
          </a:p>
          <a:p xmlns:a="http://schemas.openxmlformats.org/drawingml/2006/main">
            <a:r>
              <a:t>阅读顺序：读两组模块→跨四块括号→共同目标</a:t>
            </a:r>
          </a:p>
          <a:p xmlns:a="http://schemas.openxmlformats.org/drawingml/2006/main">
            <a:r>
              <a:t>变形建议：可改为3栏或非等宽区域；加号只在确有合并贡献时保留</a:t>
            </a:r>
          </a:p>
          <a:p xmlns:a="http://schemas.openxmlformats.org/drawingml/2006/main">
            <a:r>
              <a:t>使用边界：括号须覆盖全部参与模块；长方形图片区应利用有效宽度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布局用途：同一问题的四个互补观察角度</a:t>
            </a:r>
          </a:p>
          <a:p xmlns:a="http://schemas.openxmlformats.org/drawingml/2006/main">
            <a:r>
              <a:t>阅读顺序：按阅读顺序看四块，再由共同指标串联</a:t>
            </a:r>
          </a:p>
          <a:p xmlns:a="http://schemas.openxmlformats.org/drawingml/2006/main">
            <a:r>
              <a:t>变形建议：适合背景、问题拆解或研究要素；可改为三块，不强行画递进箭头</a:t>
            </a:r>
          </a:p>
          <a:p xmlns:a="http://schemas.openxmlformats.org/drawingml/2006/main">
            <a:r>
              <a:t>使用边界：并列角度不能伪画成必然先后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布局用途：问题与解决动作一一对应</a:t>
            </a:r>
          </a:p>
          <a:p xmlns:a="http://schemas.openxmlformats.org/drawingml/2006/main">
            <a:r>
              <a:t>阅读顺序：逐行从左侧难点走向方法、证据和目标</a:t>
            </a:r>
          </a:p>
          <a:p xmlns:a="http://schemas.openxmlformats.org/drawingml/2006/main">
            <a:r>
              <a:t>变形建议：问题超过3条时按主次拆页；可用于风险应对而非一律三行</a:t>
            </a:r>
          </a:p>
          <a:p xmlns:a="http://schemas.openxmlformats.org/drawingml/2006/main">
            <a:r>
              <a:t>使用边界：右侧不能只有方法名，要说明输入与作用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布局用途：让两条路线在同维度下可比较</a:t>
            </a:r>
          </a:p>
          <a:p xmlns:a="http://schemas.openxmlformats.org/drawingml/2006/main">
            <a:r>
              <a:t>阅读顺序：先看列维度，再横向读每条路线</a:t>
            </a:r>
          </a:p>
          <a:p xmlns:a="http://schemas.openxmlformats.org/drawingml/2006/main">
            <a:r>
              <a:t>变形建议：可以是方法前后或两套平台；小图可换成真实结构与数据</a:t>
            </a:r>
          </a:p>
          <a:p xmlns:a="http://schemas.openxmlformats.org/drawingml/2006/main">
            <a:r>
              <a:t>使用边界：两行采用不同指标时必须交代不可直接比较的部分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布局用途：上部图证据与下部解释成对呈现</a:t>
            </a:r>
          </a:p>
          <a:p xmlns:a="http://schemas.openxmlformats.org/drawingml/2006/main">
            <a:r>
              <a:t>阅读顺序：左侧已有材料→右侧未解决问题→研究切入点</a:t>
            </a:r>
          </a:p>
          <a:p xmlns:a="http://schemas.openxmlformats.org/drawingml/2006/main">
            <a:r>
              <a:t>变形建议：可替换为需求与现状、理论与应用；每列可用大图或两张相关小图</a:t>
            </a:r>
          </a:p>
          <a:p xmlns:a="http://schemas.openxmlformats.org/drawingml/2006/main">
            <a:r>
              <a:t>使用边界：不是把外部文献结果当作本研究成绩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布局用途：挑战—问题—方法—目标逐层映射</a:t>
            </a:r>
          </a:p>
          <a:p xmlns:a="http://schemas.openxmlformats.org/drawingml/2006/main">
            <a:r>
              <a:t>阅读顺序：先看行层级，再沿三条纵向链阅读</a:t>
            </a:r>
          </a:p>
          <a:p xmlns:a="http://schemas.openxmlformats.org/drawingml/2006/main">
            <a:r>
              <a:t>变形建议：列数随问题数量变化；方法层可换成图证据或技术组合</a:t>
            </a:r>
          </a:p>
          <a:p xmlns:a="http://schemas.openxmlformats.org/drawingml/2006/main">
            <a:r>
              <a:t>使用边界：每一层必须产生新信息，避免同义重述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布局用途：信息充实的串行技术总览</a:t>
            </a:r>
          </a:p>
          <a:p xmlns:a="http://schemas.openxmlformats.org/drawingml/2006/main">
            <a:r>
              <a:t>阅读顺序：沿粗箭头读取输入到反馈，每段读图再读操作与输出</a:t>
            </a:r>
          </a:p>
          <a:p xmlns:a="http://schemas.openxmlformats.org/drawingml/2006/main">
            <a:r>
              <a:t>变形建议：可改3或5段，也可上下两层；方法参数放在有关节点，非另列缩写墙</a:t>
            </a:r>
          </a:p>
          <a:p xmlns:a="http://schemas.openxmlformats.org/drawingml/2006/main">
            <a:r>
              <a:t>使用边界：没有先后关系的算法不能为排版而串联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布局用途：多路径汇聚后筛选验证</a:t>
            </a:r>
          </a:p>
          <a:p xmlns:a="http://schemas.openxmlformats.org/drawingml/2006/main">
            <a:r>
              <a:t>阅读顺序：三个输入通道→候选集合→共同筛选→实验</a:t>
            </a:r>
          </a:p>
          <a:p xmlns:a="http://schemas.openxmlformats.org/drawingml/2006/main">
            <a:r>
              <a:t>变形建议：通道可换成不同数据或算法；筛选可拆成独立页深入说明</a:t>
            </a:r>
          </a:p>
          <a:p xmlns:a="http://schemas.openxmlformats.org/drawingml/2006/main">
            <a:r>
              <a:t>使用边界：模型相似性不是功能验证结果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布局用途：窄约束区与宽技术图带对应</a:t>
            </a:r>
          </a:p>
          <a:p xmlns:a="http://schemas.openxmlformats.org/drawingml/2006/main">
            <a:r>
              <a:t>阅读顺序：左侧约束为阅读透镜，横向看三项技术措施</a:t>
            </a:r>
          </a:p>
          <a:p xmlns:a="http://schemas.openxmlformats.org/drawingml/2006/main">
            <a:r>
              <a:t>变形建议：可换成材料需求或临床/工程约束；技术栏根据图大小采用非等宽</a:t>
            </a:r>
          </a:p>
          <a:p xmlns:a="http://schemas.openxmlformats.org/drawingml/2006/main">
            <a:r>
              <a:t>使用边界：不要把难点栏与右侧内容做成无关清单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布局用途：整体、局部及作用机制之间的观察层级</a:t>
            </a:r>
          </a:p>
          <a:p xmlns:a="http://schemas.openxmlformats.org/drawingml/2006/main">
            <a:r>
              <a:t>阅读顺序：整体定位→局部放大→机制与读出</a:t>
            </a:r>
          </a:p>
          <a:p xmlns:a="http://schemas.openxmlformats.org/drawingml/2006/main">
            <a:r>
              <a:t>变形建议：局部可有多个窗口；机制层可换成残基互作、材料界面或细胞区域</a:t>
            </a:r>
          </a:p>
          <a:p xmlns:a="http://schemas.openxmlformats.org/drawingml/2006/main">
            <a:r>
              <a:t>使用边界：放大图需要位置与尺度关联，不能任意拼一张近景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布局用途：主热图与实验设计并置</a:t>
            </a:r>
          </a:p>
          <a:p xmlns:a="http://schemas.openxmlformats.org/drawingml/2006/main">
            <a:r>
              <a:t>阅读顺序：先理解侧栏条件，再按主图坐标比较模式</a:t>
            </a:r>
          </a:p>
          <a:p xmlns:a="http://schemas.openxmlformats.org/drawingml/2006/main">
            <a:r>
              <a:t>变形建议：主图可为矩阵、关联图或图谱；侧栏可换设计图、样本分组或统计依据</a:t>
            </a:r>
          </a:p>
          <a:p xmlns:a="http://schemas.openxmlformats.org/drawingml/2006/main">
            <a:r>
              <a:t>使用边界：保留行列、颜色含义及归一化基准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布局用途：将模型学习与科学验证保持区分</a:t>
            </a:r>
          </a:p>
          <a:p xmlns:a="http://schemas.openxmlformats.org/drawingml/2006/main">
            <a:r>
              <a:t>阅读顺序：观测→训练/评估→推荐/检验</a:t>
            </a:r>
          </a:p>
          <a:p xmlns:a="http://schemas.openxmlformats.org/drawingml/2006/main">
            <a:r>
              <a:t>变形建议：复杂网络结构可放附录；数据少时把模型节点标为计划而非训练完成</a:t>
            </a:r>
          </a:p>
          <a:p xmlns:a="http://schemas.openxmlformats.org/drawingml/2006/main">
            <a:r>
              <a:t>使用边界：不能把内部模型分数直接写成真实实验性能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布局用途：两个互补证据面板并列</a:t>
            </a:r>
          </a:p>
          <a:p xmlns:a="http://schemas.openxmlformats.org/drawingml/2006/main">
            <a:r>
              <a:t>阅读顺序：先看指标定义，再比较趋势与偏差</a:t>
            </a:r>
          </a:p>
          <a:p xmlns:a="http://schemas.openxmlformats.org/drawingml/2006/main">
            <a:r>
              <a:t>变形建议：可用于速度/精度、活性/稳定性等维度；两图可不等宽，按证据复杂度分配</a:t>
            </a:r>
          </a:p>
          <a:p xmlns:a="http://schemas.openxmlformats.org/drawingml/2006/main">
            <a:r>
              <a:t>使用边界：同页比较应保留单位、条件和必要对照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布局用途：把机制假设转成可核验的实验步骤。</a:t>
            </a:r>
          </a:p>
          <a:p xmlns:a="http://schemas.openxmlformats.org/drawingml/2006/main">
            <a:r>
              <a:t>阅读顺序：先读上方原理与预测，再沿下方流程核对每一步产物。</a:t>
            </a:r>
          </a:p>
          <a:p xmlns:a="http://schemas.openxmlformats.org/drawingml/2006/main">
            <a:r>
              <a:t>变形建议：原理层保留一个可测预测。；实验层可扩展为四至六步，并标明控制变量。</a:t>
            </a:r>
          </a:p>
          <a:p xmlns:a="http://schemas.openxmlformats.org/drawingml/2006/main">
            <a:r>
              <a:t>使用边界：不要用无科学含义的图标代替步骤内容。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布局用途：围绕同一判断安排不同类型的证据。</a:t>
            </a:r>
          </a:p>
          <a:p xmlns:a="http://schemas.openxmlformats.org/drawingml/2006/main">
            <a:r>
              <a:t>阅读顺序：左上形貌、右上化学、左下重复性、右下功能，再归纳证据交集。</a:t>
            </a:r>
          </a:p>
          <a:p xmlns:a="http://schemas.openxmlformats.org/drawingml/2006/main">
            <a:r>
              <a:t>变形建议：每格回答同一主问题的不同子问题。；优先使用不同图种，减少重复信息。</a:t>
            </a:r>
          </a:p>
          <a:p xmlns:a="http://schemas.openxmlformats.org/drawingml/2006/main">
            <a:r>
              <a:t>使用边界：不要把四个互不相关的结果硬拼成一页。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布局用途：突出决定结论的主图，同时交代筛选与解释依据。</a:t>
            </a:r>
          </a:p>
          <a:p xmlns:a="http://schemas.openxmlformats.org/drawingml/2006/main">
            <a:r>
              <a:t>阅读顺序：左侧筛选和结构提供背景，右侧主曲线确定条件窗口。</a:t>
            </a:r>
          </a:p>
          <a:p xmlns:a="http://schemas.openxmlformats.org/drawingml/2006/main">
            <a:r>
              <a:t>变形建议：主图面积随证据权重增加。；辅助图只保留解释主图所需的信息。</a:t>
            </a:r>
          </a:p>
          <a:p xmlns:a="http://schemas.openxmlformats.org/drawingml/2006/main">
            <a:r>
              <a:t>使用边界：不要把弱证据放大成视觉中心。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布局用途：让不同尺度的图件在共同条件下可解释、可比较。</a:t>
            </a:r>
          </a:p>
          <a:p xmlns:a="http://schemas.openxmlformats.org/drawingml/2006/main">
            <a:r>
              <a:t>阅读顺序：上方从局部读到整体，再逐行核对固定条件、观测对象和判断边界。</a:t>
            </a:r>
          </a:p>
          <a:p xmlns:a="http://schemas.openxmlformats.org/drawingml/2006/main">
            <a:r>
              <a:t>变形建议：在图旁保留尺度身份。；表格逐项对齐各尺度的条件与输出。</a:t>
            </a:r>
          </a:p>
          <a:p xmlns:a="http://schemas.openxmlformats.org/drawingml/2006/main">
            <a:r>
              <a:t>使用边界：不要用放大倍数替代物理尺度。；不要从局部图直接推断整体性能。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布局用途：把纵向实施步骤映射到横向证据集合。</a:t>
            </a:r>
          </a:p>
          <a:p xmlns:a="http://schemas.openxmlformats.org/drawingml/2006/main">
            <a:r>
              <a:t>阅读顺序：左侧按步骤读方法，右侧由上到下读输入核验、变量效应与复核结果。</a:t>
            </a:r>
          </a:p>
          <a:p xmlns:a="http://schemas.openxmlformats.org/drawingml/2006/main">
            <a:r>
              <a:t>变形建议：侧栏只放决定证据解释的方法。；图阵中的条件名称与方法保持一致。</a:t>
            </a:r>
          </a:p>
          <a:p xmlns:a="http://schemas.openxmlformats.org/drawingml/2006/main">
            <a:r>
              <a:t>使用边界：不要让方法侧栏挤压证据图到不可读。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布局用途：用原创仪器示意说明设备能回答什么、如何校准。</a:t>
            </a:r>
          </a:p>
          <a:p xmlns:a="http://schemas.openxmlformats.org/drawingml/2006/main">
            <a:r>
              <a:t>阅读顺序：先沿光路读主测量链路，再看右侧补充能力与底部共同核验。</a:t>
            </a:r>
          </a:p>
          <a:p xmlns:a="http://schemas.openxmlformats.org/drawingml/2006/main">
            <a:r>
              <a:t>变形建议：设备对应具体可测对象。；链路中标清样品、参照与信号出口。</a:t>
            </a:r>
          </a:p>
          <a:p xmlns:a="http://schemas.openxmlformats.org/drawingml/2006/main">
            <a:r>
              <a:t>使用边界：不要把设备照片墙当成实施能力证明。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布局用途：比较不同实施路线，并让它们在统一评价端点汇合。</a:t>
            </a:r>
          </a:p>
          <a:p xmlns:a="http://schemas.openxmlformats.org/drawingml/2006/main">
            <a:r>
              <a:t>阅读顺序：先分别读两条路线的操作差异，再读底部共享验证约束。</a:t>
            </a:r>
          </a:p>
          <a:p xmlns:a="http://schemas.openxmlformats.org/drawingml/2006/main">
            <a:r>
              <a:t>变形建议：两路线共用节点位置便于逐项比较。；把固定测量口径作为实际汇合点。</a:t>
            </a:r>
          </a:p>
          <a:p xmlns:a="http://schemas.openxmlformats.org/drawingml/2006/main">
            <a:r>
              <a:t>使用边界：不要用不同条件下的最好结果直接排名。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布局用途：显示任务阶段、前置依赖和可验收出口。</a:t>
            </a:r>
          </a:p>
          <a:p xmlns:a="http://schemas.openxmlformats.org/drawingml/2006/main">
            <a:r>
              <a:t>阅读顺序：先读任务行及窗口范围，再沿依赖箭头核对底部里程碑。</a:t>
            </a:r>
          </a:p>
          <a:p xmlns:a="http://schemas.openxmlformats.org/drawingml/2006/main">
            <a:r>
              <a:t>变形建议：横轴使用实际日期或明确的阶段窗口。；并行或重叠任务可另行安排，标清依赖何时满足。</a:t>
            </a:r>
          </a:p>
          <a:p xmlns:a="http://schemas.openxmlformats.org/drawingml/2006/main">
            <a:r>
              <a:t>使用边界：不要把孤立时间条当成项目逻辑。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布局用途：检查任务与测量端点是否完整匹配。</a:t>
            </a:r>
          </a:p>
          <a:p xmlns:a="http://schemas.openxmlformats.org/drawingml/2006/main">
            <a:r>
              <a:t>阅读顺序：按行读任务、方法和产出，再纵向比较证据覆盖范围。</a:t>
            </a:r>
          </a:p>
          <a:p xmlns:a="http://schemas.openxmlformats.org/drawingml/2006/main">
            <a:r>
              <a:t>变形建议：在方法列嵌入少量对应科学图形。；产出写明测量量和判断依据。</a:t>
            </a:r>
          </a:p>
          <a:p xmlns:a="http://schemas.openxmlformats.org/drawingml/2006/main">
            <a:r>
              <a:t>使用边界：不要把方法名称列表当成技术路线。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布局用途：呈现多输入、计算实验协作和可追溯反馈。</a:t>
            </a:r>
          </a:p>
          <a:p xmlns:a="http://schemas.openxmlformats.org/drawingml/2006/main">
            <a:r>
              <a:t>阅读顺序：顶部汇总输入，中部从计算读到实验，底部沿回流路径返回模型更新。</a:t>
            </a:r>
          </a:p>
          <a:p xmlns:a="http://schemas.openxmlformats.org/drawingml/2006/main">
            <a:r>
              <a:t>变形建议：标明跨域交换的信息内容。；反馈写清更新对象及触发下一轮的依据。</a:t>
            </a:r>
          </a:p>
          <a:p xmlns:a="http://schemas.openxmlformats.org/drawingml/2006/main">
            <a:r>
              <a:t>使用边界：不要只画循环箭头而不说明回流数据。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布局用途：分别概括产出、可信依据和下一步问题。</a:t>
            </a:r>
          </a:p>
          <a:p xmlns:a="http://schemas.openxmlformats.org/drawingml/2006/main">
            <a:r>
              <a:t>阅读顺序：左侧归纳结果，右上回看可信依据，右下收束下一步验证。</a:t>
            </a:r>
          </a:p>
          <a:p xmlns:a="http://schemas.openxmlformats.org/drawingml/2006/main">
            <a:r>
              <a:t>变形建议：用少量证据缩图唤起前文。；下一步对应当前证据边界。</a:t>
            </a:r>
          </a:p>
          <a:p xmlns:a="http://schemas.openxmlformats.org/drawingml/2006/main">
            <a:r>
              <a:t>使用边界：不要把总结页写成三栏纯文字口号。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布局用途：为报告结束和现场讨论留下安静的视觉空间。</a:t>
            </a:r>
          </a:p>
          <a:p xmlns:a="http://schemas.openxmlformats.org/drawingml/2006/main">
            <a:r>
              <a:t>阅读顺序：中心致谢语后自然进入讨论。</a:t>
            </a:r>
          </a:p>
          <a:p xmlns:a="http://schemas.openxmlformats.org/drawingml/2006/main">
            <a:r>
              <a:t>变形建议：可按用途添加报告题目或公开联系方式。；不需要仪式性结束时可省略本页。</a:t>
            </a:r>
          </a:p>
          <a:p xmlns:a="http://schemas.openxmlformats.org/drawingml/2006/main">
            <a:r>
              <a:t>使用边界：不要为凑信息密度加入无关图表。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布局用途：在同一页明确前提、依据、产物和阶段出口。</a:t>
            </a:r>
          </a:p>
          <a:p xmlns:a="http://schemas.openxmlformats.org/drawingml/2006/main">
            <a:r>
              <a:t>阅读顺序：按行核对实施条件及其证据，再确认最后一列的进入资格。</a:t>
            </a:r>
          </a:p>
          <a:p xmlns:a="http://schemas.openxmlformats.org/drawingml/2006/main">
            <a:r>
              <a:t>变形建议：判断依据写成可观察的状态。；交付列列出实际文件或记录。</a:t>
            </a:r>
          </a:p>
          <a:p xmlns:a="http://schemas.openxmlformats.org/drawingml/2006/main">
            <a:r>
              <a:t>使用边界：不要只写资源充足、条件成熟等概括语。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布局用途：把失败情形转成带触发条件的实施分支。</a:t>
            </a:r>
          </a:p>
          <a:p xmlns:a="http://schemas.openxmlformats.org/drawingml/2006/main">
            <a:r>
              <a:t>阅读顺序：每行从风险和信号图读向替代动作，最后检查验证出口。</a:t>
            </a:r>
          </a:p>
          <a:p xmlns:a="http://schemas.openxmlformats.org/drawingml/2006/main">
            <a:r>
              <a:t>变形建议：识别信号使用实际可测现象。；替代路线保留研究目标并明确验证方式。</a:t>
            </a:r>
          </a:p>
          <a:p xmlns:a="http://schemas.openxmlformats.org/drawingml/2006/main">
            <a:r>
              <a:t>使用边界：不要堆叠没有触发条件的警告。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布局用途：把高维筛选、候选提取与分布验证连成可读推理。</a:t>
            </a:r>
          </a:p>
          <a:p xmlns:a="http://schemas.openxmlformats.org/drawingml/2006/main">
            <a:r>
              <a:t>阅读顺序：左上读候选区域，左下读提取规则，右侧读独立复核的整体分布。</a:t>
            </a:r>
          </a:p>
          <a:p xmlns:a="http://schemas.openxmlformats.org/drawingml/2006/main">
            <a:r>
              <a:t>变形建议：用边框明确候选区在热图中的位置。；分布图应检验候选集合而非孤立最优值。</a:t>
            </a:r>
          </a:p>
          <a:p xmlns:a="http://schemas.openxmlformats.org/drawingml/2006/main">
            <a:r>
              <a:t>使用边界：不要用均值单独代表离散候选的表现。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布局用途：并列比较两项核心性能，并用次级证据说明适用边界。</a:t>
            </a:r>
          </a:p>
          <a:p xmlns:a="http://schemas.openxmlformats.org/drawingml/2006/main">
            <a:r>
              <a:t>阅读顺序：先读左右两块主要性能，再读底部拓展条件及其验证作用。</a:t>
            </a:r>
          </a:p>
          <a:p xmlns:a="http://schemas.openxmlformats.org/drawingml/2006/main">
            <a:r>
              <a:t>变形建议：主证据共用可比较的图尺度。；拓展证据保留独立条件身份。</a:t>
            </a:r>
          </a:p>
          <a:p xmlns:a="http://schemas.openxmlformats.org/drawingml/2006/main">
            <a:r>
              <a:t>使用边界：不要把次要拓展结果写成主要性能的替代证明。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布局用途：场景和带标注平台主图的对应</a:t>
            </a:r>
          </a:p>
          <a:p xmlns:a="http://schemas.openxmlformats.org/drawingml/2006/main">
            <a:r>
              <a:t>阅读顺序：左场景→右界面的编号操作区</a:t>
            </a:r>
          </a:p>
          <a:p xmlns:a="http://schemas.openxmlformats.org/drawingml/2006/main">
            <a:r>
              <a:t>变形建议：实际项目换成获授权的真实截图；标注编号旁给明确功能，不只画高亮框</a:t>
            </a:r>
          </a:p>
          <a:p xmlns:a="http://schemas.openxmlformats.org/drawingml/2006/main">
            <a:r>
              <a:t>使用边界：不要用臆造界面暗示已有软件功能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布局用途：文件或记录图像与相邻判断结合</a:t>
            </a:r>
          </a:p>
          <a:p xmlns:a="http://schemas.openxmlformats.org/drawingml/2006/main">
            <a:r>
              <a:t>阅读顺序：看记录类型→定位证据区域→读支持的判断</a:t>
            </a:r>
          </a:p>
          <a:p xmlns:a="http://schemas.openxmlformats.org/drawingml/2006/main">
            <a:r>
              <a:t>变形建议：可用于审查材料、方法记录、文献证据；证据图难读时裁出关键区域并保留上下文</a:t>
            </a:r>
          </a:p>
          <a:p xmlns:a="http://schemas.openxmlformats.org/drawingml/2006/main">
            <a:r>
              <a:t>使用边界：不要把合成记录当作真实证明材料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布局用途：两列三行功能目录，窄标签与图文结合</a:t>
            </a:r>
          </a:p>
          <a:p xmlns:a="http://schemas.openxmlformats.org/drawingml/2006/main">
            <a:r>
              <a:t>阅读顺序：先按标签定位功能，再看对象图与用途</a:t>
            </a:r>
          </a:p>
          <a:p xmlns:a="http://schemas.openxmlformats.org/drawingml/2006/main">
            <a:r>
              <a:t>变形建议：功能少时改一列或2×2；单元尺寸按内容调整，不要求满六项</a:t>
            </a:r>
          </a:p>
          <a:p xmlns:a="http://schemas.openxmlformats.org/drawingml/2006/main">
            <a:r>
              <a:t>使用边界：功能介绍应对应真实可用能力，不能把计划混为现成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布局用途：把背景需求逐步推进为对象、子系统机制及可测科学问题。</a:t>
            </a:r>
          </a:p>
          <a:p xmlns:a="http://schemas.openxmlformats.org/drawingml/2006/main">
            <a:r>
              <a:t>阅读顺序：从左上背景顺时针读到右上对象、右下机制，最后在左下形成独立检验。</a:t>
            </a:r>
          </a:p>
          <a:p xmlns:a="http://schemas.openxmlformats.org/drawingml/2006/main">
            <a:r>
              <a:t>变形建议：四个象限承担前后依赖的不同论证任务。；终点给出能区分解释的操作变量与读出。；存在真实更新关系时再增加注明回流信息的返回路径。</a:t>
            </a:r>
          </a:p>
          <a:p xmlns:a="http://schemas.openxmlformats.org/drawingml/2006/main">
            <a:r>
              <a:t>使用边界：不要把顺序四象限改成互不关联的四个视角。；不要为了闭合形状添加无信息的回流箭头。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布局用途：以三种不同内部构图连接实验、局部机制和模型验证。</a:t>
            </a:r>
          </a:p>
          <a:p xmlns:a="http://schemas.openxmlformats.org/drawingml/2006/main">
            <a:r>
              <a:t>阅读顺序：左栏由实验小流程读到时序数据，中栏由整体红框读到局部，右栏由输入特征读到预测和独立验证。</a:t>
            </a:r>
          </a:p>
          <a:p xmlns:a="http://schemas.openxmlformats.org/drawingml/2006/main">
            <a:r>
              <a:t>变形建议：三栏围绕同一研究对象，但分别使用流程、位置放大与特征预测结构。；保留整体与局部的位置连线，模型输入与实验记录使用同名变量。；跨栏箭头连接证据与解释，栏内图件各自保留必要标签。</a:t>
            </a:r>
          </a:p>
          <a:p xmlns:a="http://schemas.openxmlformats.org/drawingml/2006/main">
            <a:r>
              <a:t>使用边界：不要将三栏简化成重复的图标加三行文字。；不要让训练内拟合替代独立验证。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00d50333f94b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144da6f3634613" /><Relationship Type="http://schemas.openxmlformats.org/officeDocument/2006/relationships/slideLayout" Target="/ppt/slideLayouts/slideLayout1.xml" Id="Rfd97556b47d94f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97556b47d94f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1babf62fc410e" /><Relationship Type="http://schemas.openxmlformats.org/officeDocument/2006/relationships/notesSlide" Target="/ppt/notesSlides/notesSlide1.xml" Id="R6bba73c6537e49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979fd7dde4ae7" /><Relationship Type="http://schemas.openxmlformats.org/officeDocument/2006/relationships/notesSlide" Target="/ppt/notesSlides/notesSlide2.xml" Id="R77cec4af549840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4dd4b2ef1467b" /><Relationship Type="http://schemas.openxmlformats.org/officeDocument/2006/relationships/notesSlide" Target="/ppt/notesSlides/notesSlide3.xml" Id="R223ccdc204e045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db22019064255" /><Relationship Type="http://schemas.openxmlformats.org/officeDocument/2006/relationships/notesSlide" Target="/ppt/notesSlides/notesSlide4.xml" Id="Raba4664e683b49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2ac835faf4dfd" /><Relationship Type="http://schemas.openxmlformats.org/officeDocument/2006/relationships/notesSlide" Target="/ppt/notesSlides/notesSlide5.xml" Id="Re1636e3104e348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fd3334161445b" /><Relationship Type="http://schemas.openxmlformats.org/officeDocument/2006/relationships/notesSlide" Target="/ppt/notesSlides/notesSlide6.xml" Id="R70c752c06b2341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1c8932b2d478b" /><Relationship Type="http://schemas.openxmlformats.org/officeDocument/2006/relationships/notesSlide" Target="/ppt/notesSlides/notesSlide7.xml" Id="R689ce201116f46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a96b2e9f64a19" /><Relationship Type="http://schemas.openxmlformats.org/officeDocument/2006/relationships/notesSlide" Target="/ppt/notesSlides/notesSlide8.xml" Id="R5d639239343043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07b1c69a345cc" /><Relationship Type="http://schemas.openxmlformats.org/officeDocument/2006/relationships/notesSlide" Target="/ppt/notesSlides/notesSlide9.xml" Id="Rb5d75d2fc59a46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367b831dd44b6" /><Relationship Type="http://schemas.openxmlformats.org/officeDocument/2006/relationships/notesSlide" Target="/ppt/notesSlides/notesSlide10.xml" Id="Rcb9eb080eca446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54a9871c24027" /><Relationship Type="http://schemas.openxmlformats.org/officeDocument/2006/relationships/notesSlide" Target="/ppt/notesSlides/notesSlide11.xml" Id="R8ec19d54a15d45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4e7e4a30a4c35" /><Relationship Type="http://schemas.openxmlformats.org/officeDocument/2006/relationships/notesSlide" Target="/ppt/notesSlides/notesSlide12.xml" Id="R5865e49c6f8d433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a511375414532" /><Relationship Type="http://schemas.openxmlformats.org/officeDocument/2006/relationships/image" Target="/ppt/media/image.png" Id="R77789583c7654e38" /><Relationship Type="http://schemas.openxmlformats.org/officeDocument/2006/relationships/notesSlide" Target="/ppt/notesSlides/notesSlide13.xml" Id="R22c85f0b94334d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0c936e30348be" /><Relationship Type="http://schemas.openxmlformats.org/officeDocument/2006/relationships/notesSlide" Target="/ppt/notesSlides/notesSlide14.xml" Id="Rbc846637ae3d4c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df697b4d74dc8" /><Relationship Type="http://schemas.openxmlformats.org/officeDocument/2006/relationships/notesSlide" Target="/ppt/notesSlides/notesSlide15.xml" Id="Rf8e48015af3548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fbab2c0c44dcc" /><Relationship Type="http://schemas.openxmlformats.org/officeDocument/2006/relationships/notesSlide" Target="/ppt/notesSlides/notesSlide16.xml" Id="Rb2581bc90e4442a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8e0a78673461e" /><Relationship Type="http://schemas.openxmlformats.org/officeDocument/2006/relationships/notesSlide" Target="/ppt/notesSlides/notesSlide17.xml" Id="R12852c039aac4cb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3be142e3d42c7" /><Relationship Type="http://schemas.openxmlformats.org/officeDocument/2006/relationships/notesSlide" Target="/ppt/notesSlides/notesSlide18.xml" Id="R18017ac3ce864f6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f076c46a34481" /><Relationship Type="http://schemas.openxmlformats.org/officeDocument/2006/relationships/notesSlide" Target="/ppt/notesSlides/notesSlide19.xml" Id="Raddbf87ca73d494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f703b13b544b2" /><Relationship Type="http://schemas.openxmlformats.org/officeDocument/2006/relationships/notesSlide" Target="/ppt/notesSlides/notesSlide20.xml" Id="R07655936d94c4f5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f7a3c18af4cb4" /><Relationship Type="http://schemas.openxmlformats.org/officeDocument/2006/relationships/notesSlide" Target="/ppt/notesSlides/notesSlide21.xml" Id="Rea8c2ad398e5414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128525e2041f1" /><Relationship Type="http://schemas.openxmlformats.org/officeDocument/2006/relationships/notesSlide" Target="/ppt/notesSlides/notesSlide22.xml" Id="Ref25a1fccd814cd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9de69ea754d38" /><Relationship Type="http://schemas.openxmlformats.org/officeDocument/2006/relationships/notesSlide" Target="/ppt/notesSlides/notesSlide23.xml" Id="R923bb0585352473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a601a90f34805" /><Relationship Type="http://schemas.openxmlformats.org/officeDocument/2006/relationships/notesSlide" Target="/ppt/notesSlides/notesSlide24.xml" Id="Rac8e7f88164640a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c45a7cdb34b74" /><Relationship Type="http://schemas.openxmlformats.org/officeDocument/2006/relationships/notesSlide" Target="/ppt/notesSlides/notesSlide25.xml" Id="R3372bcae7d6a444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2ea720ada44a3" /><Relationship Type="http://schemas.openxmlformats.org/officeDocument/2006/relationships/notesSlide" Target="/ppt/notesSlides/notesSlide26.xml" Id="R519c6a7631d745c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067137a214fe5" /><Relationship Type="http://schemas.openxmlformats.org/officeDocument/2006/relationships/notesSlide" Target="/ppt/notesSlides/notesSlide27.xml" Id="Rf417b0cf6a3e495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74a33d0794c26" /><Relationship Type="http://schemas.openxmlformats.org/officeDocument/2006/relationships/notesSlide" Target="/ppt/notesSlides/notesSlide28.xml" Id="R7e2056edc3084e2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4619120174921" /><Relationship Type="http://schemas.openxmlformats.org/officeDocument/2006/relationships/notesSlide" Target="/ppt/notesSlides/notesSlide29.xml" Id="R223c34c5bed5427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9795d0cc945ea" /><Relationship Type="http://schemas.openxmlformats.org/officeDocument/2006/relationships/notesSlide" Target="/ppt/notesSlides/notesSlide30.xml" Id="R8a15bba6cb584a3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f3982426a4d2c" /><Relationship Type="http://schemas.openxmlformats.org/officeDocument/2006/relationships/notesSlide" Target="/ppt/notesSlides/notesSlide31.xml" Id="R11e49bd90fa742a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46906b3294318" /><Relationship Type="http://schemas.openxmlformats.org/officeDocument/2006/relationships/notesSlide" Target="/ppt/notesSlides/notesSlide32.xml" Id="R8a8e76d1285348e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e531536df4e19" /><Relationship Type="http://schemas.openxmlformats.org/officeDocument/2006/relationships/notesSlide" Target="/ppt/notesSlides/notesSlide33.xml" Id="R615f7a196deb49d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afa8de0984bc9" /><Relationship Type="http://schemas.openxmlformats.org/officeDocument/2006/relationships/notesSlide" Target="/ppt/notesSlides/notesSlide34.xml" Id="R6bd9058dc48f434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95736155f4acf" /><Relationship Type="http://schemas.openxmlformats.org/officeDocument/2006/relationships/notesSlide" Target="/ppt/notesSlides/notesSlide35.xml" Id="Rf2338f1add00463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f772f3e804c73" /><Relationship Type="http://schemas.openxmlformats.org/officeDocument/2006/relationships/notesSlide" Target="/ppt/notesSlides/notesSlide36.xml" Id="R97d5030b8308484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ede2b63ae4c0c" /><Relationship Type="http://schemas.openxmlformats.org/officeDocument/2006/relationships/notesSlide" Target="/ppt/notesSlides/notesSlide37.xml" Id="R64de1f0dbf3a46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8" name="p01-矩形-0001">
            <a:extLst xmlns:a="http://schemas.openxmlformats.org/drawingml/2006/main">
              <a:ext uri="{FF2B5EF4-FFF2-40B4-BE49-F238E27FC236}">
                <a16:creationId xmlns:a16="http://schemas.microsoft.com/office/drawing/2014/main" id="{3FE7E06E-507C-497F-A2AE-F6E04341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1-矩形-0002">
            <a:extLst xmlns:a="http://schemas.openxmlformats.org/drawingml/2006/main">
              <a:ext uri="{FF2B5EF4-FFF2-40B4-BE49-F238E27FC236}">
                <a16:creationId xmlns:a16="http://schemas.microsoft.com/office/drawing/2014/main" id="{2FF759B4-4FB2-41C6-851A-8EC48248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1-矩形-0003">
            <a:extLst xmlns:a="http://schemas.openxmlformats.org/drawingml/2006/main">
              <a:ext uri="{FF2B5EF4-FFF2-40B4-BE49-F238E27FC236}">
                <a16:creationId xmlns:a16="http://schemas.microsoft.com/office/drawing/2014/main" id="{29873C0B-9970-4397-ADED-B572866A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"/>
            <a:ext cx="4953000" cy="647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4" name="p01-矩形-0004">
            <a:extLst xmlns:a="http://schemas.openxmlformats.org/drawingml/2006/main">
              <a:ext uri="{FF2B5EF4-FFF2-40B4-BE49-F238E27FC236}">
                <a16:creationId xmlns:a16="http://schemas.microsoft.com/office/drawing/2014/main" id="{8FF0D0D6-6396-4A14-A068-885A3607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924050"/>
            <a:ext cx="3581400" cy="2447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5" name="p01-线-0005">
            <a:extLst xmlns:a="http://schemas.openxmlformats.org/drawingml/2006/main">
              <a:ext uri="{FF2B5EF4-FFF2-40B4-BE49-F238E27FC236}">
                <a16:creationId xmlns:a16="http://schemas.microsoft.com/office/drawing/2014/main" id="{5938A1B4-9F9C-400D-AFFF-CDFF8123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" name="p01-线-0006">
            <a:extLst xmlns:a="http://schemas.openxmlformats.org/drawingml/2006/main">
              <a:ext uri="{FF2B5EF4-FFF2-40B4-BE49-F238E27FC236}">
                <a16:creationId xmlns:a16="http://schemas.microsoft.com/office/drawing/2014/main" id="{ED34C108-9C05-4153-AADD-495926A4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" name="p01-线-0007">
            <a:extLst xmlns:a="http://schemas.openxmlformats.org/drawingml/2006/main">
              <a:ext uri="{FF2B5EF4-FFF2-40B4-BE49-F238E27FC236}">
                <a16:creationId xmlns:a16="http://schemas.microsoft.com/office/drawing/2014/main" id="{72DEA966-1689-438A-8C5F-BBF901C6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" name="p01-线-0008">
            <a:extLst xmlns:a="http://schemas.openxmlformats.org/drawingml/2006/main">
              <a:ext uri="{FF2B5EF4-FFF2-40B4-BE49-F238E27FC236}">
                <a16:creationId xmlns:a16="http://schemas.microsoft.com/office/drawing/2014/main" id="{03E39BE7-FF96-4465-8020-E273AEB8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" name="p01-线-0009">
            <a:extLst xmlns:a="http://schemas.openxmlformats.org/drawingml/2006/main">
              <a:ext uri="{FF2B5EF4-FFF2-40B4-BE49-F238E27FC236}">
                <a16:creationId xmlns:a16="http://schemas.microsoft.com/office/drawing/2014/main" id="{BF00ABF2-8EC3-4FC4-98F0-214E3908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" name="p01-线-0010">
            <a:extLst xmlns:a="http://schemas.openxmlformats.org/drawingml/2006/main">
              <a:ext uri="{FF2B5EF4-FFF2-40B4-BE49-F238E27FC236}">
                <a16:creationId xmlns:a16="http://schemas.microsoft.com/office/drawing/2014/main" id="{82DD9692-7799-4095-A97E-8BD91931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" name="p01-线-0011">
            <a:extLst xmlns:a="http://schemas.openxmlformats.org/drawingml/2006/main">
              <a:ext uri="{FF2B5EF4-FFF2-40B4-BE49-F238E27FC236}">
                <a16:creationId xmlns:a16="http://schemas.microsoft.com/office/drawing/2014/main" id="{A20CF2D8-E6E2-4CA7-B415-3C1E7A4A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" name="p01-线-0012">
            <a:extLst xmlns:a="http://schemas.openxmlformats.org/drawingml/2006/main">
              <a:ext uri="{FF2B5EF4-FFF2-40B4-BE49-F238E27FC236}">
                <a16:creationId xmlns:a16="http://schemas.microsoft.com/office/drawing/2014/main" id="{38BB8646-4FA1-4BC8-968B-938173D1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" name="p01-线-0013">
            <a:extLst xmlns:a="http://schemas.openxmlformats.org/drawingml/2006/main">
              <a:ext uri="{FF2B5EF4-FFF2-40B4-BE49-F238E27FC236}">
                <a16:creationId xmlns:a16="http://schemas.microsoft.com/office/drawing/2014/main" id="{79A08D87-F1D0-4885-BF64-17FF210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" name="p01-线-0014">
            <a:extLst xmlns:a="http://schemas.openxmlformats.org/drawingml/2006/main">
              <a:ext uri="{FF2B5EF4-FFF2-40B4-BE49-F238E27FC236}">
                <a16:creationId xmlns:a16="http://schemas.microsoft.com/office/drawing/2014/main" id="{6D390E17-3416-4AAD-A5B6-68BCC8CC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" name="p01-线-0015">
            <a:extLst xmlns:a="http://schemas.openxmlformats.org/drawingml/2006/main">
              <a:ext uri="{FF2B5EF4-FFF2-40B4-BE49-F238E27FC236}">
                <a16:creationId xmlns:a16="http://schemas.microsoft.com/office/drawing/2014/main" id="{52C7E741-C105-4B07-8CFF-435AFD00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" name="p01-线-0016">
            <a:extLst xmlns:a="http://schemas.openxmlformats.org/drawingml/2006/main">
              <a:ext uri="{FF2B5EF4-FFF2-40B4-BE49-F238E27FC236}">
                <a16:creationId xmlns:a16="http://schemas.microsoft.com/office/drawing/2014/main" id="{D764FF6C-0BA8-4089-A114-5939E02F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" name="p01-线-0017">
            <a:extLst xmlns:a="http://schemas.openxmlformats.org/drawingml/2006/main">
              <a:ext uri="{FF2B5EF4-FFF2-40B4-BE49-F238E27FC236}">
                <a16:creationId xmlns:a16="http://schemas.microsoft.com/office/drawing/2014/main" id="{5018002C-5343-4C53-839D-306FBB1B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" name="p01-线-0018">
            <a:extLst xmlns:a="http://schemas.openxmlformats.org/drawingml/2006/main">
              <a:ext uri="{FF2B5EF4-FFF2-40B4-BE49-F238E27FC236}">
                <a16:creationId xmlns:a16="http://schemas.microsoft.com/office/drawing/2014/main" id="{6116780A-A9D5-4B24-B107-905FC092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" name="p01-线-0019">
            <a:extLst xmlns:a="http://schemas.openxmlformats.org/drawingml/2006/main">
              <a:ext uri="{FF2B5EF4-FFF2-40B4-BE49-F238E27FC236}">
                <a16:creationId xmlns:a16="http://schemas.microsoft.com/office/drawing/2014/main" id="{E6236FF0-C18C-4746-AAFC-4EA7D513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" name="p01-线-0020">
            <a:extLst xmlns:a="http://schemas.openxmlformats.org/drawingml/2006/main">
              <a:ext uri="{FF2B5EF4-FFF2-40B4-BE49-F238E27FC236}">
                <a16:creationId xmlns:a16="http://schemas.microsoft.com/office/drawing/2014/main" id="{C92866FD-9EF5-41C9-BA05-3C604F03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" name="p01-线-0021">
            <a:extLst xmlns:a="http://schemas.openxmlformats.org/drawingml/2006/main">
              <a:ext uri="{FF2B5EF4-FFF2-40B4-BE49-F238E27FC236}">
                <a16:creationId xmlns:a16="http://schemas.microsoft.com/office/drawing/2014/main" id="{27B89B68-1D1B-4779-BB8C-1C6DB015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" name="p01-线-0022">
            <a:extLst xmlns:a="http://schemas.openxmlformats.org/drawingml/2006/main">
              <a:ext uri="{FF2B5EF4-FFF2-40B4-BE49-F238E27FC236}">
                <a16:creationId xmlns:a16="http://schemas.microsoft.com/office/drawing/2014/main" id="{0DAFF44A-08DE-419B-9CAB-A0D7F0AB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" name="p01-线-0023">
            <a:extLst xmlns:a="http://schemas.openxmlformats.org/drawingml/2006/main">
              <a:ext uri="{FF2B5EF4-FFF2-40B4-BE49-F238E27FC236}">
                <a16:creationId xmlns:a16="http://schemas.microsoft.com/office/drawing/2014/main" id="{356CE597-6764-4FFE-9D80-7BCAD4FD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01-线-0024">
            <a:extLst xmlns:a="http://schemas.openxmlformats.org/drawingml/2006/main">
              <a:ext uri="{FF2B5EF4-FFF2-40B4-BE49-F238E27FC236}">
                <a16:creationId xmlns:a16="http://schemas.microsoft.com/office/drawing/2014/main" id="{10A01529-6504-4D43-8507-72076A52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01-线-0025">
            <a:extLst xmlns:a="http://schemas.openxmlformats.org/drawingml/2006/main">
              <a:ext uri="{FF2B5EF4-FFF2-40B4-BE49-F238E27FC236}">
                <a16:creationId xmlns:a16="http://schemas.microsoft.com/office/drawing/2014/main" id="{B4FA184F-B071-4B5E-872F-7F7090D5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" name="p01-线-0026">
            <a:extLst xmlns:a="http://schemas.openxmlformats.org/drawingml/2006/main">
              <a:ext uri="{FF2B5EF4-FFF2-40B4-BE49-F238E27FC236}">
                <a16:creationId xmlns:a16="http://schemas.microsoft.com/office/drawing/2014/main" id="{E2C6311C-C8AE-41CE-A919-1464EB0B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01-线-0027">
            <a:extLst xmlns:a="http://schemas.openxmlformats.org/drawingml/2006/main">
              <a:ext uri="{FF2B5EF4-FFF2-40B4-BE49-F238E27FC236}">
                <a16:creationId xmlns:a16="http://schemas.microsoft.com/office/drawing/2014/main" id="{EA1BF423-7FD3-4DE4-8739-773D6F7E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01-线-0028">
            <a:extLst xmlns:a="http://schemas.openxmlformats.org/drawingml/2006/main">
              <a:ext uri="{FF2B5EF4-FFF2-40B4-BE49-F238E27FC236}">
                <a16:creationId xmlns:a16="http://schemas.microsoft.com/office/drawing/2014/main" id="{4DD6580E-CC5D-429D-B98F-9FCADE5D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" name="p01-线-0029">
            <a:extLst xmlns:a="http://schemas.openxmlformats.org/drawingml/2006/main">
              <a:ext uri="{FF2B5EF4-FFF2-40B4-BE49-F238E27FC236}">
                <a16:creationId xmlns:a16="http://schemas.microsoft.com/office/drawing/2014/main" id="{D6FABB6F-74AF-44AA-A080-B293B517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01-线-0030">
            <a:extLst xmlns:a="http://schemas.openxmlformats.org/drawingml/2006/main">
              <a:ext uri="{FF2B5EF4-FFF2-40B4-BE49-F238E27FC236}">
                <a16:creationId xmlns:a16="http://schemas.microsoft.com/office/drawing/2014/main" id="{501AA716-4A60-457F-BAB1-2F65C835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01-线-0031">
            <a:extLst xmlns:a="http://schemas.openxmlformats.org/drawingml/2006/main">
              <a:ext uri="{FF2B5EF4-FFF2-40B4-BE49-F238E27FC236}">
                <a16:creationId xmlns:a16="http://schemas.microsoft.com/office/drawing/2014/main" id="{99D2FF0B-41BE-46CD-B1AF-D67EA2A8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" name="p01-线-0032">
            <a:extLst xmlns:a="http://schemas.openxmlformats.org/drawingml/2006/main">
              <a:ext uri="{FF2B5EF4-FFF2-40B4-BE49-F238E27FC236}">
                <a16:creationId xmlns:a16="http://schemas.microsoft.com/office/drawing/2014/main" id="{32948E40-EDF2-4D8F-BF2B-DF9414FC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192405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01-线-0033">
            <a:extLst xmlns:a="http://schemas.openxmlformats.org/drawingml/2006/main">
              <a:ext uri="{FF2B5EF4-FFF2-40B4-BE49-F238E27FC236}">
                <a16:creationId xmlns:a16="http://schemas.microsoft.com/office/drawing/2014/main" id="{899C9212-88AC-4AF3-895E-80E9DD3B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01-线-0034">
            <a:extLst xmlns:a="http://schemas.openxmlformats.org/drawingml/2006/main">
              <a:ext uri="{FF2B5EF4-FFF2-40B4-BE49-F238E27FC236}">
                <a16:creationId xmlns:a16="http://schemas.microsoft.com/office/drawing/2014/main" id="{0F32C21F-DA43-4FE8-BB23-8D028485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1924050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" name="p01-线-0035">
            <a:extLst xmlns:a="http://schemas.openxmlformats.org/drawingml/2006/main">
              <a:ext uri="{FF2B5EF4-FFF2-40B4-BE49-F238E27FC236}">
                <a16:creationId xmlns:a16="http://schemas.microsoft.com/office/drawing/2014/main" id="{60076001-0650-4FE2-848D-064C348D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1924050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01-线-0036">
            <a:extLst xmlns:a="http://schemas.openxmlformats.org/drawingml/2006/main">
              <a:ext uri="{FF2B5EF4-FFF2-40B4-BE49-F238E27FC236}">
                <a16:creationId xmlns:a16="http://schemas.microsoft.com/office/drawing/2014/main" id="{84979DD9-915D-41B5-A745-2769B17C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01-线-0037">
            <a:extLst xmlns:a="http://schemas.openxmlformats.org/drawingml/2006/main">
              <a:ext uri="{FF2B5EF4-FFF2-40B4-BE49-F238E27FC236}">
                <a16:creationId xmlns:a16="http://schemas.microsoft.com/office/drawing/2014/main" id="{BCECA643-9BED-45C6-A331-28BDBBB0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01-线-0038">
            <a:extLst xmlns:a="http://schemas.openxmlformats.org/drawingml/2006/main">
              <a:ext uri="{FF2B5EF4-FFF2-40B4-BE49-F238E27FC236}">
                <a16:creationId xmlns:a16="http://schemas.microsoft.com/office/drawing/2014/main" id="{2971FAC0-5E7E-4B61-9B63-B7F755F1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" name="p01-线-0039">
            <a:extLst xmlns:a="http://schemas.openxmlformats.org/drawingml/2006/main">
              <a:ext uri="{FF2B5EF4-FFF2-40B4-BE49-F238E27FC236}">
                <a16:creationId xmlns:a16="http://schemas.microsoft.com/office/drawing/2014/main" id="{E74E3CBC-4A38-41EE-B48B-09F18300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01-线-0040">
            <a:extLst xmlns:a="http://schemas.openxmlformats.org/drawingml/2006/main">
              <a:ext uri="{FF2B5EF4-FFF2-40B4-BE49-F238E27FC236}">
                <a16:creationId xmlns:a16="http://schemas.microsoft.com/office/drawing/2014/main" id="{E6E0D6D8-74B1-46C0-977D-0168A31F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01-线-0041">
            <a:extLst xmlns:a="http://schemas.openxmlformats.org/drawingml/2006/main">
              <a:ext uri="{FF2B5EF4-FFF2-40B4-BE49-F238E27FC236}">
                <a16:creationId xmlns:a16="http://schemas.microsoft.com/office/drawing/2014/main" id="{CCBECBD4-6F8D-47BB-9551-8D961C62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" name="p01-线-0042">
            <a:extLst xmlns:a="http://schemas.openxmlformats.org/drawingml/2006/main">
              <a:ext uri="{FF2B5EF4-FFF2-40B4-BE49-F238E27FC236}">
                <a16:creationId xmlns:a16="http://schemas.microsoft.com/office/drawing/2014/main" id="{7469CB9D-8B51-4F4B-B7E6-0E398D1C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01-线-0043">
            <a:extLst xmlns:a="http://schemas.openxmlformats.org/drawingml/2006/main">
              <a:ext uri="{FF2B5EF4-FFF2-40B4-BE49-F238E27FC236}">
                <a16:creationId xmlns:a16="http://schemas.microsoft.com/office/drawing/2014/main" id="{8BB266A0-B8F0-438F-AA31-4556B5FD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01-线-0044">
            <a:extLst xmlns:a="http://schemas.openxmlformats.org/drawingml/2006/main">
              <a:ext uri="{FF2B5EF4-FFF2-40B4-BE49-F238E27FC236}">
                <a16:creationId xmlns:a16="http://schemas.microsoft.com/office/drawing/2014/main" id="{4FC20BD6-00A7-495F-A8F1-449C2C78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5" name="p01-线-0045">
            <a:extLst xmlns:a="http://schemas.openxmlformats.org/drawingml/2006/main">
              <a:ext uri="{FF2B5EF4-FFF2-40B4-BE49-F238E27FC236}">
                <a16:creationId xmlns:a16="http://schemas.microsoft.com/office/drawing/2014/main" id="{6ADD204C-D25A-4DAC-ABB1-72B4079D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01-线-0046">
            <a:extLst xmlns:a="http://schemas.openxmlformats.org/drawingml/2006/main">
              <a:ext uri="{FF2B5EF4-FFF2-40B4-BE49-F238E27FC236}">
                <a16:creationId xmlns:a16="http://schemas.microsoft.com/office/drawing/2014/main" id="{43C18A21-BEC5-490B-9DCD-07423A62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01-线-0047">
            <a:extLst xmlns:a="http://schemas.openxmlformats.org/drawingml/2006/main">
              <a:ext uri="{FF2B5EF4-FFF2-40B4-BE49-F238E27FC236}">
                <a16:creationId xmlns:a16="http://schemas.microsoft.com/office/drawing/2014/main" id="{DADB9118-6E9F-4CA6-9E55-9ECAC524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8" name="p01-线-0048">
            <a:extLst xmlns:a="http://schemas.openxmlformats.org/drawingml/2006/main">
              <a:ext uri="{FF2B5EF4-FFF2-40B4-BE49-F238E27FC236}">
                <a16:creationId xmlns:a16="http://schemas.microsoft.com/office/drawing/2014/main" id="{1962E3F0-7F63-4CF5-880B-21977FDD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01-线-0049">
            <a:extLst xmlns:a="http://schemas.openxmlformats.org/drawingml/2006/main">
              <a:ext uri="{FF2B5EF4-FFF2-40B4-BE49-F238E27FC236}">
                <a16:creationId xmlns:a16="http://schemas.microsoft.com/office/drawing/2014/main" id="{1CAA596E-5F5A-4247-8A55-CFA20C08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01-线-0050">
            <a:extLst xmlns:a="http://schemas.openxmlformats.org/drawingml/2006/main">
              <a:ext uri="{FF2B5EF4-FFF2-40B4-BE49-F238E27FC236}">
                <a16:creationId xmlns:a16="http://schemas.microsoft.com/office/drawing/2014/main" id="{42663327-FF2E-44B3-AFF4-52392D7E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1" name="p01-线-0051">
            <a:extLst xmlns:a="http://schemas.openxmlformats.org/drawingml/2006/main">
              <a:ext uri="{FF2B5EF4-FFF2-40B4-BE49-F238E27FC236}">
                <a16:creationId xmlns:a16="http://schemas.microsoft.com/office/drawing/2014/main" id="{72FCC9B5-4FAE-4E3E-94FC-624D7947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01-线-0052">
            <a:extLst xmlns:a="http://schemas.openxmlformats.org/drawingml/2006/main">
              <a:ext uri="{FF2B5EF4-FFF2-40B4-BE49-F238E27FC236}">
                <a16:creationId xmlns:a16="http://schemas.microsoft.com/office/drawing/2014/main" id="{672622BC-A898-4892-9361-456D941F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01-线-0053">
            <a:extLst xmlns:a="http://schemas.openxmlformats.org/drawingml/2006/main">
              <a:ext uri="{FF2B5EF4-FFF2-40B4-BE49-F238E27FC236}">
                <a16:creationId xmlns:a16="http://schemas.microsoft.com/office/drawing/2014/main" id="{D0F7326D-CEEC-4591-A50D-5C51920C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4" name="p01-线-0054">
            <a:extLst xmlns:a="http://schemas.openxmlformats.org/drawingml/2006/main">
              <a:ext uri="{FF2B5EF4-FFF2-40B4-BE49-F238E27FC236}">
                <a16:creationId xmlns:a16="http://schemas.microsoft.com/office/drawing/2014/main" id="{408E83DE-0F10-4A4F-B03F-A082987E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01-线-0055">
            <a:extLst xmlns:a="http://schemas.openxmlformats.org/drawingml/2006/main">
              <a:ext uri="{FF2B5EF4-FFF2-40B4-BE49-F238E27FC236}">
                <a16:creationId xmlns:a16="http://schemas.microsoft.com/office/drawing/2014/main" id="{1B8F6C9C-0FCF-4604-A884-5C19EA2E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01-线-0056">
            <a:extLst xmlns:a="http://schemas.openxmlformats.org/drawingml/2006/main">
              <a:ext uri="{FF2B5EF4-FFF2-40B4-BE49-F238E27FC236}">
                <a16:creationId xmlns:a16="http://schemas.microsoft.com/office/drawing/2014/main" id="{D473DFA2-8B30-4068-822D-65ACB0FF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7" name="p01-线-0057">
            <a:extLst xmlns:a="http://schemas.openxmlformats.org/drawingml/2006/main">
              <a:ext uri="{FF2B5EF4-FFF2-40B4-BE49-F238E27FC236}">
                <a16:creationId xmlns:a16="http://schemas.microsoft.com/office/drawing/2014/main" id="{B05041F1-8182-491D-ADC8-879A9C4A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01-线-0058">
            <a:extLst xmlns:a="http://schemas.openxmlformats.org/drawingml/2006/main">
              <a:ext uri="{FF2B5EF4-FFF2-40B4-BE49-F238E27FC236}">
                <a16:creationId xmlns:a16="http://schemas.microsoft.com/office/drawing/2014/main" id="{2A32682A-B702-45D0-A871-7E66230D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01-线-0059">
            <a:extLst xmlns:a="http://schemas.openxmlformats.org/drawingml/2006/main">
              <a:ext uri="{FF2B5EF4-FFF2-40B4-BE49-F238E27FC236}">
                <a16:creationId xmlns:a16="http://schemas.microsoft.com/office/drawing/2014/main" id="{5F395149-0825-4461-9E0A-CBBE3EEA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0" name="p01-线-0060">
            <a:extLst xmlns:a="http://schemas.openxmlformats.org/drawingml/2006/main">
              <a:ext uri="{FF2B5EF4-FFF2-40B4-BE49-F238E27FC236}">
                <a16:creationId xmlns:a16="http://schemas.microsoft.com/office/drawing/2014/main" id="{90A62C9B-464D-4C9B-984A-C33C25B1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01-线-0061">
            <a:extLst xmlns:a="http://schemas.openxmlformats.org/drawingml/2006/main">
              <a:ext uri="{FF2B5EF4-FFF2-40B4-BE49-F238E27FC236}">
                <a16:creationId xmlns:a16="http://schemas.microsoft.com/office/drawing/2014/main" id="{88A87CAE-E28C-4253-8578-1106F508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01-线-0062">
            <a:extLst xmlns:a="http://schemas.openxmlformats.org/drawingml/2006/main">
              <a:ext uri="{FF2B5EF4-FFF2-40B4-BE49-F238E27FC236}">
                <a16:creationId xmlns:a16="http://schemas.microsoft.com/office/drawing/2014/main" id="{826808E4-0B9F-43AB-93F0-1C78C966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3" name="p01-线-0063">
            <a:extLst xmlns:a="http://schemas.openxmlformats.org/drawingml/2006/main">
              <a:ext uri="{FF2B5EF4-FFF2-40B4-BE49-F238E27FC236}">
                <a16:creationId xmlns:a16="http://schemas.microsoft.com/office/drawing/2014/main" id="{58AFCBF4-6CD2-42A9-AAA1-BD63264C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33203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01-线-0064">
            <a:extLst xmlns:a="http://schemas.openxmlformats.org/drawingml/2006/main">
              <a:ext uri="{FF2B5EF4-FFF2-40B4-BE49-F238E27FC236}">
                <a16:creationId xmlns:a16="http://schemas.microsoft.com/office/drawing/2014/main" id="{74CF324B-05F0-49A2-88A2-C7649E16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01-线-0065">
            <a:extLst xmlns:a="http://schemas.openxmlformats.org/drawingml/2006/main">
              <a:ext uri="{FF2B5EF4-FFF2-40B4-BE49-F238E27FC236}">
                <a16:creationId xmlns:a16="http://schemas.microsoft.com/office/drawing/2014/main" id="{92DA05C9-52FA-417A-AC4D-74570B73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332038"/>
            <a:ext cx="358140" cy="407988"/>
          </a:xfrm>
          <a:custGeom xmlns:a="http://schemas.openxmlformats.org/drawingml/2006/main">
            <a:pathLst>
              <a:path w="358140" h="407988">
                <a:moveTo>
                  <a:pt x="0" y="0"/>
                </a:moveTo>
                <a:lnTo>
                  <a:pt x="35814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6" name="p01-线-0066">
            <a:extLst xmlns:a="http://schemas.openxmlformats.org/drawingml/2006/main">
              <a:ext uri="{FF2B5EF4-FFF2-40B4-BE49-F238E27FC236}">
                <a16:creationId xmlns:a16="http://schemas.microsoft.com/office/drawing/2014/main" id="{4349AACB-56E2-4D16-8EF5-D76D21FE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332038"/>
            <a:ext cx="95" cy="407988"/>
          </a:xfrm>
          <a:custGeom xmlns:a="http://schemas.openxmlformats.org/drawingml/2006/main">
            <a:pathLst>
              <a:path w="95" h="407988">
                <a:moveTo>
                  <a:pt x="0" y="0"/>
                </a:moveTo>
                <a:lnTo>
                  <a:pt x="0" y="4079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01-线-0067">
            <a:extLst xmlns:a="http://schemas.openxmlformats.org/drawingml/2006/main">
              <a:ext uri="{FF2B5EF4-FFF2-40B4-BE49-F238E27FC236}">
                <a16:creationId xmlns:a16="http://schemas.microsoft.com/office/drawing/2014/main" id="{B93E77C3-B30C-4BA1-9D67-B3520A53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01-线-0068">
            <a:extLst xmlns:a="http://schemas.openxmlformats.org/drawingml/2006/main">
              <a:ext uri="{FF2B5EF4-FFF2-40B4-BE49-F238E27FC236}">
                <a16:creationId xmlns:a16="http://schemas.microsoft.com/office/drawing/2014/main" id="{B3BCFC78-8CE1-4AA5-BEB2-0248C02A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01-线-0069">
            <a:extLst xmlns:a="http://schemas.openxmlformats.org/drawingml/2006/main">
              <a:ext uri="{FF2B5EF4-FFF2-40B4-BE49-F238E27FC236}">
                <a16:creationId xmlns:a16="http://schemas.microsoft.com/office/drawing/2014/main" id="{953DA24A-A988-457B-B914-DC53EE20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01-线-0070">
            <a:extLst xmlns:a="http://schemas.openxmlformats.org/drawingml/2006/main">
              <a:ext uri="{FF2B5EF4-FFF2-40B4-BE49-F238E27FC236}">
                <a16:creationId xmlns:a16="http://schemas.microsoft.com/office/drawing/2014/main" id="{A0B8CF61-98BC-4E2F-B539-ECD920D0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01-线-0071">
            <a:extLst xmlns:a="http://schemas.openxmlformats.org/drawingml/2006/main">
              <a:ext uri="{FF2B5EF4-FFF2-40B4-BE49-F238E27FC236}">
                <a16:creationId xmlns:a16="http://schemas.microsoft.com/office/drawing/2014/main" id="{7E79AF48-F137-497F-B396-302CEF28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01-线-0072">
            <a:extLst xmlns:a="http://schemas.openxmlformats.org/drawingml/2006/main">
              <a:ext uri="{FF2B5EF4-FFF2-40B4-BE49-F238E27FC236}">
                <a16:creationId xmlns:a16="http://schemas.microsoft.com/office/drawing/2014/main" id="{5D7158EC-3857-41BC-B3EC-68F91EE9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3" name="p01-线-0073">
            <a:extLst xmlns:a="http://schemas.openxmlformats.org/drawingml/2006/main">
              <a:ext uri="{FF2B5EF4-FFF2-40B4-BE49-F238E27FC236}">
                <a16:creationId xmlns:a16="http://schemas.microsoft.com/office/drawing/2014/main" id="{637E25D0-2888-4446-A2AE-FC715A6A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01-线-0074">
            <a:extLst xmlns:a="http://schemas.openxmlformats.org/drawingml/2006/main">
              <a:ext uri="{FF2B5EF4-FFF2-40B4-BE49-F238E27FC236}">
                <a16:creationId xmlns:a16="http://schemas.microsoft.com/office/drawing/2014/main" id="{7E6D4E00-A892-41A8-9343-817A64BB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01-线-0075">
            <a:extLst xmlns:a="http://schemas.openxmlformats.org/drawingml/2006/main">
              <a:ext uri="{FF2B5EF4-FFF2-40B4-BE49-F238E27FC236}">
                <a16:creationId xmlns:a16="http://schemas.microsoft.com/office/drawing/2014/main" id="{C6D9BA46-3538-405E-8E81-B245157A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6" name="p01-线-0076">
            <a:extLst xmlns:a="http://schemas.openxmlformats.org/drawingml/2006/main">
              <a:ext uri="{FF2B5EF4-FFF2-40B4-BE49-F238E27FC236}">
                <a16:creationId xmlns:a16="http://schemas.microsoft.com/office/drawing/2014/main" id="{4DEB5CF3-FB3D-4234-8B57-00C09DE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01-线-0077">
            <a:extLst xmlns:a="http://schemas.openxmlformats.org/drawingml/2006/main">
              <a:ext uri="{FF2B5EF4-FFF2-40B4-BE49-F238E27FC236}">
                <a16:creationId xmlns:a16="http://schemas.microsoft.com/office/drawing/2014/main" id="{69B964EE-DDDB-44A5-92E2-57BFE719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01-线-0078">
            <a:extLst xmlns:a="http://schemas.openxmlformats.org/drawingml/2006/main">
              <a:ext uri="{FF2B5EF4-FFF2-40B4-BE49-F238E27FC236}">
                <a16:creationId xmlns:a16="http://schemas.microsoft.com/office/drawing/2014/main" id="{71B1C855-B266-4C79-892E-1E17385C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9" name="p01-线-0079">
            <a:extLst xmlns:a="http://schemas.openxmlformats.org/drawingml/2006/main">
              <a:ext uri="{FF2B5EF4-FFF2-40B4-BE49-F238E27FC236}">
                <a16:creationId xmlns:a16="http://schemas.microsoft.com/office/drawing/2014/main" id="{2A9907A7-E4BF-4C1F-9C17-69E1EAB0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01-线-0080">
            <a:extLst xmlns:a="http://schemas.openxmlformats.org/drawingml/2006/main">
              <a:ext uri="{FF2B5EF4-FFF2-40B4-BE49-F238E27FC236}">
                <a16:creationId xmlns:a16="http://schemas.microsoft.com/office/drawing/2014/main" id="{7AFD7D40-A91A-479A-8F6E-1B59F30C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01-线-0081">
            <a:extLst xmlns:a="http://schemas.openxmlformats.org/drawingml/2006/main">
              <a:ext uri="{FF2B5EF4-FFF2-40B4-BE49-F238E27FC236}">
                <a16:creationId xmlns:a16="http://schemas.microsoft.com/office/drawing/2014/main" id="{ED1D4FFB-D9C9-4265-B61F-80EA76FA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2" name="p01-线-0082">
            <a:extLst xmlns:a="http://schemas.openxmlformats.org/drawingml/2006/main">
              <a:ext uri="{FF2B5EF4-FFF2-40B4-BE49-F238E27FC236}">
                <a16:creationId xmlns:a16="http://schemas.microsoft.com/office/drawing/2014/main" id="{449D609A-15BA-41E8-BB44-68F2C1E2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01-线-0083">
            <a:extLst xmlns:a="http://schemas.openxmlformats.org/drawingml/2006/main">
              <a:ext uri="{FF2B5EF4-FFF2-40B4-BE49-F238E27FC236}">
                <a16:creationId xmlns:a16="http://schemas.microsoft.com/office/drawing/2014/main" id="{2B94AFFE-D441-471B-9DBE-1356101C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01-线-0084">
            <a:extLst xmlns:a="http://schemas.openxmlformats.org/drawingml/2006/main">
              <a:ext uri="{FF2B5EF4-FFF2-40B4-BE49-F238E27FC236}">
                <a16:creationId xmlns:a16="http://schemas.microsoft.com/office/drawing/2014/main" id="{E1FF9AED-9A23-4728-98C4-A196DF2E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5" name="p01-线-0085">
            <a:extLst xmlns:a="http://schemas.openxmlformats.org/drawingml/2006/main">
              <a:ext uri="{FF2B5EF4-FFF2-40B4-BE49-F238E27FC236}">
                <a16:creationId xmlns:a16="http://schemas.microsoft.com/office/drawing/2014/main" id="{CDAB081A-C91B-4ECB-A45F-7C5AC7F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01-线-0086">
            <a:extLst xmlns:a="http://schemas.openxmlformats.org/drawingml/2006/main">
              <a:ext uri="{FF2B5EF4-FFF2-40B4-BE49-F238E27FC236}">
                <a16:creationId xmlns:a16="http://schemas.microsoft.com/office/drawing/2014/main" id="{666B7475-EF1A-462A-B809-FDBD2987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01-线-0087">
            <a:extLst xmlns:a="http://schemas.openxmlformats.org/drawingml/2006/main">
              <a:ext uri="{FF2B5EF4-FFF2-40B4-BE49-F238E27FC236}">
                <a16:creationId xmlns:a16="http://schemas.microsoft.com/office/drawing/2014/main" id="{1FA3B1F4-5062-4806-8068-39DA16F0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8" name="p01-线-0088">
            <a:extLst xmlns:a="http://schemas.openxmlformats.org/drawingml/2006/main">
              <a:ext uri="{FF2B5EF4-FFF2-40B4-BE49-F238E27FC236}">
                <a16:creationId xmlns:a16="http://schemas.microsoft.com/office/drawing/2014/main" id="{8F6F2491-F921-4B4C-B4F3-38AD132C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01-线-0089">
            <a:extLst xmlns:a="http://schemas.openxmlformats.org/drawingml/2006/main">
              <a:ext uri="{FF2B5EF4-FFF2-40B4-BE49-F238E27FC236}">
                <a16:creationId xmlns:a16="http://schemas.microsoft.com/office/drawing/2014/main" id="{AAA36BF1-5C45-4A07-AC33-AEE19DEA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01-线-0090">
            <a:extLst xmlns:a="http://schemas.openxmlformats.org/drawingml/2006/main">
              <a:ext uri="{FF2B5EF4-FFF2-40B4-BE49-F238E27FC236}">
                <a16:creationId xmlns:a16="http://schemas.microsoft.com/office/drawing/2014/main" id="{D42782AB-9899-4284-B67F-DC881541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1" name="p01-线-0091">
            <a:extLst xmlns:a="http://schemas.openxmlformats.org/drawingml/2006/main">
              <a:ext uri="{FF2B5EF4-FFF2-40B4-BE49-F238E27FC236}">
                <a16:creationId xmlns:a16="http://schemas.microsoft.com/office/drawing/2014/main" id="{2902187C-D9E0-411D-81D4-865FB6E1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01-线-0092">
            <a:extLst xmlns:a="http://schemas.openxmlformats.org/drawingml/2006/main">
              <a:ext uri="{FF2B5EF4-FFF2-40B4-BE49-F238E27FC236}">
                <a16:creationId xmlns:a16="http://schemas.microsoft.com/office/drawing/2014/main" id="{5720228E-AD23-4146-B6E7-046FA484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01-线-0093">
            <a:extLst xmlns:a="http://schemas.openxmlformats.org/drawingml/2006/main">
              <a:ext uri="{FF2B5EF4-FFF2-40B4-BE49-F238E27FC236}">
                <a16:creationId xmlns:a16="http://schemas.microsoft.com/office/drawing/2014/main" id="{4D3308C6-E915-444A-BA48-FDAB618E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4" name="p01-线-0094">
            <a:extLst xmlns:a="http://schemas.openxmlformats.org/drawingml/2006/main">
              <a:ext uri="{FF2B5EF4-FFF2-40B4-BE49-F238E27FC236}">
                <a16:creationId xmlns:a16="http://schemas.microsoft.com/office/drawing/2014/main" id="{33C84AFF-3BF5-4445-99FC-9C345F0C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74002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01-线-0095">
            <a:extLst xmlns:a="http://schemas.openxmlformats.org/drawingml/2006/main">
              <a:ext uri="{FF2B5EF4-FFF2-40B4-BE49-F238E27FC236}">
                <a16:creationId xmlns:a16="http://schemas.microsoft.com/office/drawing/2014/main" id="{0592EDCD-9A81-4CA2-8710-C0BBFD4F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01-线-0096">
            <a:extLst xmlns:a="http://schemas.openxmlformats.org/drawingml/2006/main">
              <a:ext uri="{FF2B5EF4-FFF2-40B4-BE49-F238E27FC236}">
                <a16:creationId xmlns:a16="http://schemas.microsoft.com/office/drawing/2014/main" id="{96E03A51-A40A-45B9-A0F1-E8DC1C69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2740025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7" name="p01-线-0097">
            <a:extLst xmlns:a="http://schemas.openxmlformats.org/drawingml/2006/main">
              <a:ext uri="{FF2B5EF4-FFF2-40B4-BE49-F238E27FC236}">
                <a16:creationId xmlns:a16="http://schemas.microsoft.com/office/drawing/2014/main" id="{197BC44B-0D5F-4E02-86A2-903B8D48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740025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01-线-0098">
            <a:extLst xmlns:a="http://schemas.openxmlformats.org/drawingml/2006/main">
              <a:ext uri="{FF2B5EF4-FFF2-40B4-BE49-F238E27FC236}">
                <a16:creationId xmlns:a16="http://schemas.microsoft.com/office/drawing/2014/main" id="{8C21A8DA-5935-40F6-8809-1CB001DF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01-线-0099">
            <a:extLst xmlns:a="http://schemas.openxmlformats.org/drawingml/2006/main">
              <a:ext uri="{FF2B5EF4-FFF2-40B4-BE49-F238E27FC236}">
                <a16:creationId xmlns:a16="http://schemas.microsoft.com/office/drawing/2014/main" id="{6CAEDAE3-3A26-402A-A000-45210D5B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01-线-0100">
            <a:extLst xmlns:a="http://schemas.openxmlformats.org/drawingml/2006/main">
              <a:ext uri="{FF2B5EF4-FFF2-40B4-BE49-F238E27FC236}">
                <a16:creationId xmlns:a16="http://schemas.microsoft.com/office/drawing/2014/main" id="{06DC82B4-D63C-4ED3-8DE6-468F3520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01-线-0101">
            <a:extLst xmlns:a="http://schemas.openxmlformats.org/drawingml/2006/main">
              <a:ext uri="{FF2B5EF4-FFF2-40B4-BE49-F238E27FC236}">
                <a16:creationId xmlns:a16="http://schemas.microsoft.com/office/drawing/2014/main" id="{EB49B484-2263-4A7C-BF08-0441896B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01-线-0102">
            <a:extLst xmlns:a="http://schemas.openxmlformats.org/drawingml/2006/main">
              <a:ext uri="{FF2B5EF4-FFF2-40B4-BE49-F238E27FC236}">
                <a16:creationId xmlns:a16="http://schemas.microsoft.com/office/drawing/2014/main" id="{6D9758F6-0913-42C1-B190-AC5115E8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01-线-0103">
            <a:extLst xmlns:a="http://schemas.openxmlformats.org/drawingml/2006/main">
              <a:ext uri="{FF2B5EF4-FFF2-40B4-BE49-F238E27FC236}">
                <a16:creationId xmlns:a16="http://schemas.microsoft.com/office/drawing/2014/main" id="{79D19E3A-A0F1-423F-8747-9295E988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01-线-0104">
            <a:extLst xmlns:a="http://schemas.openxmlformats.org/drawingml/2006/main">
              <a:ext uri="{FF2B5EF4-FFF2-40B4-BE49-F238E27FC236}">
                <a16:creationId xmlns:a16="http://schemas.microsoft.com/office/drawing/2014/main" id="{F5D0C3FB-2A45-4C15-B2D1-BED6FE27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01-线-0105">
            <a:extLst xmlns:a="http://schemas.openxmlformats.org/drawingml/2006/main">
              <a:ext uri="{FF2B5EF4-FFF2-40B4-BE49-F238E27FC236}">
                <a16:creationId xmlns:a16="http://schemas.microsoft.com/office/drawing/2014/main" id="{DC3DCAA3-DC6B-4EBA-AB01-95FAC441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01-线-0106">
            <a:extLst xmlns:a="http://schemas.openxmlformats.org/drawingml/2006/main">
              <a:ext uri="{FF2B5EF4-FFF2-40B4-BE49-F238E27FC236}">
                <a16:creationId xmlns:a16="http://schemas.microsoft.com/office/drawing/2014/main" id="{331B4619-53D9-4A35-BB51-03D095D3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01-线-0107">
            <a:extLst xmlns:a="http://schemas.openxmlformats.org/drawingml/2006/main">
              <a:ext uri="{FF2B5EF4-FFF2-40B4-BE49-F238E27FC236}">
                <a16:creationId xmlns:a16="http://schemas.microsoft.com/office/drawing/2014/main" id="{AA4D850D-AE68-4538-B1F5-53164721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1-线-0108">
            <a:extLst xmlns:a="http://schemas.openxmlformats.org/drawingml/2006/main">
              <a:ext uri="{FF2B5EF4-FFF2-40B4-BE49-F238E27FC236}">
                <a16:creationId xmlns:a16="http://schemas.microsoft.com/office/drawing/2014/main" id="{C29B28FD-79CB-4575-BFB9-2BFBE079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01-线-0109">
            <a:extLst xmlns:a="http://schemas.openxmlformats.org/drawingml/2006/main">
              <a:ext uri="{FF2B5EF4-FFF2-40B4-BE49-F238E27FC236}">
                <a16:creationId xmlns:a16="http://schemas.microsoft.com/office/drawing/2014/main" id="{60CC4068-CEC0-4992-8D1A-50036CD1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01-线-0110">
            <a:extLst xmlns:a="http://schemas.openxmlformats.org/drawingml/2006/main">
              <a:ext uri="{FF2B5EF4-FFF2-40B4-BE49-F238E27FC236}">
                <a16:creationId xmlns:a16="http://schemas.microsoft.com/office/drawing/2014/main" id="{02F50FA0-CD80-4FCB-8E2A-5C9F5007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1-线-0111">
            <a:extLst xmlns:a="http://schemas.openxmlformats.org/drawingml/2006/main">
              <a:ext uri="{FF2B5EF4-FFF2-40B4-BE49-F238E27FC236}">
                <a16:creationId xmlns:a16="http://schemas.microsoft.com/office/drawing/2014/main" id="{76665289-7B30-4987-A565-F975D77E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01-线-0112">
            <a:extLst xmlns:a="http://schemas.openxmlformats.org/drawingml/2006/main">
              <a:ext uri="{FF2B5EF4-FFF2-40B4-BE49-F238E27FC236}">
                <a16:creationId xmlns:a16="http://schemas.microsoft.com/office/drawing/2014/main" id="{9C0550E2-4B3F-4D08-A24D-D6A52BF5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01-线-0113">
            <a:extLst xmlns:a="http://schemas.openxmlformats.org/drawingml/2006/main">
              <a:ext uri="{FF2B5EF4-FFF2-40B4-BE49-F238E27FC236}">
                <a16:creationId xmlns:a16="http://schemas.microsoft.com/office/drawing/2014/main" id="{4CFC71CB-FCF1-45A7-9BED-17476E60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1-线-0114">
            <a:extLst xmlns:a="http://schemas.openxmlformats.org/drawingml/2006/main">
              <a:ext uri="{FF2B5EF4-FFF2-40B4-BE49-F238E27FC236}">
                <a16:creationId xmlns:a16="http://schemas.microsoft.com/office/drawing/2014/main" id="{130620C7-7063-4F33-BA4D-37156E89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01-线-0115">
            <a:extLst xmlns:a="http://schemas.openxmlformats.org/drawingml/2006/main">
              <a:ext uri="{FF2B5EF4-FFF2-40B4-BE49-F238E27FC236}">
                <a16:creationId xmlns:a16="http://schemas.microsoft.com/office/drawing/2014/main" id="{115DB617-C069-46F4-8870-FC85290B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6" name="p01-线-0116">
            <a:extLst xmlns:a="http://schemas.openxmlformats.org/drawingml/2006/main">
              <a:ext uri="{FF2B5EF4-FFF2-40B4-BE49-F238E27FC236}">
                <a16:creationId xmlns:a16="http://schemas.microsoft.com/office/drawing/2014/main" id="{6991542C-CD24-4289-A540-91B3FDC6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01-线-0117">
            <a:extLst xmlns:a="http://schemas.openxmlformats.org/drawingml/2006/main">
              <a:ext uri="{FF2B5EF4-FFF2-40B4-BE49-F238E27FC236}">
                <a16:creationId xmlns:a16="http://schemas.microsoft.com/office/drawing/2014/main" id="{2CBE8457-9C76-4179-94EC-7347D1F1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01-线-0118">
            <a:extLst xmlns:a="http://schemas.openxmlformats.org/drawingml/2006/main">
              <a:ext uri="{FF2B5EF4-FFF2-40B4-BE49-F238E27FC236}">
                <a16:creationId xmlns:a16="http://schemas.microsoft.com/office/drawing/2014/main" id="{08424450-3F19-4A4C-B9E1-60EE16F1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9" name="p01-线-0119">
            <a:extLst xmlns:a="http://schemas.openxmlformats.org/drawingml/2006/main">
              <a:ext uri="{FF2B5EF4-FFF2-40B4-BE49-F238E27FC236}">
                <a16:creationId xmlns:a16="http://schemas.microsoft.com/office/drawing/2014/main" id="{5958931D-A74E-41C7-A1D5-FC93BB3C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01-线-0120">
            <a:extLst xmlns:a="http://schemas.openxmlformats.org/drawingml/2006/main">
              <a:ext uri="{FF2B5EF4-FFF2-40B4-BE49-F238E27FC236}">
                <a16:creationId xmlns:a16="http://schemas.microsoft.com/office/drawing/2014/main" id="{2778DB22-2100-4F2E-BD03-DF301FF4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01-线-0121">
            <a:extLst xmlns:a="http://schemas.openxmlformats.org/drawingml/2006/main">
              <a:ext uri="{FF2B5EF4-FFF2-40B4-BE49-F238E27FC236}">
                <a16:creationId xmlns:a16="http://schemas.microsoft.com/office/drawing/2014/main" id="{89958697-FA0E-4BD7-8AD8-FA72415A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2" name="p01-线-0122">
            <a:extLst xmlns:a="http://schemas.openxmlformats.org/drawingml/2006/main">
              <a:ext uri="{FF2B5EF4-FFF2-40B4-BE49-F238E27FC236}">
                <a16:creationId xmlns:a16="http://schemas.microsoft.com/office/drawing/2014/main" id="{873E9E3F-8FC9-47A6-9828-BF22ABEF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01-线-0123">
            <a:extLst xmlns:a="http://schemas.openxmlformats.org/drawingml/2006/main">
              <a:ext uri="{FF2B5EF4-FFF2-40B4-BE49-F238E27FC236}">
                <a16:creationId xmlns:a16="http://schemas.microsoft.com/office/drawing/2014/main" id="{6DCE899B-698C-4A39-A018-7CA5CF54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01-线-0124">
            <a:extLst xmlns:a="http://schemas.openxmlformats.org/drawingml/2006/main">
              <a:ext uri="{FF2B5EF4-FFF2-40B4-BE49-F238E27FC236}">
                <a16:creationId xmlns:a16="http://schemas.microsoft.com/office/drawing/2014/main" id="{C66D05D6-11D2-4108-B1BC-8EB25C0F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5" name="p01-线-0125">
            <a:extLst xmlns:a="http://schemas.openxmlformats.org/drawingml/2006/main">
              <a:ext uri="{FF2B5EF4-FFF2-40B4-BE49-F238E27FC236}">
                <a16:creationId xmlns:a16="http://schemas.microsoft.com/office/drawing/2014/main" id="{C550B4E3-4F24-4F7F-B084-CEE4B95B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148013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01-线-0126">
            <a:extLst xmlns:a="http://schemas.openxmlformats.org/drawingml/2006/main">
              <a:ext uri="{FF2B5EF4-FFF2-40B4-BE49-F238E27FC236}">
                <a16:creationId xmlns:a16="http://schemas.microsoft.com/office/drawing/2014/main" id="{D05F9F60-327A-441B-9F27-946F1623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01-线-0127">
            <a:extLst xmlns:a="http://schemas.openxmlformats.org/drawingml/2006/main">
              <a:ext uri="{FF2B5EF4-FFF2-40B4-BE49-F238E27FC236}">
                <a16:creationId xmlns:a16="http://schemas.microsoft.com/office/drawing/2014/main" id="{5F6F2785-961C-4C34-BD1B-6749701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148013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8" name="p01-线-0128">
            <a:extLst xmlns:a="http://schemas.openxmlformats.org/drawingml/2006/main">
              <a:ext uri="{FF2B5EF4-FFF2-40B4-BE49-F238E27FC236}">
                <a16:creationId xmlns:a16="http://schemas.microsoft.com/office/drawing/2014/main" id="{0F0A8383-9B47-4691-A8CC-A5B3DE76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3148013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01-线-0129">
            <a:extLst xmlns:a="http://schemas.openxmlformats.org/drawingml/2006/main">
              <a:ext uri="{FF2B5EF4-FFF2-40B4-BE49-F238E27FC236}">
                <a16:creationId xmlns:a16="http://schemas.microsoft.com/office/drawing/2014/main" id="{42097266-8A12-4097-9BD9-0F32DD31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01-线-0130">
            <a:extLst xmlns:a="http://schemas.openxmlformats.org/drawingml/2006/main">
              <a:ext uri="{FF2B5EF4-FFF2-40B4-BE49-F238E27FC236}">
                <a16:creationId xmlns:a16="http://schemas.microsoft.com/office/drawing/2014/main" id="{E2FBE2C2-632A-44B3-9A21-68ED91EA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01-线-0131">
            <a:extLst xmlns:a="http://schemas.openxmlformats.org/drawingml/2006/main">
              <a:ext uri="{FF2B5EF4-FFF2-40B4-BE49-F238E27FC236}">
                <a16:creationId xmlns:a16="http://schemas.microsoft.com/office/drawing/2014/main" id="{D033C383-0AF6-4A33-9E38-BC3DC134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01-线-0132">
            <a:extLst xmlns:a="http://schemas.openxmlformats.org/drawingml/2006/main">
              <a:ext uri="{FF2B5EF4-FFF2-40B4-BE49-F238E27FC236}">
                <a16:creationId xmlns:a16="http://schemas.microsoft.com/office/drawing/2014/main" id="{7446E877-EAA0-4C8A-9782-A87693C4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01-线-0133">
            <a:extLst xmlns:a="http://schemas.openxmlformats.org/drawingml/2006/main">
              <a:ext uri="{FF2B5EF4-FFF2-40B4-BE49-F238E27FC236}">
                <a16:creationId xmlns:a16="http://schemas.microsoft.com/office/drawing/2014/main" id="{80547783-BEEA-429F-95F1-DCB3A948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01-线-0134">
            <a:extLst xmlns:a="http://schemas.openxmlformats.org/drawingml/2006/main">
              <a:ext uri="{FF2B5EF4-FFF2-40B4-BE49-F238E27FC236}">
                <a16:creationId xmlns:a16="http://schemas.microsoft.com/office/drawing/2014/main" id="{2EE7AEDB-5364-44BB-BC13-94F88C6F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01-线-0135">
            <a:extLst xmlns:a="http://schemas.openxmlformats.org/drawingml/2006/main">
              <a:ext uri="{FF2B5EF4-FFF2-40B4-BE49-F238E27FC236}">
                <a16:creationId xmlns:a16="http://schemas.microsoft.com/office/drawing/2014/main" id="{7F8C68CD-2BED-4880-B9BF-C0D1D181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01-线-0136">
            <a:extLst xmlns:a="http://schemas.openxmlformats.org/drawingml/2006/main">
              <a:ext uri="{FF2B5EF4-FFF2-40B4-BE49-F238E27FC236}">
                <a16:creationId xmlns:a16="http://schemas.microsoft.com/office/drawing/2014/main" id="{57B34499-E8AF-49AE-9C65-15F7D4E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01-线-0137">
            <a:extLst xmlns:a="http://schemas.openxmlformats.org/drawingml/2006/main">
              <a:ext uri="{FF2B5EF4-FFF2-40B4-BE49-F238E27FC236}">
                <a16:creationId xmlns:a16="http://schemas.microsoft.com/office/drawing/2014/main" id="{1A9DDB4C-BD3D-4C33-ACA5-723453DD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01-线-0138">
            <a:extLst xmlns:a="http://schemas.openxmlformats.org/drawingml/2006/main">
              <a:ext uri="{FF2B5EF4-FFF2-40B4-BE49-F238E27FC236}">
                <a16:creationId xmlns:a16="http://schemas.microsoft.com/office/drawing/2014/main" id="{4633ACED-462D-4AAC-B5F6-4C6014E0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1-线-0139">
            <a:extLst xmlns:a="http://schemas.openxmlformats.org/drawingml/2006/main">
              <a:ext uri="{FF2B5EF4-FFF2-40B4-BE49-F238E27FC236}">
                <a16:creationId xmlns:a16="http://schemas.microsoft.com/office/drawing/2014/main" id="{EC5C51A5-E92C-4E02-901C-45FE99E2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01-线-0140">
            <a:extLst xmlns:a="http://schemas.openxmlformats.org/drawingml/2006/main">
              <a:ext uri="{FF2B5EF4-FFF2-40B4-BE49-F238E27FC236}">
                <a16:creationId xmlns:a16="http://schemas.microsoft.com/office/drawing/2014/main" id="{C449FF13-2442-423F-A94E-32CE5346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01-线-0141">
            <a:extLst xmlns:a="http://schemas.openxmlformats.org/drawingml/2006/main">
              <a:ext uri="{FF2B5EF4-FFF2-40B4-BE49-F238E27FC236}">
                <a16:creationId xmlns:a16="http://schemas.microsoft.com/office/drawing/2014/main" id="{493F04D5-D759-4913-BF41-A9B795CD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1-线-0142">
            <a:extLst xmlns:a="http://schemas.openxmlformats.org/drawingml/2006/main">
              <a:ext uri="{FF2B5EF4-FFF2-40B4-BE49-F238E27FC236}">
                <a16:creationId xmlns:a16="http://schemas.microsoft.com/office/drawing/2014/main" id="{4DD370F3-17B4-4BBF-81F4-A27D61E9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01-线-0143">
            <a:extLst xmlns:a="http://schemas.openxmlformats.org/drawingml/2006/main">
              <a:ext uri="{FF2B5EF4-FFF2-40B4-BE49-F238E27FC236}">
                <a16:creationId xmlns:a16="http://schemas.microsoft.com/office/drawing/2014/main" id="{CD2067EB-1671-4701-9438-558E1028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01-线-0144">
            <a:extLst xmlns:a="http://schemas.openxmlformats.org/drawingml/2006/main">
              <a:ext uri="{FF2B5EF4-FFF2-40B4-BE49-F238E27FC236}">
                <a16:creationId xmlns:a16="http://schemas.microsoft.com/office/drawing/2014/main" id="{E570410F-9E90-4504-B8F5-2C00C9AE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1-线-0145">
            <a:extLst xmlns:a="http://schemas.openxmlformats.org/drawingml/2006/main">
              <a:ext uri="{FF2B5EF4-FFF2-40B4-BE49-F238E27FC236}">
                <a16:creationId xmlns:a16="http://schemas.microsoft.com/office/drawing/2014/main" id="{9767825F-8EA7-4FFC-81D3-4DC19EEA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01-线-0146">
            <a:extLst xmlns:a="http://schemas.openxmlformats.org/drawingml/2006/main">
              <a:ext uri="{FF2B5EF4-FFF2-40B4-BE49-F238E27FC236}">
                <a16:creationId xmlns:a16="http://schemas.microsoft.com/office/drawing/2014/main" id="{BDB568C8-9D7F-4BE0-A2F6-99FED2EC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7" name="p01-线-0147">
            <a:extLst xmlns:a="http://schemas.openxmlformats.org/drawingml/2006/main">
              <a:ext uri="{FF2B5EF4-FFF2-40B4-BE49-F238E27FC236}">
                <a16:creationId xmlns:a16="http://schemas.microsoft.com/office/drawing/2014/main" id="{4C689615-8462-43BB-9CE8-0EA8992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01-线-0148">
            <a:extLst xmlns:a="http://schemas.openxmlformats.org/drawingml/2006/main">
              <a:ext uri="{FF2B5EF4-FFF2-40B4-BE49-F238E27FC236}">
                <a16:creationId xmlns:a16="http://schemas.microsoft.com/office/drawing/2014/main" id="{CD402D67-2B69-4BAA-8D82-30DA51D6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01-线-0149">
            <a:extLst xmlns:a="http://schemas.openxmlformats.org/drawingml/2006/main">
              <a:ext uri="{FF2B5EF4-FFF2-40B4-BE49-F238E27FC236}">
                <a16:creationId xmlns:a16="http://schemas.microsoft.com/office/drawing/2014/main" id="{DF192998-1205-40AC-AF6C-57E6EE08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0" name="p01-线-0150">
            <a:extLst xmlns:a="http://schemas.openxmlformats.org/drawingml/2006/main">
              <a:ext uri="{FF2B5EF4-FFF2-40B4-BE49-F238E27FC236}">
                <a16:creationId xmlns:a16="http://schemas.microsoft.com/office/drawing/2014/main" id="{21C5B14D-0E8F-4635-A8E7-1F1F3CE9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01-线-0151">
            <a:extLst xmlns:a="http://schemas.openxmlformats.org/drawingml/2006/main">
              <a:ext uri="{FF2B5EF4-FFF2-40B4-BE49-F238E27FC236}">
                <a16:creationId xmlns:a16="http://schemas.microsoft.com/office/drawing/2014/main" id="{852A3AC9-ED0D-477A-9CE2-1CD48161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01-线-0152">
            <a:extLst xmlns:a="http://schemas.openxmlformats.org/drawingml/2006/main">
              <a:ext uri="{FF2B5EF4-FFF2-40B4-BE49-F238E27FC236}">
                <a16:creationId xmlns:a16="http://schemas.microsoft.com/office/drawing/2014/main" id="{D5611463-5912-4AA1-933A-1B0FF9A8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3" name="p01-线-0153">
            <a:extLst xmlns:a="http://schemas.openxmlformats.org/drawingml/2006/main">
              <a:ext uri="{FF2B5EF4-FFF2-40B4-BE49-F238E27FC236}">
                <a16:creationId xmlns:a16="http://schemas.microsoft.com/office/drawing/2014/main" id="{3CF8DE92-046D-4A49-9C1B-73400459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01-线-0154">
            <a:extLst xmlns:a="http://schemas.openxmlformats.org/drawingml/2006/main">
              <a:ext uri="{FF2B5EF4-FFF2-40B4-BE49-F238E27FC236}">
                <a16:creationId xmlns:a16="http://schemas.microsoft.com/office/drawing/2014/main" id="{57A56B17-22C6-498A-BC88-EEA84405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01-线-0155">
            <a:extLst xmlns:a="http://schemas.openxmlformats.org/drawingml/2006/main">
              <a:ext uri="{FF2B5EF4-FFF2-40B4-BE49-F238E27FC236}">
                <a16:creationId xmlns:a16="http://schemas.microsoft.com/office/drawing/2014/main" id="{B2A61A23-ED79-4015-9C2E-21FF417F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6" name="p01-线-0156">
            <a:extLst xmlns:a="http://schemas.openxmlformats.org/drawingml/2006/main">
              <a:ext uri="{FF2B5EF4-FFF2-40B4-BE49-F238E27FC236}">
                <a16:creationId xmlns:a16="http://schemas.microsoft.com/office/drawing/2014/main" id="{B4D98BC1-ECCF-4230-9E46-E6594CC3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556000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01-线-0157">
            <a:extLst xmlns:a="http://schemas.openxmlformats.org/drawingml/2006/main">
              <a:ext uri="{FF2B5EF4-FFF2-40B4-BE49-F238E27FC236}">
                <a16:creationId xmlns:a16="http://schemas.microsoft.com/office/drawing/2014/main" id="{6B52AAF4-F72A-4458-AA06-6A46A5A3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01-线-0158">
            <a:extLst xmlns:a="http://schemas.openxmlformats.org/drawingml/2006/main">
              <a:ext uri="{FF2B5EF4-FFF2-40B4-BE49-F238E27FC236}">
                <a16:creationId xmlns:a16="http://schemas.microsoft.com/office/drawing/2014/main" id="{7B886D44-426B-43F6-821B-2D8D0E80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556000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9" name="p01-线-0159">
            <a:extLst xmlns:a="http://schemas.openxmlformats.org/drawingml/2006/main">
              <a:ext uri="{FF2B5EF4-FFF2-40B4-BE49-F238E27FC236}">
                <a16:creationId xmlns:a16="http://schemas.microsoft.com/office/drawing/2014/main" id="{A7EFDE94-AC82-481D-B3D0-C59B18BB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3556000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01-线-0160">
            <a:extLst xmlns:a="http://schemas.openxmlformats.org/drawingml/2006/main">
              <a:ext uri="{FF2B5EF4-FFF2-40B4-BE49-F238E27FC236}">
                <a16:creationId xmlns:a16="http://schemas.microsoft.com/office/drawing/2014/main" id="{E98F183D-16B9-4184-9D6E-5F069FC4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01-线-0161">
            <a:extLst xmlns:a="http://schemas.openxmlformats.org/drawingml/2006/main">
              <a:ext uri="{FF2B5EF4-FFF2-40B4-BE49-F238E27FC236}">
                <a16:creationId xmlns:a16="http://schemas.microsoft.com/office/drawing/2014/main" id="{C3952CE5-6C0B-48A9-ABE3-05897505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01-线-0162">
            <a:extLst xmlns:a="http://schemas.openxmlformats.org/drawingml/2006/main">
              <a:ext uri="{FF2B5EF4-FFF2-40B4-BE49-F238E27FC236}">
                <a16:creationId xmlns:a16="http://schemas.microsoft.com/office/drawing/2014/main" id="{E89965AC-6D29-4E17-8FF3-73B7D94A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01-线-0163">
            <a:extLst xmlns:a="http://schemas.openxmlformats.org/drawingml/2006/main">
              <a:ext uri="{FF2B5EF4-FFF2-40B4-BE49-F238E27FC236}">
                <a16:creationId xmlns:a16="http://schemas.microsoft.com/office/drawing/2014/main" id="{9D7FC2F3-F6C7-4EEB-8BE3-16550D4E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01-线-0164">
            <a:extLst xmlns:a="http://schemas.openxmlformats.org/drawingml/2006/main">
              <a:ext uri="{FF2B5EF4-FFF2-40B4-BE49-F238E27FC236}">
                <a16:creationId xmlns:a16="http://schemas.microsoft.com/office/drawing/2014/main" id="{45EEA99B-1FA1-4256-A77D-92A348F0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01-线-0165">
            <a:extLst xmlns:a="http://schemas.openxmlformats.org/drawingml/2006/main">
              <a:ext uri="{FF2B5EF4-FFF2-40B4-BE49-F238E27FC236}">
                <a16:creationId xmlns:a16="http://schemas.microsoft.com/office/drawing/2014/main" id="{7F64E0B6-4743-47F1-9182-7A2CA8EA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01-线-0166">
            <a:extLst xmlns:a="http://schemas.openxmlformats.org/drawingml/2006/main">
              <a:ext uri="{FF2B5EF4-FFF2-40B4-BE49-F238E27FC236}">
                <a16:creationId xmlns:a16="http://schemas.microsoft.com/office/drawing/2014/main" id="{65DF472F-617D-4FA2-9CCD-BBEE937C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01-线-0167">
            <a:extLst xmlns:a="http://schemas.openxmlformats.org/drawingml/2006/main">
              <a:ext uri="{FF2B5EF4-FFF2-40B4-BE49-F238E27FC236}">
                <a16:creationId xmlns:a16="http://schemas.microsoft.com/office/drawing/2014/main" id="{F1CDC578-EABE-47BD-9617-974AAC64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01-线-0168">
            <a:extLst xmlns:a="http://schemas.openxmlformats.org/drawingml/2006/main">
              <a:ext uri="{FF2B5EF4-FFF2-40B4-BE49-F238E27FC236}">
                <a16:creationId xmlns:a16="http://schemas.microsoft.com/office/drawing/2014/main" id="{F12F5B03-C5B5-4A6D-9D53-08597945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01-线-0169">
            <a:extLst xmlns:a="http://schemas.openxmlformats.org/drawingml/2006/main">
              <a:ext uri="{FF2B5EF4-FFF2-40B4-BE49-F238E27FC236}">
                <a16:creationId xmlns:a16="http://schemas.microsoft.com/office/drawing/2014/main" id="{0A952B4D-080D-43FC-B7E1-DD0FF8EC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1-线-0170">
            <a:extLst xmlns:a="http://schemas.openxmlformats.org/drawingml/2006/main">
              <a:ext uri="{FF2B5EF4-FFF2-40B4-BE49-F238E27FC236}">
                <a16:creationId xmlns:a16="http://schemas.microsoft.com/office/drawing/2014/main" id="{541D1FB8-2BCB-4D5C-828E-717BA45A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01-线-0171">
            <a:extLst xmlns:a="http://schemas.openxmlformats.org/drawingml/2006/main">
              <a:ext uri="{FF2B5EF4-FFF2-40B4-BE49-F238E27FC236}">
                <a16:creationId xmlns:a16="http://schemas.microsoft.com/office/drawing/2014/main" id="{6C58EE07-C086-4AA8-B84A-469C8C84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01-线-0172">
            <a:extLst xmlns:a="http://schemas.openxmlformats.org/drawingml/2006/main">
              <a:ext uri="{FF2B5EF4-FFF2-40B4-BE49-F238E27FC236}">
                <a16:creationId xmlns:a16="http://schemas.microsoft.com/office/drawing/2014/main" id="{EC654271-A963-49B7-9C64-C4576372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1-线-0173">
            <a:extLst xmlns:a="http://schemas.openxmlformats.org/drawingml/2006/main">
              <a:ext uri="{FF2B5EF4-FFF2-40B4-BE49-F238E27FC236}">
                <a16:creationId xmlns:a16="http://schemas.microsoft.com/office/drawing/2014/main" id="{0979ED4E-07BA-444E-BCC6-4442520A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01-线-0174">
            <a:extLst xmlns:a="http://schemas.openxmlformats.org/drawingml/2006/main">
              <a:ext uri="{FF2B5EF4-FFF2-40B4-BE49-F238E27FC236}">
                <a16:creationId xmlns:a16="http://schemas.microsoft.com/office/drawing/2014/main" id="{346364BF-0F89-4D2B-BF68-5DB4E18B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01-线-0175">
            <a:extLst xmlns:a="http://schemas.openxmlformats.org/drawingml/2006/main">
              <a:ext uri="{FF2B5EF4-FFF2-40B4-BE49-F238E27FC236}">
                <a16:creationId xmlns:a16="http://schemas.microsoft.com/office/drawing/2014/main" id="{5CDCF18E-5892-4C19-B283-6B2770B9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1-线-0176">
            <a:extLst xmlns:a="http://schemas.openxmlformats.org/drawingml/2006/main">
              <a:ext uri="{FF2B5EF4-FFF2-40B4-BE49-F238E27FC236}">
                <a16:creationId xmlns:a16="http://schemas.microsoft.com/office/drawing/2014/main" id="{FC549997-B55F-484A-A706-931EF709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01-线-0177">
            <a:extLst xmlns:a="http://schemas.openxmlformats.org/drawingml/2006/main">
              <a:ext uri="{FF2B5EF4-FFF2-40B4-BE49-F238E27FC236}">
                <a16:creationId xmlns:a16="http://schemas.microsoft.com/office/drawing/2014/main" id="{8F3C79B6-976A-43AF-AD3E-683551CF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8" name="p01-线-0178">
            <a:extLst xmlns:a="http://schemas.openxmlformats.org/drawingml/2006/main">
              <a:ext uri="{FF2B5EF4-FFF2-40B4-BE49-F238E27FC236}">
                <a16:creationId xmlns:a16="http://schemas.microsoft.com/office/drawing/2014/main" id="{A330C7A5-E85E-4445-8C40-996F0B10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01-线-0179">
            <a:extLst xmlns:a="http://schemas.openxmlformats.org/drawingml/2006/main">
              <a:ext uri="{FF2B5EF4-FFF2-40B4-BE49-F238E27FC236}">
                <a16:creationId xmlns:a16="http://schemas.microsoft.com/office/drawing/2014/main" id="{C806B9BE-9189-4372-9369-74041635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01-线-0180">
            <a:extLst xmlns:a="http://schemas.openxmlformats.org/drawingml/2006/main">
              <a:ext uri="{FF2B5EF4-FFF2-40B4-BE49-F238E27FC236}">
                <a16:creationId xmlns:a16="http://schemas.microsoft.com/office/drawing/2014/main" id="{1B1CA1DD-0BC0-4937-B436-24204F20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1" name="p01-线-0181">
            <a:extLst xmlns:a="http://schemas.openxmlformats.org/drawingml/2006/main">
              <a:ext uri="{FF2B5EF4-FFF2-40B4-BE49-F238E27FC236}">
                <a16:creationId xmlns:a16="http://schemas.microsoft.com/office/drawing/2014/main" id="{3A3DC223-05A3-415E-AD90-5AEF5779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01-线-0182">
            <a:extLst xmlns:a="http://schemas.openxmlformats.org/drawingml/2006/main">
              <a:ext uri="{FF2B5EF4-FFF2-40B4-BE49-F238E27FC236}">
                <a16:creationId xmlns:a16="http://schemas.microsoft.com/office/drawing/2014/main" id="{D52DB93A-4ABB-48EA-9F96-BDC5A16E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01-线-0183">
            <a:extLst xmlns:a="http://schemas.openxmlformats.org/drawingml/2006/main">
              <a:ext uri="{FF2B5EF4-FFF2-40B4-BE49-F238E27FC236}">
                <a16:creationId xmlns:a16="http://schemas.microsoft.com/office/drawing/2014/main" id="{E6B9F777-5DEF-423B-86A3-B296DCCE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4" name="p01-线-0184">
            <a:extLst xmlns:a="http://schemas.openxmlformats.org/drawingml/2006/main">
              <a:ext uri="{FF2B5EF4-FFF2-40B4-BE49-F238E27FC236}">
                <a16:creationId xmlns:a16="http://schemas.microsoft.com/office/drawing/2014/main" id="{DC95AE97-6E1A-4BD8-9405-657484AE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01-线-0185">
            <a:extLst xmlns:a="http://schemas.openxmlformats.org/drawingml/2006/main">
              <a:ext uri="{FF2B5EF4-FFF2-40B4-BE49-F238E27FC236}">
                <a16:creationId xmlns:a16="http://schemas.microsoft.com/office/drawing/2014/main" id="{4F11C471-AFEB-4483-85D0-AEE86ABF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01-线-0186">
            <a:extLst xmlns:a="http://schemas.openxmlformats.org/drawingml/2006/main">
              <a:ext uri="{FF2B5EF4-FFF2-40B4-BE49-F238E27FC236}">
                <a16:creationId xmlns:a16="http://schemas.microsoft.com/office/drawing/2014/main" id="{F3D8D712-6D38-4865-8027-9B6008E8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7" name="p01-线-0187">
            <a:extLst xmlns:a="http://schemas.openxmlformats.org/drawingml/2006/main">
              <a:ext uri="{FF2B5EF4-FFF2-40B4-BE49-F238E27FC236}">
                <a16:creationId xmlns:a16="http://schemas.microsoft.com/office/drawing/2014/main" id="{00614656-2F59-460B-9B4C-56F7208B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963988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01-线-0188">
            <a:extLst xmlns:a="http://schemas.openxmlformats.org/drawingml/2006/main">
              <a:ext uri="{FF2B5EF4-FFF2-40B4-BE49-F238E27FC236}">
                <a16:creationId xmlns:a16="http://schemas.microsoft.com/office/drawing/2014/main" id="{DFCB10FB-0745-4C1D-A7F1-34EE1A81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01-线-0189">
            <a:extLst xmlns:a="http://schemas.openxmlformats.org/drawingml/2006/main">
              <a:ext uri="{FF2B5EF4-FFF2-40B4-BE49-F238E27FC236}">
                <a16:creationId xmlns:a16="http://schemas.microsoft.com/office/drawing/2014/main" id="{61867FA5-32B6-4483-84A2-40722A32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3963988"/>
            <a:ext cx="358140" cy="407987"/>
          </a:xfrm>
          <a:custGeom xmlns:a="http://schemas.openxmlformats.org/drawingml/2006/main">
            <a:pathLst>
              <a:path w="358140" h="407987">
                <a:moveTo>
                  <a:pt x="0" y="0"/>
                </a:moveTo>
                <a:lnTo>
                  <a:pt x="35814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0" name="p01-线-0190">
            <a:extLst xmlns:a="http://schemas.openxmlformats.org/drawingml/2006/main">
              <a:ext uri="{FF2B5EF4-FFF2-40B4-BE49-F238E27FC236}">
                <a16:creationId xmlns:a16="http://schemas.microsoft.com/office/drawing/2014/main" id="{97A906E5-FF76-426D-83EB-070622C4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3963988"/>
            <a:ext cx="95" cy="407987"/>
          </a:xfrm>
          <a:custGeom xmlns:a="http://schemas.openxmlformats.org/drawingml/2006/main">
            <a:pathLst>
              <a:path w="95" h="407987">
                <a:moveTo>
                  <a:pt x="0" y="0"/>
                </a:moveTo>
                <a:lnTo>
                  <a:pt x="0" y="4079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01-线-0191">
            <a:extLst xmlns:a="http://schemas.openxmlformats.org/drawingml/2006/main">
              <a:ext uri="{FF2B5EF4-FFF2-40B4-BE49-F238E27FC236}">
                <a16:creationId xmlns:a16="http://schemas.microsoft.com/office/drawing/2014/main" id="{CE3EAFAA-46CB-4805-A259-3B50F647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01-线-0192">
            <a:extLst xmlns:a="http://schemas.openxmlformats.org/drawingml/2006/main">
              <a:ext uri="{FF2B5EF4-FFF2-40B4-BE49-F238E27FC236}">
                <a16:creationId xmlns:a16="http://schemas.microsoft.com/office/drawing/2014/main" id="{ABA86417-72E2-46C7-9BD0-1904B229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01-线-0193">
            <a:extLst xmlns:a="http://schemas.openxmlformats.org/drawingml/2006/main">
              <a:ext uri="{FF2B5EF4-FFF2-40B4-BE49-F238E27FC236}">
                <a16:creationId xmlns:a16="http://schemas.microsoft.com/office/drawing/2014/main" id="{7135B2B7-C42C-4BEA-82DC-B19866BF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725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01-线-0194">
            <a:extLst xmlns:a="http://schemas.openxmlformats.org/drawingml/2006/main">
              <a:ext uri="{FF2B5EF4-FFF2-40B4-BE49-F238E27FC236}">
                <a16:creationId xmlns:a16="http://schemas.microsoft.com/office/drawing/2014/main" id="{A3C0573E-3740-465D-A502-6AF27EEC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539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01-线-0195">
            <a:extLst xmlns:a="http://schemas.openxmlformats.org/drawingml/2006/main">
              <a:ext uri="{FF2B5EF4-FFF2-40B4-BE49-F238E27FC236}">
                <a16:creationId xmlns:a16="http://schemas.microsoft.com/office/drawing/2014/main" id="{F247CF27-E1AF-42A4-8360-88D523BD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53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01-线-0196">
            <a:extLst xmlns:a="http://schemas.openxmlformats.org/drawingml/2006/main">
              <a:ext uri="{FF2B5EF4-FFF2-40B4-BE49-F238E27FC236}">
                <a16:creationId xmlns:a16="http://schemas.microsoft.com/office/drawing/2014/main" id="{3C62375A-7D66-43C6-A75A-772AB07A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01-线-0197">
            <a:extLst xmlns:a="http://schemas.openxmlformats.org/drawingml/2006/main">
              <a:ext uri="{FF2B5EF4-FFF2-40B4-BE49-F238E27FC236}">
                <a16:creationId xmlns:a16="http://schemas.microsoft.com/office/drawing/2014/main" id="{D43A3C8C-AB1B-42C2-800F-BCD58EBB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981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01-线-0198">
            <a:extLst xmlns:a="http://schemas.openxmlformats.org/drawingml/2006/main">
              <a:ext uri="{FF2B5EF4-FFF2-40B4-BE49-F238E27FC236}">
                <a16:creationId xmlns:a16="http://schemas.microsoft.com/office/drawing/2014/main" id="{C913718F-6CD1-4788-9A16-F47E65F0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95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01-线-0199">
            <a:extLst xmlns:a="http://schemas.openxmlformats.org/drawingml/2006/main">
              <a:ext uri="{FF2B5EF4-FFF2-40B4-BE49-F238E27FC236}">
                <a16:creationId xmlns:a16="http://schemas.microsoft.com/office/drawing/2014/main" id="{9F04A87F-26BC-46BA-A273-3545EC8B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09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01-线-0200">
            <a:extLst xmlns:a="http://schemas.openxmlformats.org/drawingml/2006/main">
              <a:ext uri="{FF2B5EF4-FFF2-40B4-BE49-F238E27FC236}">
                <a16:creationId xmlns:a16="http://schemas.microsoft.com/office/drawing/2014/main" id="{DEEA0E17-7C5D-4440-A63A-E3606C2E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4235" y="4371975"/>
            <a:ext cx="358140" cy="95"/>
          </a:xfrm>
          <a:custGeom xmlns:a="http://schemas.openxmlformats.org/drawingml/2006/main">
            <a:pathLst>
              <a:path w="358140" h="95">
                <a:moveTo>
                  <a:pt x="0" y="0"/>
                </a:moveTo>
                <a:lnTo>
                  <a:pt x="3581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1-椭圆-0201">
            <a:extLst xmlns:a="http://schemas.openxmlformats.org/drawingml/2006/main">
              <a:ext uri="{FF2B5EF4-FFF2-40B4-BE49-F238E27FC236}">
                <a16:creationId xmlns:a16="http://schemas.microsoft.com/office/drawing/2014/main" id="{83A3F216-9892-4930-80FA-1E4C40BD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1899" y="2582252"/>
            <a:ext cx="394433" cy="31554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2" name="p01-椭圆-0202">
            <a:extLst xmlns:a="http://schemas.openxmlformats.org/drawingml/2006/main">
              <a:ext uri="{FF2B5EF4-FFF2-40B4-BE49-F238E27FC236}">
                <a16:creationId xmlns:a16="http://schemas.microsoft.com/office/drawing/2014/main" id="{7A140278-37FC-4267-B5E8-112E1084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7963" y="2606079"/>
            <a:ext cx="334865" cy="2678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3" name="p01-椭圆-0203">
            <a:extLst xmlns:a="http://schemas.openxmlformats.org/drawingml/2006/main">
              <a:ext uri="{FF2B5EF4-FFF2-40B4-BE49-F238E27FC236}">
                <a16:creationId xmlns:a16="http://schemas.microsoft.com/office/drawing/2014/main" id="{4DF2CBBC-9580-4D93-B252-DC4C2E84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491" y="2571078"/>
            <a:ext cx="422368" cy="33789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4" name="p01-椭圆-0204">
            <a:extLst xmlns:a="http://schemas.openxmlformats.org/drawingml/2006/main">
              <a:ext uri="{FF2B5EF4-FFF2-40B4-BE49-F238E27FC236}">
                <a16:creationId xmlns:a16="http://schemas.microsoft.com/office/drawing/2014/main" id="{C11CD25D-497D-4678-A33F-12214AB7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401" y="2576382"/>
            <a:ext cx="409108" cy="3272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5" name="p01-椭圆-0205">
            <a:extLst xmlns:a="http://schemas.openxmlformats.org/drawingml/2006/main">
              <a:ext uri="{FF2B5EF4-FFF2-40B4-BE49-F238E27FC236}">
                <a16:creationId xmlns:a16="http://schemas.microsoft.com/office/drawing/2014/main" id="{4C1071EB-E8F8-426F-A11B-DCD87153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7915" y="2606969"/>
            <a:ext cx="332641" cy="2661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6" name="p01-椭圆-0206">
            <a:extLst xmlns:a="http://schemas.openxmlformats.org/drawingml/2006/main">
              <a:ext uri="{FF2B5EF4-FFF2-40B4-BE49-F238E27FC236}">
                <a16:creationId xmlns:a16="http://schemas.microsoft.com/office/drawing/2014/main" id="{20B0A82E-C032-48F5-92EE-4C250079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683" y="3422054"/>
            <a:ext cx="334865" cy="2678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7" name="p01-椭圆-0207">
            <a:extLst xmlns:a="http://schemas.openxmlformats.org/drawingml/2006/main">
              <a:ext uri="{FF2B5EF4-FFF2-40B4-BE49-F238E27FC236}">
                <a16:creationId xmlns:a16="http://schemas.microsoft.com/office/drawing/2014/main" id="{63AA14F9-727A-4CAA-930F-A6F386C1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211" y="3387053"/>
            <a:ext cx="422368" cy="33789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8" name="p01-椭圆-0208">
            <a:extLst xmlns:a="http://schemas.openxmlformats.org/drawingml/2006/main">
              <a:ext uri="{FF2B5EF4-FFF2-40B4-BE49-F238E27FC236}">
                <a16:creationId xmlns:a16="http://schemas.microsoft.com/office/drawing/2014/main" id="{21EA8B3B-E683-418E-8481-13CA1973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7121" y="3392357"/>
            <a:ext cx="409108" cy="3272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9" name="p01-椭圆-0209">
            <a:extLst xmlns:a="http://schemas.openxmlformats.org/drawingml/2006/main">
              <a:ext uri="{FF2B5EF4-FFF2-40B4-BE49-F238E27FC236}">
                <a16:creationId xmlns:a16="http://schemas.microsoft.com/office/drawing/2014/main" id="{E7CB1B06-6E51-483F-AFA4-9936F30F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1635" y="3422944"/>
            <a:ext cx="332641" cy="2661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0" name="p01-椭圆-0210">
            <a:extLst xmlns:a="http://schemas.openxmlformats.org/drawingml/2006/main">
              <a:ext uri="{FF2B5EF4-FFF2-40B4-BE49-F238E27FC236}">
                <a16:creationId xmlns:a16="http://schemas.microsoft.com/office/drawing/2014/main" id="{F6F5A283-7D25-470D-87D2-DB18CD86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9463" y="3392183"/>
            <a:ext cx="409544" cy="3276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1" name="p01-路径-0211">
            <a:extLst xmlns:a="http://schemas.openxmlformats.org/drawingml/2006/main">
              <a:ext uri="{FF2B5EF4-FFF2-40B4-BE49-F238E27FC236}">
                <a16:creationId xmlns:a16="http://schemas.microsoft.com/office/drawing/2014/main" id="{71AF47AA-4687-4884-9039-44E6F0BD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921663"/>
            <a:ext cx="3429000" cy="432128"/>
          </a:xfrm>
          <a:custGeom xmlns:a="http://schemas.openxmlformats.org/drawingml/2006/main">
            <a:pathLst>
              <a:path w="3429000" h="432128">
                <a:moveTo>
                  <a:pt x="0" y="177391"/>
                </a:moveTo>
                <a:lnTo>
                  <a:pt x="46977" y="146911"/>
                </a:lnTo>
                <a:lnTo>
                  <a:pt x="94321" y="119655"/>
                </a:lnTo>
                <a:lnTo>
                  <a:pt x="142023" y="95511"/>
                </a:lnTo>
                <a:lnTo>
                  <a:pt x="190077" y="74370"/>
                </a:lnTo>
                <a:lnTo>
                  <a:pt x="238474" y="56120"/>
                </a:lnTo>
                <a:lnTo>
                  <a:pt x="287207" y="40650"/>
                </a:lnTo>
                <a:lnTo>
                  <a:pt x="336269" y="27849"/>
                </a:lnTo>
                <a:lnTo>
                  <a:pt x="385651" y="17606"/>
                </a:lnTo>
                <a:lnTo>
                  <a:pt x="435346" y="9811"/>
                </a:lnTo>
                <a:lnTo>
                  <a:pt x="485348" y="4352"/>
                </a:lnTo>
                <a:lnTo>
                  <a:pt x="535647" y="1119"/>
                </a:lnTo>
                <a:lnTo>
                  <a:pt x="586237" y="0"/>
                </a:lnTo>
                <a:lnTo>
                  <a:pt x="637109" y="885"/>
                </a:lnTo>
                <a:lnTo>
                  <a:pt x="688257" y="3662"/>
                </a:lnTo>
                <a:lnTo>
                  <a:pt x="791349" y="14451"/>
                </a:lnTo>
                <a:lnTo>
                  <a:pt x="895451" y="31479"/>
                </a:lnTo>
                <a:lnTo>
                  <a:pt x="1000502" y="53859"/>
                </a:lnTo>
                <a:lnTo>
                  <a:pt x="1106442" y="80704"/>
                </a:lnTo>
                <a:lnTo>
                  <a:pt x="1213210" y="111125"/>
                </a:lnTo>
                <a:lnTo>
                  <a:pt x="1320745" y="144235"/>
                </a:lnTo>
                <a:lnTo>
                  <a:pt x="1428987" y="179148"/>
                </a:lnTo>
                <a:lnTo>
                  <a:pt x="1647349" y="250829"/>
                </a:lnTo>
                <a:lnTo>
                  <a:pt x="1757347" y="285822"/>
                </a:lnTo>
                <a:lnTo>
                  <a:pt x="1867809" y="319067"/>
                </a:lnTo>
                <a:lnTo>
                  <a:pt x="1978674" y="349676"/>
                </a:lnTo>
                <a:lnTo>
                  <a:pt x="2089882" y="376763"/>
                </a:lnTo>
                <a:lnTo>
                  <a:pt x="2201371" y="399439"/>
                </a:lnTo>
                <a:lnTo>
                  <a:pt x="2313082" y="416817"/>
                </a:lnTo>
                <a:lnTo>
                  <a:pt x="2424953" y="428009"/>
                </a:lnTo>
                <a:lnTo>
                  <a:pt x="2480930" y="431008"/>
                </a:lnTo>
                <a:lnTo>
                  <a:pt x="2536924" y="432128"/>
                </a:lnTo>
                <a:lnTo>
                  <a:pt x="2592928" y="431258"/>
                </a:lnTo>
                <a:lnTo>
                  <a:pt x="2648934" y="428287"/>
                </a:lnTo>
                <a:lnTo>
                  <a:pt x="2704935" y="423104"/>
                </a:lnTo>
                <a:lnTo>
                  <a:pt x="2760923" y="415597"/>
                </a:lnTo>
                <a:lnTo>
                  <a:pt x="2816890" y="405657"/>
                </a:lnTo>
                <a:lnTo>
                  <a:pt x="2872829" y="393173"/>
                </a:lnTo>
                <a:lnTo>
                  <a:pt x="2928732" y="378032"/>
                </a:lnTo>
                <a:lnTo>
                  <a:pt x="2984592" y="360125"/>
                </a:lnTo>
                <a:lnTo>
                  <a:pt x="3040401" y="339340"/>
                </a:lnTo>
                <a:lnTo>
                  <a:pt x="3096151" y="315566"/>
                </a:lnTo>
                <a:lnTo>
                  <a:pt x="3151835" y="288693"/>
                </a:lnTo>
                <a:lnTo>
                  <a:pt x="3207446" y="258610"/>
                </a:lnTo>
                <a:lnTo>
                  <a:pt x="3262975" y="225205"/>
                </a:lnTo>
                <a:lnTo>
                  <a:pt x="3318416" y="188368"/>
                </a:lnTo>
                <a:lnTo>
                  <a:pt x="3373760" y="147988"/>
                </a:lnTo>
                <a:lnTo>
                  <a:pt x="3429000" y="103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12" name="p01-路径-0212">
            <a:extLst xmlns:a="http://schemas.openxmlformats.org/drawingml/2006/main">
              <a:ext uri="{FF2B5EF4-FFF2-40B4-BE49-F238E27FC236}">
                <a16:creationId xmlns:a16="http://schemas.microsoft.com/office/drawing/2014/main" id="{846029D3-A357-48BD-AA86-D9011C80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48200"/>
            <a:ext cx="2247900" cy="371475"/>
          </a:xfrm>
          <a:custGeom xmlns:a="http://schemas.openxmlformats.org/drawingml/2006/main">
            <a:pathLst>
              <a:path w="2247900" h="371475">
                <a:moveTo>
                  <a:pt x="0" y="142875"/>
                </a:moveTo>
                <a:lnTo>
                  <a:pt x="1753362" y="0"/>
                </a:lnTo>
                <a:lnTo>
                  <a:pt x="2247900" y="228600"/>
                </a:lnTo>
                <a:lnTo>
                  <a:pt x="494538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13" name="p01-路径-0213">
            <a:extLst xmlns:a="http://schemas.openxmlformats.org/drawingml/2006/main">
              <a:ext uri="{FF2B5EF4-FFF2-40B4-BE49-F238E27FC236}">
                <a16:creationId xmlns:a16="http://schemas.microsoft.com/office/drawing/2014/main" id="{BC715B04-2D9B-47DC-8E88-D61F33F0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47273"/>
            <a:ext cx="2247900" cy="371475"/>
          </a:xfrm>
          <a:custGeom xmlns:a="http://schemas.openxmlformats.org/drawingml/2006/main">
            <a:pathLst>
              <a:path w="2247900" h="371475">
                <a:moveTo>
                  <a:pt x="0" y="142875"/>
                </a:moveTo>
                <a:lnTo>
                  <a:pt x="1753362" y="0"/>
                </a:lnTo>
                <a:lnTo>
                  <a:pt x="2247900" y="228600"/>
                </a:lnTo>
                <a:lnTo>
                  <a:pt x="494538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14" name="p01-路径-0214">
            <a:extLst xmlns:a="http://schemas.openxmlformats.org/drawingml/2006/main">
              <a:ext uri="{FF2B5EF4-FFF2-40B4-BE49-F238E27FC236}">
                <a16:creationId xmlns:a16="http://schemas.microsoft.com/office/drawing/2014/main" id="{373E87C0-8779-46AB-AFA2-78C1FF90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46345"/>
            <a:ext cx="2247900" cy="371475"/>
          </a:xfrm>
          <a:custGeom xmlns:a="http://schemas.openxmlformats.org/drawingml/2006/main">
            <a:pathLst>
              <a:path w="2247900" h="371475">
                <a:moveTo>
                  <a:pt x="0" y="142875"/>
                </a:moveTo>
                <a:lnTo>
                  <a:pt x="1753362" y="0"/>
                </a:lnTo>
                <a:lnTo>
                  <a:pt x="2247900" y="228600"/>
                </a:lnTo>
                <a:lnTo>
                  <a:pt x="494538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15" name="p01-路径-0215">
            <a:extLst xmlns:a="http://schemas.openxmlformats.org/drawingml/2006/main">
              <a:ext uri="{FF2B5EF4-FFF2-40B4-BE49-F238E27FC236}">
                <a16:creationId xmlns:a16="http://schemas.microsoft.com/office/drawing/2014/main" id="{E3ED4A87-2233-4706-AA69-9AD9AECF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45418"/>
            <a:ext cx="2247900" cy="371475"/>
          </a:xfrm>
          <a:custGeom xmlns:a="http://schemas.openxmlformats.org/drawingml/2006/main">
            <a:pathLst>
              <a:path w="2247900" h="371475">
                <a:moveTo>
                  <a:pt x="0" y="142875"/>
                </a:moveTo>
                <a:lnTo>
                  <a:pt x="1753362" y="0"/>
                </a:lnTo>
                <a:lnTo>
                  <a:pt x="2247900" y="228600"/>
                </a:lnTo>
                <a:lnTo>
                  <a:pt x="494538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16" name="p01-路径-0216">
            <a:extLst xmlns:a="http://schemas.openxmlformats.org/drawingml/2006/main">
              <a:ext uri="{FF2B5EF4-FFF2-40B4-BE49-F238E27FC236}">
                <a16:creationId xmlns:a16="http://schemas.microsoft.com/office/drawing/2014/main" id="{2CF9FAF7-902B-4454-BEB2-89C663AA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741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6" y="0"/>
                </a:moveTo>
                <a:lnTo>
                  <a:pt x="32956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1" y="80963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17" name="p01-路径-0217">
            <a:extLst xmlns:a="http://schemas.openxmlformats.org/drawingml/2006/main">
              <a:ext uri="{FF2B5EF4-FFF2-40B4-BE49-F238E27FC236}">
                <a16:creationId xmlns:a16="http://schemas.microsoft.com/office/drawing/2014/main" id="{F6D873E3-5C60-44F8-BE91-85FF0361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5489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7" y="0"/>
                </a:moveTo>
                <a:lnTo>
                  <a:pt x="32957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2" y="80963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18" name="p01-路径-0218">
            <a:extLst xmlns:a="http://schemas.openxmlformats.org/drawingml/2006/main">
              <a:ext uri="{FF2B5EF4-FFF2-40B4-BE49-F238E27FC236}">
                <a16:creationId xmlns:a16="http://schemas.microsoft.com/office/drawing/2014/main" id="{638C11DE-38BB-47CB-ACA8-75EEE2F6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237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6" y="0"/>
                </a:moveTo>
                <a:lnTo>
                  <a:pt x="32956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1" y="80963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19" name="p01-路径-0219">
            <a:extLst xmlns:a="http://schemas.openxmlformats.org/drawingml/2006/main">
              <a:ext uri="{FF2B5EF4-FFF2-40B4-BE49-F238E27FC236}">
                <a16:creationId xmlns:a16="http://schemas.microsoft.com/office/drawing/2014/main" id="{3C1D2136-4247-439F-9303-40AC7828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7" y="0"/>
                </a:moveTo>
                <a:lnTo>
                  <a:pt x="32957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2" y="80963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0" name="p01-路径-0220">
            <a:extLst xmlns:a="http://schemas.openxmlformats.org/drawingml/2006/main">
              <a:ext uri="{FF2B5EF4-FFF2-40B4-BE49-F238E27FC236}">
                <a16:creationId xmlns:a16="http://schemas.microsoft.com/office/drawing/2014/main" id="{4CDF540D-3172-45ED-9322-5AD922FD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733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6" y="0"/>
                </a:moveTo>
                <a:lnTo>
                  <a:pt x="32956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1" y="80963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1" name="p01-路径-0221">
            <a:extLst xmlns:a="http://schemas.openxmlformats.org/drawingml/2006/main">
              <a:ext uri="{FF2B5EF4-FFF2-40B4-BE49-F238E27FC236}">
                <a16:creationId xmlns:a16="http://schemas.microsoft.com/office/drawing/2014/main" id="{069FDEE8-5B87-4153-A196-378080A5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481" y="5517833"/>
            <a:ext cx="94488" cy="157163"/>
          </a:xfrm>
          <a:custGeom xmlns:a="http://schemas.openxmlformats.org/drawingml/2006/main">
            <a:pathLst>
              <a:path w="94488" h="157163">
                <a:moveTo>
                  <a:pt x="32957" y="0"/>
                </a:moveTo>
                <a:lnTo>
                  <a:pt x="32957" y="80963"/>
                </a:lnTo>
                <a:lnTo>
                  <a:pt x="0" y="80963"/>
                </a:lnTo>
                <a:lnTo>
                  <a:pt x="47244" y="157163"/>
                </a:lnTo>
                <a:lnTo>
                  <a:pt x="94488" y="80963"/>
                </a:lnTo>
                <a:lnTo>
                  <a:pt x="61532" y="80963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2" name="p01-文本-0222">
            <a:extLst xmlns:a="http://schemas.openxmlformats.org/drawingml/2006/main">
              <a:ext uri="{FF2B5EF4-FFF2-40B4-BE49-F238E27FC236}">
                <a16:creationId xmlns:a16="http://schemas.microsoft.com/office/drawing/2014/main" id="{7E8DFE61-B369-401B-829D-40EE2E1D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8409"/>
            <a:ext cx="4672584" cy="672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多孔材料的结构与传输</a:t>
            </a:r>
          </a:p>
        </p:txBody>
      </p:sp>
      <p:sp>
        <p:nvSpPr>
          <p:cNvPr id="223" name="p01-文本-0223">
            <a:extLst xmlns:a="http://schemas.openxmlformats.org/drawingml/2006/main">
              <a:ext uri="{FF2B5EF4-FFF2-40B4-BE49-F238E27FC236}">
                <a16:creationId xmlns:a16="http://schemas.microsoft.com/office/drawing/2014/main" id="{0BD0E0FA-26C7-4060-9054-ADE3FE16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1321"/>
            <a:ext cx="3206115" cy="42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研究进展与下一阶段验证</a:t>
            </a:r>
          </a:p>
        </p:txBody>
      </p:sp>
      <p:sp>
        <p:nvSpPr>
          <p:cNvPr id="224" name="p01-文本-0224">
            <a:extLst xmlns:a="http://schemas.openxmlformats.org/drawingml/2006/main">
              <a:ext uri="{FF2B5EF4-FFF2-40B4-BE49-F238E27FC236}">
                <a16:creationId xmlns:a16="http://schemas.microsoft.com/office/drawing/2014/main" id="{7B4A83B3-DA73-48EC-8B8E-9F7FE7A5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53289"/>
            <a:ext cx="243363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从结构表征到性能比较</a:t>
            </a:r>
          </a:p>
        </p:txBody>
      </p:sp>
      <p:sp>
        <p:nvSpPr>
          <p:cNvPr id="225" name="p01-文本-0225">
            <a:extLst xmlns:a="http://schemas.openxmlformats.org/drawingml/2006/main">
              <a:ext uri="{FF2B5EF4-FFF2-40B4-BE49-F238E27FC236}">
                <a16:creationId xmlns:a16="http://schemas.microsoft.com/office/drawing/2014/main" id="{C956F066-7974-4828-81D1-F5FD9E08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3339"/>
            <a:ext cx="243363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建立可检验的设计依据</a:t>
            </a:r>
          </a:p>
        </p:txBody>
      </p:sp>
      <p:sp>
        <p:nvSpPr>
          <p:cNvPr id="226" name="p01-线-0226">
            <a:extLst xmlns:a="http://schemas.openxmlformats.org/drawingml/2006/main">
              <a:ext uri="{FF2B5EF4-FFF2-40B4-BE49-F238E27FC236}">
                <a16:creationId xmlns:a16="http://schemas.microsoft.com/office/drawing/2014/main" id="{FDF3E5D9-4087-4B62-AB8A-86E96CC4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43425"/>
            <a:ext cx="3571875" cy="95"/>
          </a:xfrm>
          <a:custGeom xmlns:a="http://schemas.openxmlformats.org/drawingml/2006/main">
            <a:pathLst>
              <a:path w="3571875" h="95">
                <a:moveTo>
                  <a:pt x="0" y="0"/>
                </a:moveTo>
                <a:lnTo>
                  <a:pt x="3571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227" name="p01-文本-0227">
            <a:extLst xmlns:a="http://schemas.openxmlformats.org/drawingml/2006/main">
              <a:ext uri="{FF2B5EF4-FFF2-40B4-BE49-F238E27FC236}">
                <a16:creationId xmlns:a16="http://schemas.microsoft.com/office/drawing/2014/main" id="{75604697-0E0C-43A8-A0CD-11C639AF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74859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p02-矩形-0001">
            <a:extLst xmlns:a="http://schemas.openxmlformats.org/drawingml/2006/main">
              <a:ext uri="{FF2B5EF4-FFF2-40B4-BE49-F238E27FC236}">
                <a16:creationId xmlns:a16="http://schemas.microsoft.com/office/drawing/2014/main" id="{511B8027-FB90-4DD8-B12D-538EAA18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2-矩形-0002">
            <a:extLst xmlns:a="http://schemas.openxmlformats.org/drawingml/2006/main">
              <a:ext uri="{FF2B5EF4-FFF2-40B4-BE49-F238E27FC236}">
                <a16:creationId xmlns:a16="http://schemas.microsoft.com/office/drawing/2014/main" id="{CD2DC962-B124-4B29-AC44-DDB7EA92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2-文本-0003">
            <a:extLst xmlns:a="http://schemas.openxmlformats.org/drawingml/2006/main">
              <a:ext uri="{FF2B5EF4-FFF2-40B4-BE49-F238E27FC236}">
                <a16:creationId xmlns:a16="http://schemas.microsoft.com/office/drawing/2014/main" id="{C604D36D-AA66-48CC-AE90-643CEA8C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汇报主线：问题、方法、证据与下一步</a:t>
            </a:r>
          </a:p>
        </p:txBody>
      </p:sp>
      <p:sp>
        <p:nvSpPr>
          <p:cNvPr id="4" name="p02-文本-0004">
            <a:extLst xmlns:a="http://schemas.openxmlformats.org/drawingml/2006/main">
              <a:ext uri="{FF2B5EF4-FFF2-40B4-BE49-F238E27FC236}">
                <a16:creationId xmlns:a16="http://schemas.microsoft.com/office/drawing/2014/main" id="{D36EA4B4-10AF-4837-9A55-BF995687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围绕结构如何影响传输，依次展开表征、机制、评价与设计</a:t>
            </a:r>
          </a:p>
        </p:txBody>
      </p:sp>
      <p:sp>
        <p:nvSpPr>
          <p:cNvPr id="5" name="p02-线-0005">
            <a:extLst xmlns:a="http://schemas.openxmlformats.org/drawingml/2006/main">
              <a:ext uri="{FF2B5EF4-FFF2-40B4-BE49-F238E27FC236}">
                <a16:creationId xmlns:a16="http://schemas.microsoft.com/office/drawing/2014/main" id="{8681FAED-AC08-48AF-8810-FA16F8AB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2-矩形-0006">
            <a:extLst xmlns:a="http://schemas.openxmlformats.org/drawingml/2006/main">
              <a:ext uri="{FF2B5EF4-FFF2-40B4-BE49-F238E27FC236}">
                <a16:creationId xmlns:a16="http://schemas.microsoft.com/office/drawing/2014/main" id="{D29D974F-5B98-48CE-8F3B-E11BA1A0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71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02-文本-0007">
            <a:extLst xmlns:a="http://schemas.openxmlformats.org/drawingml/2006/main">
              <a:ext uri="{FF2B5EF4-FFF2-40B4-BE49-F238E27FC236}">
                <a16:creationId xmlns:a16="http://schemas.microsoft.com/office/drawing/2014/main" id="{8B51BD81-EE2E-40D7-A963-88023B89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02" y="1611618"/>
            <a:ext cx="429197" cy="43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p02-文本-0008">
            <a:extLst xmlns:a="http://schemas.openxmlformats.org/drawingml/2006/main">
              <a:ext uri="{FF2B5EF4-FFF2-40B4-BE49-F238E27FC236}">
                <a16:creationId xmlns:a16="http://schemas.microsoft.com/office/drawing/2014/main" id="{1382B8D3-2C1A-4D8E-8B9E-CA387B88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23357"/>
            <a:ext cx="10852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结构表征</a:t>
            </a:r>
          </a:p>
        </p:txBody>
      </p:sp>
      <p:sp>
        <p:nvSpPr>
          <p:cNvPr id="9" name="p02-文本-0009">
            <a:extLst xmlns:a="http://schemas.openxmlformats.org/drawingml/2006/main">
              <a:ext uri="{FF2B5EF4-FFF2-40B4-BE49-F238E27FC236}">
                <a16:creationId xmlns:a16="http://schemas.microsoft.com/office/drawing/2014/main" id="{A28D7FF2-266F-45FB-90F3-2ABC92E2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604" y="163454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形貌测量</a:t>
            </a:r>
          </a:p>
        </p:txBody>
      </p:sp>
      <p:sp>
        <p:nvSpPr>
          <p:cNvPr id="10" name="p02-文本-0010">
            <a:extLst xmlns:a="http://schemas.openxmlformats.org/drawingml/2006/main">
              <a:ext uri="{FF2B5EF4-FFF2-40B4-BE49-F238E27FC236}">
                <a16:creationId xmlns:a16="http://schemas.microsoft.com/office/drawing/2014/main" id="{05223CCF-BF48-4FF2-BB9A-A154A250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954" y="163454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参数提取</a:t>
            </a:r>
          </a:p>
        </p:txBody>
      </p:sp>
      <p:sp>
        <p:nvSpPr>
          <p:cNvPr id="11" name="p02-文本-0011">
            <a:extLst xmlns:a="http://schemas.openxmlformats.org/drawingml/2006/main">
              <a:ext uri="{FF2B5EF4-FFF2-40B4-BE49-F238E27FC236}">
                <a16:creationId xmlns:a16="http://schemas.microsoft.com/office/drawing/2014/main" id="{3148685F-72E8-469D-90B1-0F82C449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304" y="163454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差异定位</a:t>
            </a:r>
          </a:p>
        </p:txBody>
      </p:sp>
      <p:sp>
        <p:nvSpPr>
          <p:cNvPr id="12" name="p02-路径-0012">
            <a:extLst xmlns:a="http://schemas.openxmlformats.org/drawingml/2006/main">
              <a:ext uri="{FF2B5EF4-FFF2-40B4-BE49-F238E27FC236}">
                <a16:creationId xmlns:a16="http://schemas.microsoft.com/office/drawing/2014/main" id="{AC290205-3DA5-495F-817C-0FDE9FF7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96212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" name="p02-路径-0013">
            <a:extLst xmlns:a="http://schemas.openxmlformats.org/drawingml/2006/main">
              <a:ext uri="{FF2B5EF4-FFF2-40B4-BE49-F238E27FC236}">
                <a16:creationId xmlns:a16="http://schemas.microsoft.com/office/drawing/2014/main" id="{B71EC123-26BB-42E6-B29C-D5DB8D56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696212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" name="p02-线-0014">
            <a:extLst xmlns:a="http://schemas.openxmlformats.org/drawingml/2006/main">
              <a:ext uri="{FF2B5EF4-FFF2-40B4-BE49-F238E27FC236}">
                <a16:creationId xmlns:a16="http://schemas.microsoft.com/office/drawing/2014/main" id="{493AFCB7-5524-492C-9438-A987B687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257425"/>
            <a:ext cx="10182225" cy="95"/>
          </a:xfrm>
          <a:custGeom xmlns:a="http://schemas.openxmlformats.org/drawingml/2006/main">
            <a:pathLst>
              <a:path w="10182225" h="95">
                <a:moveTo>
                  <a:pt x="0" y="0"/>
                </a:moveTo>
                <a:lnTo>
                  <a:pt x="1018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5" name="p02-矩形-0015">
            <a:extLst xmlns:a="http://schemas.openxmlformats.org/drawingml/2006/main">
              <a:ext uri="{FF2B5EF4-FFF2-40B4-BE49-F238E27FC236}">
                <a16:creationId xmlns:a16="http://schemas.microsoft.com/office/drawing/2014/main" id="{BF3C3080-ED5F-4FC1-B9A9-A79A075C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43175"/>
            <a:ext cx="71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16" name="p02-文本-0016">
            <a:extLst xmlns:a="http://schemas.openxmlformats.org/drawingml/2006/main">
              <a:ext uri="{FF2B5EF4-FFF2-40B4-BE49-F238E27FC236}">
                <a16:creationId xmlns:a16="http://schemas.microsoft.com/office/drawing/2014/main" id="{3E9BB255-1A34-4AFC-BAAF-0D03EE21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02" y="2726043"/>
            <a:ext cx="429197" cy="43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p02-文本-0017">
            <a:extLst xmlns:a="http://schemas.openxmlformats.org/drawingml/2006/main">
              <a:ext uri="{FF2B5EF4-FFF2-40B4-BE49-F238E27FC236}">
                <a16:creationId xmlns:a16="http://schemas.microsoft.com/office/drawing/2014/main" id="{23E76491-287E-4DF1-8445-6020623D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37782"/>
            <a:ext cx="10852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传输机制</a:t>
            </a:r>
          </a:p>
        </p:txBody>
      </p:sp>
      <p:sp>
        <p:nvSpPr>
          <p:cNvPr id="18" name="p02-文本-0018">
            <a:extLst xmlns:a="http://schemas.openxmlformats.org/drawingml/2006/main">
              <a:ext uri="{FF2B5EF4-FFF2-40B4-BE49-F238E27FC236}">
                <a16:creationId xmlns:a16="http://schemas.microsoft.com/office/drawing/2014/main" id="{7110EB5F-C0F0-4B21-809C-E68C3AE3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604" y="274896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路径建模</a:t>
            </a:r>
          </a:p>
        </p:txBody>
      </p:sp>
      <p:sp>
        <p:nvSpPr>
          <p:cNvPr id="19" name="p02-文本-0019">
            <a:extLst xmlns:a="http://schemas.openxmlformats.org/drawingml/2006/main">
              <a:ext uri="{FF2B5EF4-FFF2-40B4-BE49-F238E27FC236}">
                <a16:creationId xmlns:a16="http://schemas.microsoft.com/office/drawing/2014/main" id="{3F9C6963-DD19-40CE-92F9-87357A7A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954" y="274896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约束分析</a:t>
            </a:r>
          </a:p>
        </p:txBody>
      </p:sp>
      <p:sp>
        <p:nvSpPr>
          <p:cNvPr id="20" name="p02-文本-0020">
            <a:extLst xmlns:a="http://schemas.openxmlformats.org/drawingml/2006/main">
              <a:ext uri="{FF2B5EF4-FFF2-40B4-BE49-F238E27FC236}">
                <a16:creationId xmlns:a16="http://schemas.microsoft.com/office/drawing/2014/main" id="{02A1C23B-0496-46D5-928A-138AC222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304" y="274896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机制检验</a:t>
            </a:r>
          </a:p>
        </p:txBody>
      </p:sp>
      <p:sp>
        <p:nvSpPr>
          <p:cNvPr id="21" name="p02-路径-0021">
            <a:extLst xmlns:a="http://schemas.openxmlformats.org/drawingml/2006/main">
              <a:ext uri="{FF2B5EF4-FFF2-40B4-BE49-F238E27FC236}">
                <a16:creationId xmlns:a16="http://schemas.microsoft.com/office/drawing/2014/main" id="{70716A83-A6D8-4BD4-BBCE-6296764B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10637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" name="p02-路径-0022">
            <a:extLst xmlns:a="http://schemas.openxmlformats.org/drawingml/2006/main">
              <a:ext uri="{FF2B5EF4-FFF2-40B4-BE49-F238E27FC236}">
                <a16:creationId xmlns:a16="http://schemas.microsoft.com/office/drawing/2014/main" id="{860E6B0E-7556-4F09-B6F1-2DDD7498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810637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" name="p02-线-0023">
            <a:extLst xmlns:a="http://schemas.openxmlformats.org/drawingml/2006/main">
              <a:ext uri="{FF2B5EF4-FFF2-40B4-BE49-F238E27FC236}">
                <a16:creationId xmlns:a16="http://schemas.microsoft.com/office/drawing/2014/main" id="{1F10B3F6-0B46-4459-938F-0AE2DA9B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71850"/>
            <a:ext cx="10182225" cy="95"/>
          </a:xfrm>
          <a:custGeom xmlns:a="http://schemas.openxmlformats.org/drawingml/2006/main">
            <a:pathLst>
              <a:path w="10182225" h="95">
                <a:moveTo>
                  <a:pt x="0" y="0"/>
                </a:moveTo>
                <a:lnTo>
                  <a:pt x="1018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" name="p02-矩形-0024">
            <a:extLst xmlns:a="http://schemas.openxmlformats.org/drawingml/2006/main">
              <a:ext uri="{FF2B5EF4-FFF2-40B4-BE49-F238E27FC236}">
                <a16:creationId xmlns:a16="http://schemas.microsoft.com/office/drawing/2014/main" id="{75075139-1A64-415C-A64D-E70DEA99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57600"/>
            <a:ext cx="71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" name="p02-文本-0025">
            <a:extLst xmlns:a="http://schemas.openxmlformats.org/drawingml/2006/main">
              <a:ext uri="{FF2B5EF4-FFF2-40B4-BE49-F238E27FC236}">
                <a16:creationId xmlns:a16="http://schemas.microsoft.com/office/drawing/2014/main" id="{C398E7CB-BD03-487D-93A0-529C8301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02" y="3840468"/>
            <a:ext cx="429197" cy="43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6" name="p02-文本-0026">
            <a:extLst xmlns:a="http://schemas.openxmlformats.org/drawingml/2006/main">
              <a:ext uri="{FF2B5EF4-FFF2-40B4-BE49-F238E27FC236}">
                <a16:creationId xmlns:a16="http://schemas.microsoft.com/office/drawing/2014/main" id="{3559CCBB-5F3A-4C57-A0C8-79546648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52207"/>
            <a:ext cx="10852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性能评价</a:t>
            </a:r>
          </a:p>
        </p:txBody>
      </p:sp>
      <p:sp>
        <p:nvSpPr>
          <p:cNvPr id="27" name="p02-文本-0027">
            <a:extLst xmlns:a="http://schemas.openxmlformats.org/drawingml/2006/main">
              <a:ext uri="{FF2B5EF4-FFF2-40B4-BE49-F238E27FC236}">
                <a16:creationId xmlns:a16="http://schemas.microsoft.com/office/drawing/2014/main" id="{DEED0B8A-C69C-40AD-908D-9AF77D85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604" y="386339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统一条件</a:t>
            </a:r>
          </a:p>
        </p:txBody>
      </p:sp>
      <p:sp>
        <p:nvSpPr>
          <p:cNvPr id="28" name="p02-文本-0028">
            <a:extLst xmlns:a="http://schemas.openxmlformats.org/drawingml/2006/main">
              <a:ext uri="{FF2B5EF4-FFF2-40B4-BE49-F238E27FC236}">
                <a16:creationId xmlns:a16="http://schemas.microsoft.com/office/drawing/2014/main" id="{F11E02BE-80D4-457B-A82D-D2752964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954" y="386339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平行测量</a:t>
            </a:r>
          </a:p>
        </p:txBody>
      </p:sp>
      <p:sp>
        <p:nvSpPr>
          <p:cNvPr id="29" name="p02-文本-0029">
            <a:extLst xmlns:a="http://schemas.openxmlformats.org/drawingml/2006/main">
              <a:ext uri="{FF2B5EF4-FFF2-40B4-BE49-F238E27FC236}">
                <a16:creationId xmlns:a16="http://schemas.microsoft.com/office/drawing/2014/main" id="{13085F03-7B32-425F-914F-21F45F48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304" y="386339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证据比较</a:t>
            </a:r>
          </a:p>
        </p:txBody>
      </p:sp>
      <p:sp>
        <p:nvSpPr>
          <p:cNvPr id="30" name="p02-路径-0030">
            <a:extLst xmlns:a="http://schemas.openxmlformats.org/drawingml/2006/main">
              <a:ext uri="{FF2B5EF4-FFF2-40B4-BE49-F238E27FC236}">
                <a16:creationId xmlns:a16="http://schemas.microsoft.com/office/drawing/2014/main" id="{4BD93400-BB9D-4AA8-8329-5745EB6F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5062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1" name="p02-路径-0031">
            <a:extLst xmlns:a="http://schemas.openxmlformats.org/drawingml/2006/main">
              <a:ext uri="{FF2B5EF4-FFF2-40B4-BE49-F238E27FC236}">
                <a16:creationId xmlns:a16="http://schemas.microsoft.com/office/drawing/2014/main" id="{D07DE9DA-514E-4E00-B4F4-C92D7A33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925062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2" name="p02-线-0032">
            <a:extLst xmlns:a="http://schemas.openxmlformats.org/drawingml/2006/main">
              <a:ext uri="{FF2B5EF4-FFF2-40B4-BE49-F238E27FC236}">
                <a16:creationId xmlns:a16="http://schemas.microsoft.com/office/drawing/2014/main" id="{72E648FD-0EEB-4CF1-9324-A2CF7466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86275"/>
            <a:ext cx="10182225" cy="95"/>
          </a:xfrm>
          <a:custGeom xmlns:a="http://schemas.openxmlformats.org/drawingml/2006/main">
            <a:pathLst>
              <a:path w="10182225" h="95">
                <a:moveTo>
                  <a:pt x="0" y="0"/>
                </a:moveTo>
                <a:lnTo>
                  <a:pt x="1018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33" name="p02-矩形-0033">
            <a:extLst xmlns:a="http://schemas.openxmlformats.org/drawingml/2006/main">
              <a:ext uri="{FF2B5EF4-FFF2-40B4-BE49-F238E27FC236}">
                <a16:creationId xmlns:a16="http://schemas.microsoft.com/office/drawing/2014/main" id="{4961BEFC-F68B-41D9-96F8-E260CCF9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72025"/>
            <a:ext cx="71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4" name="p02-文本-0034">
            <a:extLst xmlns:a="http://schemas.openxmlformats.org/drawingml/2006/main">
              <a:ext uri="{FF2B5EF4-FFF2-40B4-BE49-F238E27FC236}">
                <a16:creationId xmlns:a16="http://schemas.microsoft.com/office/drawing/2014/main" id="{A87E1E7F-DEF7-4605-8D0F-23E51622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02" y="4954893"/>
            <a:ext cx="429197" cy="43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p02-文本-0035">
            <a:extLst xmlns:a="http://schemas.openxmlformats.org/drawingml/2006/main">
              <a:ext uri="{FF2B5EF4-FFF2-40B4-BE49-F238E27FC236}">
                <a16:creationId xmlns:a16="http://schemas.microsoft.com/office/drawing/2014/main" id="{D0138B59-4514-44CF-9391-AB498D8E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66632"/>
            <a:ext cx="10852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迭代设计</a:t>
            </a:r>
          </a:p>
        </p:txBody>
      </p:sp>
      <p:sp>
        <p:nvSpPr>
          <p:cNvPr id="36" name="p02-文本-0036">
            <a:extLst xmlns:a="http://schemas.openxmlformats.org/drawingml/2006/main">
              <a:ext uri="{FF2B5EF4-FFF2-40B4-BE49-F238E27FC236}">
                <a16:creationId xmlns:a16="http://schemas.microsoft.com/office/drawing/2014/main" id="{2AF98795-1C8E-46C0-8F23-F6253A2F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604" y="497781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选择变量</a:t>
            </a:r>
          </a:p>
        </p:txBody>
      </p:sp>
      <p:sp>
        <p:nvSpPr>
          <p:cNvPr id="37" name="p02-文本-0037">
            <a:extLst xmlns:a="http://schemas.openxmlformats.org/drawingml/2006/main">
              <a:ext uri="{FF2B5EF4-FFF2-40B4-BE49-F238E27FC236}">
                <a16:creationId xmlns:a16="http://schemas.microsoft.com/office/drawing/2014/main" id="{D32A7EB0-674D-4926-8EB9-CF2D9FFD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954" y="497781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新增实验</a:t>
            </a:r>
          </a:p>
        </p:txBody>
      </p:sp>
      <p:sp>
        <p:nvSpPr>
          <p:cNvPr id="38" name="p02-文本-0038">
            <a:extLst xmlns:a="http://schemas.openxmlformats.org/drawingml/2006/main">
              <a:ext uri="{FF2B5EF4-FFF2-40B4-BE49-F238E27FC236}">
                <a16:creationId xmlns:a16="http://schemas.microsoft.com/office/drawing/2014/main" id="{C67594F7-8D78-43B6-B82D-5E18992A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1304" y="497781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更新认识</a:t>
            </a:r>
          </a:p>
        </p:txBody>
      </p:sp>
      <p:sp>
        <p:nvSpPr>
          <p:cNvPr id="39" name="p02-路径-0039">
            <a:extLst xmlns:a="http://schemas.openxmlformats.org/drawingml/2006/main">
              <a:ext uri="{FF2B5EF4-FFF2-40B4-BE49-F238E27FC236}">
                <a16:creationId xmlns:a16="http://schemas.microsoft.com/office/drawing/2014/main" id="{783873B2-A3CF-4892-ACDF-BDD5B676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39487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" name="p02-路径-0040">
            <a:extLst xmlns:a="http://schemas.openxmlformats.org/drawingml/2006/main">
              <a:ext uri="{FF2B5EF4-FFF2-40B4-BE49-F238E27FC236}">
                <a16:creationId xmlns:a16="http://schemas.microsoft.com/office/drawing/2014/main" id="{4D75F1E0-8353-4879-B709-158702C7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039487"/>
            <a:ext cx="542925" cy="188976"/>
          </a:xfrm>
          <a:custGeom xmlns:a="http://schemas.openxmlformats.org/drawingml/2006/main">
            <a:pathLst>
              <a:path w="542925" h="188976">
                <a:moveTo>
                  <a:pt x="0" y="132588"/>
                </a:moveTo>
                <a:lnTo>
                  <a:pt x="390525" y="132588"/>
                </a:lnTo>
                <a:lnTo>
                  <a:pt x="390525" y="188976"/>
                </a:lnTo>
                <a:lnTo>
                  <a:pt x="542925" y="94488"/>
                </a:lnTo>
                <a:lnTo>
                  <a:pt x="390525" y="0"/>
                </a:lnTo>
                <a:lnTo>
                  <a:pt x="390525" y="56388"/>
                </a:lnTo>
                <a:lnTo>
                  <a:pt x="0" y="5638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" name="p02-线-0041">
            <a:extLst xmlns:a="http://schemas.openxmlformats.org/drawingml/2006/main">
              <a:ext uri="{FF2B5EF4-FFF2-40B4-BE49-F238E27FC236}">
                <a16:creationId xmlns:a16="http://schemas.microsoft.com/office/drawing/2014/main" id="{E792C265-5AF8-422E-9515-234EA0B2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600700"/>
            <a:ext cx="10182225" cy="95"/>
          </a:xfrm>
          <a:custGeom xmlns:a="http://schemas.openxmlformats.org/drawingml/2006/main">
            <a:pathLst>
              <a:path w="10182225" h="95">
                <a:moveTo>
                  <a:pt x="0" y="0"/>
                </a:moveTo>
                <a:lnTo>
                  <a:pt x="10182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42" name="p02-文本-0042">
            <a:extLst xmlns:a="http://schemas.openxmlformats.org/drawingml/2006/main">
              <a:ext uri="{FF2B5EF4-FFF2-40B4-BE49-F238E27FC236}">
                <a16:creationId xmlns:a16="http://schemas.microsoft.com/office/drawing/2014/main" id="{ED7E120F-B762-4147-AFAB-E42BF0B2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140650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03-矩形-0001">
            <a:extLst xmlns:a="http://schemas.openxmlformats.org/drawingml/2006/main">
              <a:ext uri="{FF2B5EF4-FFF2-40B4-BE49-F238E27FC236}">
                <a16:creationId xmlns:a16="http://schemas.microsoft.com/office/drawing/2014/main" id="{158BBB25-6A68-4E23-A12D-FAE21D36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3-矩形-0002">
            <a:extLst xmlns:a="http://schemas.openxmlformats.org/drawingml/2006/main">
              <a:ext uri="{FF2B5EF4-FFF2-40B4-BE49-F238E27FC236}">
                <a16:creationId xmlns:a16="http://schemas.microsoft.com/office/drawing/2014/main" id="{767979D5-A281-4FD8-A31A-974C1525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3-线-0003">
            <a:extLst xmlns:a="http://schemas.openxmlformats.org/drawingml/2006/main">
              <a:ext uri="{FF2B5EF4-FFF2-40B4-BE49-F238E27FC236}">
                <a16:creationId xmlns:a16="http://schemas.microsoft.com/office/drawing/2014/main" id="{32F7BFDB-D93A-48BF-95F8-A96AF5D3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4" name="p03-文本-0004">
            <a:extLst xmlns:a="http://schemas.openxmlformats.org/drawingml/2006/main">
              <a:ext uri="{FF2B5EF4-FFF2-40B4-BE49-F238E27FC236}">
                <a16:creationId xmlns:a16="http://schemas.microsoft.com/office/drawing/2014/main" id="{13997F0A-336C-4FC2-B8D6-5C4E98D0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92221"/>
            <a:ext cx="9244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</a:p>
        </p:txBody>
      </p:sp>
      <p:sp>
        <p:nvSpPr>
          <p:cNvPr id="5" name="p03-文本-0005">
            <a:extLst xmlns:a="http://schemas.openxmlformats.org/drawingml/2006/main">
              <a:ext uri="{FF2B5EF4-FFF2-40B4-BE49-F238E27FC236}">
                <a16:creationId xmlns:a16="http://schemas.microsoft.com/office/drawing/2014/main" id="{00E1F716-835B-4165-98D3-1D18E874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8881"/>
            <a:ext cx="3369754" cy="686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建立结构与性能</a:t>
            </a:r>
          </a:p>
        </p:txBody>
      </p:sp>
      <p:sp>
        <p:nvSpPr>
          <p:cNvPr id="6" name="p03-文本-0006">
            <a:extLst xmlns:a="http://schemas.openxmlformats.org/drawingml/2006/main">
              <a:ext uri="{FF2B5EF4-FFF2-40B4-BE49-F238E27FC236}">
                <a16:creationId xmlns:a16="http://schemas.microsoft.com/office/drawing/2014/main" id="{5230C7FB-AD10-4B68-913F-2E78C48E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25631"/>
            <a:ext cx="3836479" cy="686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之间的可检验联系</a:t>
            </a:r>
          </a:p>
        </p:txBody>
      </p:sp>
      <p:sp>
        <p:nvSpPr>
          <p:cNvPr id="7" name="p03-文本-0007">
            <a:extLst xmlns:a="http://schemas.openxmlformats.org/drawingml/2006/main">
              <a:ext uri="{FF2B5EF4-FFF2-40B4-BE49-F238E27FC236}">
                <a16:creationId xmlns:a16="http://schemas.microsoft.com/office/drawing/2014/main" id="{9D2DA54D-0DBB-493D-9174-B4D938E7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8457"/>
            <a:ext cx="21139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把观测差异转化为</a:t>
            </a:r>
          </a:p>
        </p:txBody>
      </p:sp>
      <p:sp>
        <p:nvSpPr>
          <p:cNvPr id="8" name="p03-文本-0008">
            <a:extLst xmlns:a="http://schemas.openxmlformats.org/drawingml/2006/main">
              <a:ext uri="{FF2B5EF4-FFF2-40B4-BE49-F238E27FC236}">
                <a16:creationId xmlns:a16="http://schemas.microsoft.com/office/drawing/2014/main" id="{5EB83A8C-F0C5-4819-B310-16DAA647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9932"/>
            <a:ext cx="31426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可以由实验检验的机制假设</a:t>
            </a:r>
          </a:p>
        </p:txBody>
      </p:sp>
      <p:sp>
        <p:nvSpPr>
          <p:cNvPr id="9" name="p03-矩形-0009">
            <a:extLst xmlns:a="http://schemas.openxmlformats.org/drawingml/2006/main">
              <a:ext uri="{FF2B5EF4-FFF2-40B4-BE49-F238E27FC236}">
                <a16:creationId xmlns:a16="http://schemas.microsoft.com/office/drawing/2014/main" id="{8ED78BDB-4F3E-4B25-AC7B-468637DA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28775"/>
            <a:ext cx="3248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" name="p03-文本-0010">
            <a:extLst xmlns:a="http://schemas.openxmlformats.org/drawingml/2006/main">
              <a:ext uri="{FF2B5EF4-FFF2-40B4-BE49-F238E27FC236}">
                <a16:creationId xmlns:a16="http://schemas.microsoft.com/office/drawing/2014/main" id="{5C8196F9-698D-4B61-9A3D-25792792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6760" y="165029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结构参数</a:t>
            </a:r>
          </a:p>
        </p:txBody>
      </p:sp>
      <p:sp>
        <p:nvSpPr>
          <p:cNvPr id="11" name="p03-矩形-0011">
            <a:extLst xmlns:a="http://schemas.openxmlformats.org/drawingml/2006/main">
              <a:ext uri="{FF2B5EF4-FFF2-40B4-BE49-F238E27FC236}">
                <a16:creationId xmlns:a16="http://schemas.microsoft.com/office/drawing/2014/main" id="{1853AF93-2F20-4518-8B9A-022E6CC7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52625"/>
            <a:ext cx="32480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2" name="p03-文本-0012">
            <a:extLst xmlns:a="http://schemas.openxmlformats.org/drawingml/2006/main">
              <a:ext uri="{FF2B5EF4-FFF2-40B4-BE49-F238E27FC236}">
                <a16:creationId xmlns:a16="http://schemas.microsoft.com/office/drawing/2014/main" id="{58A50EC2-4849-4B3A-A2CF-A9CA181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7754" y="2189206"/>
            <a:ext cx="169259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孔径 · 连通性 · 厚度</a:t>
            </a:r>
          </a:p>
        </p:txBody>
      </p:sp>
      <p:sp>
        <p:nvSpPr>
          <p:cNvPr id="13" name="p03-路径-0013">
            <a:extLst xmlns:a="http://schemas.openxmlformats.org/drawingml/2006/main">
              <a:ext uri="{FF2B5EF4-FFF2-40B4-BE49-F238E27FC236}">
                <a16:creationId xmlns:a16="http://schemas.microsoft.com/office/drawing/2014/main" id="{9CA64CD3-C8D3-422B-BEFA-007289CE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992" y="2762250"/>
            <a:ext cx="170116" cy="228600"/>
          </a:xfrm>
          <a:custGeom xmlns:a="http://schemas.openxmlformats.org/drawingml/2006/main">
            <a:pathLst>
              <a:path w="170116" h="228600">
                <a:moveTo>
                  <a:pt x="32671" y="0"/>
                </a:moveTo>
                <a:lnTo>
                  <a:pt x="32671" y="91440"/>
                </a:lnTo>
                <a:lnTo>
                  <a:pt x="0" y="91440"/>
                </a:lnTo>
                <a:lnTo>
                  <a:pt x="85058" y="228600"/>
                </a:lnTo>
                <a:lnTo>
                  <a:pt x="170116" y="91440"/>
                </a:lnTo>
                <a:lnTo>
                  <a:pt x="137446" y="91440"/>
                </a:lnTo>
                <a:lnTo>
                  <a:pt x="137446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" name="p03-矩形-0014">
            <a:extLst xmlns:a="http://schemas.openxmlformats.org/drawingml/2006/main">
              <a:ext uri="{FF2B5EF4-FFF2-40B4-BE49-F238E27FC236}">
                <a16:creationId xmlns:a16="http://schemas.microsoft.com/office/drawing/2014/main" id="{A2D96D88-2E40-4610-85A4-F3984A57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86100"/>
            <a:ext cx="3248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" name="p03-文本-0015">
            <a:extLst xmlns:a="http://schemas.openxmlformats.org/drawingml/2006/main">
              <a:ext uri="{FF2B5EF4-FFF2-40B4-BE49-F238E27FC236}">
                <a16:creationId xmlns:a16="http://schemas.microsoft.com/office/drawing/2014/main" id="{B5E81B13-5E1D-45EC-94AD-1827C3A4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6760" y="31076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6" name="p03-矩形-0016">
            <a:extLst xmlns:a="http://schemas.openxmlformats.org/drawingml/2006/main">
              <a:ext uri="{FF2B5EF4-FFF2-40B4-BE49-F238E27FC236}">
                <a16:creationId xmlns:a16="http://schemas.microsoft.com/office/drawing/2014/main" id="{964AA012-2F64-45A2-9942-364EE879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09950"/>
            <a:ext cx="32480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7" name="p03-文本-0017">
            <a:extLst xmlns:a="http://schemas.openxmlformats.org/drawingml/2006/main">
              <a:ext uri="{FF2B5EF4-FFF2-40B4-BE49-F238E27FC236}">
                <a16:creationId xmlns:a16="http://schemas.microsoft.com/office/drawing/2014/main" id="{521D5E13-6C2E-4923-A711-37D73D16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504" y="3646531"/>
            <a:ext cx="188309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路径 · 阻力 · 边界条件</a:t>
            </a:r>
          </a:p>
        </p:txBody>
      </p:sp>
      <p:sp>
        <p:nvSpPr>
          <p:cNvPr id="18" name="p03-路径-0018">
            <a:extLst xmlns:a="http://schemas.openxmlformats.org/drawingml/2006/main">
              <a:ext uri="{FF2B5EF4-FFF2-40B4-BE49-F238E27FC236}">
                <a16:creationId xmlns:a16="http://schemas.microsoft.com/office/drawing/2014/main" id="{752CD1F9-3B63-4BC6-82DD-191CBD6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992" y="4219575"/>
            <a:ext cx="170116" cy="228600"/>
          </a:xfrm>
          <a:custGeom xmlns:a="http://schemas.openxmlformats.org/drawingml/2006/main">
            <a:pathLst>
              <a:path w="170116" h="228600">
                <a:moveTo>
                  <a:pt x="32671" y="0"/>
                </a:moveTo>
                <a:lnTo>
                  <a:pt x="32671" y="91440"/>
                </a:lnTo>
                <a:lnTo>
                  <a:pt x="0" y="91440"/>
                </a:lnTo>
                <a:lnTo>
                  <a:pt x="85058" y="228600"/>
                </a:lnTo>
                <a:lnTo>
                  <a:pt x="170116" y="91440"/>
                </a:lnTo>
                <a:lnTo>
                  <a:pt x="137446" y="91440"/>
                </a:lnTo>
                <a:lnTo>
                  <a:pt x="137446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03-矩形-0019">
            <a:extLst xmlns:a="http://schemas.openxmlformats.org/drawingml/2006/main">
              <a:ext uri="{FF2B5EF4-FFF2-40B4-BE49-F238E27FC236}">
                <a16:creationId xmlns:a16="http://schemas.microsoft.com/office/drawing/2014/main" id="{809B6141-D8CF-40C6-B0CA-504C66D2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43425"/>
            <a:ext cx="3248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" name="p03-文本-0020">
            <a:extLst xmlns:a="http://schemas.openxmlformats.org/drawingml/2006/main">
              <a:ext uri="{FF2B5EF4-FFF2-40B4-BE49-F238E27FC236}">
                <a16:creationId xmlns:a16="http://schemas.microsoft.com/office/drawing/2014/main" id="{58BD24D5-B756-4B1F-9CE4-7F4C27C7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6760" y="45649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独立检验</a:t>
            </a:r>
          </a:p>
        </p:txBody>
      </p:sp>
      <p:sp>
        <p:nvSpPr>
          <p:cNvPr id="21" name="p03-矩形-0021">
            <a:extLst xmlns:a="http://schemas.openxmlformats.org/drawingml/2006/main">
              <a:ext uri="{FF2B5EF4-FFF2-40B4-BE49-F238E27FC236}">
                <a16:creationId xmlns:a16="http://schemas.microsoft.com/office/drawing/2014/main" id="{C4F102E7-200D-4DCD-8AD6-CC9A4051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67275"/>
            <a:ext cx="32480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2" name="p03-文本-0022">
            <a:extLst xmlns:a="http://schemas.openxmlformats.org/drawingml/2006/main">
              <a:ext uri="{FF2B5EF4-FFF2-40B4-BE49-F238E27FC236}">
                <a16:creationId xmlns:a16="http://schemas.microsoft.com/office/drawing/2014/main" id="{56339D99-88A1-4052-ADAD-BF7A0951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504" y="5103856"/>
            <a:ext cx="188309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对照 · 重复 · 适用范围</a:t>
            </a:r>
          </a:p>
        </p:txBody>
      </p:sp>
      <p:sp>
        <p:nvSpPr>
          <p:cNvPr id="23" name="p03-文本-0023">
            <a:extLst xmlns:a="http://schemas.openxmlformats.org/drawingml/2006/main">
              <a:ext uri="{FF2B5EF4-FFF2-40B4-BE49-F238E27FC236}">
                <a16:creationId xmlns:a16="http://schemas.microsoft.com/office/drawing/2014/main" id="{E425B1C7-4DDE-4E72-A7DA-CE6AE921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0449"/>
            <a:ext cx="25607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研究进展：验证方案制定中</a:t>
            </a:r>
          </a:p>
        </p:txBody>
      </p:sp>
      <p:sp>
        <p:nvSpPr>
          <p:cNvPr id="24" name="p03-文本-0024">
            <a:extLst xmlns:a="http://schemas.openxmlformats.org/drawingml/2006/main">
              <a:ext uri="{FF2B5EF4-FFF2-40B4-BE49-F238E27FC236}">
                <a16:creationId xmlns:a16="http://schemas.microsoft.com/office/drawing/2014/main" id="{554DE3DF-027B-467D-A1F9-E2971663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55968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p04-矩形-0001">
            <a:extLst xmlns:a="http://schemas.openxmlformats.org/drawingml/2006/main">
              <a:ext uri="{FF2B5EF4-FFF2-40B4-BE49-F238E27FC236}">
                <a16:creationId xmlns:a16="http://schemas.microsoft.com/office/drawing/2014/main" id="{947B948C-7EE2-4967-A625-82893749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4-矩形-0002">
            <a:extLst xmlns:a="http://schemas.openxmlformats.org/drawingml/2006/main">
              <a:ext uri="{FF2B5EF4-FFF2-40B4-BE49-F238E27FC236}">
                <a16:creationId xmlns:a16="http://schemas.microsoft.com/office/drawing/2014/main" id="{CE116BB9-81C3-4ACF-9E90-24192269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4-文本-0003">
            <a:extLst xmlns:a="http://schemas.openxmlformats.org/drawingml/2006/main">
              <a:ext uri="{FF2B5EF4-FFF2-40B4-BE49-F238E27FC236}">
                <a16:creationId xmlns:a16="http://schemas.microsoft.com/office/drawing/2014/main" id="{62C6E105-C598-4A85-A829-8A12479B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资源与方法共同支撑可重复的材料评价</a:t>
            </a:r>
          </a:p>
        </p:txBody>
      </p:sp>
      <p:sp>
        <p:nvSpPr>
          <p:cNvPr id="4" name="p04-文本-0004">
            <a:extLst xmlns:a="http://schemas.openxmlformats.org/drawingml/2006/main">
              <a:ext uri="{FF2B5EF4-FFF2-40B4-BE49-F238E27FC236}">
                <a16:creationId xmlns:a16="http://schemas.microsoft.com/office/drawing/2014/main" id="{864E2B9B-D60F-4BEB-ACF0-64A6884A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29354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两组互补能力在同一验证目标下汇合</a:t>
            </a:r>
          </a:p>
        </p:txBody>
      </p:sp>
      <p:sp>
        <p:nvSpPr>
          <p:cNvPr id="5" name="p04-线-0005">
            <a:extLst xmlns:a="http://schemas.openxmlformats.org/drawingml/2006/main">
              <a:ext uri="{FF2B5EF4-FFF2-40B4-BE49-F238E27FC236}">
                <a16:creationId xmlns:a16="http://schemas.microsoft.com/office/drawing/2014/main" id="{0B54E603-DC65-40A1-9E6C-0A6CC562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4-矩形-0006">
            <a:extLst xmlns:a="http://schemas.openxmlformats.org/drawingml/2006/main">
              <a:ext uri="{FF2B5EF4-FFF2-40B4-BE49-F238E27FC236}">
                <a16:creationId xmlns:a16="http://schemas.microsoft.com/office/drawing/2014/main" id="{41E33611-7BD0-4556-899A-5289122E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33525"/>
            <a:ext cx="2476500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" name="p04-矩形-0007">
            <a:extLst xmlns:a="http://schemas.openxmlformats.org/drawingml/2006/main">
              <a:ext uri="{FF2B5EF4-FFF2-40B4-BE49-F238E27FC236}">
                <a16:creationId xmlns:a16="http://schemas.microsoft.com/office/drawing/2014/main" id="{5923D413-FBC2-46BC-B55E-E597D545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335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04-文本-0008">
            <a:extLst xmlns:a="http://schemas.openxmlformats.org/drawingml/2006/main">
              <a:ext uri="{FF2B5EF4-FFF2-40B4-BE49-F238E27FC236}">
                <a16:creationId xmlns:a16="http://schemas.microsoft.com/office/drawing/2014/main" id="{2F5C4598-7A2F-4B68-BDA1-96A2D1EB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435" y="155504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样本与结构</a:t>
            </a:r>
          </a:p>
        </p:txBody>
      </p:sp>
      <p:sp>
        <p:nvSpPr>
          <p:cNvPr id="9" name="p04-矩形-0009">
            <a:extLst xmlns:a="http://schemas.openxmlformats.org/drawingml/2006/main">
              <a:ext uri="{FF2B5EF4-FFF2-40B4-BE49-F238E27FC236}">
                <a16:creationId xmlns:a16="http://schemas.microsoft.com/office/drawing/2014/main" id="{4CC01E7D-AB8F-4B68-9126-6D5B34E0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2019300" cy="1292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10" name="p04-椭圆-0010">
            <a:extLst xmlns:a="http://schemas.openxmlformats.org/drawingml/2006/main">
              <a:ext uri="{FF2B5EF4-FFF2-40B4-BE49-F238E27FC236}">
                <a16:creationId xmlns:a16="http://schemas.microsoft.com/office/drawing/2014/main" id="{2FA7CBD8-98FF-4579-9291-7F27685A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8" y="214312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1" name="p04-椭圆-0011">
            <a:extLst xmlns:a="http://schemas.openxmlformats.org/drawingml/2006/main">
              <a:ext uri="{FF2B5EF4-FFF2-40B4-BE49-F238E27FC236}">
                <a16:creationId xmlns:a16="http://schemas.microsoft.com/office/drawing/2014/main" id="{8FBE37BD-43B8-494A-A53A-4856A272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141" y="258420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2" name="p04-椭圆-0012">
            <a:extLst xmlns:a="http://schemas.openxmlformats.org/drawingml/2006/main">
              <a:ext uri="{FF2B5EF4-FFF2-40B4-BE49-F238E27FC236}">
                <a16:creationId xmlns:a16="http://schemas.microsoft.com/office/drawing/2014/main" id="{A1D7BAE8-1C2B-43CF-B516-824CB624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294" y="302529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3" name="p04-椭圆-0013">
            <a:extLst xmlns:a="http://schemas.openxmlformats.org/drawingml/2006/main">
              <a:ext uri="{FF2B5EF4-FFF2-40B4-BE49-F238E27FC236}">
                <a16:creationId xmlns:a16="http://schemas.microsoft.com/office/drawing/2014/main" id="{6F97AF93-7C9D-4423-B06D-9D41B66E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148" y="236471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4" name="p04-椭圆-0014">
            <a:extLst xmlns:a="http://schemas.openxmlformats.org/drawingml/2006/main">
              <a:ext uri="{FF2B5EF4-FFF2-40B4-BE49-F238E27FC236}">
                <a16:creationId xmlns:a16="http://schemas.microsoft.com/office/drawing/2014/main" id="{C003581B-6D20-4BA6-AD1B-64FDA21C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301" y="2805796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5" name="p04-椭圆-0015">
            <a:extLst xmlns:a="http://schemas.openxmlformats.org/drawingml/2006/main">
              <a:ext uri="{FF2B5EF4-FFF2-40B4-BE49-F238E27FC236}">
                <a16:creationId xmlns:a16="http://schemas.microsoft.com/office/drawing/2014/main" id="{2398B894-362F-4BD5-BD93-B02F6BAC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755" y="2221418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6" name="p04-椭圆-0016">
            <a:extLst xmlns:a="http://schemas.openxmlformats.org/drawingml/2006/main">
              <a:ext uri="{FF2B5EF4-FFF2-40B4-BE49-F238E27FC236}">
                <a16:creationId xmlns:a16="http://schemas.microsoft.com/office/drawing/2014/main" id="{F0974D0E-7C29-4BD6-9CD1-53AF6FC7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608" y="2662501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7" name="p04-椭圆-0017">
            <a:extLst xmlns:a="http://schemas.openxmlformats.org/drawingml/2006/main">
              <a:ext uri="{FF2B5EF4-FFF2-40B4-BE49-F238E27FC236}">
                <a16:creationId xmlns:a16="http://schemas.microsoft.com/office/drawing/2014/main" id="{FD9E16FD-45AD-4805-8AA3-3D7B0650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762" y="3103584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8" name="p04-椭圆-0018">
            <a:extLst xmlns:a="http://schemas.openxmlformats.org/drawingml/2006/main">
              <a:ext uri="{FF2B5EF4-FFF2-40B4-BE49-F238E27FC236}">
                <a16:creationId xmlns:a16="http://schemas.microsoft.com/office/drawing/2014/main" id="{5E9FF016-7F1A-42A3-A205-7CAE49DB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615" y="2443006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9" name="p04-椭圆-0019">
            <a:extLst xmlns:a="http://schemas.openxmlformats.org/drawingml/2006/main">
              <a:ext uri="{FF2B5EF4-FFF2-40B4-BE49-F238E27FC236}">
                <a16:creationId xmlns:a16="http://schemas.microsoft.com/office/drawing/2014/main" id="{9AD0C347-86A2-404A-9325-7E2A1FF7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769" y="2884089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0" name="p04-椭圆-0020">
            <a:extLst xmlns:a="http://schemas.openxmlformats.org/drawingml/2006/main">
              <a:ext uri="{FF2B5EF4-FFF2-40B4-BE49-F238E27FC236}">
                <a16:creationId xmlns:a16="http://schemas.microsoft.com/office/drawing/2014/main" id="{634D3DD7-F4D9-4C19-9E62-2271B770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222" y="229971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1" name="p04-椭圆-0021">
            <a:extLst xmlns:a="http://schemas.openxmlformats.org/drawingml/2006/main">
              <a:ext uri="{FF2B5EF4-FFF2-40B4-BE49-F238E27FC236}">
                <a16:creationId xmlns:a16="http://schemas.microsoft.com/office/drawing/2014/main" id="{7E824A01-C324-48F5-8F18-D5C5F50C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076" y="274079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2" name="p04-椭圆-0022">
            <a:extLst xmlns:a="http://schemas.openxmlformats.org/drawingml/2006/main">
              <a:ext uri="{FF2B5EF4-FFF2-40B4-BE49-F238E27FC236}">
                <a16:creationId xmlns:a16="http://schemas.microsoft.com/office/drawing/2014/main" id="{43134DB3-5209-400E-8E16-055219F7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229" y="318187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3" name="p04-椭圆-0023">
            <a:extLst xmlns:a="http://schemas.openxmlformats.org/drawingml/2006/main">
              <a:ext uri="{FF2B5EF4-FFF2-40B4-BE49-F238E27FC236}">
                <a16:creationId xmlns:a16="http://schemas.microsoft.com/office/drawing/2014/main" id="{AC2B7C65-8491-4854-9E58-B5C29CB0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383" y="2521298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4" name="p04-椭圆-0024">
            <a:extLst xmlns:a="http://schemas.openxmlformats.org/drawingml/2006/main">
              <a:ext uri="{FF2B5EF4-FFF2-40B4-BE49-F238E27FC236}">
                <a16:creationId xmlns:a16="http://schemas.microsoft.com/office/drawing/2014/main" id="{C83EB2E4-6FFF-4B91-9AC9-20DF408C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236" y="2962381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5" name="p04-椭圆-0025">
            <a:extLst xmlns:a="http://schemas.openxmlformats.org/drawingml/2006/main">
              <a:ext uri="{FF2B5EF4-FFF2-40B4-BE49-F238E27FC236}">
                <a16:creationId xmlns:a16="http://schemas.microsoft.com/office/drawing/2014/main" id="{B1AB32F1-7036-4DAF-8B6A-40F3A5D9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689" y="237800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6" name="p04-椭圆-0026">
            <a:extLst xmlns:a="http://schemas.openxmlformats.org/drawingml/2006/main">
              <a:ext uri="{FF2B5EF4-FFF2-40B4-BE49-F238E27FC236}">
                <a16:creationId xmlns:a16="http://schemas.microsoft.com/office/drawing/2014/main" id="{D5F7D3D3-01F4-439A-8437-4D0A710E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3" y="2819086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7" name="p04-椭圆-0027">
            <a:extLst xmlns:a="http://schemas.openxmlformats.org/drawingml/2006/main">
              <a:ext uri="{FF2B5EF4-FFF2-40B4-BE49-F238E27FC236}">
                <a16:creationId xmlns:a16="http://schemas.microsoft.com/office/drawing/2014/main" id="{48CF3ED9-5E51-4DAA-B1BE-E4797CF2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696" y="2158508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04-椭圆-0028">
            <a:extLst xmlns:a="http://schemas.openxmlformats.org/drawingml/2006/main">
              <a:ext uri="{FF2B5EF4-FFF2-40B4-BE49-F238E27FC236}">
                <a16:creationId xmlns:a16="http://schemas.microsoft.com/office/drawing/2014/main" id="{10A7AA4B-D255-4440-8C67-788ECD7C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0" y="2599591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04-椭圆-0029">
            <a:extLst xmlns:a="http://schemas.openxmlformats.org/drawingml/2006/main">
              <a:ext uri="{FF2B5EF4-FFF2-40B4-BE49-F238E27FC236}">
                <a16:creationId xmlns:a16="http://schemas.microsoft.com/office/drawing/2014/main" id="{5BBAFDDA-775C-4622-A3BB-13F67754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703" y="3040674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04-椭圆-0030">
            <a:extLst xmlns:a="http://schemas.openxmlformats.org/drawingml/2006/main">
              <a:ext uri="{FF2B5EF4-FFF2-40B4-BE49-F238E27FC236}">
                <a16:creationId xmlns:a16="http://schemas.microsoft.com/office/drawing/2014/main" id="{EF5F25AE-1C8B-4681-8503-C7FAFBB6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157" y="245629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04-椭圆-0031">
            <a:extLst xmlns:a="http://schemas.openxmlformats.org/drawingml/2006/main">
              <a:ext uri="{FF2B5EF4-FFF2-40B4-BE49-F238E27FC236}">
                <a16:creationId xmlns:a16="http://schemas.microsoft.com/office/drawing/2014/main" id="{13C02809-E1F5-4D50-8A56-29986F53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6010" y="2897379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04-椭圆-0032">
            <a:extLst xmlns:a="http://schemas.openxmlformats.org/drawingml/2006/main">
              <a:ext uri="{FF2B5EF4-FFF2-40B4-BE49-F238E27FC236}">
                <a16:creationId xmlns:a16="http://schemas.microsoft.com/office/drawing/2014/main" id="{B34D96EB-7C67-4A5A-A456-94302F2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164" y="2236800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04-椭圆-0033">
            <a:extLst xmlns:a="http://schemas.openxmlformats.org/drawingml/2006/main">
              <a:ext uri="{FF2B5EF4-FFF2-40B4-BE49-F238E27FC236}">
                <a16:creationId xmlns:a16="http://schemas.microsoft.com/office/drawing/2014/main" id="{1D97B911-1937-41E8-A02A-FD2EAF47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317" y="267788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04-椭圆-0034">
            <a:extLst xmlns:a="http://schemas.openxmlformats.org/drawingml/2006/main">
              <a:ext uri="{FF2B5EF4-FFF2-40B4-BE49-F238E27FC236}">
                <a16:creationId xmlns:a16="http://schemas.microsoft.com/office/drawing/2014/main" id="{C31F535E-BA68-4DC1-B48F-57904D11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171" y="3118967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04-椭圆-0035">
            <a:extLst xmlns:a="http://schemas.openxmlformats.org/drawingml/2006/main">
              <a:ext uri="{FF2B5EF4-FFF2-40B4-BE49-F238E27FC236}">
                <a16:creationId xmlns:a16="http://schemas.microsoft.com/office/drawing/2014/main" id="{848E1DAA-C9E7-486E-898F-B90CF2D8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24" y="2534588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04-椭圆-0036">
            <a:extLst xmlns:a="http://schemas.openxmlformats.org/drawingml/2006/main">
              <a:ext uri="{FF2B5EF4-FFF2-40B4-BE49-F238E27FC236}">
                <a16:creationId xmlns:a16="http://schemas.microsoft.com/office/drawing/2014/main" id="{9B093F10-88D5-43D2-B135-376ABD36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778" y="2975671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04-椭圆-0037">
            <a:extLst xmlns:a="http://schemas.openxmlformats.org/drawingml/2006/main">
              <a:ext uri="{FF2B5EF4-FFF2-40B4-BE49-F238E27FC236}">
                <a16:creationId xmlns:a16="http://schemas.microsoft.com/office/drawing/2014/main" id="{1B2AB820-1ABF-4138-B337-15F43BBA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631" y="2315093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04-椭圆-0038">
            <a:extLst xmlns:a="http://schemas.openxmlformats.org/drawingml/2006/main">
              <a:ext uri="{FF2B5EF4-FFF2-40B4-BE49-F238E27FC236}">
                <a16:creationId xmlns:a16="http://schemas.microsoft.com/office/drawing/2014/main" id="{64F5EF57-34DC-4183-BA14-D701B951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785" y="2756176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04-椭圆-0039">
            <a:extLst xmlns:a="http://schemas.openxmlformats.org/drawingml/2006/main">
              <a:ext uri="{FF2B5EF4-FFF2-40B4-BE49-F238E27FC236}">
                <a16:creationId xmlns:a16="http://schemas.microsoft.com/office/drawing/2014/main" id="{B0B30575-1B12-4017-ADC2-209F2C65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8" y="209559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04-椭圆-0040">
            <a:extLst xmlns:a="http://schemas.openxmlformats.org/drawingml/2006/main">
              <a:ext uri="{FF2B5EF4-FFF2-40B4-BE49-F238E27FC236}">
                <a16:creationId xmlns:a16="http://schemas.microsoft.com/office/drawing/2014/main" id="{2C734400-6B9B-4057-995C-942A55BA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091" y="261288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04-椭圆-0041">
            <a:extLst xmlns:a="http://schemas.openxmlformats.org/drawingml/2006/main">
              <a:ext uri="{FF2B5EF4-FFF2-40B4-BE49-F238E27FC236}">
                <a16:creationId xmlns:a16="http://schemas.microsoft.com/office/drawing/2014/main" id="{9A5707D3-65A1-4BB0-86AB-EC1CA500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45" y="305396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04-椭圆-0042">
            <a:extLst xmlns:a="http://schemas.openxmlformats.org/drawingml/2006/main">
              <a:ext uri="{FF2B5EF4-FFF2-40B4-BE49-F238E27FC236}">
                <a16:creationId xmlns:a16="http://schemas.microsoft.com/office/drawing/2014/main" id="{B7D54839-C530-421F-9085-A511BF0D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098" y="239338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04-椭圆-0043">
            <a:extLst xmlns:a="http://schemas.openxmlformats.org/drawingml/2006/main">
              <a:ext uri="{FF2B5EF4-FFF2-40B4-BE49-F238E27FC236}">
                <a16:creationId xmlns:a16="http://schemas.microsoft.com/office/drawing/2014/main" id="{8568DED6-4C63-487A-AEA3-F47DDA8A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252" y="283446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04-椭圆-0044">
            <a:extLst xmlns:a="http://schemas.openxmlformats.org/drawingml/2006/main">
              <a:ext uri="{FF2B5EF4-FFF2-40B4-BE49-F238E27FC236}">
                <a16:creationId xmlns:a16="http://schemas.microsoft.com/office/drawing/2014/main" id="{9FF6320D-E38E-4CCA-B3B5-C8CFEC5A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05" y="2173890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04-椭圆-0045">
            <a:extLst xmlns:a="http://schemas.openxmlformats.org/drawingml/2006/main">
              <a:ext uri="{FF2B5EF4-FFF2-40B4-BE49-F238E27FC236}">
                <a16:creationId xmlns:a16="http://schemas.microsoft.com/office/drawing/2014/main" id="{6F813A7B-06F6-4ACD-9D10-54C9753F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559" y="2691174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04-椭圆-0046">
            <a:extLst xmlns:a="http://schemas.openxmlformats.org/drawingml/2006/main">
              <a:ext uri="{FF2B5EF4-FFF2-40B4-BE49-F238E27FC236}">
                <a16:creationId xmlns:a16="http://schemas.microsoft.com/office/drawing/2014/main" id="{A6D01012-3053-45A1-929F-EA7ACC3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712" y="3132257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04-椭圆-0047">
            <a:extLst xmlns:a="http://schemas.openxmlformats.org/drawingml/2006/main">
              <a:ext uri="{FF2B5EF4-FFF2-40B4-BE49-F238E27FC236}">
                <a16:creationId xmlns:a16="http://schemas.microsoft.com/office/drawing/2014/main" id="{F8622926-B183-44BE-B43D-A264E534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66" y="2471678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04-线-0048">
            <a:extLst xmlns:a="http://schemas.openxmlformats.org/drawingml/2006/main">
              <a:ext uri="{FF2B5EF4-FFF2-40B4-BE49-F238E27FC236}">
                <a16:creationId xmlns:a16="http://schemas.microsoft.com/office/drawing/2014/main" id="{4ECF2A7F-DEE9-4098-A1A2-A44A1E60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06686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9" name="p04-文本-0049">
            <a:extLst xmlns:a="http://schemas.openxmlformats.org/drawingml/2006/main">
              <a:ext uri="{FF2B5EF4-FFF2-40B4-BE49-F238E27FC236}">
                <a16:creationId xmlns:a16="http://schemas.microsoft.com/office/drawing/2014/main" id="{83000133-3D64-4218-AD10-6BDC3344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26959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50" name="p04-文本-0050">
            <a:extLst xmlns:a="http://schemas.openxmlformats.org/drawingml/2006/main">
              <a:ext uri="{FF2B5EF4-FFF2-40B4-BE49-F238E27FC236}">
                <a16:creationId xmlns:a16="http://schemas.microsoft.com/office/drawing/2014/main" id="{13D20A53-A189-4123-A919-3798108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433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样本条件统一记录</a:t>
            </a:r>
          </a:p>
        </p:txBody>
      </p:sp>
      <p:sp>
        <p:nvSpPr>
          <p:cNvPr id="51" name="p04-文本-0051">
            <a:extLst xmlns:a="http://schemas.openxmlformats.org/drawingml/2006/main">
              <a:ext uri="{FF2B5EF4-FFF2-40B4-BE49-F238E27FC236}">
                <a16:creationId xmlns:a16="http://schemas.microsoft.com/office/drawing/2014/main" id="{A4915278-91D5-49E0-A806-4D68F55C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103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形貌特征可追溯</a:t>
            </a:r>
          </a:p>
        </p:txBody>
      </p:sp>
      <p:sp>
        <p:nvSpPr>
          <p:cNvPr id="52" name="p04-文本-0052">
            <a:extLst xmlns:a="http://schemas.openxmlformats.org/drawingml/2006/main">
              <a:ext uri="{FF2B5EF4-FFF2-40B4-BE49-F238E27FC236}">
                <a16:creationId xmlns:a16="http://schemas.microsoft.com/office/drawing/2014/main" id="{974ED685-68ED-4BA9-8EBD-314F63D1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49419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建立研究对象</a:t>
            </a:r>
          </a:p>
        </p:txBody>
      </p:sp>
      <p:sp>
        <p:nvSpPr>
          <p:cNvPr id="53" name="p04-矩形-0053">
            <a:extLst xmlns:a="http://schemas.openxmlformats.org/drawingml/2006/main">
              <a:ext uri="{FF2B5EF4-FFF2-40B4-BE49-F238E27FC236}">
                <a16:creationId xmlns:a16="http://schemas.microsoft.com/office/drawing/2014/main" id="{4AA150AB-F505-4B4E-BD84-38CF262E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33525"/>
            <a:ext cx="2476500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54" name="p04-矩形-0054">
            <a:extLst xmlns:a="http://schemas.openxmlformats.org/drawingml/2006/main">
              <a:ext uri="{FF2B5EF4-FFF2-40B4-BE49-F238E27FC236}">
                <a16:creationId xmlns:a16="http://schemas.microsoft.com/office/drawing/2014/main" id="{12BF4552-C1F6-4D67-8436-24207EB8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335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5" name="p04-文本-0055">
            <a:extLst xmlns:a="http://schemas.openxmlformats.org/drawingml/2006/main">
              <a:ext uri="{FF2B5EF4-FFF2-40B4-BE49-F238E27FC236}">
                <a16:creationId xmlns:a16="http://schemas.microsoft.com/office/drawing/2014/main" id="{22238FBA-897D-4165-A0D2-BE6ED536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435" y="155504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制备与测量</a:t>
            </a:r>
          </a:p>
        </p:txBody>
      </p:sp>
      <p:sp>
        <p:nvSpPr>
          <p:cNvPr id="56" name="p04-矩形-0056">
            <a:extLst xmlns:a="http://schemas.openxmlformats.org/drawingml/2006/main">
              <a:ext uri="{FF2B5EF4-FFF2-40B4-BE49-F238E27FC236}">
                <a16:creationId xmlns:a16="http://schemas.microsoft.com/office/drawing/2014/main" id="{8FCCD907-BEAC-4857-8D5D-BB1FE1E6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745" y="2205666"/>
            <a:ext cx="1413510" cy="10078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ED"/>
          </a:solidFill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57" name="p04-矩形-0057">
            <a:extLst xmlns:a="http://schemas.openxmlformats.org/drawingml/2006/main">
              <a:ext uri="{FF2B5EF4-FFF2-40B4-BE49-F238E27FC236}">
                <a16:creationId xmlns:a16="http://schemas.microsoft.com/office/drawing/2014/main" id="{74E4AE1D-4ABF-4889-9AAF-0CDEF8E0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289" y="2334882"/>
            <a:ext cx="908685" cy="2325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8" name="p04-文本-0058">
            <a:extLst xmlns:a="http://schemas.openxmlformats.org/drawingml/2006/main">
              <a:ext uri="{FF2B5EF4-FFF2-40B4-BE49-F238E27FC236}">
                <a16:creationId xmlns:a16="http://schemas.microsoft.com/office/drawing/2014/main" id="{06F39106-CDB1-494A-B904-AFF1C156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415" y="2282686"/>
            <a:ext cx="404241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28.0</a:t>
            </a:r>
          </a:p>
        </p:txBody>
      </p:sp>
      <p:sp>
        <p:nvSpPr>
          <p:cNvPr id="59" name="p04-矩形-0059">
            <a:extLst xmlns:a="http://schemas.openxmlformats.org/drawingml/2006/main">
              <a:ext uri="{FF2B5EF4-FFF2-40B4-BE49-F238E27FC236}">
                <a16:creationId xmlns:a16="http://schemas.microsoft.com/office/drawing/2014/main" id="{6E3C6411-389F-4A6F-8FAC-F3A105B4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289" y="2670844"/>
            <a:ext cx="969264" cy="3488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60" name="p04-线-0060">
            <a:extLst xmlns:a="http://schemas.openxmlformats.org/drawingml/2006/main">
              <a:ext uri="{FF2B5EF4-FFF2-40B4-BE49-F238E27FC236}">
                <a16:creationId xmlns:a16="http://schemas.microsoft.com/office/drawing/2014/main" id="{CCDB0F2B-2651-4AF8-9F59-2BD8922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071414"/>
            <a:ext cx="646176" cy="95"/>
          </a:xfrm>
          <a:custGeom xmlns:a="http://schemas.openxmlformats.org/drawingml/2006/main">
            <a:pathLst>
              <a:path w="646176" h="95">
                <a:moveTo>
                  <a:pt x="0" y="0"/>
                </a:moveTo>
                <a:lnTo>
                  <a:pt x="6461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657B8B"/>
            </a:solidFill>
          </a:ln>
        </p:spPr>
      </p:sp>
      <p:sp>
        <p:nvSpPr>
          <p:cNvPr id="61" name="p04-文本-0061">
            <a:extLst xmlns:a="http://schemas.openxmlformats.org/drawingml/2006/main">
              <a:ext uri="{FF2B5EF4-FFF2-40B4-BE49-F238E27FC236}">
                <a16:creationId xmlns:a16="http://schemas.microsoft.com/office/drawing/2014/main" id="{CC51A8E7-AE20-4042-8A5C-C81817D4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7433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制样过程保持一致</a:t>
            </a:r>
          </a:p>
        </p:txBody>
      </p:sp>
      <p:sp>
        <p:nvSpPr>
          <p:cNvPr id="62" name="p04-文本-0062">
            <a:extLst xmlns:a="http://schemas.openxmlformats.org/drawingml/2006/main">
              <a:ext uri="{FF2B5EF4-FFF2-40B4-BE49-F238E27FC236}">
                <a16:creationId xmlns:a16="http://schemas.microsoft.com/office/drawing/2014/main" id="{F40B8A85-88CC-4F6A-AC78-E4F08E17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4103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测量条件统一控制</a:t>
            </a:r>
          </a:p>
        </p:txBody>
      </p:sp>
      <p:sp>
        <p:nvSpPr>
          <p:cNvPr id="63" name="p04-文本-0063">
            <a:extLst xmlns:a="http://schemas.openxmlformats.org/drawingml/2006/main">
              <a:ext uri="{FF2B5EF4-FFF2-40B4-BE49-F238E27FC236}">
                <a16:creationId xmlns:a16="http://schemas.microsoft.com/office/drawing/2014/main" id="{75782247-702D-4E68-BAAB-83603E6B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795" y="49419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形成可比较数据</a:t>
            </a:r>
          </a:p>
        </p:txBody>
      </p:sp>
      <p:sp>
        <p:nvSpPr>
          <p:cNvPr id="64" name="p04-矩形-0064">
            <a:extLst xmlns:a="http://schemas.openxmlformats.org/drawingml/2006/main">
              <a:ext uri="{FF2B5EF4-FFF2-40B4-BE49-F238E27FC236}">
                <a16:creationId xmlns:a16="http://schemas.microsoft.com/office/drawing/2014/main" id="{FF1E264D-48BB-459F-8491-9135A534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33525"/>
            <a:ext cx="2476500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65" name="p04-矩形-0065">
            <a:extLst xmlns:a="http://schemas.openxmlformats.org/drawingml/2006/main">
              <a:ext uri="{FF2B5EF4-FFF2-40B4-BE49-F238E27FC236}">
                <a16:creationId xmlns:a16="http://schemas.microsoft.com/office/drawing/2014/main" id="{070D789B-D8C1-4DC6-9C48-85D02033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335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6" name="p04-文本-0066">
            <a:extLst xmlns:a="http://schemas.openxmlformats.org/drawingml/2006/main">
              <a:ext uri="{FF2B5EF4-FFF2-40B4-BE49-F238E27FC236}">
                <a16:creationId xmlns:a16="http://schemas.microsoft.com/office/drawing/2014/main" id="{57E723C9-54EC-462E-9A20-D8A3128B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435" y="155504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特征与模型</a:t>
            </a:r>
          </a:p>
        </p:txBody>
      </p:sp>
      <p:sp>
        <p:nvSpPr>
          <p:cNvPr id="67" name="p04-线-0067">
            <a:extLst xmlns:a="http://schemas.openxmlformats.org/drawingml/2006/main">
              <a:ext uri="{FF2B5EF4-FFF2-40B4-BE49-F238E27FC236}">
                <a16:creationId xmlns:a16="http://schemas.microsoft.com/office/drawing/2014/main" id="{CC0A957C-EF80-4AB6-929A-8F4D00BF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68611"/>
            <a:ext cx="2019300" cy="95"/>
          </a:xfrm>
          <a:custGeom xmlns:a="http://schemas.openxmlformats.org/drawingml/2006/main">
            <a:pathLst>
              <a:path w="2019300" h="95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68" name="p04-线-0068">
            <a:extLst xmlns:a="http://schemas.openxmlformats.org/drawingml/2006/main">
              <a:ext uri="{FF2B5EF4-FFF2-40B4-BE49-F238E27FC236}">
                <a16:creationId xmlns:a16="http://schemas.microsoft.com/office/drawing/2014/main" id="{80E7E9DC-C01B-4690-B9AA-13E062BE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76450"/>
            <a:ext cx="95" cy="1292161"/>
          </a:xfrm>
          <a:custGeom xmlns:a="http://schemas.openxmlformats.org/drawingml/2006/main">
            <a:pathLst>
              <a:path w="95" h="1292161">
                <a:moveTo>
                  <a:pt x="0" y="0"/>
                </a:moveTo>
                <a:lnTo>
                  <a:pt x="0" y="1292161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69" name="p04-线-0069">
            <a:extLst xmlns:a="http://schemas.openxmlformats.org/drawingml/2006/main">
              <a:ext uri="{FF2B5EF4-FFF2-40B4-BE49-F238E27FC236}">
                <a16:creationId xmlns:a16="http://schemas.microsoft.com/office/drawing/2014/main" id="{C07A1A7A-71BD-460C-B6E9-BFC2A241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76450"/>
            <a:ext cx="2019300" cy="1292161"/>
          </a:xfrm>
          <a:custGeom xmlns:a="http://schemas.openxmlformats.org/drawingml/2006/main">
            <a:pathLst>
              <a:path w="2019300" h="1292161">
                <a:moveTo>
                  <a:pt x="0" y="1292161"/>
                </a:moveTo>
                <a:lnTo>
                  <a:pt x="2019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70" name="p04-椭圆-0070">
            <a:extLst xmlns:a="http://schemas.openxmlformats.org/drawingml/2006/main">
              <a:ext uri="{FF2B5EF4-FFF2-40B4-BE49-F238E27FC236}">
                <a16:creationId xmlns:a16="http://schemas.microsoft.com/office/drawing/2014/main" id="{478726B5-D209-4CE5-AF8D-2BB0ACCD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32993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1" name="p04-椭圆-0071">
            <a:extLst xmlns:a="http://schemas.openxmlformats.org/drawingml/2006/main">
              <a:ext uri="{FF2B5EF4-FFF2-40B4-BE49-F238E27FC236}">
                <a16:creationId xmlns:a16="http://schemas.microsoft.com/office/drawing/2014/main" id="{66B9D6F6-BAEC-4F9E-984E-DA334F41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8366" y="240020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2" name="p04-椭圆-0072">
            <a:extLst xmlns:a="http://schemas.openxmlformats.org/drawingml/2006/main">
              <a:ext uri="{FF2B5EF4-FFF2-40B4-BE49-F238E27FC236}">
                <a16:creationId xmlns:a16="http://schemas.microsoft.com/office/drawing/2014/main" id="{7777F15E-60F5-433A-85FD-1E0F4C08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062" y="308823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3" name="p04-椭圆-0073">
            <a:extLst xmlns:a="http://schemas.openxmlformats.org/drawingml/2006/main">
              <a:ext uri="{FF2B5EF4-FFF2-40B4-BE49-F238E27FC236}">
                <a16:creationId xmlns:a16="http://schemas.microsoft.com/office/drawing/2014/main" id="{DAA66E20-709A-42F3-AA26-2D748729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5058" y="23519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4" name="p04-椭圆-0074">
            <a:extLst xmlns:a="http://schemas.openxmlformats.org/drawingml/2006/main">
              <a:ext uri="{FF2B5EF4-FFF2-40B4-BE49-F238E27FC236}">
                <a16:creationId xmlns:a16="http://schemas.microsoft.com/office/drawing/2014/main" id="{80EFDBB2-0CAB-4C98-95CC-BD31856F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3754" y="262640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5" name="p04-椭圆-0075">
            <a:extLst xmlns:a="http://schemas.openxmlformats.org/drawingml/2006/main">
              <a:ext uri="{FF2B5EF4-FFF2-40B4-BE49-F238E27FC236}">
                <a16:creationId xmlns:a16="http://schemas.microsoft.com/office/drawing/2014/main" id="{AD7E93A0-190A-4681-BFD8-81A250B3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2450" y="31443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6" name="p04-椭圆-0076">
            <a:extLst xmlns:a="http://schemas.openxmlformats.org/drawingml/2006/main">
              <a:ext uri="{FF2B5EF4-FFF2-40B4-BE49-F238E27FC236}">
                <a16:creationId xmlns:a16="http://schemas.microsoft.com/office/drawing/2014/main" id="{841FC4C0-DE2E-4691-827C-B1A0CBBD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0446" y="255524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7" name="p04-椭圆-0077">
            <a:extLst xmlns:a="http://schemas.openxmlformats.org/drawingml/2006/main">
              <a:ext uri="{FF2B5EF4-FFF2-40B4-BE49-F238E27FC236}">
                <a16:creationId xmlns:a16="http://schemas.microsoft.com/office/drawing/2014/main" id="{4539E221-2686-4C5F-A03E-722CBEB3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142" y="29415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8" name="p04-椭圆-0078">
            <a:extLst xmlns:a="http://schemas.openxmlformats.org/drawingml/2006/main">
              <a:ext uri="{FF2B5EF4-FFF2-40B4-BE49-F238E27FC236}">
                <a16:creationId xmlns:a16="http://schemas.microsoft.com/office/drawing/2014/main" id="{4C697BEA-A05D-4DB5-8F6E-A52F0E78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138" y="20847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9" name="p04-椭圆-0079">
            <a:extLst xmlns:a="http://schemas.openxmlformats.org/drawingml/2006/main">
              <a:ext uri="{FF2B5EF4-FFF2-40B4-BE49-F238E27FC236}">
                <a16:creationId xmlns:a16="http://schemas.microsoft.com/office/drawing/2014/main" id="{D2D3FA42-11A0-4C5A-B96A-CB610A2B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834" y="26428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0" name="p04-椭圆-0080">
            <a:extLst xmlns:a="http://schemas.openxmlformats.org/drawingml/2006/main">
              <a:ext uri="{FF2B5EF4-FFF2-40B4-BE49-F238E27FC236}">
                <a16:creationId xmlns:a16="http://schemas.microsoft.com/office/drawing/2014/main" id="{E99DFF4D-F001-4233-8A29-08A0070F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530" y="32348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1" name="p04-椭圆-0081">
            <a:extLst xmlns:a="http://schemas.openxmlformats.org/drawingml/2006/main">
              <a:ext uri="{FF2B5EF4-FFF2-40B4-BE49-F238E27FC236}">
                <a16:creationId xmlns:a16="http://schemas.microsoft.com/office/drawing/2014/main" id="{EFBA3EA0-309D-45EB-AEC6-E4A0D9F9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6" y="222386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2" name="p04-椭圆-0082">
            <a:extLst xmlns:a="http://schemas.openxmlformats.org/drawingml/2006/main">
              <a:ext uri="{FF2B5EF4-FFF2-40B4-BE49-F238E27FC236}">
                <a16:creationId xmlns:a16="http://schemas.microsoft.com/office/drawing/2014/main" id="{76F9D9B1-9064-407A-A419-9304634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222" y="27030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3" name="p04-椭圆-0083">
            <a:extLst xmlns:a="http://schemas.openxmlformats.org/drawingml/2006/main">
              <a:ext uri="{FF2B5EF4-FFF2-40B4-BE49-F238E27FC236}">
                <a16:creationId xmlns:a16="http://schemas.microsoft.com/office/drawing/2014/main" id="{F10D97AF-AA20-4B27-B0A2-CACA72E1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918" y="32993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4" name="p04-椭圆-0084">
            <a:extLst xmlns:a="http://schemas.openxmlformats.org/drawingml/2006/main">
              <a:ext uri="{FF2B5EF4-FFF2-40B4-BE49-F238E27FC236}">
                <a16:creationId xmlns:a16="http://schemas.microsoft.com/office/drawing/2014/main" id="{A415CA4D-0892-4084-ABE3-C43D5D25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914" y="254413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5" name="p04-椭圆-0085">
            <a:extLst xmlns:a="http://schemas.openxmlformats.org/drawingml/2006/main">
              <a:ext uri="{FF2B5EF4-FFF2-40B4-BE49-F238E27FC236}">
                <a16:creationId xmlns:a16="http://schemas.microsoft.com/office/drawing/2014/main" id="{7DBA230C-0745-4B49-84FF-B493F942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11" y="28481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6" name="p04-椭圆-0086">
            <a:extLst xmlns:a="http://schemas.openxmlformats.org/drawingml/2006/main">
              <a:ext uri="{FF2B5EF4-FFF2-40B4-BE49-F238E27FC236}">
                <a16:creationId xmlns:a16="http://schemas.microsoft.com/office/drawing/2014/main" id="{F02D2AB1-473B-46E5-88B6-3D3FCDBD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607" y="21964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7" name="p04-椭圆-0087">
            <a:extLst xmlns:a="http://schemas.openxmlformats.org/drawingml/2006/main">
              <a:ext uri="{FF2B5EF4-FFF2-40B4-BE49-F238E27FC236}">
                <a16:creationId xmlns:a16="http://schemas.microsoft.com/office/drawing/2014/main" id="{1BA297A2-E790-48A3-B2C0-8E0EE938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03" y="282144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04-椭圆-0088">
            <a:extLst xmlns:a="http://schemas.openxmlformats.org/drawingml/2006/main">
              <a:ext uri="{FF2B5EF4-FFF2-40B4-BE49-F238E27FC236}">
                <a16:creationId xmlns:a16="http://schemas.microsoft.com/office/drawing/2014/main" id="{EE048D03-8976-40B6-9E10-224FBC24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1999" y="311604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04-椭圆-0089">
            <a:extLst xmlns:a="http://schemas.openxmlformats.org/drawingml/2006/main">
              <a:ext uri="{FF2B5EF4-FFF2-40B4-BE49-F238E27FC236}">
                <a16:creationId xmlns:a16="http://schemas.microsoft.com/office/drawing/2014/main" id="{ED6EB462-F26F-402D-B966-66BF0CA5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995" y="226478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0" name="p04-椭圆-0090">
            <a:extLst xmlns:a="http://schemas.openxmlformats.org/drawingml/2006/main">
              <a:ext uri="{FF2B5EF4-FFF2-40B4-BE49-F238E27FC236}">
                <a16:creationId xmlns:a16="http://schemas.microsoft.com/office/drawing/2014/main" id="{ACE68E72-67BB-43EC-9B59-10221243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691" y="297815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1" name="p04-椭圆-0091">
            <a:extLst xmlns:a="http://schemas.openxmlformats.org/drawingml/2006/main">
              <a:ext uri="{FF2B5EF4-FFF2-40B4-BE49-F238E27FC236}">
                <a16:creationId xmlns:a16="http://schemas.microsoft.com/office/drawing/2014/main" id="{586FB074-12D0-4B11-96B6-655F328B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6687" y="21452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04-椭圆-0092">
            <a:extLst xmlns:a="http://schemas.openxmlformats.org/drawingml/2006/main">
              <a:ext uri="{FF2B5EF4-FFF2-40B4-BE49-F238E27FC236}">
                <a16:creationId xmlns:a16="http://schemas.microsoft.com/office/drawing/2014/main" id="{6A7BEB21-9629-4F23-8C8E-8F69121A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383" y="243256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04-椭圆-0093">
            <a:extLst xmlns:a="http://schemas.openxmlformats.org/drawingml/2006/main">
              <a:ext uri="{FF2B5EF4-FFF2-40B4-BE49-F238E27FC236}">
                <a16:creationId xmlns:a16="http://schemas.microsoft.com/office/drawing/2014/main" id="{A48E41DA-1239-4487-A8F9-E440678C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079" y="30420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4" name="p04-椭圆-0094">
            <a:extLst xmlns:a="http://schemas.openxmlformats.org/drawingml/2006/main">
              <a:ext uri="{FF2B5EF4-FFF2-40B4-BE49-F238E27FC236}">
                <a16:creationId xmlns:a16="http://schemas.microsoft.com/office/drawing/2014/main" id="{F474C946-BE0E-4C9E-9669-A4BCF543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2075" y="240380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5" name="p04-椭圆-0095">
            <a:extLst xmlns:a="http://schemas.openxmlformats.org/drawingml/2006/main">
              <a:ext uri="{FF2B5EF4-FFF2-40B4-BE49-F238E27FC236}">
                <a16:creationId xmlns:a16="http://schemas.microsoft.com/office/drawing/2014/main" id="{4DA1AB7B-F06E-488D-9161-F3D4F1BB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771" y="271796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04-椭圆-0096">
            <a:extLst xmlns:a="http://schemas.openxmlformats.org/drawingml/2006/main">
              <a:ext uri="{FF2B5EF4-FFF2-40B4-BE49-F238E27FC236}">
                <a16:creationId xmlns:a16="http://schemas.microsoft.com/office/drawing/2014/main" id="{5CD28079-69F0-4688-8A28-A7CBA513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9467" y="31221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04-椭圆-0097">
            <a:extLst xmlns:a="http://schemas.openxmlformats.org/drawingml/2006/main">
              <a:ext uri="{FF2B5EF4-FFF2-40B4-BE49-F238E27FC236}">
                <a16:creationId xmlns:a16="http://schemas.microsoft.com/office/drawing/2014/main" id="{ACB90CA8-87C5-4255-B060-05B7C737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463" y="253835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8" name="p04-椭圆-0098">
            <a:extLst xmlns:a="http://schemas.openxmlformats.org/drawingml/2006/main">
              <a:ext uri="{FF2B5EF4-FFF2-40B4-BE49-F238E27FC236}">
                <a16:creationId xmlns:a16="http://schemas.microsoft.com/office/drawing/2014/main" id="{E4E831A4-47F2-468E-A8EC-967906F9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159" y="30362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9" name="p04-椭圆-0099">
            <a:extLst xmlns:a="http://schemas.openxmlformats.org/drawingml/2006/main">
              <a:ext uri="{FF2B5EF4-FFF2-40B4-BE49-F238E27FC236}">
                <a16:creationId xmlns:a16="http://schemas.microsoft.com/office/drawing/2014/main" id="{BFF8B182-3014-499D-818E-A5DCBB17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4155" y="20847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04-椭圆-0100">
            <a:extLst xmlns:a="http://schemas.openxmlformats.org/drawingml/2006/main">
              <a:ext uri="{FF2B5EF4-FFF2-40B4-BE49-F238E27FC236}">
                <a16:creationId xmlns:a16="http://schemas.microsoft.com/office/drawing/2014/main" id="{44F96AEE-5145-4F62-BA8C-E9257447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2851" y="259608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1" name="p04-椭圆-0101">
            <a:extLst xmlns:a="http://schemas.openxmlformats.org/drawingml/2006/main">
              <a:ext uri="{FF2B5EF4-FFF2-40B4-BE49-F238E27FC236}">
                <a16:creationId xmlns:a16="http://schemas.microsoft.com/office/drawing/2014/main" id="{59F81726-E112-46FB-8788-048501F3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547" y="32739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2" name="p04-椭圆-0102">
            <a:extLst xmlns:a="http://schemas.openxmlformats.org/drawingml/2006/main">
              <a:ext uri="{FF2B5EF4-FFF2-40B4-BE49-F238E27FC236}">
                <a16:creationId xmlns:a16="http://schemas.microsoft.com/office/drawing/2014/main" id="{6C4D3D2A-704B-4A7D-A4D3-F401DB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543" y="23210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3" name="p04-椭圆-0103">
            <a:extLst xmlns:a="http://schemas.openxmlformats.org/drawingml/2006/main">
              <a:ext uri="{FF2B5EF4-FFF2-40B4-BE49-F238E27FC236}">
                <a16:creationId xmlns:a16="http://schemas.microsoft.com/office/drawing/2014/main" id="{110660A0-C0E0-414B-AEF7-9054EF16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8239" y="26913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04-椭圆-0104">
            <a:extLst xmlns:a="http://schemas.openxmlformats.org/drawingml/2006/main">
              <a:ext uri="{FF2B5EF4-FFF2-40B4-BE49-F238E27FC236}">
                <a16:creationId xmlns:a16="http://schemas.microsoft.com/office/drawing/2014/main" id="{AC92F55D-1EF3-4560-BB8E-D5071923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935" y="32993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5" name="p04-椭圆-0105">
            <a:extLst xmlns:a="http://schemas.openxmlformats.org/drawingml/2006/main">
              <a:ext uri="{FF2B5EF4-FFF2-40B4-BE49-F238E27FC236}">
                <a16:creationId xmlns:a16="http://schemas.microsoft.com/office/drawing/2014/main" id="{D335DF2A-00DA-4FEC-A404-F03A4F2E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931" y="263225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6" name="p04-椭圆-0106">
            <a:extLst xmlns:a="http://schemas.openxmlformats.org/drawingml/2006/main">
              <a:ext uri="{FF2B5EF4-FFF2-40B4-BE49-F238E27FC236}">
                <a16:creationId xmlns:a16="http://schemas.microsoft.com/office/drawing/2014/main" id="{C7CB87A8-B758-4420-90F2-EFEAC9E1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627" y="29058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7" name="p04-椭圆-0107">
            <a:extLst xmlns:a="http://schemas.openxmlformats.org/drawingml/2006/main">
              <a:ext uri="{FF2B5EF4-FFF2-40B4-BE49-F238E27FC236}">
                <a16:creationId xmlns:a16="http://schemas.microsoft.com/office/drawing/2014/main" id="{E869EC0F-55C4-40E2-AF89-41845E43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623" y="21514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8" name="p04-椭圆-0108">
            <a:extLst xmlns:a="http://schemas.openxmlformats.org/drawingml/2006/main">
              <a:ext uri="{FF2B5EF4-FFF2-40B4-BE49-F238E27FC236}">
                <a16:creationId xmlns:a16="http://schemas.microsoft.com/office/drawing/2014/main" id="{11674A3B-82F4-432F-9002-C030A12F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0319" y="284749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04-椭圆-0109">
            <a:extLst xmlns:a="http://schemas.openxmlformats.org/drawingml/2006/main">
              <a:ext uri="{FF2B5EF4-FFF2-40B4-BE49-F238E27FC236}">
                <a16:creationId xmlns:a16="http://schemas.microsoft.com/office/drawing/2014/main" id="{A0E5F80F-4BC6-45AA-BC5A-5580381F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015" y="321669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0" name="p04-椭圆-0110">
            <a:extLst xmlns:a="http://schemas.openxmlformats.org/drawingml/2006/main">
              <a:ext uri="{FF2B5EF4-FFF2-40B4-BE49-F238E27FC236}">
                <a16:creationId xmlns:a16="http://schemas.microsoft.com/office/drawing/2014/main" id="{92D5EEE2-9F84-4841-8E4A-2C1A12C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011" y="226480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1" name="p04-椭圆-0111">
            <a:extLst xmlns:a="http://schemas.openxmlformats.org/drawingml/2006/main">
              <a:ext uri="{FF2B5EF4-FFF2-40B4-BE49-F238E27FC236}">
                <a16:creationId xmlns:a16="http://schemas.microsoft.com/office/drawing/2014/main" id="{B6835F11-0274-4F13-B43D-B5828354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5707" y="294339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04-椭圆-0112">
            <a:extLst xmlns:a="http://schemas.openxmlformats.org/drawingml/2006/main">
              <a:ext uri="{FF2B5EF4-FFF2-40B4-BE49-F238E27FC236}">
                <a16:creationId xmlns:a16="http://schemas.microsoft.com/office/drawing/2014/main" id="{AEB07C65-CE1C-47B3-8D43-2DA76F96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3703" y="222485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3" name="p04-椭圆-0113">
            <a:extLst xmlns:a="http://schemas.openxmlformats.org/drawingml/2006/main">
              <a:ext uri="{FF2B5EF4-FFF2-40B4-BE49-F238E27FC236}">
                <a16:creationId xmlns:a16="http://schemas.microsoft.com/office/drawing/2014/main" id="{D4A568F9-9EE6-4F13-81DC-A8C7D79C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399" y="25017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4" name="p04-椭圆-0114">
            <a:extLst xmlns:a="http://schemas.openxmlformats.org/drawingml/2006/main">
              <a:ext uri="{FF2B5EF4-FFF2-40B4-BE49-F238E27FC236}">
                <a16:creationId xmlns:a16="http://schemas.microsoft.com/office/drawing/2014/main" id="{825818E8-6C6F-4A6A-80E2-64F1A47F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95" y="30009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5" name="p04-文本-0115">
            <a:extLst xmlns:a="http://schemas.openxmlformats.org/drawingml/2006/main">
              <a:ext uri="{FF2B5EF4-FFF2-40B4-BE49-F238E27FC236}">
                <a16:creationId xmlns:a16="http://schemas.microsoft.com/office/drawing/2014/main" id="{38222C81-82B0-4E29-9324-3DB41EAB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446588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16" name="p04-文本-0116">
            <a:extLst xmlns:a="http://schemas.openxmlformats.org/drawingml/2006/main">
              <a:ext uri="{FF2B5EF4-FFF2-40B4-BE49-F238E27FC236}">
                <a16:creationId xmlns:a16="http://schemas.microsoft.com/office/drawing/2014/main" id="{72499B3E-5A9F-4706-9427-87BB6091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401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17" name="p04-文本-0117">
            <a:extLst xmlns:a="http://schemas.openxmlformats.org/drawingml/2006/main">
              <a:ext uri="{FF2B5EF4-FFF2-40B4-BE49-F238E27FC236}">
                <a16:creationId xmlns:a16="http://schemas.microsoft.com/office/drawing/2014/main" id="{8F488080-622D-440A-9B2E-C0D44D5E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7433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关联结构与响应</a:t>
            </a:r>
          </a:p>
        </p:txBody>
      </p:sp>
      <p:sp>
        <p:nvSpPr>
          <p:cNvPr id="118" name="p04-文本-0118">
            <a:extLst xmlns:a="http://schemas.openxmlformats.org/drawingml/2006/main">
              <a:ext uri="{FF2B5EF4-FFF2-40B4-BE49-F238E27FC236}">
                <a16:creationId xmlns:a16="http://schemas.microsoft.com/office/drawing/2014/main" id="{C1F2E84E-6B25-4493-B6F9-23661994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4103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记录模型适用范围</a:t>
            </a:r>
          </a:p>
        </p:txBody>
      </p:sp>
      <p:sp>
        <p:nvSpPr>
          <p:cNvPr id="119" name="p04-文本-0119">
            <a:extLst xmlns:a="http://schemas.openxmlformats.org/drawingml/2006/main">
              <a:ext uri="{FF2B5EF4-FFF2-40B4-BE49-F238E27FC236}">
                <a16:creationId xmlns:a16="http://schemas.microsoft.com/office/drawing/2014/main" id="{3D462062-3813-402A-BB0C-730A41D4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2795" y="49419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提出待检验假设</a:t>
            </a:r>
          </a:p>
        </p:txBody>
      </p:sp>
      <p:sp>
        <p:nvSpPr>
          <p:cNvPr id="120" name="p04-矩形-0120">
            <a:extLst xmlns:a="http://schemas.openxmlformats.org/drawingml/2006/main">
              <a:ext uri="{FF2B5EF4-FFF2-40B4-BE49-F238E27FC236}">
                <a16:creationId xmlns:a16="http://schemas.microsoft.com/office/drawing/2014/main" id="{CAF9EB8F-04B1-46B9-9247-A0FBFDC4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33525"/>
            <a:ext cx="2476500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21" name="p04-矩形-0121">
            <a:extLst xmlns:a="http://schemas.openxmlformats.org/drawingml/2006/main">
              <a:ext uri="{FF2B5EF4-FFF2-40B4-BE49-F238E27FC236}">
                <a16:creationId xmlns:a16="http://schemas.microsoft.com/office/drawing/2014/main" id="{D61F47EC-95B4-47AB-894B-406D653E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335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2" name="p04-文本-0122">
            <a:extLst xmlns:a="http://schemas.openxmlformats.org/drawingml/2006/main">
              <a:ext uri="{FF2B5EF4-FFF2-40B4-BE49-F238E27FC236}">
                <a16:creationId xmlns:a16="http://schemas.microsoft.com/office/drawing/2014/main" id="{A94FA3DD-309A-4432-A2D5-D52DD17E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5447" y="15550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独立验证</a:t>
            </a:r>
          </a:p>
        </p:txBody>
      </p:sp>
      <p:sp>
        <p:nvSpPr>
          <p:cNvPr id="123" name="p04-矩形-0123">
            <a:extLst xmlns:a="http://schemas.openxmlformats.org/drawingml/2006/main">
              <a:ext uri="{FF2B5EF4-FFF2-40B4-BE49-F238E27FC236}">
                <a16:creationId xmlns:a16="http://schemas.microsoft.com/office/drawing/2014/main" id="{ADD48C9F-6B3D-422B-BE3A-D7D8ABC3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76450"/>
            <a:ext cx="2019300" cy="1292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124" name="p04-椭圆-0124">
            <a:extLst xmlns:a="http://schemas.openxmlformats.org/drawingml/2006/main">
              <a:ext uri="{FF2B5EF4-FFF2-40B4-BE49-F238E27FC236}">
                <a16:creationId xmlns:a16="http://schemas.microsoft.com/office/drawing/2014/main" id="{8DC9FEF5-0A40-4A67-9B85-EC666868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25" name="p04-椭圆-0125">
            <a:extLst xmlns:a="http://schemas.openxmlformats.org/drawingml/2006/main">
              <a:ext uri="{FF2B5EF4-FFF2-40B4-BE49-F238E27FC236}">
                <a16:creationId xmlns:a16="http://schemas.microsoft.com/office/drawing/2014/main" id="{5B2B50ED-83A0-4CAD-905D-4468F285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26" name="p04-椭圆-0126">
            <a:extLst xmlns:a="http://schemas.openxmlformats.org/drawingml/2006/main">
              <a:ext uri="{FF2B5EF4-FFF2-40B4-BE49-F238E27FC236}">
                <a16:creationId xmlns:a16="http://schemas.microsoft.com/office/drawing/2014/main" id="{C775ED38-1B48-411F-A956-B5560038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27" name="p04-椭圆-0127">
            <a:extLst xmlns:a="http://schemas.openxmlformats.org/drawingml/2006/main">
              <a:ext uri="{FF2B5EF4-FFF2-40B4-BE49-F238E27FC236}">
                <a16:creationId xmlns:a16="http://schemas.microsoft.com/office/drawing/2014/main" id="{91AEE956-522D-471D-8144-B2202A4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28" name="p04-椭圆-0128">
            <a:extLst xmlns:a="http://schemas.openxmlformats.org/drawingml/2006/main">
              <a:ext uri="{FF2B5EF4-FFF2-40B4-BE49-F238E27FC236}">
                <a16:creationId xmlns:a16="http://schemas.microsoft.com/office/drawing/2014/main" id="{6DB46D6C-9C63-4B00-8A48-53D195A6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29" name="p04-椭圆-0129">
            <a:extLst xmlns:a="http://schemas.openxmlformats.org/drawingml/2006/main">
              <a:ext uri="{FF2B5EF4-FFF2-40B4-BE49-F238E27FC236}">
                <a16:creationId xmlns:a16="http://schemas.microsoft.com/office/drawing/2014/main" id="{BAD2D6AC-8C24-4652-BFA0-058E6845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30" name="p04-椭圆-0130">
            <a:extLst xmlns:a="http://schemas.openxmlformats.org/drawingml/2006/main">
              <a:ext uri="{FF2B5EF4-FFF2-40B4-BE49-F238E27FC236}">
                <a16:creationId xmlns:a16="http://schemas.microsoft.com/office/drawing/2014/main" id="{4D313FB8-03A0-45EF-A74E-72ED18AA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31" name="p04-椭圆-0131">
            <a:extLst xmlns:a="http://schemas.openxmlformats.org/drawingml/2006/main">
              <a:ext uri="{FF2B5EF4-FFF2-40B4-BE49-F238E27FC236}">
                <a16:creationId xmlns:a16="http://schemas.microsoft.com/office/drawing/2014/main" id="{8BD26C1B-D418-4713-B703-3FD8800B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32" name="p04-椭圆-0132">
            <a:extLst xmlns:a="http://schemas.openxmlformats.org/drawingml/2006/main">
              <a:ext uri="{FF2B5EF4-FFF2-40B4-BE49-F238E27FC236}">
                <a16:creationId xmlns:a16="http://schemas.microsoft.com/office/drawing/2014/main" id="{ADDE132E-488A-46C0-A82E-2C05647E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33" name="p04-椭圆-0133">
            <a:extLst xmlns:a="http://schemas.openxmlformats.org/drawingml/2006/main">
              <a:ext uri="{FF2B5EF4-FFF2-40B4-BE49-F238E27FC236}">
                <a16:creationId xmlns:a16="http://schemas.microsoft.com/office/drawing/2014/main" id="{3C6A225A-6BA7-4603-A2F7-2A7CE927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4" name="p04-椭圆-0134">
            <a:extLst xmlns:a="http://schemas.openxmlformats.org/drawingml/2006/main">
              <a:ext uri="{FF2B5EF4-FFF2-40B4-BE49-F238E27FC236}">
                <a16:creationId xmlns:a16="http://schemas.microsoft.com/office/drawing/2014/main" id="{D1E81BD7-397A-40F8-8C5A-1FB9575B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5" name="p04-椭圆-0135">
            <a:extLst xmlns:a="http://schemas.openxmlformats.org/drawingml/2006/main">
              <a:ext uri="{FF2B5EF4-FFF2-40B4-BE49-F238E27FC236}">
                <a16:creationId xmlns:a16="http://schemas.microsoft.com/office/drawing/2014/main" id="{476E6DD4-B410-4E1B-BACC-C67EB0D3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16128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6" name="p04-椭圆-0136">
            <a:extLst xmlns:a="http://schemas.openxmlformats.org/drawingml/2006/main">
              <a:ext uri="{FF2B5EF4-FFF2-40B4-BE49-F238E27FC236}">
                <a16:creationId xmlns:a16="http://schemas.microsoft.com/office/drawing/2014/main" id="{19C07606-CCDE-4182-B7CB-C35E2320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7" name="p04-椭圆-0137">
            <a:extLst xmlns:a="http://schemas.openxmlformats.org/drawingml/2006/main">
              <a:ext uri="{FF2B5EF4-FFF2-40B4-BE49-F238E27FC236}">
                <a16:creationId xmlns:a16="http://schemas.microsoft.com/office/drawing/2014/main" id="{647A90DF-ECA8-4002-A219-B025EDAB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8" name="p04-椭圆-0138">
            <a:extLst xmlns:a="http://schemas.openxmlformats.org/drawingml/2006/main">
              <a:ext uri="{FF2B5EF4-FFF2-40B4-BE49-F238E27FC236}">
                <a16:creationId xmlns:a16="http://schemas.microsoft.com/office/drawing/2014/main" id="{B6544799-21DF-4F9A-B665-46D09FA0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39" name="p04-椭圆-0139">
            <a:extLst xmlns:a="http://schemas.openxmlformats.org/drawingml/2006/main">
              <a:ext uri="{FF2B5EF4-FFF2-40B4-BE49-F238E27FC236}">
                <a16:creationId xmlns:a16="http://schemas.microsoft.com/office/drawing/2014/main" id="{7BD7208F-5B8A-4E55-8DA5-C1BB473E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40" name="p04-椭圆-0140">
            <a:extLst xmlns:a="http://schemas.openxmlformats.org/drawingml/2006/main">
              <a:ext uri="{FF2B5EF4-FFF2-40B4-BE49-F238E27FC236}">
                <a16:creationId xmlns:a16="http://schemas.microsoft.com/office/drawing/2014/main" id="{F560B22E-CCBF-4D20-9514-83B57900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1" name="p04-椭圆-0141">
            <a:extLst xmlns:a="http://schemas.openxmlformats.org/drawingml/2006/main">
              <a:ext uri="{FF2B5EF4-FFF2-40B4-BE49-F238E27FC236}">
                <a16:creationId xmlns:a16="http://schemas.microsoft.com/office/drawing/2014/main" id="{93D05112-DDCD-4ABD-86D4-E86C259D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2" name="p04-椭圆-0142">
            <a:extLst xmlns:a="http://schemas.openxmlformats.org/drawingml/2006/main">
              <a:ext uri="{FF2B5EF4-FFF2-40B4-BE49-F238E27FC236}">
                <a16:creationId xmlns:a16="http://schemas.microsoft.com/office/drawing/2014/main" id="{D8072DD0-723D-4E91-80CD-7E0521FF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3" name="p04-椭圆-0143">
            <a:extLst xmlns:a="http://schemas.openxmlformats.org/drawingml/2006/main">
              <a:ext uri="{FF2B5EF4-FFF2-40B4-BE49-F238E27FC236}">
                <a16:creationId xmlns:a16="http://schemas.microsoft.com/office/drawing/2014/main" id="{4E3B73D6-AE4C-44F6-91EE-760065A5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44" name="p04-椭圆-0144">
            <a:extLst xmlns:a="http://schemas.openxmlformats.org/drawingml/2006/main">
              <a:ext uri="{FF2B5EF4-FFF2-40B4-BE49-F238E27FC236}">
                <a16:creationId xmlns:a16="http://schemas.microsoft.com/office/drawing/2014/main" id="{2943DBB1-01E6-420F-AAA1-91942445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5" name="p04-椭圆-0145">
            <a:extLst xmlns:a="http://schemas.openxmlformats.org/drawingml/2006/main">
              <a:ext uri="{FF2B5EF4-FFF2-40B4-BE49-F238E27FC236}">
                <a16:creationId xmlns:a16="http://schemas.microsoft.com/office/drawing/2014/main" id="{A2621B14-C14D-47E2-9455-224D626E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6" name="p04-椭圆-0146">
            <a:extLst xmlns:a="http://schemas.openxmlformats.org/drawingml/2006/main">
              <a:ext uri="{FF2B5EF4-FFF2-40B4-BE49-F238E27FC236}">
                <a16:creationId xmlns:a16="http://schemas.microsoft.com/office/drawing/2014/main" id="{18DA6875-4051-4FD7-8B11-296FE2A9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7" name="p04-椭圆-0147">
            <a:extLst xmlns:a="http://schemas.openxmlformats.org/drawingml/2006/main">
              <a:ext uri="{FF2B5EF4-FFF2-40B4-BE49-F238E27FC236}">
                <a16:creationId xmlns:a16="http://schemas.microsoft.com/office/drawing/2014/main" id="{BE1511BD-810F-441A-A60F-4E7845DA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304862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48" name="p04-椭圆-0148">
            <a:extLst xmlns:a="http://schemas.openxmlformats.org/drawingml/2006/main">
              <a:ext uri="{FF2B5EF4-FFF2-40B4-BE49-F238E27FC236}">
                <a16:creationId xmlns:a16="http://schemas.microsoft.com/office/drawing/2014/main" id="{0124ACCE-BB11-4FCC-AA84-6B7F366B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9" name="p04-椭圆-0149">
            <a:extLst xmlns:a="http://schemas.openxmlformats.org/drawingml/2006/main">
              <a:ext uri="{FF2B5EF4-FFF2-40B4-BE49-F238E27FC236}">
                <a16:creationId xmlns:a16="http://schemas.microsoft.com/office/drawing/2014/main" id="{130F1EAF-2AFD-4BC7-A6D5-83511248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0" name="p04-椭圆-0150">
            <a:extLst xmlns:a="http://schemas.openxmlformats.org/drawingml/2006/main">
              <a:ext uri="{FF2B5EF4-FFF2-40B4-BE49-F238E27FC236}">
                <a16:creationId xmlns:a16="http://schemas.microsoft.com/office/drawing/2014/main" id="{B604768B-2EA1-47F1-8942-B0224E62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1" name="p04-椭圆-0151">
            <a:extLst xmlns:a="http://schemas.openxmlformats.org/drawingml/2006/main">
              <a:ext uri="{FF2B5EF4-FFF2-40B4-BE49-F238E27FC236}">
                <a16:creationId xmlns:a16="http://schemas.microsoft.com/office/drawing/2014/main" id="{6FC70C7C-5FBD-4C64-B45F-9A2D12B3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52" name="p04-椭圆-0152">
            <a:extLst xmlns:a="http://schemas.openxmlformats.org/drawingml/2006/main">
              <a:ext uri="{FF2B5EF4-FFF2-40B4-BE49-F238E27FC236}">
                <a16:creationId xmlns:a16="http://schemas.microsoft.com/office/drawing/2014/main" id="{E24DFBF8-8BCD-4725-905D-FD6E8838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3" name="p04-椭圆-0153">
            <a:extLst xmlns:a="http://schemas.openxmlformats.org/drawingml/2006/main">
              <a:ext uri="{FF2B5EF4-FFF2-40B4-BE49-F238E27FC236}">
                <a16:creationId xmlns:a16="http://schemas.microsoft.com/office/drawing/2014/main" id="{B1071883-5926-4862-9209-F0C663FD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4" name="p04-椭圆-0154">
            <a:extLst xmlns:a="http://schemas.openxmlformats.org/drawingml/2006/main">
              <a:ext uri="{FF2B5EF4-FFF2-40B4-BE49-F238E27FC236}">
                <a16:creationId xmlns:a16="http://schemas.microsoft.com/office/drawing/2014/main" id="{D05BD997-631E-4B68-BF36-76CF1B43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55" name="p04-椭圆-0155">
            <a:extLst xmlns:a="http://schemas.openxmlformats.org/drawingml/2006/main">
              <a:ext uri="{FF2B5EF4-FFF2-40B4-BE49-F238E27FC236}">
                <a16:creationId xmlns:a16="http://schemas.microsoft.com/office/drawing/2014/main" id="{1F5A7400-F3E3-45E5-B6DC-6E3307CA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6" name="p04-椭圆-0156">
            <a:extLst xmlns:a="http://schemas.openxmlformats.org/drawingml/2006/main">
              <a:ext uri="{FF2B5EF4-FFF2-40B4-BE49-F238E27FC236}">
                <a16:creationId xmlns:a16="http://schemas.microsoft.com/office/drawing/2014/main" id="{28C1D430-234A-430A-A517-57AB58FD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7" name="p04-椭圆-0157">
            <a:extLst xmlns:a="http://schemas.openxmlformats.org/drawingml/2006/main">
              <a:ext uri="{FF2B5EF4-FFF2-40B4-BE49-F238E27FC236}">
                <a16:creationId xmlns:a16="http://schemas.microsoft.com/office/drawing/2014/main" id="{8B6D885D-077D-490E-9CB4-AE12FD66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8" name="p04-椭圆-0158">
            <a:extLst xmlns:a="http://schemas.openxmlformats.org/drawingml/2006/main">
              <a:ext uri="{FF2B5EF4-FFF2-40B4-BE49-F238E27FC236}">
                <a16:creationId xmlns:a16="http://schemas.microsoft.com/office/drawing/2014/main" id="{F8EF8C15-6881-4DA2-A8E6-28D7CEA0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9" name="p04-椭圆-0159">
            <a:extLst xmlns:a="http://schemas.openxmlformats.org/drawingml/2006/main">
              <a:ext uri="{FF2B5EF4-FFF2-40B4-BE49-F238E27FC236}">
                <a16:creationId xmlns:a16="http://schemas.microsoft.com/office/drawing/2014/main" id="{5CF9BDD4-759C-4D8D-8284-373F1110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44843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0" name="p04-椭圆-0160">
            <a:extLst xmlns:a="http://schemas.openxmlformats.org/drawingml/2006/main">
              <a:ext uri="{FF2B5EF4-FFF2-40B4-BE49-F238E27FC236}">
                <a16:creationId xmlns:a16="http://schemas.microsoft.com/office/drawing/2014/main" id="{5E0E94F3-2F31-4425-BF4A-410C4BC2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1" name="p04-椭圆-0161">
            <a:extLst xmlns:a="http://schemas.openxmlformats.org/drawingml/2006/main">
              <a:ext uri="{FF2B5EF4-FFF2-40B4-BE49-F238E27FC236}">
                <a16:creationId xmlns:a16="http://schemas.microsoft.com/office/drawing/2014/main" id="{28E0C769-DABE-4D9B-9626-AA6A87DD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2" name="p04-椭圆-0162">
            <a:extLst xmlns:a="http://schemas.openxmlformats.org/drawingml/2006/main">
              <a:ext uri="{FF2B5EF4-FFF2-40B4-BE49-F238E27FC236}">
                <a16:creationId xmlns:a16="http://schemas.microsoft.com/office/drawing/2014/main" id="{0B453767-7857-4383-BDF9-56F25690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63" name="p04-椭圆-0163">
            <a:extLst xmlns:a="http://schemas.openxmlformats.org/drawingml/2006/main">
              <a:ext uri="{FF2B5EF4-FFF2-40B4-BE49-F238E27FC236}">
                <a16:creationId xmlns:a16="http://schemas.microsoft.com/office/drawing/2014/main" id="{C9F0E078-A07C-4B2B-A0F6-7750B92B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4" name="p04-椭圆-0164">
            <a:extLst xmlns:a="http://schemas.openxmlformats.org/drawingml/2006/main">
              <a:ext uri="{FF2B5EF4-FFF2-40B4-BE49-F238E27FC236}">
                <a16:creationId xmlns:a16="http://schemas.microsoft.com/office/drawing/2014/main" id="{10848CFB-D56F-4B1E-A5DC-47AF96B1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5" name="p04-椭圆-0165">
            <a:extLst xmlns:a="http://schemas.openxmlformats.org/drawingml/2006/main">
              <a:ext uri="{FF2B5EF4-FFF2-40B4-BE49-F238E27FC236}">
                <a16:creationId xmlns:a16="http://schemas.microsoft.com/office/drawing/2014/main" id="{9B1E36F4-5C15-4F56-922C-18C1E6AA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66" name="p04-椭圆-0166">
            <a:extLst xmlns:a="http://schemas.openxmlformats.org/drawingml/2006/main">
              <a:ext uri="{FF2B5EF4-FFF2-40B4-BE49-F238E27FC236}">
                <a16:creationId xmlns:a16="http://schemas.microsoft.com/office/drawing/2014/main" id="{EE3209C7-98BB-4B48-8F28-79602B1F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67" name="p04-椭圆-0167">
            <a:extLst xmlns:a="http://schemas.openxmlformats.org/drawingml/2006/main">
              <a:ext uri="{FF2B5EF4-FFF2-40B4-BE49-F238E27FC236}">
                <a16:creationId xmlns:a16="http://schemas.microsoft.com/office/drawing/2014/main" id="{9111BFAE-2DC7-470A-A7F4-FABDCB73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8" name="p04-椭圆-0168">
            <a:extLst xmlns:a="http://schemas.openxmlformats.org/drawingml/2006/main">
              <a:ext uri="{FF2B5EF4-FFF2-40B4-BE49-F238E27FC236}">
                <a16:creationId xmlns:a16="http://schemas.microsoft.com/office/drawing/2014/main" id="{3EEE6E61-A284-497A-938C-097EED1B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9" name="p04-椭圆-0169">
            <a:extLst xmlns:a="http://schemas.openxmlformats.org/drawingml/2006/main">
              <a:ext uri="{FF2B5EF4-FFF2-40B4-BE49-F238E27FC236}">
                <a16:creationId xmlns:a16="http://schemas.microsoft.com/office/drawing/2014/main" id="{E10ADED6-7985-4B42-9C4A-E0A28E7B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0" name="p04-椭圆-0170">
            <a:extLst xmlns:a="http://schemas.openxmlformats.org/drawingml/2006/main">
              <a:ext uri="{FF2B5EF4-FFF2-40B4-BE49-F238E27FC236}">
                <a16:creationId xmlns:a16="http://schemas.microsoft.com/office/drawing/2014/main" id="{BBBDFD04-8883-4413-A547-8313F76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71" name="p04-椭圆-0171">
            <a:extLst xmlns:a="http://schemas.openxmlformats.org/drawingml/2006/main">
              <a:ext uri="{FF2B5EF4-FFF2-40B4-BE49-F238E27FC236}">
                <a16:creationId xmlns:a16="http://schemas.microsoft.com/office/drawing/2014/main" id="{2B785DBF-E3A1-4E5A-840C-2D989686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592009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2" name="p04-椭圆-0172">
            <a:extLst xmlns:a="http://schemas.openxmlformats.org/drawingml/2006/main">
              <a:ext uri="{FF2B5EF4-FFF2-40B4-BE49-F238E27FC236}">
                <a16:creationId xmlns:a16="http://schemas.microsoft.com/office/drawing/2014/main" id="{C7516C93-8217-4B48-A711-C1FA9F0F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3" name="p04-椭圆-0173">
            <a:extLst xmlns:a="http://schemas.openxmlformats.org/drawingml/2006/main">
              <a:ext uri="{FF2B5EF4-FFF2-40B4-BE49-F238E27FC236}">
                <a16:creationId xmlns:a16="http://schemas.microsoft.com/office/drawing/2014/main" id="{1195841D-8405-4D5A-BFC7-6FBC0B55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74" name="p04-椭圆-0174">
            <a:extLst xmlns:a="http://schemas.openxmlformats.org/drawingml/2006/main">
              <a:ext uri="{FF2B5EF4-FFF2-40B4-BE49-F238E27FC236}">
                <a16:creationId xmlns:a16="http://schemas.microsoft.com/office/drawing/2014/main" id="{A2E08CF1-F14A-46AD-9E7E-BBEA251E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5" name="p04-椭圆-0175">
            <a:extLst xmlns:a="http://schemas.openxmlformats.org/drawingml/2006/main">
              <a:ext uri="{FF2B5EF4-FFF2-40B4-BE49-F238E27FC236}">
                <a16:creationId xmlns:a16="http://schemas.microsoft.com/office/drawing/2014/main" id="{26C6740C-164F-494C-A2E3-068594DB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6" name="p04-椭圆-0176">
            <a:extLst xmlns:a="http://schemas.openxmlformats.org/drawingml/2006/main">
              <a:ext uri="{FF2B5EF4-FFF2-40B4-BE49-F238E27FC236}">
                <a16:creationId xmlns:a16="http://schemas.microsoft.com/office/drawing/2014/main" id="{DC964FB2-965A-4F64-A812-47631826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7" name="p04-椭圆-0177">
            <a:extLst xmlns:a="http://schemas.openxmlformats.org/drawingml/2006/main">
              <a:ext uri="{FF2B5EF4-FFF2-40B4-BE49-F238E27FC236}">
                <a16:creationId xmlns:a16="http://schemas.microsoft.com/office/drawing/2014/main" id="{C8ACF871-88C5-4276-B12E-124FBF98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8" name="p04-椭圆-0178">
            <a:extLst xmlns:a="http://schemas.openxmlformats.org/drawingml/2006/main">
              <a:ext uri="{FF2B5EF4-FFF2-40B4-BE49-F238E27FC236}">
                <a16:creationId xmlns:a16="http://schemas.microsoft.com/office/drawing/2014/main" id="{BEC040C0-0E0B-402B-AEBB-E1E95585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9" name="p04-椭圆-0179">
            <a:extLst xmlns:a="http://schemas.openxmlformats.org/drawingml/2006/main">
              <a:ext uri="{FF2B5EF4-FFF2-40B4-BE49-F238E27FC236}">
                <a16:creationId xmlns:a16="http://schemas.microsoft.com/office/drawing/2014/main" id="{A18D342C-C4C2-42CC-87BA-177959DA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0" name="p04-椭圆-0180">
            <a:extLst xmlns:a="http://schemas.openxmlformats.org/drawingml/2006/main">
              <a:ext uri="{FF2B5EF4-FFF2-40B4-BE49-F238E27FC236}">
                <a16:creationId xmlns:a16="http://schemas.microsoft.com/office/drawing/2014/main" id="{EE3092C3-4224-4103-B6C1-211874B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1" name="p04-椭圆-0181">
            <a:extLst xmlns:a="http://schemas.openxmlformats.org/drawingml/2006/main">
              <a:ext uri="{FF2B5EF4-FFF2-40B4-BE49-F238E27FC236}">
                <a16:creationId xmlns:a16="http://schemas.microsoft.com/office/drawing/2014/main" id="{5EB65FD2-DA75-425E-995A-BC87E4E9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2" name="p04-椭圆-0182">
            <a:extLst xmlns:a="http://schemas.openxmlformats.org/drawingml/2006/main">
              <a:ext uri="{FF2B5EF4-FFF2-40B4-BE49-F238E27FC236}">
                <a16:creationId xmlns:a16="http://schemas.microsoft.com/office/drawing/2014/main" id="{42C28635-CF1B-4063-A706-302E186D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3" name="p04-椭圆-0183">
            <a:extLst xmlns:a="http://schemas.openxmlformats.org/drawingml/2006/main">
              <a:ext uri="{FF2B5EF4-FFF2-40B4-BE49-F238E27FC236}">
                <a16:creationId xmlns:a16="http://schemas.microsoft.com/office/drawing/2014/main" id="{AB3B5E84-816B-4EED-8361-2642279A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73558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4" name="p04-椭圆-0184">
            <a:extLst xmlns:a="http://schemas.openxmlformats.org/drawingml/2006/main">
              <a:ext uri="{FF2B5EF4-FFF2-40B4-BE49-F238E27FC236}">
                <a16:creationId xmlns:a16="http://schemas.microsoft.com/office/drawing/2014/main" id="{1F2280F1-8544-4FDD-85FE-E4A18BF6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85" name="p04-椭圆-0185">
            <a:extLst xmlns:a="http://schemas.openxmlformats.org/drawingml/2006/main">
              <a:ext uri="{FF2B5EF4-FFF2-40B4-BE49-F238E27FC236}">
                <a16:creationId xmlns:a16="http://schemas.microsoft.com/office/drawing/2014/main" id="{9941DC30-CC2A-4AA6-B648-E417EE95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6" name="p04-椭圆-0186">
            <a:extLst xmlns:a="http://schemas.openxmlformats.org/drawingml/2006/main">
              <a:ext uri="{FF2B5EF4-FFF2-40B4-BE49-F238E27FC236}">
                <a16:creationId xmlns:a16="http://schemas.microsoft.com/office/drawing/2014/main" id="{71B0F2F4-A6E3-4DD3-8CBE-71146B69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7" name="p04-椭圆-0187">
            <a:extLst xmlns:a="http://schemas.openxmlformats.org/drawingml/2006/main">
              <a:ext uri="{FF2B5EF4-FFF2-40B4-BE49-F238E27FC236}">
                <a16:creationId xmlns:a16="http://schemas.microsoft.com/office/drawing/2014/main" id="{8241480E-C400-4F1B-8740-9AFA1AEA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8" name="p04-椭圆-0188">
            <a:extLst xmlns:a="http://schemas.openxmlformats.org/drawingml/2006/main">
              <a:ext uri="{FF2B5EF4-FFF2-40B4-BE49-F238E27FC236}">
                <a16:creationId xmlns:a16="http://schemas.microsoft.com/office/drawing/2014/main" id="{3DDE4878-9197-403D-A3D6-5DEA8435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9" name="p04-椭圆-0189">
            <a:extLst xmlns:a="http://schemas.openxmlformats.org/drawingml/2006/main">
              <a:ext uri="{FF2B5EF4-FFF2-40B4-BE49-F238E27FC236}">
                <a16:creationId xmlns:a16="http://schemas.microsoft.com/office/drawing/2014/main" id="{F902CBC3-DA2E-4CA5-B6FE-D50B891D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0" name="p04-椭圆-0190">
            <a:extLst xmlns:a="http://schemas.openxmlformats.org/drawingml/2006/main">
              <a:ext uri="{FF2B5EF4-FFF2-40B4-BE49-F238E27FC236}">
                <a16:creationId xmlns:a16="http://schemas.microsoft.com/office/drawing/2014/main" id="{9331A185-A3AE-422C-AEAD-960169CC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1" name="p04-椭圆-0191">
            <a:extLst xmlns:a="http://schemas.openxmlformats.org/drawingml/2006/main">
              <a:ext uri="{FF2B5EF4-FFF2-40B4-BE49-F238E27FC236}">
                <a16:creationId xmlns:a16="http://schemas.microsoft.com/office/drawing/2014/main" id="{35301186-961C-4DB5-87E6-FA8E9957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2" name="p04-椭圆-0192">
            <a:extLst xmlns:a="http://schemas.openxmlformats.org/drawingml/2006/main">
              <a:ext uri="{FF2B5EF4-FFF2-40B4-BE49-F238E27FC236}">
                <a16:creationId xmlns:a16="http://schemas.microsoft.com/office/drawing/2014/main" id="{2677C5B3-C236-4A77-B370-6A406307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93" name="p04-椭圆-0193">
            <a:extLst xmlns:a="http://schemas.openxmlformats.org/drawingml/2006/main">
              <a:ext uri="{FF2B5EF4-FFF2-40B4-BE49-F238E27FC236}">
                <a16:creationId xmlns:a16="http://schemas.microsoft.com/office/drawing/2014/main" id="{25F401DB-105E-4F1B-AC6C-8240C262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4" name="p04-椭圆-0194">
            <a:extLst xmlns:a="http://schemas.openxmlformats.org/drawingml/2006/main">
              <a:ext uri="{FF2B5EF4-FFF2-40B4-BE49-F238E27FC236}">
                <a16:creationId xmlns:a16="http://schemas.microsoft.com/office/drawing/2014/main" id="{DA5C639D-F171-4E37-A4F5-71A6E6F4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5" name="p04-椭圆-0195">
            <a:extLst xmlns:a="http://schemas.openxmlformats.org/drawingml/2006/main">
              <a:ext uri="{FF2B5EF4-FFF2-40B4-BE49-F238E27FC236}">
                <a16:creationId xmlns:a16="http://schemas.microsoft.com/office/drawing/2014/main" id="{43667511-F0AF-436C-B67C-9AE9C344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2879156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6" name="p04-椭圆-0196">
            <a:extLst xmlns:a="http://schemas.openxmlformats.org/drawingml/2006/main">
              <a:ext uri="{FF2B5EF4-FFF2-40B4-BE49-F238E27FC236}">
                <a16:creationId xmlns:a16="http://schemas.microsoft.com/office/drawing/2014/main" id="{B4B56803-0018-4779-8399-87CC3094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97" name="p04-椭圆-0197">
            <a:extLst xmlns:a="http://schemas.openxmlformats.org/drawingml/2006/main">
              <a:ext uri="{FF2B5EF4-FFF2-40B4-BE49-F238E27FC236}">
                <a16:creationId xmlns:a16="http://schemas.microsoft.com/office/drawing/2014/main" id="{C6095A32-9EA7-4A65-9A49-2A633C9D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8" name="p04-椭圆-0198">
            <a:extLst xmlns:a="http://schemas.openxmlformats.org/drawingml/2006/main">
              <a:ext uri="{FF2B5EF4-FFF2-40B4-BE49-F238E27FC236}">
                <a16:creationId xmlns:a16="http://schemas.microsoft.com/office/drawing/2014/main" id="{EAB905FE-9561-4277-9F02-9B923BC6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9" name="p04-椭圆-0199">
            <a:extLst xmlns:a="http://schemas.openxmlformats.org/drawingml/2006/main">
              <a:ext uri="{FF2B5EF4-FFF2-40B4-BE49-F238E27FC236}">
                <a16:creationId xmlns:a16="http://schemas.microsoft.com/office/drawing/2014/main" id="{B0417E11-55EE-499D-9961-34BAB0A5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00" name="p04-椭圆-0200">
            <a:extLst xmlns:a="http://schemas.openxmlformats.org/drawingml/2006/main">
              <a:ext uri="{FF2B5EF4-FFF2-40B4-BE49-F238E27FC236}">
                <a16:creationId xmlns:a16="http://schemas.microsoft.com/office/drawing/2014/main" id="{F54B0059-2CEA-4147-9703-AA3D65C9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01" name="p04-椭圆-0201">
            <a:extLst xmlns:a="http://schemas.openxmlformats.org/drawingml/2006/main">
              <a:ext uri="{FF2B5EF4-FFF2-40B4-BE49-F238E27FC236}">
                <a16:creationId xmlns:a16="http://schemas.microsoft.com/office/drawing/2014/main" id="{9081D64A-1C59-4DC2-B325-9D020B6D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2" name="p04-椭圆-0202">
            <a:extLst xmlns:a="http://schemas.openxmlformats.org/drawingml/2006/main">
              <a:ext uri="{FF2B5EF4-FFF2-40B4-BE49-F238E27FC236}">
                <a16:creationId xmlns:a16="http://schemas.microsoft.com/office/drawing/2014/main" id="{FD4AF1BB-A92A-4974-8021-E08FF308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3" name="p04-椭圆-0203">
            <a:extLst xmlns:a="http://schemas.openxmlformats.org/drawingml/2006/main">
              <a:ext uri="{FF2B5EF4-FFF2-40B4-BE49-F238E27FC236}">
                <a16:creationId xmlns:a16="http://schemas.microsoft.com/office/drawing/2014/main" id="{64C7BA77-1494-440B-AC34-169C3845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04" name="p04-椭圆-0204">
            <a:extLst xmlns:a="http://schemas.openxmlformats.org/drawingml/2006/main">
              <a:ext uri="{FF2B5EF4-FFF2-40B4-BE49-F238E27FC236}">
                <a16:creationId xmlns:a16="http://schemas.microsoft.com/office/drawing/2014/main" id="{EC231E75-2B02-42C6-AAA3-F34FBDE0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5" name="p04-椭圆-0205">
            <a:extLst xmlns:a="http://schemas.openxmlformats.org/drawingml/2006/main">
              <a:ext uri="{FF2B5EF4-FFF2-40B4-BE49-F238E27FC236}">
                <a16:creationId xmlns:a16="http://schemas.microsoft.com/office/drawing/2014/main" id="{40B1F0EB-15FF-48D3-92AC-94F8AF99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6" name="p04-椭圆-0206">
            <a:extLst xmlns:a="http://schemas.openxmlformats.org/drawingml/2006/main">
              <a:ext uri="{FF2B5EF4-FFF2-40B4-BE49-F238E27FC236}">
                <a16:creationId xmlns:a16="http://schemas.microsoft.com/office/drawing/2014/main" id="{BE76B8D7-D973-42A7-A937-A2C5010F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7" name="p04-椭圆-0207">
            <a:extLst xmlns:a="http://schemas.openxmlformats.org/drawingml/2006/main">
              <a:ext uri="{FF2B5EF4-FFF2-40B4-BE49-F238E27FC236}">
                <a16:creationId xmlns:a16="http://schemas.microsoft.com/office/drawing/2014/main" id="{40B888C9-CAF5-410F-AF24-35E152D5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3022730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08" name="p04-椭圆-0208">
            <a:extLst xmlns:a="http://schemas.openxmlformats.org/drawingml/2006/main">
              <a:ext uri="{FF2B5EF4-FFF2-40B4-BE49-F238E27FC236}">
                <a16:creationId xmlns:a16="http://schemas.microsoft.com/office/drawing/2014/main" id="{46006493-5E2B-4125-B10E-6FBDA6FC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46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9" name="p04-椭圆-0209">
            <a:extLst xmlns:a="http://schemas.openxmlformats.org/drawingml/2006/main">
              <a:ext uri="{FF2B5EF4-FFF2-40B4-BE49-F238E27FC236}">
                <a16:creationId xmlns:a16="http://schemas.microsoft.com/office/drawing/2014/main" id="{DAB0F4AD-E3C1-49C9-AB41-F1F37145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9777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0" name="p04-椭圆-0210">
            <a:extLst xmlns:a="http://schemas.openxmlformats.org/drawingml/2006/main">
              <a:ext uri="{FF2B5EF4-FFF2-40B4-BE49-F238E27FC236}">
                <a16:creationId xmlns:a16="http://schemas.microsoft.com/office/drawing/2014/main" id="{68DC5B9A-FAAA-4729-AA66-7BBD9436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108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1" name="p04-椭圆-0211">
            <a:extLst xmlns:a="http://schemas.openxmlformats.org/drawingml/2006/main">
              <a:ext uri="{FF2B5EF4-FFF2-40B4-BE49-F238E27FC236}">
                <a16:creationId xmlns:a16="http://schemas.microsoft.com/office/drawing/2014/main" id="{8D755DF4-7E6C-423C-9F9C-76BC4596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438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2" name="p04-椭圆-0212">
            <a:extLst xmlns:a="http://schemas.openxmlformats.org/drawingml/2006/main">
              <a:ext uri="{FF2B5EF4-FFF2-40B4-BE49-F238E27FC236}">
                <a16:creationId xmlns:a16="http://schemas.microsoft.com/office/drawing/2014/main" id="{33844D7F-76E7-4522-8B0A-03B81C29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769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3" name="p04-椭圆-0213">
            <a:extLst xmlns:a="http://schemas.openxmlformats.org/drawingml/2006/main">
              <a:ext uri="{FF2B5EF4-FFF2-40B4-BE49-F238E27FC236}">
                <a16:creationId xmlns:a16="http://schemas.microsoft.com/office/drawing/2014/main" id="{CEEE92A0-3D59-4223-A65D-1246F830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1100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4" name="p04-椭圆-0214">
            <a:extLst xmlns:a="http://schemas.openxmlformats.org/drawingml/2006/main">
              <a:ext uri="{FF2B5EF4-FFF2-40B4-BE49-F238E27FC236}">
                <a16:creationId xmlns:a16="http://schemas.microsoft.com/office/drawing/2014/main" id="{89BAED56-DCD3-4AA3-BC1B-FCF8696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431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5" name="p04-椭圆-0215">
            <a:extLst xmlns:a="http://schemas.openxmlformats.org/drawingml/2006/main">
              <a:ext uri="{FF2B5EF4-FFF2-40B4-BE49-F238E27FC236}">
                <a16:creationId xmlns:a16="http://schemas.microsoft.com/office/drawing/2014/main" id="{462D0BDE-B8C7-45FD-B273-2B2CD4A8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762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6" name="p04-椭圆-0216">
            <a:extLst xmlns:a="http://schemas.openxmlformats.org/drawingml/2006/main">
              <a:ext uri="{FF2B5EF4-FFF2-40B4-BE49-F238E27FC236}">
                <a16:creationId xmlns:a16="http://schemas.microsoft.com/office/drawing/2014/main" id="{0AFEBE83-859F-4D95-9426-12035401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7092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7" name="p04-椭圆-0217">
            <a:extLst xmlns:a="http://schemas.openxmlformats.org/drawingml/2006/main">
              <a:ext uri="{FF2B5EF4-FFF2-40B4-BE49-F238E27FC236}">
                <a16:creationId xmlns:a16="http://schemas.microsoft.com/office/drawing/2014/main" id="{1EB1DFCC-E681-4A89-844B-A8382455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423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8" name="p04-椭圆-0218">
            <a:extLst xmlns:a="http://schemas.openxmlformats.org/drawingml/2006/main">
              <a:ext uri="{FF2B5EF4-FFF2-40B4-BE49-F238E27FC236}">
                <a16:creationId xmlns:a16="http://schemas.microsoft.com/office/drawing/2014/main" id="{1A282F5B-6F31-4582-9A6B-1C4631C0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754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9" name="p04-椭圆-0219">
            <a:extLst xmlns:a="http://schemas.openxmlformats.org/drawingml/2006/main">
              <a:ext uri="{FF2B5EF4-FFF2-40B4-BE49-F238E27FC236}">
                <a16:creationId xmlns:a16="http://schemas.microsoft.com/office/drawing/2014/main" id="{F448BF59-571F-4FF1-8F05-CB77160C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3085" y="3166303"/>
            <a:ext cx="117469" cy="11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0" name="p04-文本-0220">
            <a:extLst xmlns:a="http://schemas.openxmlformats.org/drawingml/2006/main">
              <a:ext uri="{FF2B5EF4-FFF2-40B4-BE49-F238E27FC236}">
                <a16:creationId xmlns:a16="http://schemas.microsoft.com/office/drawing/2014/main" id="{AF57C10E-3F00-4DD9-A3ED-1531E3D8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7433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设置对照与重复</a:t>
            </a:r>
          </a:p>
        </p:txBody>
      </p:sp>
      <p:sp>
        <p:nvSpPr>
          <p:cNvPr id="221" name="p04-文本-0221">
            <a:extLst xmlns:a="http://schemas.openxmlformats.org/drawingml/2006/main">
              <a:ext uri="{FF2B5EF4-FFF2-40B4-BE49-F238E27FC236}">
                <a16:creationId xmlns:a16="http://schemas.microsoft.com/office/drawing/2014/main" id="{FFFFA16B-C6EF-44FD-B614-7BE6652C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4103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将测量反馈到设计</a:t>
            </a:r>
          </a:p>
        </p:txBody>
      </p:sp>
      <p:sp>
        <p:nvSpPr>
          <p:cNvPr id="222" name="p04-文本-0222">
            <a:extLst xmlns:a="http://schemas.openxmlformats.org/drawingml/2006/main">
              <a:ext uri="{FF2B5EF4-FFF2-40B4-BE49-F238E27FC236}">
                <a16:creationId xmlns:a16="http://schemas.microsoft.com/office/drawing/2014/main" id="{9AFA35BB-F9BA-4F72-ABE5-E33DE791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5045" y="49419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闭合验证链条</a:t>
            </a:r>
          </a:p>
        </p:txBody>
      </p:sp>
      <p:sp>
        <p:nvSpPr>
          <p:cNvPr id="223" name="p04-文本-0223">
            <a:extLst xmlns:a="http://schemas.openxmlformats.org/drawingml/2006/main">
              <a:ext uri="{FF2B5EF4-FFF2-40B4-BE49-F238E27FC236}">
                <a16:creationId xmlns:a16="http://schemas.microsoft.com/office/drawing/2014/main" id="{DFB16637-8F25-4A9C-911F-ED5ACAF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406" y="3055544"/>
            <a:ext cx="355187" cy="532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224" name="p04-路径-0224">
            <a:extLst xmlns:a="http://schemas.openxmlformats.org/drawingml/2006/main">
              <a:ext uri="{FF2B5EF4-FFF2-40B4-BE49-F238E27FC236}">
                <a16:creationId xmlns:a16="http://schemas.microsoft.com/office/drawing/2014/main" id="{B451F039-5CC4-4347-9E80-602A367B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10906125" cy="257175"/>
          </a:xfrm>
          <a:custGeom xmlns:a="http://schemas.openxmlformats.org/drawingml/2006/main">
            <a:pathLst>
              <a:path w="10906125" h="257175">
                <a:moveTo>
                  <a:pt x="0" y="0"/>
                </a:moveTo>
                <a:lnTo>
                  <a:pt x="0" y="133350"/>
                </a:lnTo>
                <a:lnTo>
                  <a:pt x="5338763" y="133350"/>
                </a:lnTo>
                <a:lnTo>
                  <a:pt x="5453063" y="257175"/>
                </a:lnTo>
                <a:lnTo>
                  <a:pt x="5567363" y="133350"/>
                </a:lnTo>
                <a:lnTo>
                  <a:pt x="10906125" y="133350"/>
                </a:lnTo>
                <a:lnTo>
                  <a:pt x="10906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225" name="p04-文本-0225">
            <a:extLst xmlns:a="http://schemas.openxmlformats.org/drawingml/2006/main">
              <a:ext uri="{FF2B5EF4-FFF2-40B4-BE49-F238E27FC236}">
                <a16:creationId xmlns:a16="http://schemas.microsoft.com/office/drawing/2014/main" id="{2FBCA014-0905-4130-8769-E71A03E4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786" y="6062007"/>
            <a:ext cx="571442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把研究资源、计算分析与实验检验组织成连续过程</a:t>
            </a:r>
          </a:p>
        </p:txBody>
      </p:sp>
      <p:sp>
        <p:nvSpPr>
          <p:cNvPr id="226" name="p04-文本-0226">
            <a:extLst xmlns:a="http://schemas.openxmlformats.org/drawingml/2006/main">
              <a:ext uri="{FF2B5EF4-FFF2-40B4-BE49-F238E27FC236}">
                <a16:creationId xmlns:a16="http://schemas.microsoft.com/office/drawing/2014/main" id="{1AB2D193-44D2-4FC8-BE9F-CB6A6F49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404477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2" name="p05-矩形-0001">
            <a:extLst xmlns:a="http://schemas.openxmlformats.org/drawingml/2006/main">
              <a:ext uri="{FF2B5EF4-FFF2-40B4-BE49-F238E27FC236}">
                <a16:creationId xmlns:a16="http://schemas.microsoft.com/office/drawing/2014/main" id="{F9382BC3-33FB-4DE6-A09E-4512D92B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5-矩形-0002">
            <a:extLst xmlns:a="http://schemas.openxmlformats.org/drawingml/2006/main">
              <a:ext uri="{FF2B5EF4-FFF2-40B4-BE49-F238E27FC236}">
                <a16:creationId xmlns:a16="http://schemas.microsoft.com/office/drawing/2014/main" id="{21EFF0BF-8E67-4B3A-95A5-3D04D391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5-文本-0003">
            <a:extLst xmlns:a="http://schemas.openxmlformats.org/drawingml/2006/main">
              <a:ext uri="{FF2B5EF4-FFF2-40B4-BE49-F238E27FC236}">
                <a16:creationId xmlns:a16="http://schemas.microsoft.com/office/drawing/2014/main" id="{CAC5025E-B00C-4044-8B2E-C5AE2469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2528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把应用要求转化为可测量的设计条件</a:t>
            </a:r>
          </a:p>
        </p:txBody>
      </p:sp>
      <p:sp>
        <p:nvSpPr>
          <p:cNvPr id="4" name="p05-文本-0004">
            <a:extLst xmlns:a="http://schemas.openxmlformats.org/drawingml/2006/main">
              <a:ext uri="{FF2B5EF4-FFF2-40B4-BE49-F238E27FC236}">
                <a16:creationId xmlns:a16="http://schemas.microsoft.com/office/drawing/2014/main" id="{0E5048D1-F674-4FE7-A707-3C5EFC61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0212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需求、对象、评价与验证从四个角度限定同一问题</a:t>
            </a:r>
          </a:p>
        </p:txBody>
      </p:sp>
      <p:sp>
        <p:nvSpPr>
          <p:cNvPr id="5" name="p05-线-0005">
            <a:extLst xmlns:a="http://schemas.openxmlformats.org/drawingml/2006/main">
              <a:ext uri="{FF2B5EF4-FFF2-40B4-BE49-F238E27FC236}">
                <a16:creationId xmlns:a16="http://schemas.microsoft.com/office/drawing/2014/main" id="{8BBE2596-0C2D-4FAB-BF3E-4CC40BB4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5-矩形-0006">
            <a:extLst xmlns:a="http://schemas.openxmlformats.org/drawingml/2006/main">
              <a:ext uri="{FF2B5EF4-FFF2-40B4-BE49-F238E27FC236}">
                <a16:creationId xmlns:a16="http://schemas.microsoft.com/office/drawing/2014/main" id="{8046CF1A-6A24-48B4-9222-CF5AF107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05-文本-0007">
            <a:extLst xmlns:a="http://schemas.openxmlformats.org/drawingml/2006/main">
              <a:ext uri="{FF2B5EF4-FFF2-40B4-BE49-F238E27FC236}">
                <a16:creationId xmlns:a16="http://schemas.microsoft.com/office/drawing/2014/main" id="{630A014D-F4B5-4C47-80B1-2F34B1B3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822" y="145979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应用环境</a:t>
            </a:r>
          </a:p>
        </p:txBody>
      </p:sp>
      <p:sp>
        <p:nvSpPr>
          <p:cNvPr id="8" name="p05-路径-0008">
            <a:extLst xmlns:a="http://schemas.openxmlformats.org/drawingml/2006/main">
              <a:ext uri="{FF2B5EF4-FFF2-40B4-BE49-F238E27FC236}">
                <a16:creationId xmlns:a16="http://schemas.microsoft.com/office/drawing/2014/main" id="{E10626C6-212C-461B-80EC-85048DBA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28825"/>
            <a:ext cx="2143125" cy="371475"/>
          </a:xfrm>
          <a:custGeom xmlns:a="http://schemas.openxmlformats.org/drawingml/2006/main">
            <a:pathLst>
              <a:path w="2143125" h="371475">
                <a:moveTo>
                  <a:pt x="0" y="142875"/>
                </a:moveTo>
                <a:lnTo>
                  <a:pt x="1671638" y="0"/>
                </a:lnTo>
                <a:lnTo>
                  <a:pt x="2143125" y="228600"/>
                </a:lnTo>
                <a:lnTo>
                  <a:pt x="471488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9" name="p05-路径-0009">
            <a:extLst xmlns:a="http://schemas.openxmlformats.org/drawingml/2006/main">
              <a:ext uri="{FF2B5EF4-FFF2-40B4-BE49-F238E27FC236}">
                <a16:creationId xmlns:a16="http://schemas.microsoft.com/office/drawing/2014/main" id="{D0EE2B4D-E9A8-43C8-B841-27318E4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267712"/>
            <a:ext cx="2143125" cy="371475"/>
          </a:xfrm>
          <a:custGeom xmlns:a="http://schemas.openxmlformats.org/drawingml/2006/main">
            <a:pathLst>
              <a:path w="2143125" h="371475">
                <a:moveTo>
                  <a:pt x="0" y="142875"/>
                </a:moveTo>
                <a:lnTo>
                  <a:pt x="1671638" y="0"/>
                </a:lnTo>
                <a:lnTo>
                  <a:pt x="2143125" y="228600"/>
                </a:lnTo>
                <a:lnTo>
                  <a:pt x="471488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0" name="p05-路径-0010">
            <a:extLst xmlns:a="http://schemas.openxmlformats.org/drawingml/2006/main">
              <a:ext uri="{FF2B5EF4-FFF2-40B4-BE49-F238E27FC236}">
                <a16:creationId xmlns:a16="http://schemas.microsoft.com/office/drawing/2014/main" id="{F22B3C6D-519B-4DF0-AA1E-8F869902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06599"/>
            <a:ext cx="2143125" cy="371475"/>
          </a:xfrm>
          <a:custGeom xmlns:a="http://schemas.openxmlformats.org/drawingml/2006/main">
            <a:pathLst>
              <a:path w="2143125" h="371475">
                <a:moveTo>
                  <a:pt x="0" y="142875"/>
                </a:moveTo>
                <a:lnTo>
                  <a:pt x="1671638" y="0"/>
                </a:lnTo>
                <a:lnTo>
                  <a:pt x="2143125" y="228600"/>
                </a:lnTo>
                <a:lnTo>
                  <a:pt x="471488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1" name="p05-路径-0011">
            <a:extLst xmlns:a="http://schemas.openxmlformats.org/drawingml/2006/main">
              <a:ext uri="{FF2B5EF4-FFF2-40B4-BE49-F238E27FC236}">
                <a16:creationId xmlns:a16="http://schemas.microsoft.com/office/drawing/2014/main" id="{CF4EC125-9DCC-40A7-8274-310AEAD2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45486"/>
            <a:ext cx="2143125" cy="371475"/>
          </a:xfrm>
          <a:custGeom xmlns:a="http://schemas.openxmlformats.org/drawingml/2006/main">
            <a:pathLst>
              <a:path w="2143125" h="371475">
                <a:moveTo>
                  <a:pt x="0" y="142875"/>
                </a:moveTo>
                <a:lnTo>
                  <a:pt x="1671638" y="0"/>
                </a:lnTo>
                <a:lnTo>
                  <a:pt x="2143125" y="228600"/>
                </a:lnTo>
                <a:lnTo>
                  <a:pt x="471488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2" name="p05-路径-0012">
            <a:extLst xmlns:a="http://schemas.openxmlformats.org/drawingml/2006/main">
              <a:ext uri="{FF2B5EF4-FFF2-40B4-BE49-F238E27FC236}">
                <a16:creationId xmlns:a16="http://schemas.microsoft.com/office/drawing/2014/main" id="{6545FDFE-E0C2-4F7E-9666-BA26E8C7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00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6" y="0"/>
                </a:moveTo>
                <a:lnTo>
                  <a:pt x="32956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1" y="11239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" name="p05-路径-0013">
            <a:extLst xmlns:a="http://schemas.openxmlformats.org/drawingml/2006/main">
              <a:ext uri="{FF2B5EF4-FFF2-40B4-BE49-F238E27FC236}">
                <a16:creationId xmlns:a16="http://schemas.microsoft.com/office/drawing/2014/main" id="{1267A9F3-682C-470A-821E-D5E832D6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575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6" y="0"/>
                </a:moveTo>
                <a:lnTo>
                  <a:pt x="32956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1" y="11239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" name="p05-路径-0014">
            <a:extLst xmlns:a="http://schemas.openxmlformats.org/drawingml/2006/main">
              <a:ext uri="{FF2B5EF4-FFF2-40B4-BE49-F238E27FC236}">
                <a16:creationId xmlns:a16="http://schemas.microsoft.com/office/drawing/2014/main" id="{14F1E054-0BA2-4788-9684-56B78094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750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7" y="0"/>
                </a:moveTo>
                <a:lnTo>
                  <a:pt x="32957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2" y="11239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" name="p05-路径-0015">
            <a:extLst xmlns:a="http://schemas.openxmlformats.org/drawingml/2006/main">
              <a:ext uri="{FF2B5EF4-FFF2-40B4-BE49-F238E27FC236}">
                <a16:creationId xmlns:a16="http://schemas.microsoft.com/office/drawing/2014/main" id="{3E5BA8F0-D9AF-461F-85F1-3CF151E6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925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7" y="0"/>
                </a:moveTo>
                <a:lnTo>
                  <a:pt x="32957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2" y="11239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" name="p05-路径-0016">
            <a:extLst xmlns:a="http://schemas.openxmlformats.org/drawingml/2006/main">
              <a:ext uri="{FF2B5EF4-FFF2-40B4-BE49-F238E27FC236}">
                <a16:creationId xmlns:a16="http://schemas.microsoft.com/office/drawing/2014/main" id="{8FB6B0F8-06BB-4A36-AE1C-50D81662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00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7" y="0"/>
                </a:moveTo>
                <a:lnTo>
                  <a:pt x="32957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2" y="11239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" name="p05-路径-0017">
            <a:extLst xmlns:a="http://schemas.openxmlformats.org/drawingml/2006/main">
              <a:ext uri="{FF2B5EF4-FFF2-40B4-BE49-F238E27FC236}">
                <a16:creationId xmlns:a16="http://schemas.microsoft.com/office/drawing/2014/main" id="{4CE1A1B5-7073-449D-B71A-3336AB2F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275" y="3072384"/>
            <a:ext cx="94488" cy="188595"/>
          </a:xfrm>
          <a:custGeom xmlns:a="http://schemas.openxmlformats.org/drawingml/2006/main">
            <a:pathLst>
              <a:path w="94488" h="188595">
                <a:moveTo>
                  <a:pt x="32957" y="0"/>
                </a:moveTo>
                <a:lnTo>
                  <a:pt x="32957" y="112395"/>
                </a:lnTo>
                <a:lnTo>
                  <a:pt x="0" y="112395"/>
                </a:lnTo>
                <a:lnTo>
                  <a:pt x="47244" y="188595"/>
                </a:lnTo>
                <a:lnTo>
                  <a:pt x="94488" y="112395"/>
                </a:lnTo>
                <a:lnTo>
                  <a:pt x="61532" y="11239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" name="p05-文本-0018">
            <a:extLst xmlns:a="http://schemas.openxmlformats.org/drawingml/2006/main">
              <a:ext uri="{FF2B5EF4-FFF2-40B4-BE49-F238E27FC236}">
                <a16:creationId xmlns:a16="http://schemas.microsoft.com/office/drawing/2014/main" id="{AE296D6E-2EEF-4831-85F8-8BDCA807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4102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使用温度与暴露时间</a:t>
            </a:r>
          </a:p>
        </p:txBody>
      </p:sp>
      <p:sp>
        <p:nvSpPr>
          <p:cNvPr id="19" name="p05-文本-0019">
            <a:extLst xmlns:a="http://schemas.openxmlformats.org/drawingml/2006/main">
              <a:ext uri="{FF2B5EF4-FFF2-40B4-BE49-F238E27FC236}">
                <a16:creationId xmlns:a16="http://schemas.microsoft.com/office/drawing/2014/main" id="{160A7D54-FA18-4BE6-BC89-EA7874D7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54107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确定材料工作的边界</a:t>
            </a:r>
          </a:p>
        </p:txBody>
      </p:sp>
      <p:sp>
        <p:nvSpPr>
          <p:cNvPr id="20" name="p05-矩形-0020">
            <a:extLst xmlns:a="http://schemas.openxmlformats.org/drawingml/2006/main">
              <a:ext uri="{FF2B5EF4-FFF2-40B4-BE49-F238E27FC236}">
                <a16:creationId xmlns:a16="http://schemas.microsoft.com/office/drawing/2014/main" id="{983E6348-3806-4D6A-B782-4552BEC2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38275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" name="p05-文本-0021">
            <a:extLst xmlns:a="http://schemas.openxmlformats.org/drawingml/2006/main">
              <a:ext uri="{FF2B5EF4-FFF2-40B4-BE49-F238E27FC236}">
                <a16:creationId xmlns:a16="http://schemas.microsoft.com/office/drawing/2014/main" id="{174DD63C-0B6C-4989-B94F-81F9DA62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9072" y="145979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结构对象</a:t>
            </a:r>
          </a:p>
        </p:txBody>
      </p:sp>
      <p:sp>
        <p:nvSpPr>
          <p:cNvPr id="22" name="p05-矩形-0022">
            <a:extLst xmlns:a="http://schemas.openxmlformats.org/drawingml/2006/main">
              <a:ext uri="{FF2B5EF4-FFF2-40B4-BE49-F238E27FC236}">
                <a16:creationId xmlns:a16="http://schemas.microsoft.com/office/drawing/2014/main" id="{5F5CC7D5-119E-4AFA-BA9E-8A92040D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028825"/>
            <a:ext cx="21431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3" name="p05-线-0023">
            <a:extLst xmlns:a="http://schemas.openxmlformats.org/drawingml/2006/main">
              <a:ext uri="{FF2B5EF4-FFF2-40B4-BE49-F238E27FC236}">
                <a16:creationId xmlns:a16="http://schemas.microsoft.com/office/drawing/2014/main" id="{7026FE0E-70B3-4881-905B-76136E4E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05-线-0024">
            <a:extLst xmlns:a="http://schemas.openxmlformats.org/drawingml/2006/main">
              <a:ext uri="{FF2B5EF4-FFF2-40B4-BE49-F238E27FC236}">
                <a16:creationId xmlns:a16="http://schemas.microsoft.com/office/drawing/2014/main" id="{172AB304-101A-4EB0-A8B1-99DA3AB6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05-线-0025">
            <a:extLst xmlns:a="http://schemas.openxmlformats.org/drawingml/2006/main">
              <a:ext uri="{FF2B5EF4-FFF2-40B4-BE49-F238E27FC236}">
                <a16:creationId xmlns:a16="http://schemas.microsoft.com/office/drawing/2014/main" id="{81AA7214-8717-4FD3-B75F-C24C7BE0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" name="p05-线-0026">
            <a:extLst xmlns:a="http://schemas.openxmlformats.org/drawingml/2006/main">
              <a:ext uri="{FF2B5EF4-FFF2-40B4-BE49-F238E27FC236}">
                <a16:creationId xmlns:a16="http://schemas.microsoft.com/office/drawing/2014/main" id="{AD6903DD-1AAE-4A71-816A-F6BD2B07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05-线-0027">
            <a:extLst xmlns:a="http://schemas.openxmlformats.org/drawingml/2006/main">
              <a:ext uri="{FF2B5EF4-FFF2-40B4-BE49-F238E27FC236}">
                <a16:creationId xmlns:a16="http://schemas.microsoft.com/office/drawing/2014/main" id="{888BF0BE-CE75-4C7D-AE6E-E9018AD7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05-线-0028">
            <a:extLst xmlns:a="http://schemas.openxmlformats.org/drawingml/2006/main">
              <a:ext uri="{FF2B5EF4-FFF2-40B4-BE49-F238E27FC236}">
                <a16:creationId xmlns:a16="http://schemas.microsoft.com/office/drawing/2014/main" id="{5301E3B4-5B79-4C87-918A-3A5D967A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" name="p05-线-0029">
            <a:extLst xmlns:a="http://schemas.openxmlformats.org/drawingml/2006/main">
              <a:ext uri="{FF2B5EF4-FFF2-40B4-BE49-F238E27FC236}">
                <a16:creationId xmlns:a16="http://schemas.microsoft.com/office/drawing/2014/main" id="{6DC8C291-4C22-4622-86F9-2D3322E4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05-线-0030">
            <a:extLst xmlns:a="http://schemas.openxmlformats.org/drawingml/2006/main">
              <a:ext uri="{FF2B5EF4-FFF2-40B4-BE49-F238E27FC236}">
                <a16:creationId xmlns:a16="http://schemas.microsoft.com/office/drawing/2014/main" id="{14B4DB1D-A3D8-4C7F-9BE2-48ED8D13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05-线-0031">
            <a:extLst xmlns:a="http://schemas.openxmlformats.org/drawingml/2006/main">
              <a:ext uri="{FF2B5EF4-FFF2-40B4-BE49-F238E27FC236}">
                <a16:creationId xmlns:a16="http://schemas.microsoft.com/office/drawing/2014/main" id="{06B52A96-0EE9-40EF-B99B-80A50699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" name="p05-线-0032">
            <a:extLst xmlns:a="http://schemas.openxmlformats.org/drawingml/2006/main">
              <a:ext uri="{FF2B5EF4-FFF2-40B4-BE49-F238E27FC236}">
                <a16:creationId xmlns:a16="http://schemas.microsoft.com/office/drawing/2014/main" id="{9D7F476A-A3AE-4818-9014-B167C0D8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05-线-0033">
            <a:extLst xmlns:a="http://schemas.openxmlformats.org/drawingml/2006/main">
              <a:ext uri="{FF2B5EF4-FFF2-40B4-BE49-F238E27FC236}">
                <a16:creationId xmlns:a16="http://schemas.microsoft.com/office/drawing/2014/main" id="{4F6CAEBC-715F-4905-9CA6-37C1B015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05-线-0034">
            <a:extLst xmlns:a="http://schemas.openxmlformats.org/drawingml/2006/main">
              <a:ext uri="{FF2B5EF4-FFF2-40B4-BE49-F238E27FC236}">
                <a16:creationId xmlns:a16="http://schemas.microsoft.com/office/drawing/2014/main" id="{C42F543D-BFB8-420F-BD1E-0ED7E6AE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" name="p05-线-0035">
            <a:extLst xmlns:a="http://schemas.openxmlformats.org/drawingml/2006/main">
              <a:ext uri="{FF2B5EF4-FFF2-40B4-BE49-F238E27FC236}">
                <a16:creationId xmlns:a16="http://schemas.microsoft.com/office/drawing/2014/main" id="{61A46888-4646-46AE-A60A-13AEEA2F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05-线-0036">
            <a:extLst xmlns:a="http://schemas.openxmlformats.org/drawingml/2006/main">
              <a:ext uri="{FF2B5EF4-FFF2-40B4-BE49-F238E27FC236}">
                <a16:creationId xmlns:a16="http://schemas.microsoft.com/office/drawing/2014/main" id="{D806D4F4-2F5E-485D-B26D-09F0BD75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05-线-0037">
            <a:extLst xmlns:a="http://schemas.openxmlformats.org/drawingml/2006/main">
              <a:ext uri="{FF2B5EF4-FFF2-40B4-BE49-F238E27FC236}">
                <a16:creationId xmlns:a16="http://schemas.microsoft.com/office/drawing/2014/main" id="{4BD2BA45-A439-4A67-B55B-749F1B72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" name="p05-线-0038">
            <a:extLst xmlns:a="http://schemas.openxmlformats.org/drawingml/2006/main">
              <a:ext uri="{FF2B5EF4-FFF2-40B4-BE49-F238E27FC236}">
                <a16:creationId xmlns:a16="http://schemas.microsoft.com/office/drawing/2014/main" id="{150FABB9-DF97-4B6D-9EEB-8F425D38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05-线-0039">
            <a:extLst xmlns:a="http://schemas.openxmlformats.org/drawingml/2006/main">
              <a:ext uri="{FF2B5EF4-FFF2-40B4-BE49-F238E27FC236}">
                <a16:creationId xmlns:a16="http://schemas.microsoft.com/office/drawing/2014/main" id="{BE6B6DC6-42C0-455B-AC74-A5C88E3F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05-线-0040">
            <a:extLst xmlns:a="http://schemas.openxmlformats.org/drawingml/2006/main">
              <a:ext uri="{FF2B5EF4-FFF2-40B4-BE49-F238E27FC236}">
                <a16:creationId xmlns:a16="http://schemas.microsoft.com/office/drawing/2014/main" id="{18AADBF4-39DD-44E9-84F7-37FD4CFF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1" name="p05-线-0041">
            <a:extLst xmlns:a="http://schemas.openxmlformats.org/drawingml/2006/main">
              <a:ext uri="{FF2B5EF4-FFF2-40B4-BE49-F238E27FC236}">
                <a16:creationId xmlns:a16="http://schemas.microsoft.com/office/drawing/2014/main" id="{3C0B2309-7D9B-4E8D-AC66-84F00B2A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05-线-0042">
            <a:extLst xmlns:a="http://schemas.openxmlformats.org/drawingml/2006/main">
              <a:ext uri="{FF2B5EF4-FFF2-40B4-BE49-F238E27FC236}">
                <a16:creationId xmlns:a16="http://schemas.microsoft.com/office/drawing/2014/main" id="{4FC629AB-9381-4E0E-A686-C4C87F11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05-线-0043">
            <a:extLst xmlns:a="http://schemas.openxmlformats.org/drawingml/2006/main">
              <a:ext uri="{FF2B5EF4-FFF2-40B4-BE49-F238E27FC236}">
                <a16:creationId xmlns:a16="http://schemas.microsoft.com/office/drawing/2014/main" id="{A096A65B-B119-449E-8169-E96D0CED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4" name="p05-线-0044">
            <a:extLst xmlns:a="http://schemas.openxmlformats.org/drawingml/2006/main">
              <a:ext uri="{FF2B5EF4-FFF2-40B4-BE49-F238E27FC236}">
                <a16:creationId xmlns:a16="http://schemas.microsoft.com/office/drawing/2014/main" id="{D19D81B5-5481-41E8-A2EA-0F5CA5C7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05-线-0045">
            <a:extLst xmlns:a="http://schemas.openxmlformats.org/drawingml/2006/main">
              <a:ext uri="{FF2B5EF4-FFF2-40B4-BE49-F238E27FC236}">
                <a16:creationId xmlns:a16="http://schemas.microsoft.com/office/drawing/2014/main" id="{A9599F30-A785-4C5F-9282-225D2238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05-线-0046">
            <a:extLst xmlns:a="http://schemas.openxmlformats.org/drawingml/2006/main">
              <a:ext uri="{FF2B5EF4-FFF2-40B4-BE49-F238E27FC236}">
                <a16:creationId xmlns:a16="http://schemas.microsoft.com/office/drawing/2014/main" id="{4EDFEC61-1B7B-466B-A79D-5B8E620B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7" name="p05-线-0047">
            <a:extLst xmlns:a="http://schemas.openxmlformats.org/drawingml/2006/main">
              <a:ext uri="{FF2B5EF4-FFF2-40B4-BE49-F238E27FC236}">
                <a16:creationId xmlns:a16="http://schemas.microsoft.com/office/drawing/2014/main" id="{A9D30ACE-0C2D-498D-80EB-79FBD4C6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05-线-0048">
            <a:extLst xmlns:a="http://schemas.openxmlformats.org/drawingml/2006/main">
              <a:ext uri="{FF2B5EF4-FFF2-40B4-BE49-F238E27FC236}">
                <a16:creationId xmlns:a16="http://schemas.microsoft.com/office/drawing/2014/main" id="{BEB71EA4-7208-4487-9217-DB18D6FF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05-线-0049">
            <a:extLst xmlns:a="http://schemas.openxmlformats.org/drawingml/2006/main">
              <a:ext uri="{FF2B5EF4-FFF2-40B4-BE49-F238E27FC236}">
                <a16:creationId xmlns:a16="http://schemas.microsoft.com/office/drawing/2014/main" id="{98E16E65-AEB0-4FAC-9D6B-1B03C4FD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0" name="p05-线-0050">
            <a:extLst xmlns:a="http://schemas.openxmlformats.org/drawingml/2006/main">
              <a:ext uri="{FF2B5EF4-FFF2-40B4-BE49-F238E27FC236}">
                <a16:creationId xmlns:a16="http://schemas.microsoft.com/office/drawing/2014/main" id="{0A7E00D7-DAC2-4761-916C-77BAF7AC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0288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05-线-0051">
            <a:extLst xmlns:a="http://schemas.openxmlformats.org/drawingml/2006/main">
              <a:ext uri="{FF2B5EF4-FFF2-40B4-BE49-F238E27FC236}">
                <a16:creationId xmlns:a16="http://schemas.microsoft.com/office/drawing/2014/main" id="{5B9C68DC-CF15-4ACE-A560-972A964E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05-线-0052">
            <a:extLst xmlns:a="http://schemas.openxmlformats.org/drawingml/2006/main">
              <a:ext uri="{FF2B5EF4-FFF2-40B4-BE49-F238E27FC236}">
                <a16:creationId xmlns:a16="http://schemas.microsoft.com/office/drawing/2014/main" id="{3CFB56C1-A20F-49F3-9A09-BF346C85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0288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3" name="p05-线-0053">
            <a:extLst xmlns:a="http://schemas.openxmlformats.org/drawingml/2006/main">
              <a:ext uri="{FF2B5EF4-FFF2-40B4-BE49-F238E27FC236}">
                <a16:creationId xmlns:a16="http://schemas.microsoft.com/office/drawing/2014/main" id="{3E775F18-0082-4596-9EAA-63DF6727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288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05-线-0054">
            <a:extLst xmlns:a="http://schemas.openxmlformats.org/drawingml/2006/main">
              <a:ext uri="{FF2B5EF4-FFF2-40B4-BE49-F238E27FC236}">
                <a16:creationId xmlns:a16="http://schemas.microsoft.com/office/drawing/2014/main" id="{C5F9F8A8-C9E5-4EED-AF08-B32D82BC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05-线-0055">
            <a:extLst xmlns:a="http://schemas.openxmlformats.org/drawingml/2006/main">
              <a:ext uri="{FF2B5EF4-FFF2-40B4-BE49-F238E27FC236}">
                <a16:creationId xmlns:a16="http://schemas.microsoft.com/office/drawing/2014/main" id="{1826F5E6-15DB-4D7F-9675-7283CCB2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05-线-0056">
            <a:extLst xmlns:a="http://schemas.openxmlformats.org/drawingml/2006/main">
              <a:ext uri="{FF2B5EF4-FFF2-40B4-BE49-F238E27FC236}">
                <a16:creationId xmlns:a16="http://schemas.microsoft.com/office/drawing/2014/main" id="{B7DD204E-1307-4225-B7A6-2AD9291A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7" name="p05-线-0057">
            <a:extLst xmlns:a="http://schemas.openxmlformats.org/drawingml/2006/main">
              <a:ext uri="{FF2B5EF4-FFF2-40B4-BE49-F238E27FC236}">
                <a16:creationId xmlns:a16="http://schemas.microsoft.com/office/drawing/2014/main" id="{43C87718-5443-4B79-86C6-44E26C51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05-线-0058">
            <a:extLst xmlns:a="http://schemas.openxmlformats.org/drawingml/2006/main">
              <a:ext uri="{FF2B5EF4-FFF2-40B4-BE49-F238E27FC236}">
                <a16:creationId xmlns:a16="http://schemas.microsoft.com/office/drawing/2014/main" id="{705B404C-95B4-45FE-9014-FD6BAEAC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05-线-0059">
            <a:extLst xmlns:a="http://schemas.openxmlformats.org/drawingml/2006/main">
              <a:ext uri="{FF2B5EF4-FFF2-40B4-BE49-F238E27FC236}">
                <a16:creationId xmlns:a16="http://schemas.microsoft.com/office/drawing/2014/main" id="{40C12FCC-8936-42D9-8FE5-2A2D21B0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0" name="p05-线-0060">
            <a:extLst xmlns:a="http://schemas.openxmlformats.org/drawingml/2006/main">
              <a:ext uri="{FF2B5EF4-FFF2-40B4-BE49-F238E27FC236}">
                <a16:creationId xmlns:a16="http://schemas.microsoft.com/office/drawing/2014/main" id="{43C13ABC-E171-414E-9E2A-5D234FD9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05-线-0061">
            <a:extLst xmlns:a="http://schemas.openxmlformats.org/drawingml/2006/main">
              <a:ext uri="{FF2B5EF4-FFF2-40B4-BE49-F238E27FC236}">
                <a16:creationId xmlns:a16="http://schemas.microsoft.com/office/drawing/2014/main" id="{3EDE0750-C18D-4FDB-8F6E-1DC126EC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05-线-0062">
            <a:extLst xmlns:a="http://schemas.openxmlformats.org/drawingml/2006/main">
              <a:ext uri="{FF2B5EF4-FFF2-40B4-BE49-F238E27FC236}">
                <a16:creationId xmlns:a16="http://schemas.microsoft.com/office/drawing/2014/main" id="{FC37E1F8-8AE9-405A-8655-50DC7618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3" name="p05-线-0063">
            <a:extLst xmlns:a="http://schemas.openxmlformats.org/drawingml/2006/main">
              <a:ext uri="{FF2B5EF4-FFF2-40B4-BE49-F238E27FC236}">
                <a16:creationId xmlns:a16="http://schemas.microsoft.com/office/drawing/2014/main" id="{B5DFE7AB-DABF-4D08-AC90-3559AEA6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05-线-0064">
            <a:extLst xmlns:a="http://schemas.openxmlformats.org/drawingml/2006/main">
              <a:ext uri="{FF2B5EF4-FFF2-40B4-BE49-F238E27FC236}">
                <a16:creationId xmlns:a16="http://schemas.microsoft.com/office/drawing/2014/main" id="{CA09EF28-678E-4C18-9AE3-CFD2A559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05-线-0065">
            <a:extLst xmlns:a="http://schemas.openxmlformats.org/drawingml/2006/main">
              <a:ext uri="{FF2B5EF4-FFF2-40B4-BE49-F238E27FC236}">
                <a16:creationId xmlns:a16="http://schemas.microsoft.com/office/drawing/2014/main" id="{7CC1A266-5384-4E28-BE02-EFE5FDE3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6" name="p05-线-0066">
            <a:extLst xmlns:a="http://schemas.openxmlformats.org/drawingml/2006/main">
              <a:ext uri="{FF2B5EF4-FFF2-40B4-BE49-F238E27FC236}">
                <a16:creationId xmlns:a16="http://schemas.microsoft.com/office/drawing/2014/main" id="{C222B924-99A5-4051-A194-9E9D5F2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05-线-0067">
            <a:extLst xmlns:a="http://schemas.openxmlformats.org/drawingml/2006/main">
              <a:ext uri="{FF2B5EF4-FFF2-40B4-BE49-F238E27FC236}">
                <a16:creationId xmlns:a16="http://schemas.microsoft.com/office/drawing/2014/main" id="{796C7316-3BC5-42AA-814F-563D5553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05-线-0068">
            <a:extLst xmlns:a="http://schemas.openxmlformats.org/drawingml/2006/main">
              <a:ext uri="{FF2B5EF4-FFF2-40B4-BE49-F238E27FC236}">
                <a16:creationId xmlns:a16="http://schemas.microsoft.com/office/drawing/2014/main" id="{E44C2A3E-68F9-4B69-8AD7-0E90C3DB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9" name="p05-线-0069">
            <a:extLst xmlns:a="http://schemas.openxmlformats.org/drawingml/2006/main">
              <a:ext uri="{FF2B5EF4-FFF2-40B4-BE49-F238E27FC236}">
                <a16:creationId xmlns:a16="http://schemas.microsoft.com/office/drawing/2014/main" id="{28FE7D91-AA04-49ED-96D9-4B2E0A43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05-线-0070">
            <a:extLst xmlns:a="http://schemas.openxmlformats.org/drawingml/2006/main">
              <a:ext uri="{FF2B5EF4-FFF2-40B4-BE49-F238E27FC236}">
                <a16:creationId xmlns:a16="http://schemas.microsoft.com/office/drawing/2014/main" id="{A1F33661-14B4-4289-964E-A6822529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05-线-0071">
            <a:extLst xmlns:a="http://schemas.openxmlformats.org/drawingml/2006/main">
              <a:ext uri="{FF2B5EF4-FFF2-40B4-BE49-F238E27FC236}">
                <a16:creationId xmlns:a16="http://schemas.microsoft.com/office/drawing/2014/main" id="{3658D209-6879-4244-8851-DD042BA1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2" name="p05-线-0072">
            <a:extLst xmlns:a="http://schemas.openxmlformats.org/drawingml/2006/main">
              <a:ext uri="{FF2B5EF4-FFF2-40B4-BE49-F238E27FC236}">
                <a16:creationId xmlns:a16="http://schemas.microsoft.com/office/drawing/2014/main" id="{B51EE387-E797-443E-AE16-18AB4C52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05-线-0073">
            <a:extLst xmlns:a="http://schemas.openxmlformats.org/drawingml/2006/main">
              <a:ext uri="{FF2B5EF4-FFF2-40B4-BE49-F238E27FC236}">
                <a16:creationId xmlns:a16="http://schemas.microsoft.com/office/drawing/2014/main" id="{B9A369E6-E96B-480A-9EF4-515AC0DB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05-线-0074">
            <a:extLst xmlns:a="http://schemas.openxmlformats.org/drawingml/2006/main">
              <a:ext uri="{FF2B5EF4-FFF2-40B4-BE49-F238E27FC236}">
                <a16:creationId xmlns:a16="http://schemas.microsoft.com/office/drawing/2014/main" id="{FBAB3D54-1AF7-4A8D-8400-C7A43C9E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5" name="p05-线-0075">
            <a:extLst xmlns:a="http://schemas.openxmlformats.org/drawingml/2006/main">
              <a:ext uri="{FF2B5EF4-FFF2-40B4-BE49-F238E27FC236}">
                <a16:creationId xmlns:a16="http://schemas.microsoft.com/office/drawing/2014/main" id="{530AC919-1B49-43EB-A7C9-50846B38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05-线-0076">
            <a:extLst xmlns:a="http://schemas.openxmlformats.org/drawingml/2006/main">
              <a:ext uri="{FF2B5EF4-FFF2-40B4-BE49-F238E27FC236}">
                <a16:creationId xmlns:a16="http://schemas.microsoft.com/office/drawing/2014/main" id="{84C8F28E-2346-45FF-94C6-7A96815A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05-线-0077">
            <a:extLst xmlns:a="http://schemas.openxmlformats.org/drawingml/2006/main">
              <a:ext uri="{FF2B5EF4-FFF2-40B4-BE49-F238E27FC236}">
                <a16:creationId xmlns:a16="http://schemas.microsoft.com/office/drawing/2014/main" id="{E73E7D47-B921-4B06-87B3-515103FB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8" name="p05-线-0078">
            <a:extLst xmlns:a="http://schemas.openxmlformats.org/drawingml/2006/main">
              <a:ext uri="{FF2B5EF4-FFF2-40B4-BE49-F238E27FC236}">
                <a16:creationId xmlns:a16="http://schemas.microsoft.com/office/drawing/2014/main" id="{CBBFFA65-27EA-4FD1-9376-708BE9E6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05-线-0079">
            <a:extLst xmlns:a="http://schemas.openxmlformats.org/drawingml/2006/main">
              <a:ext uri="{FF2B5EF4-FFF2-40B4-BE49-F238E27FC236}">
                <a16:creationId xmlns:a16="http://schemas.microsoft.com/office/drawing/2014/main" id="{A1213428-B719-473A-9295-071C2F35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05-线-0080">
            <a:extLst xmlns:a="http://schemas.openxmlformats.org/drawingml/2006/main">
              <a:ext uri="{FF2B5EF4-FFF2-40B4-BE49-F238E27FC236}">
                <a16:creationId xmlns:a16="http://schemas.microsoft.com/office/drawing/2014/main" id="{021616EA-497B-417F-B69C-B99C6E7E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1" name="p05-线-0081">
            <a:extLst xmlns:a="http://schemas.openxmlformats.org/drawingml/2006/main">
              <a:ext uri="{FF2B5EF4-FFF2-40B4-BE49-F238E27FC236}">
                <a16:creationId xmlns:a16="http://schemas.microsoft.com/office/drawing/2014/main" id="{B6D6EAC2-3931-46F6-9E0D-2E018815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2383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05-线-0082">
            <a:extLst xmlns:a="http://schemas.openxmlformats.org/drawingml/2006/main">
              <a:ext uri="{FF2B5EF4-FFF2-40B4-BE49-F238E27FC236}">
                <a16:creationId xmlns:a16="http://schemas.microsoft.com/office/drawing/2014/main" id="{38066C90-C930-4D0B-94FE-1E265FCB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05-线-0083">
            <a:extLst xmlns:a="http://schemas.openxmlformats.org/drawingml/2006/main">
              <a:ext uri="{FF2B5EF4-FFF2-40B4-BE49-F238E27FC236}">
                <a16:creationId xmlns:a16="http://schemas.microsoft.com/office/drawing/2014/main" id="{6581C07C-0302-4625-9E9F-4FB0964F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2383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4" name="p05-线-0084">
            <a:extLst xmlns:a="http://schemas.openxmlformats.org/drawingml/2006/main">
              <a:ext uri="{FF2B5EF4-FFF2-40B4-BE49-F238E27FC236}">
                <a16:creationId xmlns:a16="http://schemas.microsoft.com/office/drawing/2014/main" id="{D41C49D8-2D0B-4E1D-82F0-4A1FDD5E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383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05-线-0085">
            <a:extLst xmlns:a="http://schemas.openxmlformats.org/drawingml/2006/main">
              <a:ext uri="{FF2B5EF4-FFF2-40B4-BE49-F238E27FC236}">
                <a16:creationId xmlns:a16="http://schemas.microsoft.com/office/drawing/2014/main" id="{25732303-2B91-4697-9A94-1AA2A71C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05-线-0086">
            <a:extLst xmlns:a="http://schemas.openxmlformats.org/drawingml/2006/main">
              <a:ext uri="{FF2B5EF4-FFF2-40B4-BE49-F238E27FC236}">
                <a16:creationId xmlns:a16="http://schemas.microsoft.com/office/drawing/2014/main" id="{F6D46C83-921E-4C49-A306-C5900150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05-线-0087">
            <a:extLst xmlns:a="http://schemas.openxmlformats.org/drawingml/2006/main">
              <a:ext uri="{FF2B5EF4-FFF2-40B4-BE49-F238E27FC236}">
                <a16:creationId xmlns:a16="http://schemas.microsoft.com/office/drawing/2014/main" id="{CDB6302C-C6FE-4858-9C36-0F82E69B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8" name="p05-线-0088">
            <a:extLst xmlns:a="http://schemas.openxmlformats.org/drawingml/2006/main">
              <a:ext uri="{FF2B5EF4-FFF2-40B4-BE49-F238E27FC236}">
                <a16:creationId xmlns:a16="http://schemas.microsoft.com/office/drawing/2014/main" id="{30CB6C52-DF66-458D-8A6F-F62B9082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05-线-0089">
            <a:extLst xmlns:a="http://schemas.openxmlformats.org/drawingml/2006/main">
              <a:ext uri="{FF2B5EF4-FFF2-40B4-BE49-F238E27FC236}">
                <a16:creationId xmlns:a16="http://schemas.microsoft.com/office/drawing/2014/main" id="{1A802539-F0B1-4F92-B830-894C8639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05-线-0090">
            <a:extLst xmlns:a="http://schemas.openxmlformats.org/drawingml/2006/main">
              <a:ext uri="{FF2B5EF4-FFF2-40B4-BE49-F238E27FC236}">
                <a16:creationId xmlns:a16="http://schemas.microsoft.com/office/drawing/2014/main" id="{C4A8FC1E-2C8B-45B5-8F6C-D4F6E702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1" name="p05-线-0091">
            <a:extLst xmlns:a="http://schemas.openxmlformats.org/drawingml/2006/main">
              <a:ext uri="{FF2B5EF4-FFF2-40B4-BE49-F238E27FC236}">
                <a16:creationId xmlns:a16="http://schemas.microsoft.com/office/drawing/2014/main" id="{4771DC40-0902-447E-A070-0856C28A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05-线-0092">
            <a:extLst xmlns:a="http://schemas.openxmlformats.org/drawingml/2006/main">
              <a:ext uri="{FF2B5EF4-FFF2-40B4-BE49-F238E27FC236}">
                <a16:creationId xmlns:a16="http://schemas.microsoft.com/office/drawing/2014/main" id="{DA9DECB2-FFE3-4BAB-A061-E2BD01C5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05-线-0093">
            <a:extLst xmlns:a="http://schemas.openxmlformats.org/drawingml/2006/main">
              <a:ext uri="{FF2B5EF4-FFF2-40B4-BE49-F238E27FC236}">
                <a16:creationId xmlns:a16="http://schemas.microsoft.com/office/drawing/2014/main" id="{8EE7BB21-D1B1-4652-B7C5-5CBA3DDD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4" name="p05-线-0094">
            <a:extLst xmlns:a="http://schemas.openxmlformats.org/drawingml/2006/main">
              <a:ext uri="{FF2B5EF4-FFF2-40B4-BE49-F238E27FC236}">
                <a16:creationId xmlns:a16="http://schemas.microsoft.com/office/drawing/2014/main" id="{D7ED3AC2-659B-4C12-A476-18D3DD78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05-线-0095">
            <a:extLst xmlns:a="http://schemas.openxmlformats.org/drawingml/2006/main">
              <a:ext uri="{FF2B5EF4-FFF2-40B4-BE49-F238E27FC236}">
                <a16:creationId xmlns:a16="http://schemas.microsoft.com/office/drawing/2014/main" id="{F6120888-0C8C-4FB9-B864-53DF24AE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05-线-0096">
            <a:extLst xmlns:a="http://schemas.openxmlformats.org/drawingml/2006/main">
              <a:ext uri="{FF2B5EF4-FFF2-40B4-BE49-F238E27FC236}">
                <a16:creationId xmlns:a16="http://schemas.microsoft.com/office/drawing/2014/main" id="{5A31F910-B372-4A47-A6A6-C6697C91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7" name="p05-线-0097">
            <a:extLst xmlns:a="http://schemas.openxmlformats.org/drawingml/2006/main">
              <a:ext uri="{FF2B5EF4-FFF2-40B4-BE49-F238E27FC236}">
                <a16:creationId xmlns:a16="http://schemas.microsoft.com/office/drawing/2014/main" id="{B0213E05-E7F2-4969-81C0-9C925794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05-线-0098">
            <a:extLst xmlns:a="http://schemas.openxmlformats.org/drawingml/2006/main">
              <a:ext uri="{FF2B5EF4-FFF2-40B4-BE49-F238E27FC236}">
                <a16:creationId xmlns:a16="http://schemas.microsoft.com/office/drawing/2014/main" id="{195E3D0E-4BD9-440A-80EE-C2E0EBB4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05-线-0099">
            <a:extLst xmlns:a="http://schemas.openxmlformats.org/drawingml/2006/main">
              <a:ext uri="{FF2B5EF4-FFF2-40B4-BE49-F238E27FC236}">
                <a16:creationId xmlns:a16="http://schemas.microsoft.com/office/drawing/2014/main" id="{FAD85894-4AA3-4947-9105-FB395A77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0" name="p05-线-0100">
            <a:extLst xmlns:a="http://schemas.openxmlformats.org/drawingml/2006/main">
              <a:ext uri="{FF2B5EF4-FFF2-40B4-BE49-F238E27FC236}">
                <a16:creationId xmlns:a16="http://schemas.microsoft.com/office/drawing/2014/main" id="{DCCF8E80-5305-4CDC-883B-D5DEC26A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05-线-0101">
            <a:extLst xmlns:a="http://schemas.openxmlformats.org/drawingml/2006/main">
              <a:ext uri="{FF2B5EF4-FFF2-40B4-BE49-F238E27FC236}">
                <a16:creationId xmlns:a16="http://schemas.microsoft.com/office/drawing/2014/main" id="{AD7488F4-D9F1-423E-8016-4B5CEB76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05-线-0102">
            <a:extLst xmlns:a="http://schemas.openxmlformats.org/drawingml/2006/main">
              <a:ext uri="{FF2B5EF4-FFF2-40B4-BE49-F238E27FC236}">
                <a16:creationId xmlns:a16="http://schemas.microsoft.com/office/drawing/2014/main" id="{2A832456-A499-45C6-9D3A-6158350E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3" name="p05-线-0103">
            <a:extLst xmlns:a="http://schemas.openxmlformats.org/drawingml/2006/main">
              <a:ext uri="{FF2B5EF4-FFF2-40B4-BE49-F238E27FC236}">
                <a16:creationId xmlns:a16="http://schemas.microsoft.com/office/drawing/2014/main" id="{85351AC2-4E5E-4A05-A53B-540C9EAC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05-线-0104">
            <a:extLst xmlns:a="http://schemas.openxmlformats.org/drawingml/2006/main">
              <a:ext uri="{FF2B5EF4-FFF2-40B4-BE49-F238E27FC236}">
                <a16:creationId xmlns:a16="http://schemas.microsoft.com/office/drawing/2014/main" id="{3AEF2DA2-FD37-4559-B069-BD46E448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05-线-0105">
            <a:extLst xmlns:a="http://schemas.openxmlformats.org/drawingml/2006/main">
              <a:ext uri="{FF2B5EF4-FFF2-40B4-BE49-F238E27FC236}">
                <a16:creationId xmlns:a16="http://schemas.microsoft.com/office/drawing/2014/main" id="{1DC7D51D-E24B-4C78-A2D6-073064BD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6" name="p05-线-0106">
            <a:extLst xmlns:a="http://schemas.openxmlformats.org/drawingml/2006/main">
              <a:ext uri="{FF2B5EF4-FFF2-40B4-BE49-F238E27FC236}">
                <a16:creationId xmlns:a16="http://schemas.microsoft.com/office/drawing/2014/main" id="{2E17DEF2-85DA-4BCE-89F3-FF59E836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05-线-0107">
            <a:extLst xmlns:a="http://schemas.openxmlformats.org/drawingml/2006/main">
              <a:ext uri="{FF2B5EF4-FFF2-40B4-BE49-F238E27FC236}">
                <a16:creationId xmlns:a16="http://schemas.microsoft.com/office/drawing/2014/main" id="{08A80513-0799-4CBC-8240-69A58DA0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5-线-0108">
            <a:extLst xmlns:a="http://schemas.openxmlformats.org/drawingml/2006/main">
              <a:ext uri="{FF2B5EF4-FFF2-40B4-BE49-F238E27FC236}">
                <a16:creationId xmlns:a16="http://schemas.microsoft.com/office/drawing/2014/main" id="{7228A641-553B-48B8-BE3B-32AC4149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9" name="p05-线-0109">
            <a:extLst xmlns:a="http://schemas.openxmlformats.org/drawingml/2006/main">
              <a:ext uri="{FF2B5EF4-FFF2-40B4-BE49-F238E27FC236}">
                <a16:creationId xmlns:a16="http://schemas.microsoft.com/office/drawing/2014/main" id="{2084685C-0B16-4BC4-BCAD-06A9E42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05-线-0110">
            <a:extLst xmlns:a="http://schemas.openxmlformats.org/drawingml/2006/main">
              <a:ext uri="{FF2B5EF4-FFF2-40B4-BE49-F238E27FC236}">
                <a16:creationId xmlns:a16="http://schemas.microsoft.com/office/drawing/2014/main" id="{1F7F0063-618E-43E8-A2C8-2A0E23C4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5-线-0111">
            <a:extLst xmlns:a="http://schemas.openxmlformats.org/drawingml/2006/main">
              <a:ext uri="{FF2B5EF4-FFF2-40B4-BE49-F238E27FC236}">
                <a16:creationId xmlns:a16="http://schemas.microsoft.com/office/drawing/2014/main" id="{C5EBD66F-6DCB-45B7-A10A-A5B83F07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2" name="p05-线-0112">
            <a:extLst xmlns:a="http://schemas.openxmlformats.org/drawingml/2006/main">
              <a:ext uri="{FF2B5EF4-FFF2-40B4-BE49-F238E27FC236}">
                <a16:creationId xmlns:a16="http://schemas.microsoft.com/office/drawing/2014/main" id="{089F2265-C051-4BB0-8388-D47110B5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4479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05-线-0113">
            <a:extLst xmlns:a="http://schemas.openxmlformats.org/drawingml/2006/main">
              <a:ext uri="{FF2B5EF4-FFF2-40B4-BE49-F238E27FC236}">
                <a16:creationId xmlns:a16="http://schemas.microsoft.com/office/drawing/2014/main" id="{130F6EC0-C4A3-4C23-A8BD-336A345F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5-线-0114">
            <a:extLst xmlns:a="http://schemas.openxmlformats.org/drawingml/2006/main">
              <a:ext uri="{FF2B5EF4-FFF2-40B4-BE49-F238E27FC236}">
                <a16:creationId xmlns:a16="http://schemas.microsoft.com/office/drawing/2014/main" id="{9E244E36-B7A5-47E1-B75F-CF43C82A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4479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5" name="p05-线-0115">
            <a:extLst xmlns:a="http://schemas.openxmlformats.org/drawingml/2006/main">
              <a:ext uri="{FF2B5EF4-FFF2-40B4-BE49-F238E27FC236}">
                <a16:creationId xmlns:a16="http://schemas.microsoft.com/office/drawing/2014/main" id="{98C9CD5A-5EC2-47BF-B209-82228E54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4479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05-线-0116">
            <a:extLst xmlns:a="http://schemas.openxmlformats.org/drawingml/2006/main">
              <a:ext uri="{FF2B5EF4-FFF2-40B4-BE49-F238E27FC236}">
                <a16:creationId xmlns:a16="http://schemas.microsoft.com/office/drawing/2014/main" id="{C050478A-3584-4BBA-8FAB-FA3A5763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05-线-0117">
            <a:extLst xmlns:a="http://schemas.openxmlformats.org/drawingml/2006/main">
              <a:ext uri="{FF2B5EF4-FFF2-40B4-BE49-F238E27FC236}">
                <a16:creationId xmlns:a16="http://schemas.microsoft.com/office/drawing/2014/main" id="{41A6EE1F-44F2-41BC-8A98-48B7DEA8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05-线-0118">
            <a:extLst xmlns:a="http://schemas.openxmlformats.org/drawingml/2006/main">
              <a:ext uri="{FF2B5EF4-FFF2-40B4-BE49-F238E27FC236}">
                <a16:creationId xmlns:a16="http://schemas.microsoft.com/office/drawing/2014/main" id="{FF960828-5E1E-4BCC-AC41-B5FD2B28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9" name="p05-线-0119">
            <a:extLst xmlns:a="http://schemas.openxmlformats.org/drawingml/2006/main">
              <a:ext uri="{FF2B5EF4-FFF2-40B4-BE49-F238E27FC236}">
                <a16:creationId xmlns:a16="http://schemas.microsoft.com/office/drawing/2014/main" id="{335D6ECD-0155-4E18-868D-36BF013C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05-线-0120">
            <a:extLst xmlns:a="http://schemas.openxmlformats.org/drawingml/2006/main">
              <a:ext uri="{FF2B5EF4-FFF2-40B4-BE49-F238E27FC236}">
                <a16:creationId xmlns:a16="http://schemas.microsoft.com/office/drawing/2014/main" id="{9B48E58E-2BE9-47EE-9DC8-2D4EB867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05-线-0121">
            <a:extLst xmlns:a="http://schemas.openxmlformats.org/drawingml/2006/main">
              <a:ext uri="{FF2B5EF4-FFF2-40B4-BE49-F238E27FC236}">
                <a16:creationId xmlns:a16="http://schemas.microsoft.com/office/drawing/2014/main" id="{D84F5407-DCF5-4C55-843A-77B4C47B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2" name="p05-线-0122">
            <a:extLst xmlns:a="http://schemas.openxmlformats.org/drawingml/2006/main">
              <a:ext uri="{FF2B5EF4-FFF2-40B4-BE49-F238E27FC236}">
                <a16:creationId xmlns:a16="http://schemas.microsoft.com/office/drawing/2014/main" id="{DB8CC524-18B2-4F0A-91A5-FC3D169E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05-线-0123">
            <a:extLst xmlns:a="http://schemas.openxmlformats.org/drawingml/2006/main">
              <a:ext uri="{FF2B5EF4-FFF2-40B4-BE49-F238E27FC236}">
                <a16:creationId xmlns:a16="http://schemas.microsoft.com/office/drawing/2014/main" id="{423AFE99-BE51-4DAF-B789-3BEFC22E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05-线-0124">
            <a:extLst xmlns:a="http://schemas.openxmlformats.org/drawingml/2006/main">
              <a:ext uri="{FF2B5EF4-FFF2-40B4-BE49-F238E27FC236}">
                <a16:creationId xmlns:a16="http://schemas.microsoft.com/office/drawing/2014/main" id="{C203F133-57AB-4066-9F9B-885AA3F9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5" name="p05-线-0125">
            <a:extLst xmlns:a="http://schemas.openxmlformats.org/drawingml/2006/main">
              <a:ext uri="{FF2B5EF4-FFF2-40B4-BE49-F238E27FC236}">
                <a16:creationId xmlns:a16="http://schemas.microsoft.com/office/drawing/2014/main" id="{54EA8DB4-017E-4838-B34E-AB82B9C8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05-线-0126">
            <a:extLst xmlns:a="http://schemas.openxmlformats.org/drawingml/2006/main">
              <a:ext uri="{FF2B5EF4-FFF2-40B4-BE49-F238E27FC236}">
                <a16:creationId xmlns:a16="http://schemas.microsoft.com/office/drawing/2014/main" id="{3CAF9583-4F2D-45EA-B996-33569E19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05-线-0127">
            <a:extLst xmlns:a="http://schemas.openxmlformats.org/drawingml/2006/main">
              <a:ext uri="{FF2B5EF4-FFF2-40B4-BE49-F238E27FC236}">
                <a16:creationId xmlns:a16="http://schemas.microsoft.com/office/drawing/2014/main" id="{5E946644-4FEE-45D6-A868-EA5CDA79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8" name="p05-线-0128">
            <a:extLst xmlns:a="http://schemas.openxmlformats.org/drawingml/2006/main">
              <a:ext uri="{FF2B5EF4-FFF2-40B4-BE49-F238E27FC236}">
                <a16:creationId xmlns:a16="http://schemas.microsoft.com/office/drawing/2014/main" id="{E2C9FF6A-7709-4831-83D4-B28031BC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05-线-0129">
            <a:extLst xmlns:a="http://schemas.openxmlformats.org/drawingml/2006/main">
              <a:ext uri="{FF2B5EF4-FFF2-40B4-BE49-F238E27FC236}">
                <a16:creationId xmlns:a16="http://schemas.microsoft.com/office/drawing/2014/main" id="{37CA5DFA-4112-4071-9BD2-3F05A7DD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05-线-0130">
            <a:extLst xmlns:a="http://schemas.openxmlformats.org/drawingml/2006/main">
              <a:ext uri="{FF2B5EF4-FFF2-40B4-BE49-F238E27FC236}">
                <a16:creationId xmlns:a16="http://schemas.microsoft.com/office/drawing/2014/main" id="{C8EFF3B6-50EE-464E-A322-EF6D6E18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1" name="p05-线-0131">
            <a:extLst xmlns:a="http://schemas.openxmlformats.org/drawingml/2006/main">
              <a:ext uri="{FF2B5EF4-FFF2-40B4-BE49-F238E27FC236}">
                <a16:creationId xmlns:a16="http://schemas.microsoft.com/office/drawing/2014/main" id="{E0813EB3-0CD2-473C-B81F-F5D826A9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05-线-0132">
            <a:extLst xmlns:a="http://schemas.openxmlformats.org/drawingml/2006/main">
              <a:ext uri="{FF2B5EF4-FFF2-40B4-BE49-F238E27FC236}">
                <a16:creationId xmlns:a16="http://schemas.microsoft.com/office/drawing/2014/main" id="{2AC691DD-ADFA-4617-95AC-07D9E1D7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05-线-0133">
            <a:extLst xmlns:a="http://schemas.openxmlformats.org/drawingml/2006/main">
              <a:ext uri="{FF2B5EF4-FFF2-40B4-BE49-F238E27FC236}">
                <a16:creationId xmlns:a16="http://schemas.microsoft.com/office/drawing/2014/main" id="{F77B04E1-13BC-4839-9E4A-B2BD3E4A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4" name="p05-线-0134">
            <a:extLst xmlns:a="http://schemas.openxmlformats.org/drawingml/2006/main">
              <a:ext uri="{FF2B5EF4-FFF2-40B4-BE49-F238E27FC236}">
                <a16:creationId xmlns:a16="http://schemas.microsoft.com/office/drawing/2014/main" id="{50E1C5DD-D044-47F5-8406-A30C0357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05-线-0135">
            <a:extLst xmlns:a="http://schemas.openxmlformats.org/drawingml/2006/main">
              <a:ext uri="{FF2B5EF4-FFF2-40B4-BE49-F238E27FC236}">
                <a16:creationId xmlns:a16="http://schemas.microsoft.com/office/drawing/2014/main" id="{627E18F7-ED9F-41C5-BF21-13D390DD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05-线-0136">
            <a:extLst xmlns:a="http://schemas.openxmlformats.org/drawingml/2006/main">
              <a:ext uri="{FF2B5EF4-FFF2-40B4-BE49-F238E27FC236}">
                <a16:creationId xmlns:a16="http://schemas.microsoft.com/office/drawing/2014/main" id="{3F2B52FA-70AC-4525-9D9C-5D9110A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7" name="p05-线-0137">
            <a:extLst xmlns:a="http://schemas.openxmlformats.org/drawingml/2006/main">
              <a:ext uri="{FF2B5EF4-FFF2-40B4-BE49-F238E27FC236}">
                <a16:creationId xmlns:a16="http://schemas.microsoft.com/office/drawing/2014/main" id="{4B74561F-106B-4E40-BC88-5E5B008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05-线-0138">
            <a:extLst xmlns:a="http://schemas.openxmlformats.org/drawingml/2006/main">
              <a:ext uri="{FF2B5EF4-FFF2-40B4-BE49-F238E27FC236}">
                <a16:creationId xmlns:a16="http://schemas.microsoft.com/office/drawing/2014/main" id="{54EA4DE5-2DDC-4FFB-8660-FA125375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5-线-0139">
            <a:extLst xmlns:a="http://schemas.openxmlformats.org/drawingml/2006/main">
              <a:ext uri="{FF2B5EF4-FFF2-40B4-BE49-F238E27FC236}">
                <a16:creationId xmlns:a16="http://schemas.microsoft.com/office/drawing/2014/main" id="{03131B25-D23C-4393-ACEC-C36702A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0" name="p05-线-0140">
            <a:extLst xmlns:a="http://schemas.openxmlformats.org/drawingml/2006/main">
              <a:ext uri="{FF2B5EF4-FFF2-40B4-BE49-F238E27FC236}">
                <a16:creationId xmlns:a16="http://schemas.microsoft.com/office/drawing/2014/main" id="{05728132-0420-4793-A3E4-B516487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05-线-0141">
            <a:extLst xmlns:a="http://schemas.openxmlformats.org/drawingml/2006/main">
              <a:ext uri="{FF2B5EF4-FFF2-40B4-BE49-F238E27FC236}">
                <a16:creationId xmlns:a16="http://schemas.microsoft.com/office/drawing/2014/main" id="{C7093A9E-73E1-4E71-B72B-35588F85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5-线-0142">
            <a:extLst xmlns:a="http://schemas.openxmlformats.org/drawingml/2006/main">
              <a:ext uri="{FF2B5EF4-FFF2-40B4-BE49-F238E27FC236}">
                <a16:creationId xmlns:a16="http://schemas.microsoft.com/office/drawing/2014/main" id="{A8ED39C2-4996-4D53-A7D0-6C244687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3" name="p05-线-0143">
            <a:extLst xmlns:a="http://schemas.openxmlformats.org/drawingml/2006/main">
              <a:ext uri="{FF2B5EF4-FFF2-40B4-BE49-F238E27FC236}">
                <a16:creationId xmlns:a16="http://schemas.microsoft.com/office/drawing/2014/main" id="{F27E5354-4793-4D4A-ABCF-1807FEFD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6574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05-线-0144">
            <a:extLst xmlns:a="http://schemas.openxmlformats.org/drawingml/2006/main">
              <a:ext uri="{FF2B5EF4-FFF2-40B4-BE49-F238E27FC236}">
                <a16:creationId xmlns:a16="http://schemas.microsoft.com/office/drawing/2014/main" id="{7FF7E1C7-2FA2-4F74-8925-EA4AC72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5-线-0145">
            <a:extLst xmlns:a="http://schemas.openxmlformats.org/drawingml/2006/main">
              <a:ext uri="{FF2B5EF4-FFF2-40B4-BE49-F238E27FC236}">
                <a16:creationId xmlns:a16="http://schemas.microsoft.com/office/drawing/2014/main" id="{9304539F-CDD1-4B3A-B1EF-787BDE35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6574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6" name="p05-线-0146">
            <a:extLst xmlns:a="http://schemas.openxmlformats.org/drawingml/2006/main">
              <a:ext uri="{FF2B5EF4-FFF2-40B4-BE49-F238E27FC236}">
                <a16:creationId xmlns:a16="http://schemas.microsoft.com/office/drawing/2014/main" id="{6C01E12B-F118-4DCF-ACBA-06E32DAB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574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05-线-0147">
            <a:extLst xmlns:a="http://schemas.openxmlformats.org/drawingml/2006/main">
              <a:ext uri="{FF2B5EF4-FFF2-40B4-BE49-F238E27FC236}">
                <a16:creationId xmlns:a16="http://schemas.microsoft.com/office/drawing/2014/main" id="{5A6B98F7-D8BA-4B5A-BAD7-853F3EB4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05-线-0148">
            <a:extLst xmlns:a="http://schemas.openxmlformats.org/drawingml/2006/main">
              <a:ext uri="{FF2B5EF4-FFF2-40B4-BE49-F238E27FC236}">
                <a16:creationId xmlns:a16="http://schemas.microsoft.com/office/drawing/2014/main" id="{7E6668EB-0D00-49A7-8EF4-13DA832D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05-线-0149">
            <a:extLst xmlns:a="http://schemas.openxmlformats.org/drawingml/2006/main">
              <a:ext uri="{FF2B5EF4-FFF2-40B4-BE49-F238E27FC236}">
                <a16:creationId xmlns:a16="http://schemas.microsoft.com/office/drawing/2014/main" id="{370DA075-DAA8-483A-B974-8E73A4F7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0" name="p05-线-0150">
            <a:extLst xmlns:a="http://schemas.openxmlformats.org/drawingml/2006/main">
              <a:ext uri="{FF2B5EF4-FFF2-40B4-BE49-F238E27FC236}">
                <a16:creationId xmlns:a16="http://schemas.microsoft.com/office/drawing/2014/main" id="{4CC6018F-4473-42DF-BF33-8D6045B2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05-线-0151">
            <a:extLst xmlns:a="http://schemas.openxmlformats.org/drawingml/2006/main">
              <a:ext uri="{FF2B5EF4-FFF2-40B4-BE49-F238E27FC236}">
                <a16:creationId xmlns:a16="http://schemas.microsoft.com/office/drawing/2014/main" id="{B618DD7B-6565-4FA3-B717-04D8D6C3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05-线-0152">
            <a:extLst xmlns:a="http://schemas.openxmlformats.org/drawingml/2006/main">
              <a:ext uri="{FF2B5EF4-FFF2-40B4-BE49-F238E27FC236}">
                <a16:creationId xmlns:a16="http://schemas.microsoft.com/office/drawing/2014/main" id="{9BA19C83-1B1C-43E0-A16C-E68E41A4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3" name="p05-线-0153">
            <a:extLst xmlns:a="http://schemas.openxmlformats.org/drawingml/2006/main">
              <a:ext uri="{FF2B5EF4-FFF2-40B4-BE49-F238E27FC236}">
                <a16:creationId xmlns:a16="http://schemas.microsoft.com/office/drawing/2014/main" id="{8990AE54-3869-45F8-9A96-48B08545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05-线-0154">
            <a:extLst xmlns:a="http://schemas.openxmlformats.org/drawingml/2006/main">
              <a:ext uri="{FF2B5EF4-FFF2-40B4-BE49-F238E27FC236}">
                <a16:creationId xmlns:a16="http://schemas.microsoft.com/office/drawing/2014/main" id="{1E3F7D57-6F0E-4A0B-B982-92085DBC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05-线-0155">
            <a:extLst xmlns:a="http://schemas.openxmlformats.org/drawingml/2006/main">
              <a:ext uri="{FF2B5EF4-FFF2-40B4-BE49-F238E27FC236}">
                <a16:creationId xmlns:a16="http://schemas.microsoft.com/office/drawing/2014/main" id="{7CD771F3-4B0C-4A97-BF33-ABC7BC81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6" name="p05-线-0156">
            <a:extLst xmlns:a="http://schemas.openxmlformats.org/drawingml/2006/main">
              <a:ext uri="{FF2B5EF4-FFF2-40B4-BE49-F238E27FC236}">
                <a16:creationId xmlns:a16="http://schemas.microsoft.com/office/drawing/2014/main" id="{8999396C-304B-44B5-B961-96BED478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05-线-0157">
            <a:extLst xmlns:a="http://schemas.openxmlformats.org/drawingml/2006/main">
              <a:ext uri="{FF2B5EF4-FFF2-40B4-BE49-F238E27FC236}">
                <a16:creationId xmlns:a16="http://schemas.microsoft.com/office/drawing/2014/main" id="{4961E424-30E8-4B25-BCD9-1B1FAF58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05-线-0158">
            <a:extLst xmlns:a="http://schemas.openxmlformats.org/drawingml/2006/main">
              <a:ext uri="{FF2B5EF4-FFF2-40B4-BE49-F238E27FC236}">
                <a16:creationId xmlns:a16="http://schemas.microsoft.com/office/drawing/2014/main" id="{E3FEDA21-2C3E-4572-AE1E-A77169A8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9" name="p05-线-0159">
            <a:extLst xmlns:a="http://schemas.openxmlformats.org/drawingml/2006/main">
              <a:ext uri="{FF2B5EF4-FFF2-40B4-BE49-F238E27FC236}">
                <a16:creationId xmlns:a16="http://schemas.microsoft.com/office/drawing/2014/main" id="{76A91976-6DF5-4642-8CEF-F2FA4D96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05-线-0160">
            <a:extLst xmlns:a="http://schemas.openxmlformats.org/drawingml/2006/main">
              <a:ext uri="{FF2B5EF4-FFF2-40B4-BE49-F238E27FC236}">
                <a16:creationId xmlns:a16="http://schemas.microsoft.com/office/drawing/2014/main" id="{07F34566-6411-4D51-85A5-4C318CB3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05-线-0161">
            <a:extLst xmlns:a="http://schemas.openxmlformats.org/drawingml/2006/main">
              <a:ext uri="{FF2B5EF4-FFF2-40B4-BE49-F238E27FC236}">
                <a16:creationId xmlns:a16="http://schemas.microsoft.com/office/drawing/2014/main" id="{426C6049-9A22-48A6-9528-A9F4251C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2" name="p05-线-0162">
            <a:extLst xmlns:a="http://schemas.openxmlformats.org/drawingml/2006/main">
              <a:ext uri="{FF2B5EF4-FFF2-40B4-BE49-F238E27FC236}">
                <a16:creationId xmlns:a16="http://schemas.microsoft.com/office/drawing/2014/main" id="{0A26D3CB-C13F-4355-97C6-9494CB28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05-线-0163">
            <a:extLst xmlns:a="http://schemas.openxmlformats.org/drawingml/2006/main">
              <a:ext uri="{FF2B5EF4-FFF2-40B4-BE49-F238E27FC236}">
                <a16:creationId xmlns:a16="http://schemas.microsoft.com/office/drawing/2014/main" id="{BE0264C9-ACE2-492A-B77C-A0B01B3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05-线-0164">
            <a:extLst xmlns:a="http://schemas.openxmlformats.org/drawingml/2006/main">
              <a:ext uri="{FF2B5EF4-FFF2-40B4-BE49-F238E27FC236}">
                <a16:creationId xmlns:a16="http://schemas.microsoft.com/office/drawing/2014/main" id="{91BF2A8A-0323-43E3-8D12-102960B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5" name="p05-线-0165">
            <a:extLst xmlns:a="http://schemas.openxmlformats.org/drawingml/2006/main">
              <a:ext uri="{FF2B5EF4-FFF2-40B4-BE49-F238E27FC236}">
                <a16:creationId xmlns:a16="http://schemas.microsoft.com/office/drawing/2014/main" id="{6022D0C9-6DBE-4BAF-9EAA-8A35AE98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05-线-0166">
            <a:extLst xmlns:a="http://schemas.openxmlformats.org/drawingml/2006/main">
              <a:ext uri="{FF2B5EF4-FFF2-40B4-BE49-F238E27FC236}">
                <a16:creationId xmlns:a16="http://schemas.microsoft.com/office/drawing/2014/main" id="{0544C8F4-37FC-489A-99F3-594AE751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05-线-0167">
            <a:extLst xmlns:a="http://schemas.openxmlformats.org/drawingml/2006/main">
              <a:ext uri="{FF2B5EF4-FFF2-40B4-BE49-F238E27FC236}">
                <a16:creationId xmlns:a16="http://schemas.microsoft.com/office/drawing/2014/main" id="{1D085571-EE21-4E59-9C2A-82D338D4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8" name="p05-线-0168">
            <a:extLst xmlns:a="http://schemas.openxmlformats.org/drawingml/2006/main">
              <a:ext uri="{FF2B5EF4-FFF2-40B4-BE49-F238E27FC236}">
                <a16:creationId xmlns:a16="http://schemas.microsoft.com/office/drawing/2014/main" id="{DAB65B31-B7A0-4C0C-BECD-634801F6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05-线-0169">
            <a:extLst xmlns:a="http://schemas.openxmlformats.org/drawingml/2006/main">
              <a:ext uri="{FF2B5EF4-FFF2-40B4-BE49-F238E27FC236}">
                <a16:creationId xmlns:a16="http://schemas.microsoft.com/office/drawing/2014/main" id="{5D025A0D-4EC0-447F-B2F2-7260AD35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5-线-0170">
            <a:extLst xmlns:a="http://schemas.openxmlformats.org/drawingml/2006/main">
              <a:ext uri="{FF2B5EF4-FFF2-40B4-BE49-F238E27FC236}">
                <a16:creationId xmlns:a16="http://schemas.microsoft.com/office/drawing/2014/main" id="{AA7C8627-274E-4265-9A94-57471E2A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1" name="p05-线-0171">
            <a:extLst xmlns:a="http://schemas.openxmlformats.org/drawingml/2006/main">
              <a:ext uri="{FF2B5EF4-FFF2-40B4-BE49-F238E27FC236}">
                <a16:creationId xmlns:a16="http://schemas.microsoft.com/office/drawing/2014/main" id="{EC05423D-5924-4511-B50B-44E5020F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05-线-0172">
            <a:extLst xmlns:a="http://schemas.openxmlformats.org/drawingml/2006/main">
              <a:ext uri="{FF2B5EF4-FFF2-40B4-BE49-F238E27FC236}">
                <a16:creationId xmlns:a16="http://schemas.microsoft.com/office/drawing/2014/main" id="{BEDB4E15-2A89-4541-AA5F-476AAF4A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5-线-0173">
            <a:extLst xmlns:a="http://schemas.openxmlformats.org/drawingml/2006/main">
              <a:ext uri="{FF2B5EF4-FFF2-40B4-BE49-F238E27FC236}">
                <a16:creationId xmlns:a16="http://schemas.microsoft.com/office/drawing/2014/main" id="{FED28B41-984C-4A5D-B519-4FFCEF33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4" name="p05-线-0174">
            <a:extLst xmlns:a="http://schemas.openxmlformats.org/drawingml/2006/main">
              <a:ext uri="{FF2B5EF4-FFF2-40B4-BE49-F238E27FC236}">
                <a16:creationId xmlns:a16="http://schemas.microsoft.com/office/drawing/2014/main" id="{45B8A5C0-96FE-4511-9415-B68098B0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8670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05-线-0175">
            <a:extLst xmlns:a="http://schemas.openxmlformats.org/drawingml/2006/main">
              <a:ext uri="{FF2B5EF4-FFF2-40B4-BE49-F238E27FC236}">
                <a16:creationId xmlns:a16="http://schemas.microsoft.com/office/drawing/2014/main" id="{94D9EDF3-AA2B-41C7-8258-F8029DC3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5-线-0176">
            <a:extLst xmlns:a="http://schemas.openxmlformats.org/drawingml/2006/main">
              <a:ext uri="{FF2B5EF4-FFF2-40B4-BE49-F238E27FC236}">
                <a16:creationId xmlns:a16="http://schemas.microsoft.com/office/drawing/2014/main" id="{0C830A38-6109-44CE-A602-3F64A001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286702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7" name="p05-线-0177">
            <a:extLst xmlns:a="http://schemas.openxmlformats.org/drawingml/2006/main">
              <a:ext uri="{FF2B5EF4-FFF2-40B4-BE49-F238E27FC236}">
                <a16:creationId xmlns:a16="http://schemas.microsoft.com/office/drawing/2014/main" id="{B7673DD6-8043-4991-B673-DE6281E3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6702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05-线-0178">
            <a:extLst xmlns:a="http://schemas.openxmlformats.org/drawingml/2006/main">
              <a:ext uri="{FF2B5EF4-FFF2-40B4-BE49-F238E27FC236}">
                <a16:creationId xmlns:a16="http://schemas.microsoft.com/office/drawing/2014/main" id="{D336549E-D0C3-4462-B375-5075571A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05-线-0179">
            <a:extLst xmlns:a="http://schemas.openxmlformats.org/drawingml/2006/main">
              <a:ext uri="{FF2B5EF4-FFF2-40B4-BE49-F238E27FC236}">
                <a16:creationId xmlns:a16="http://schemas.microsoft.com/office/drawing/2014/main" id="{E653EDED-07BB-482F-AFC8-4206946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05-线-0180">
            <a:extLst xmlns:a="http://schemas.openxmlformats.org/drawingml/2006/main">
              <a:ext uri="{FF2B5EF4-FFF2-40B4-BE49-F238E27FC236}">
                <a16:creationId xmlns:a16="http://schemas.microsoft.com/office/drawing/2014/main" id="{7A941A74-8B36-41B8-8882-16208A58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1" name="p05-线-0181">
            <a:extLst xmlns:a="http://schemas.openxmlformats.org/drawingml/2006/main">
              <a:ext uri="{FF2B5EF4-FFF2-40B4-BE49-F238E27FC236}">
                <a16:creationId xmlns:a16="http://schemas.microsoft.com/office/drawing/2014/main" id="{3F6FFF67-CB50-4C86-A23D-D7BDB399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05-线-0182">
            <a:extLst xmlns:a="http://schemas.openxmlformats.org/drawingml/2006/main">
              <a:ext uri="{FF2B5EF4-FFF2-40B4-BE49-F238E27FC236}">
                <a16:creationId xmlns:a16="http://schemas.microsoft.com/office/drawing/2014/main" id="{444B0066-B5E5-4F55-B981-85424372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05-线-0183">
            <a:extLst xmlns:a="http://schemas.openxmlformats.org/drawingml/2006/main">
              <a:ext uri="{FF2B5EF4-FFF2-40B4-BE49-F238E27FC236}">
                <a16:creationId xmlns:a16="http://schemas.microsoft.com/office/drawing/2014/main" id="{79CC6B35-DA88-4667-96FC-27967294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4" name="p05-线-0184">
            <a:extLst xmlns:a="http://schemas.openxmlformats.org/drawingml/2006/main">
              <a:ext uri="{FF2B5EF4-FFF2-40B4-BE49-F238E27FC236}">
                <a16:creationId xmlns:a16="http://schemas.microsoft.com/office/drawing/2014/main" id="{5CA2508C-4E0F-4C75-BB8F-A41BFA90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05-线-0185">
            <a:extLst xmlns:a="http://schemas.openxmlformats.org/drawingml/2006/main">
              <a:ext uri="{FF2B5EF4-FFF2-40B4-BE49-F238E27FC236}">
                <a16:creationId xmlns:a16="http://schemas.microsoft.com/office/drawing/2014/main" id="{AEA2599D-4205-4E0F-9262-F361B97F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05-线-0186">
            <a:extLst xmlns:a="http://schemas.openxmlformats.org/drawingml/2006/main">
              <a:ext uri="{FF2B5EF4-FFF2-40B4-BE49-F238E27FC236}">
                <a16:creationId xmlns:a16="http://schemas.microsoft.com/office/drawing/2014/main" id="{2B2ABAD1-1A28-45B6-81A8-AD062299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7" name="p05-线-0187">
            <a:extLst xmlns:a="http://schemas.openxmlformats.org/drawingml/2006/main">
              <a:ext uri="{FF2B5EF4-FFF2-40B4-BE49-F238E27FC236}">
                <a16:creationId xmlns:a16="http://schemas.microsoft.com/office/drawing/2014/main" id="{5ED2AF58-11FF-4665-B9F8-B4198AC4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05-线-0188">
            <a:extLst xmlns:a="http://schemas.openxmlformats.org/drawingml/2006/main">
              <a:ext uri="{FF2B5EF4-FFF2-40B4-BE49-F238E27FC236}">
                <a16:creationId xmlns:a16="http://schemas.microsoft.com/office/drawing/2014/main" id="{E02E6F1D-02E1-4708-8656-9719FBA0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05-线-0189">
            <a:extLst xmlns:a="http://schemas.openxmlformats.org/drawingml/2006/main">
              <a:ext uri="{FF2B5EF4-FFF2-40B4-BE49-F238E27FC236}">
                <a16:creationId xmlns:a16="http://schemas.microsoft.com/office/drawing/2014/main" id="{C1920FB5-51CC-47DA-9A61-9AFFFDC4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0" name="p05-线-0190">
            <a:extLst xmlns:a="http://schemas.openxmlformats.org/drawingml/2006/main">
              <a:ext uri="{FF2B5EF4-FFF2-40B4-BE49-F238E27FC236}">
                <a16:creationId xmlns:a16="http://schemas.microsoft.com/office/drawing/2014/main" id="{E954E851-0CE7-4ED8-B68C-C05A866B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05-线-0191">
            <a:extLst xmlns:a="http://schemas.openxmlformats.org/drawingml/2006/main">
              <a:ext uri="{FF2B5EF4-FFF2-40B4-BE49-F238E27FC236}">
                <a16:creationId xmlns:a16="http://schemas.microsoft.com/office/drawing/2014/main" id="{08A36843-291F-46CB-9004-FDD9561F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05-线-0192">
            <a:extLst xmlns:a="http://schemas.openxmlformats.org/drawingml/2006/main">
              <a:ext uri="{FF2B5EF4-FFF2-40B4-BE49-F238E27FC236}">
                <a16:creationId xmlns:a16="http://schemas.microsoft.com/office/drawing/2014/main" id="{ED4A260D-2568-47D5-8866-B0FD20D9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3" name="p05-线-0193">
            <a:extLst xmlns:a="http://schemas.openxmlformats.org/drawingml/2006/main">
              <a:ext uri="{FF2B5EF4-FFF2-40B4-BE49-F238E27FC236}">
                <a16:creationId xmlns:a16="http://schemas.microsoft.com/office/drawing/2014/main" id="{CA103AE5-B8D6-487D-BA82-B8E60374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05-线-0194">
            <a:extLst xmlns:a="http://schemas.openxmlformats.org/drawingml/2006/main">
              <a:ext uri="{FF2B5EF4-FFF2-40B4-BE49-F238E27FC236}">
                <a16:creationId xmlns:a16="http://schemas.microsoft.com/office/drawing/2014/main" id="{A22E2883-D0A0-4DF9-8B2E-0B940410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05-线-0195">
            <a:extLst xmlns:a="http://schemas.openxmlformats.org/drawingml/2006/main">
              <a:ext uri="{FF2B5EF4-FFF2-40B4-BE49-F238E27FC236}">
                <a16:creationId xmlns:a16="http://schemas.microsoft.com/office/drawing/2014/main" id="{2081ACFF-A16C-468C-9B11-B3E51DCF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6" name="p05-线-0196">
            <a:extLst xmlns:a="http://schemas.openxmlformats.org/drawingml/2006/main">
              <a:ext uri="{FF2B5EF4-FFF2-40B4-BE49-F238E27FC236}">
                <a16:creationId xmlns:a16="http://schemas.microsoft.com/office/drawing/2014/main" id="{1407D9BB-2E86-405D-A21C-01785982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05-线-0197">
            <a:extLst xmlns:a="http://schemas.openxmlformats.org/drawingml/2006/main">
              <a:ext uri="{FF2B5EF4-FFF2-40B4-BE49-F238E27FC236}">
                <a16:creationId xmlns:a16="http://schemas.microsoft.com/office/drawing/2014/main" id="{3D45AE9E-EEA1-4460-AFB3-B2B173F2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05-线-0198">
            <a:extLst xmlns:a="http://schemas.openxmlformats.org/drawingml/2006/main">
              <a:ext uri="{FF2B5EF4-FFF2-40B4-BE49-F238E27FC236}">
                <a16:creationId xmlns:a16="http://schemas.microsoft.com/office/drawing/2014/main" id="{C4BB109B-5AD4-4CF4-A157-37A9508C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9" name="p05-线-0199">
            <a:extLst xmlns:a="http://schemas.openxmlformats.org/drawingml/2006/main">
              <a:ext uri="{FF2B5EF4-FFF2-40B4-BE49-F238E27FC236}">
                <a16:creationId xmlns:a16="http://schemas.microsoft.com/office/drawing/2014/main" id="{C1415CEE-7E86-40CF-8189-38E2C8F8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05-线-0200">
            <a:extLst xmlns:a="http://schemas.openxmlformats.org/drawingml/2006/main">
              <a:ext uri="{FF2B5EF4-FFF2-40B4-BE49-F238E27FC236}">
                <a16:creationId xmlns:a16="http://schemas.microsoft.com/office/drawing/2014/main" id="{78FC8D2E-8CDD-41CE-B542-77D2D9DA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5-线-0201">
            <a:extLst xmlns:a="http://schemas.openxmlformats.org/drawingml/2006/main">
              <a:ext uri="{FF2B5EF4-FFF2-40B4-BE49-F238E27FC236}">
                <a16:creationId xmlns:a16="http://schemas.microsoft.com/office/drawing/2014/main" id="{BDBCEEFD-3813-4907-9D73-C299C56D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2" name="p05-线-0202">
            <a:extLst xmlns:a="http://schemas.openxmlformats.org/drawingml/2006/main">
              <a:ext uri="{FF2B5EF4-FFF2-40B4-BE49-F238E27FC236}">
                <a16:creationId xmlns:a16="http://schemas.microsoft.com/office/drawing/2014/main" id="{733D47AF-A186-4387-BE28-C02DEB47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05-线-0203">
            <a:extLst xmlns:a="http://schemas.openxmlformats.org/drawingml/2006/main">
              <a:ext uri="{FF2B5EF4-FFF2-40B4-BE49-F238E27FC236}">
                <a16:creationId xmlns:a16="http://schemas.microsoft.com/office/drawing/2014/main" id="{B21FEE6F-3210-4BF2-AF0B-3C179C91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05-线-0204">
            <a:extLst xmlns:a="http://schemas.openxmlformats.org/drawingml/2006/main">
              <a:ext uri="{FF2B5EF4-FFF2-40B4-BE49-F238E27FC236}">
                <a16:creationId xmlns:a16="http://schemas.microsoft.com/office/drawing/2014/main" id="{DFE0174F-6323-4874-9529-BE56A33E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5" name="p05-线-0205">
            <a:extLst xmlns:a="http://schemas.openxmlformats.org/drawingml/2006/main">
              <a:ext uri="{FF2B5EF4-FFF2-40B4-BE49-F238E27FC236}">
                <a16:creationId xmlns:a16="http://schemas.microsoft.com/office/drawing/2014/main" id="{D791B279-D84C-43EB-9C0F-8E6C022C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7657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05-线-0206">
            <a:extLst xmlns:a="http://schemas.openxmlformats.org/drawingml/2006/main">
              <a:ext uri="{FF2B5EF4-FFF2-40B4-BE49-F238E27FC236}">
                <a16:creationId xmlns:a16="http://schemas.microsoft.com/office/drawing/2014/main" id="{25543BB5-2C79-487D-8B68-8274E9AC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05-线-0207">
            <a:extLst xmlns:a="http://schemas.openxmlformats.org/drawingml/2006/main">
              <a:ext uri="{FF2B5EF4-FFF2-40B4-BE49-F238E27FC236}">
                <a16:creationId xmlns:a16="http://schemas.microsoft.com/office/drawing/2014/main" id="{27FB8AF7-2FC4-43DB-80D1-AD32C192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76575"/>
            <a:ext cx="214313" cy="209550"/>
          </a:xfrm>
          <a:custGeom xmlns:a="http://schemas.openxmlformats.org/drawingml/2006/main">
            <a:pathLst>
              <a:path w="214313" h="209550">
                <a:moveTo>
                  <a:pt x="0" y="0"/>
                </a:moveTo>
                <a:lnTo>
                  <a:pt x="214313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8" name="p05-线-0208">
            <a:extLst xmlns:a="http://schemas.openxmlformats.org/drawingml/2006/main">
              <a:ext uri="{FF2B5EF4-FFF2-40B4-BE49-F238E27FC236}">
                <a16:creationId xmlns:a16="http://schemas.microsoft.com/office/drawing/2014/main" id="{08BDE433-5410-4522-A7FD-9E091DE8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76575"/>
            <a:ext cx="95" cy="209550"/>
          </a:xfrm>
          <a:custGeom xmlns:a="http://schemas.openxmlformats.org/drawingml/2006/main"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05-线-0209">
            <a:extLst xmlns:a="http://schemas.openxmlformats.org/drawingml/2006/main">
              <a:ext uri="{FF2B5EF4-FFF2-40B4-BE49-F238E27FC236}">
                <a16:creationId xmlns:a16="http://schemas.microsoft.com/office/drawing/2014/main" id="{83A1083B-BA67-4D8A-A4D4-0569E26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05-线-0210">
            <a:extLst xmlns:a="http://schemas.openxmlformats.org/drawingml/2006/main">
              <a:ext uri="{FF2B5EF4-FFF2-40B4-BE49-F238E27FC236}">
                <a16:creationId xmlns:a16="http://schemas.microsoft.com/office/drawing/2014/main" id="{2A3E5954-B890-469F-949E-698E07B6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738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05-线-0211">
            <a:extLst xmlns:a="http://schemas.openxmlformats.org/drawingml/2006/main">
              <a:ext uri="{FF2B5EF4-FFF2-40B4-BE49-F238E27FC236}">
                <a16:creationId xmlns:a16="http://schemas.microsoft.com/office/drawing/2014/main" id="{C329B412-F781-490E-9E6C-ED2D7264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05-线-0212">
            <a:extLst xmlns:a="http://schemas.openxmlformats.org/drawingml/2006/main">
              <a:ext uri="{FF2B5EF4-FFF2-40B4-BE49-F238E27FC236}">
                <a16:creationId xmlns:a16="http://schemas.microsoft.com/office/drawing/2014/main" id="{B2474C73-AB93-45AE-B6AE-D434C085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363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05-线-0213">
            <a:extLst xmlns:a="http://schemas.openxmlformats.org/drawingml/2006/main">
              <a:ext uri="{FF2B5EF4-FFF2-40B4-BE49-F238E27FC236}">
                <a16:creationId xmlns:a16="http://schemas.microsoft.com/office/drawing/2014/main" id="{760DFE08-2468-431F-A907-E4266907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05-线-0214">
            <a:extLst xmlns:a="http://schemas.openxmlformats.org/drawingml/2006/main">
              <a:ext uri="{FF2B5EF4-FFF2-40B4-BE49-F238E27FC236}">
                <a16:creationId xmlns:a16="http://schemas.microsoft.com/office/drawing/2014/main" id="{6828EFC9-56C0-43ED-87E3-9EE754DC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988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05-线-0215">
            <a:extLst xmlns:a="http://schemas.openxmlformats.org/drawingml/2006/main">
              <a:ext uri="{FF2B5EF4-FFF2-40B4-BE49-F238E27FC236}">
                <a16:creationId xmlns:a16="http://schemas.microsoft.com/office/drawing/2014/main" id="{114A4FDF-8C34-4220-8CA7-A40F8F03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6" name="p05-线-0216">
            <a:extLst xmlns:a="http://schemas.openxmlformats.org/drawingml/2006/main">
              <a:ext uri="{FF2B5EF4-FFF2-40B4-BE49-F238E27FC236}">
                <a16:creationId xmlns:a16="http://schemas.microsoft.com/office/drawing/2014/main" id="{07AAAC0C-27B0-4D0A-BB2D-F8A80C35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05-线-0217">
            <a:extLst xmlns:a="http://schemas.openxmlformats.org/drawingml/2006/main">
              <a:ext uri="{FF2B5EF4-FFF2-40B4-BE49-F238E27FC236}">
                <a16:creationId xmlns:a16="http://schemas.microsoft.com/office/drawing/2014/main" id="{09F59850-45DC-4599-A30F-2280F8F2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05-线-0218">
            <a:extLst xmlns:a="http://schemas.openxmlformats.org/drawingml/2006/main">
              <a:ext uri="{FF2B5EF4-FFF2-40B4-BE49-F238E27FC236}">
                <a16:creationId xmlns:a16="http://schemas.microsoft.com/office/drawing/2014/main" id="{844192EA-120F-4892-91FD-09A5D11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286125"/>
            <a:ext cx="214313" cy="95"/>
          </a:xfrm>
          <a:custGeom xmlns:a="http://schemas.openxmlformats.org/drawingml/2006/main">
            <a:pathLst>
              <a:path w="214313" h="9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9" name="p05-椭圆-0219">
            <a:extLst xmlns:a="http://schemas.openxmlformats.org/drawingml/2006/main">
              <a:ext uri="{FF2B5EF4-FFF2-40B4-BE49-F238E27FC236}">
                <a16:creationId xmlns:a16="http://schemas.microsoft.com/office/drawing/2014/main" id="{B2F29A07-779F-447F-AE89-395BB5AB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345" y="2355611"/>
            <a:ext cx="230785" cy="1846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0" name="p05-椭圆-0220">
            <a:extLst xmlns:a="http://schemas.openxmlformats.org/drawingml/2006/main">
              <a:ext uri="{FF2B5EF4-FFF2-40B4-BE49-F238E27FC236}">
                <a16:creationId xmlns:a16="http://schemas.microsoft.com/office/drawing/2014/main" id="{DD1A3723-7036-4DBE-9A98-D4AA47F5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3397" y="2369552"/>
            <a:ext cx="195931" cy="1567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1" name="p05-椭圆-0221">
            <a:extLst xmlns:a="http://schemas.openxmlformats.org/drawingml/2006/main">
              <a:ext uri="{FF2B5EF4-FFF2-40B4-BE49-F238E27FC236}">
                <a16:creationId xmlns:a16="http://schemas.microsoft.com/office/drawing/2014/main" id="{DF74AA64-90A1-4888-B78D-7297CA81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6423" y="2349073"/>
            <a:ext cx="247130" cy="197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2" name="p05-椭圆-0222">
            <a:extLst xmlns:a="http://schemas.openxmlformats.org/drawingml/2006/main">
              <a:ext uri="{FF2B5EF4-FFF2-40B4-BE49-F238E27FC236}">
                <a16:creationId xmlns:a16="http://schemas.microsoft.com/office/drawing/2014/main" id="{C658C89C-509D-4605-87A0-9A4A0B3E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8927" y="2352176"/>
            <a:ext cx="239372" cy="1914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3" name="p05-椭圆-0223">
            <a:extLst xmlns:a="http://schemas.openxmlformats.org/drawingml/2006/main">
              <a:ext uri="{FF2B5EF4-FFF2-40B4-BE49-F238E27FC236}">
                <a16:creationId xmlns:a16="http://schemas.microsoft.com/office/drawing/2014/main" id="{903ABA38-BBC7-411A-A61F-32BE36C4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922" y="2370073"/>
            <a:ext cx="194630" cy="155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05-椭圆-0224">
            <a:extLst xmlns:a="http://schemas.openxmlformats.org/drawingml/2006/main">
              <a:ext uri="{FF2B5EF4-FFF2-40B4-BE49-F238E27FC236}">
                <a16:creationId xmlns:a16="http://schemas.microsoft.com/office/drawing/2014/main" id="{65E56885-ABA7-40F9-A8BC-927EEDC2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4772" y="2788652"/>
            <a:ext cx="195931" cy="1567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05-椭圆-0225">
            <a:extLst xmlns:a="http://schemas.openxmlformats.org/drawingml/2006/main">
              <a:ext uri="{FF2B5EF4-FFF2-40B4-BE49-F238E27FC236}">
                <a16:creationId xmlns:a16="http://schemas.microsoft.com/office/drawing/2014/main" id="{EB699495-E530-4E0F-9439-7A9871D7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98" y="2768173"/>
            <a:ext cx="247130" cy="197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6" name="p05-椭圆-0226">
            <a:extLst xmlns:a="http://schemas.openxmlformats.org/drawingml/2006/main">
              <a:ext uri="{FF2B5EF4-FFF2-40B4-BE49-F238E27FC236}">
                <a16:creationId xmlns:a16="http://schemas.microsoft.com/office/drawing/2014/main" id="{6F4605CF-7CFC-4BE1-9E42-003D86BA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302" y="2771276"/>
            <a:ext cx="239372" cy="1914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7" name="p05-椭圆-0227">
            <a:extLst xmlns:a="http://schemas.openxmlformats.org/drawingml/2006/main">
              <a:ext uri="{FF2B5EF4-FFF2-40B4-BE49-F238E27FC236}">
                <a16:creationId xmlns:a16="http://schemas.microsoft.com/office/drawing/2014/main" id="{354B38B7-7D2D-4C58-B021-B870D365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297" y="2789173"/>
            <a:ext cx="194630" cy="1557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8" name="p05-椭圆-0228">
            <a:extLst xmlns:a="http://schemas.openxmlformats.org/drawingml/2006/main">
              <a:ext uri="{FF2B5EF4-FFF2-40B4-BE49-F238E27FC236}">
                <a16:creationId xmlns:a16="http://schemas.microsoft.com/office/drawing/2014/main" id="{7169CAF1-602B-47C7-A965-B6DACA3C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424" y="2771174"/>
            <a:ext cx="239627" cy="1917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9" name="p05-路径-0229">
            <a:extLst xmlns:a="http://schemas.openxmlformats.org/drawingml/2006/main">
              <a:ext uri="{FF2B5EF4-FFF2-40B4-BE49-F238E27FC236}">
                <a16:creationId xmlns:a16="http://schemas.microsoft.com/office/drawing/2014/main" id="{D41BCBB2-6377-4FA9-A80F-C63257B0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41218"/>
            <a:ext cx="1990725" cy="221949"/>
          </a:xfrm>
          <a:custGeom xmlns:a="http://schemas.openxmlformats.org/drawingml/2006/main">
            <a:pathLst>
              <a:path w="1990725" h="221949">
                <a:moveTo>
                  <a:pt x="0" y="91111"/>
                </a:moveTo>
                <a:lnTo>
                  <a:pt x="53661" y="61457"/>
                </a:lnTo>
                <a:lnTo>
                  <a:pt x="108349" y="38198"/>
                </a:lnTo>
                <a:lnTo>
                  <a:pt x="164016" y="20879"/>
                </a:lnTo>
                <a:lnTo>
                  <a:pt x="220614" y="9043"/>
                </a:lnTo>
                <a:lnTo>
                  <a:pt x="278097" y="2235"/>
                </a:lnTo>
                <a:lnTo>
                  <a:pt x="336417" y="0"/>
                </a:lnTo>
                <a:lnTo>
                  <a:pt x="395526" y="1881"/>
                </a:lnTo>
                <a:lnTo>
                  <a:pt x="455377" y="7422"/>
                </a:lnTo>
                <a:lnTo>
                  <a:pt x="515922" y="16168"/>
                </a:lnTo>
                <a:lnTo>
                  <a:pt x="577113" y="27663"/>
                </a:lnTo>
                <a:lnTo>
                  <a:pt x="638904" y="41451"/>
                </a:lnTo>
                <a:lnTo>
                  <a:pt x="701246" y="57076"/>
                </a:lnTo>
                <a:lnTo>
                  <a:pt x="827394" y="92014"/>
                </a:lnTo>
                <a:lnTo>
                  <a:pt x="955179" y="128830"/>
                </a:lnTo>
                <a:lnTo>
                  <a:pt x="1084219" y="163879"/>
                </a:lnTo>
                <a:lnTo>
                  <a:pt x="1149092" y="179600"/>
                </a:lnTo>
                <a:lnTo>
                  <a:pt x="1214135" y="193512"/>
                </a:lnTo>
                <a:lnTo>
                  <a:pt x="1279303" y="205159"/>
                </a:lnTo>
                <a:lnTo>
                  <a:pt x="1344546" y="214085"/>
                </a:lnTo>
                <a:lnTo>
                  <a:pt x="1409819" y="219833"/>
                </a:lnTo>
                <a:lnTo>
                  <a:pt x="1475073" y="221949"/>
                </a:lnTo>
                <a:lnTo>
                  <a:pt x="1540260" y="219976"/>
                </a:lnTo>
                <a:lnTo>
                  <a:pt x="1605334" y="213459"/>
                </a:lnTo>
                <a:lnTo>
                  <a:pt x="1670246" y="201941"/>
                </a:lnTo>
                <a:lnTo>
                  <a:pt x="1734950" y="184967"/>
                </a:lnTo>
                <a:lnTo>
                  <a:pt x="1799397" y="162081"/>
                </a:lnTo>
                <a:lnTo>
                  <a:pt x="1863540" y="132827"/>
                </a:lnTo>
                <a:lnTo>
                  <a:pt x="1927332" y="96749"/>
                </a:lnTo>
                <a:lnTo>
                  <a:pt x="1990725" y="5339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30" name="p05-文本-0230">
            <a:extLst xmlns:a="http://schemas.openxmlformats.org/drawingml/2006/main">
              <a:ext uri="{FF2B5EF4-FFF2-40B4-BE49-F238E27FC236}">
                <a16:creationId xmlns:a16="http://schemas.microsoft.com/office/drawing/2014/main" id="{D6874B74-4BBB-46DF-A27F-69439881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4102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孔道、界面与有效厚度</a:t>
            </a:r>
          </a:p>
        </p:txBody>
      </p:sp>
      <p:sp>
        <p:nvSpPr>
          <p:cNvPr id="231" name="p05-文本-0231">
            <a:extLst xmlns:a="http://schemas.openxmlformats.org/drawingml/2006/main">
              <a:ext uri="{FF2B5EF4-FFF2-40B4-BE49-F238E27FC236}">
                <a16:creationId xmlns:a16="http://schemas.microsoft.com/office/drawing/2014/main" id="{2D833D4C-889C-4F8C-AD8E-98E5F926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410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提取可控制的结构参数</a:t>
            </a:r>
          </a:p>
        </p:txBody>
      </p:sp>
      <p:sp>
        <p:nvSpPr>
          <p:cNvPr id="232" name="p05-矩形-0232">
            <a:extLst xmlns:a="http://schemas.openxmlformats.org/drawingml/2006/main">
              <a:ext uri="{FF2B5EF4-FFF2-40B4-BE49-F238E27FC236}">
                <a16:creationId xmlns:a16="http://schemas.microsoft.com/office/drawing/2014/main" id="{0EB961CE-83AF-43DB-953F-66E019F7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9570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3" name="p05-文本-0233">
            <a:extLst xmlns:a="http://schemas.openxmlformats.org/drawingml/2006/main">
              <a:ext uri="{FF2B5EF4-FFF2-40B4-BE49-F238E27FC236}">
                <a16:creationId xmlns:a16="http://schemas.microsoft.com/office/drawing/2014/main" id="{90888469-F528-43C8-8882-10F4FEF0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822" y="3717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评价指标</a:t>
            </a:r>
          </a:p>
        </p:txBody>
      </p:sp>
      <p:sp>
        <p:nvSpPr>
          <p:cNvPr id="234" name="p05-文本-0234">
            <a:extLst xmlns:a="http://schemas.openxmlformats.org/drawingml/2006/main">
              <a:ext uri="{FF2B5EF4-FFF2-40B4-BE49-F238E27FC236}">
                <a16:creationId xmlns:a16="http://schemas.microsoft.com/office/drawing/2014/main" id="{B39CDB80-D2B3-45EC-98A5-4BF84619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04990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35" name="p05-线-0235">
            <a:extLst xmlns:a="http://schemas.openxmlformats.org/drawingml/2006/main">
              <a:ext uri="{FF2B5EF4-FFF2-40B4-BE49-F238E27FC236}">
                <a16:creationId xmlns:a16="http://schemas.microsoft.com/office/drawing/2014/main" id="{B104D48B-2CCC-4486-9090-1A8C2895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543550"/>
            <a:ext cx="2143125" cy="95"/>
          </a:xfrm>
          <a:custGeom xmlns:a="http://schemas.openxmlformats.org/drawingml/2006/main">
            <a:pathLst>
              <a:path w="2143125" h="95">
                <a:moveTo>
                  <a:pt x="0" y="0"/>
                </a:moveTo>
                <a:lnTo>
                  <a:pt x="2143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6" name="p05-线-0236">
            <a:extLst xmlns:a="http://schemas.openxmlformats.org/drawingml/2006/main">
              <a:ext uri="{FF2B5EF4-FFF2-40B4-BE49-F238E27FC236}">
                <a16:creationId xmlns:a16="http://schemas.microsoft.com/office/drawing/2014/main" id="{A99800FA-88C8-461A-B656-24EA1E18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14850"/>
            <a:ext cx="95" cy="1028700"/>
          </a:xfrm>
          <a:custGeom xmlns:a="http://schemas.openxmlformats.org/drawingml/2006/main"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7" name="p05-线-0237">
            <a:extLst xmlns:a="http://schemas.openxmlformats.org/drawingml/2006/main">
              <a:ext uri="{FF2B5EF4-FFF2-40B4-BE49-F238E27FC236}">
                <a16:creationId xmlns:a16="http://schemas.microsoft.com/office/drawing/2014/main" id="{950C937F-CBAE-4114-B39F-D9FC67F5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772025"/>
            <a:ext cx="2143125" cy="95"/>
          </a:xfrm>
          <a:custGeom xmlns:a="http://schemas.openxmlformats.org/drawingml/2006/main">
            <a:pathLst>
              <a:path w="2143125" h="95">
                <a:moveTo>
                  <a:pt x="0" y="0"/>
                </a:moveTo>
                <a:lnTo>
                  <a:pt x="2143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8" name="p05-线-0238">
            <a:extLst xmlns:a="http://schemas.openxmlformats.org/drawingml/2006/main">
              <a:ext uri="{FF2B5EF4-FFF2-40B4-BE49-F238E27FC236}">
                <a16:creationId xmlns:a16="http://schemas.microsoft.com/office/drawing/2014/main" id="{AE820B78-9AF7-452C-AA43-FA2A863D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29200"/>
            <a:ext cx="2143125" cy="95"/>
          </a:xfrm>
          <a:custGeom xmlns:a="http://schemas.openxmlformats.org/drawingml/2006/main">
            <a:pathLst>
              <a:path w="2143125" h="95">
                <a:moveTo>
                  <a:pt x="0" y="0"/>
                </a:moveTo>
                <a:lnTo>
                  <a:pt x="2143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9" name="p05-线-0239">
            <a:extLst xmlns:a="http://schemas.openxmlformats.org/drawingml/2006/main">
              <a:ext uri="{FF2B5EF4-FFF2-40B4-BE49-F238E27FC236}">
                <a16:creationId xmlns:a16="http://schemas.microsoft.com/office/drawing/2014/main" id="{C4FF31C9-BE84-4D3E-B447-987D8875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86375"/>
            <a:ext cx="2143125" cy="95"/>
          </a:xfrm>
          <a:custGeom xmlns:a="http://schemas.openxmlformats.org/drawingml/2006/main">
            <a:pathLst>
              <a:path w="2143125" h="95">
                <a:moveTo>
                  <a:pt x="0" y="0"/>
                </a:moveTo>
                <a:lnTo>
                  <a:pt x="2143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0" name="p05-路径-0240">
            <a:extLst xmlns:a="http://schemas.openxmlformats.org/drawingml/2006/main">
              <a:ext uri="{FF2B5EF4-FFF2-40B4-BE49-F238E27FC236}">
                <a16:creationId xmlns:a16="http://schemas.microsoft.com/office/drawing/2014/main" id="{B1E1603B-A230-425E-AEA8-98FCA7A8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690110"/>
            <a:ext cx="2143125" cy="578168"/>
          </a:xfrm>
          <a:custGeom xmlns:a="http://schemas.openxmlformats.org/drawingml/2006/main">
            <a:pathLst>
              <a:path w="2143125" h="578168">
                <a:moveTo>
                  <a:pt x="0" y="0"/>
                </a:moveTo>
                <a:lnTo>
                  <a:pt x="71438" y="42863"/>
                </a:lnTo>
                <a:lnTo>
                  <a:pt x="142875" y="82868"/>
                </a:lnTo>
                <a:lnTo>
                  <a:pt x="214313" y="120968"/>
                </a:lnTo>
                <a:lnTo>
                  <a:pt x="285750" y="156210"/>
                </a:lnTo>
                <a:lnTo>
                  <a:pt x="357188" y="189547"/>
                </a:lnTo>
                <a:lnTo>
                  <a:pt x="428625" y="220028"/>
                </a:lnTo>
                <a:lnTo>
                  <a:pt x="500063" y="248603"/>
                </a:lnTo>
                <a:lnTo>
                  <a:pt x="571500" y="276225"/>
                </a:lnTo>
                <a:lnTo>
                  <a:pt x="642938" y="300990"/>
                </a:lnTo>
                <a:lnTo>
                  <a:pt x="714375" y="324803"/>
                </a:lnTo>
                <a:lnTo>
                  <a:pt x="785813" y="346710"/>
                </a:lnTo>
                <a:lnTo>
                  <a:pt x="857250" y="367665"/>
                </a:lnTo>
                <a:lnTo>
                  <a:pt x="928688" y="387668"/>
                </a:lnTo>
                <a:lnTo>
                  <a:pt x="1000125" y="405765"/>
                </a:lnTo>
                <a:lnTo>
                  <a:pt x="1071563" y="421958"/>
                </a:lnTo>
                <a:lnTo>
                  <a:pt x="1143000" y="438150"/>
                </a:lnTo>
                <a:lnTo>
                  <a:pt x="1214438" y="453390"/>
                </a:lnTo>
                <a:lnTo>
                  <a:pt x="1285875" y="466725"/>
                </a:lnTo>
                <a:lnTo>
                  <a:pt x="1357313" y="480060"/>
                </a:lnTo>
                <a:lnTo>
                  <a:pt x="1428750" y="492443"/>
                </a:lnTo>
                <a:lnTo>
                  <a:pt x="1500188" y="502920"/>
                </a:lnTo>
                <a:lnTo>
                  <a:pt x="1571625" y="514350"/>
                </a:lnTo>
                <a:lnTo>
                  <a:pt x="1643063" y="523875"/>
                </a:lnTo>
                <a:lnTo>
                  <a:pt x="1714500" y="533400"/>
                </a:lnTo>
                <a:lnTo>
                  <a:pt x="1785938" y="541972"/>
                </a:lnTo>
                <a:lnTo>
                  <a:pt x="1857375" y="550545"/>
                </a:lnTo>
                <a:lnTo>
                  <a:pt x="1928813" y="558165"/>
                </a:lnTo>
                <a:lnTo>
                  <a:pt x="2000250" y="564833"/>
                </a:lnTo>
                <a:lnTo>
                  <a:pt x="2071688" y="571500"/>
                </a:lnTo>
                <a:lnTo>
                  <a:pt x="2143125" y="57816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41" name="p05-椭圆-0241">
            <a:extLst xmlns:a="http://schemas.openxmlformats.org/drawingml/2006/main">
              <a:ext uri="{FF2B5EF4-FFF2-40B4-BE49-F238E27FC236}">
                <a16:creationId xmlns:a16="http://schemas.microsoft.com/office/drawing/2014/main" id="{F8A05A52-905F-42E7-ABD9-17251BC1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" y="466305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2" name="p05-椭圆-0242">
            <a:extLst xmlns:a="http://schemas.openxmlformats.org/drawingml/2006/main">
              <a:ext uri="{FF2B5EF4-FFF2-40B4-BE49-F238E27FC236}">
                <a16:creationId xmlns:a16="http://schemas.microsoft.com/office/drawing/2014/main" id="{D47F5B51-C933-40C8-8ABC-5EFAA29A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" y="488350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3" name="p05-椭圆-0243">
            <a:extLst xmlns:a="http://schemas.openxmlformats.org/drawingml/2006/main">
              <a:ext uri="{FF2B5EF4-FFF2-40B4-BE49-F238E27FC236}">
                <a16:creationId xmlns:a16="http://schemas.microsoft.com/office/drawing/2014/main" id="{4B0C2CC3-BC07-4038-99CF-6569C1C8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" y="5031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4" name="p05-椭圆-0244">
            <a:extLst xmlns:a="http://schemas.openxmlformats.org/drawingml/2006/main">
              <a:ext uri="{FF2B5EF4-FFF2-40B4-BE49-F238E27FC236}">
                <a16:creationId xmlns:a16="http://schemas.microsoft.com/office/drawing/2014/main" id="{3FEBF8DD-4720-4F85-B2FD-AF89B3CE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380" y="513031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5" name="p05-椭圆-0245">
            <a:extLst xmlns:a="http://schemas.openxmlformats.org/drawingml/2006/main">
              <a:ext uri="{FF2B5EF4-FFF2-40B4-BE49-F238E27FC236}">
                <a16:creationId xmlns:a16="http://schemas.microsoft.com/office/drawing/2014/main" id="{DCBDC304-9143-4B94-8E9C-CDADCB8E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005" y="519671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6" name="p05-椭圆-0246">
            <a:extLst xmlns:a="http://schemas.openxmlformats.org/drawingml/2006/main">
              <a:ext uri="{FF2B5EF4-FFF2-40B4-BE49-F238E27FC236}">
                <a16:creationId xmlns:a16="http://schemas.microsoft.com/office/drawing/2014/main" id="{F282F4D3-76E0-470A-A4DD-746BB0EC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630" y="524122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7" name="p05-路径-0247">
            <a:extLst xmlns:a="http://schemas.openxmlformats.org/drawingml/2006/main">
              <a:ext uri="{FF2B5EF4-FFF2-40B4-BE49-F238E27FC236}">
                <a16:creationId xmlns:a16="http://schemas.microsoft.com/office/drawing/2014/main" id="{B33C3157-06EE-42E8-B71F-31610926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690110"/>
            <a:ext cx="2143125" cy="635318"/>
          </a:xfrm>
          <a:custGeom xmlns:a="http://schemas.openxmlformats.org/drawingml/2006/main">
            <a:pathLst>
              <a:path w="2143125" h="635318">
                <a:moveTo>
                  <a:pt x="0" y="0"/>
                </a:moveTo>
                <a:lnTo>
                  <a:pt x="71438" y="62865"/>
                </a:lnTo>
                <a:lnTo>
                  <a:pt x="142875" y="120968"/>
                </a:lnTo>
                <a:lnTo>
                  <a:pt x="214313" y="173355"/>
                </a:lnTo>
                <a:lnTo>
                  <a:pt x="285750" y="220028"/>
                </a:lnTo>
                <a:lnTo>
                  <a:pt x="357188" y="262890"/>
                </a:lnTo>
                <a:lnTo>
                  <a:pt x="428625" y="300990"/>
                </a:lnTo>
                <a:lnTo>
                  <a:pt x="500063" y="336233"/>
                </a:lnTo>
                <a:lnTo>
                  <a:pt x="571500" y="367665"/>
                </a:lnTo>
                <a:lnTo>
                  <a:pt x="642938" y="396240"/>
                </a:lnTo>
                <a:lnTo>
                  <a:pt x="714375" y="421958"/>
                </a:lnTo>
                <a:lnTo>
                  <a:pt x="785813" y="445770"/>
                </a:lnTo>
                <a:lnTo>
                  <a:pt x="857250" y="466725"/>
                </a:lnTo>
                <a:lnTo>
                  <a:pt x="928688" y="485775"/>
                </a:lnTo>
                <a:lnTo>
                  <a:pt x="1000125" y="502920"/>
                </a:lnTo>
                <a:lnTo>
                  <a:pt x="1071563" y="519113"/>
                </a:lnTo>
                <a:lnTo>
                  <a:pt x="1143000" y="533400"/>
                </a:lnTo>
                <a:lnTo>
                  <a:pt x="1214438" y="545783"/>
                </a:lnTo>
                <a:lnTo>
                  <a:pt x="1285875" y="558165"/>
                </a:lnTo>
                <a:lnTo>
                  <a:pt x="1357313" y="568643"/>
                </a:lnTo>
                <a:lnTo>
                  <a:pt x="1428750" y="578168"/>
                </a:lnTo>
                <a:lnTo>
                  <a:pt x="1500188" y="586740"/>
                </a:lnTo>
                <a:lnTo>
                  <a:pt x="1571625" y="594360"/>
                </a:lnTo>
                <a:lnTo>
                  <a:pt x="1643063" y="601028"/>
                </a:lnTo>
                <a:lnTo>
                  <a:pt x="1714500" y="607695"/>
                </a:lnTo>
                <a:lnTo>
                  <a:pt x="1785938" y="613410"/>
                </a:lnTo>
                <a:lnTo>
                  <a:pt x="1857375" y="618172"/>
                </a:lnTo>
                <a:lnTo>
                  <a:pt x="1928813" y="622935"/>
                </a:lnTo>
                <a:lnTo>
                  <a:pt x="2000250" y="627697"/>
                </a:lnTo>
                <a:lnTo>
                  <a:pt x="2071688" y="631508"/>
                </a:lnTo>
                <a:lnTo>
                  <a:pt x="2143125" y="63531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48" name="p05-椭圆-0248">
            <a:extLst xmlns:a="http://schemas.openxmlformats.org/drawingml/2006/main">
              <a:ext uri="{FF2B5EF4-FFF2-40B4-BE49-F238E27FC236}">
                <a16:creationId xmlns:a16="http://schemas.microsoft.com/office/drawing/2014/main" id="{06B56DFD-59FB-4406-8639-96DBB0AC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" y="466305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9" name="p05-椭圆-0249">
            <a:extLst xmlns:a="http://schemas.openxmlformats.org/drawingml/2006/main">
              <a:ext uri="{FF2B5EF4-FFF2-40B4-BE49-F238E27FC236}">
                <a16:creationId xmlns:a16="http://schemas.microsoft.com/office/drawing/2014/main" id="{BF69F6B3-6CE0-4117-9A75-5D4A82A3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" y="496474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0" name="p05-椭圆-0250">
            <a:extLst xmlns:a="http://schemas.openxmlformats.org/drawingml/2006/main">
              <a:ext uri="{FF2B5EF4-FFF2-40B4-BE49-F238E27FC236}">
                <a16:creationId xmlns:a16="http://schemas.microsoft.com/office/drawing/2014/main" id="{EE585905-BF8D-419D-9116-DBCBEE87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" y="513031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1" name="p05-椭圆-0251">
            <a:extLst xmlns:a="http://schemas.openxmlformats.org/drawingml/2006/main">
              <a:ext uri="{FF2B5EF4-FFF2-40B4-BE49-F238E27FC236}">
                <a16:creationId xmlns:a16="http://schemas.microsoft.com/office/drawing/2014/main" id="{3E50008F-D22F-419B-A635-68E5AEE5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380" y="522118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2" name="p05-椭圆-0252">
            <a:extLst xmlns:a="http://schemas.openxmlformats.org/drawingml/2006/main">
              <a:ext uri="{FF2B5EF4-FFF2-40B4-BE49-F238E27FC236}">
                <a16:creationId xmlns:a16="http://schemas.microsoft.com/office/drawing/2014/main" id="{81FADC91-48CB-420B-99C2-C289B31C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005" y="527105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3" name="p05-椭圆-0253">
            <a:extLst xmlns:a="http://schemas.openxmlformats.org/drawingml/2006/main">
              <a:ext uri="{FF2B5EF4-FFF2-40B4-BE49-F238E27FC236}">
                <a16:creationId xmlns:a16="http://schemas.microsoft.com/office/drawing/2014/main" id="{964065B4-33B8-4653-A3F3-4BE88A8F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630" y="529842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4" name="p05-路径-0254">
            <a:extLst xmlns:a="http://schemas.openxmlformats.org/drawingml/2006/main">
              <a:ext uri="{FF2B5EF4-FFF2-40B4-BE49-F238E27FC236}">
                <a16:creationId xmlns:a16="http://schemas.microsoft.com/office/drawing/2014/main" id="{5571064D-E11F-4695-B20F-8959A516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690110"/>
            <a:ext cx="2143125" cy="656272"/>
          </a:xfrm>
          <a:custGeom xmlns:a="http://schemas.openxmlformats.org/drawingml/2006/main">
            <a:pathLst>
              <a:path w="2143125" h="656272">
                <a:moveTo>
                  <a:pt x="0" y="0"/>
                </a:moveTo>
                <a:lnTo>
                  <a:pt x="71438" y="82868"/>
                </a:lnTo>
                <a:lnTo>
                  <a:pt x="142875" y="156210"/>
                </a:lnTo>
                <a:lnTo>
                  <a:pt x="214313" y="220028"/>
                </a:lnTo>
                <a:lnTo>
                  <a:pt x="285750" y="276225"/>
                </a:lnTo>
                <a:lnTo>
                  <a:pt x="357188" y="324803"/>
                </a:lnTo>
                <a:lnTo>
                  <a:pt x="428625" y="367665"/>
                </a:lnTo>
                <a:lnTo>
                  <a:pt x="500063" y="405765"/>
                </a:lnTo>
                <a:lnTo>
                  <a:pt x="571500" y="438150"/>
                </a:lnTo>
                <a:lnTo>
                  <a:pt x="642938" y="466725"/>
                </a:lnTo>
                <a:lnTo>
                  <a:pt x="714375" y="492443"/>
                </a:lnTo>
                <a:lnTo>
                  <a:pt x="785813" y="514350"/>
                </a:lnTo>
                <a:lnTo>
                  <a:pt x="857250" y="533400"/>
                </a:lnTo>
                <a:lnTo>
                  <a:pt x="928688" y="550545"/>
                </a:lnTo>
                <a:lnTo>
                  <a:pt x="1000125" y="564833"/>
                </a:lnTo>
                <a:lnTo>
                  <a:pt x="1071563" y="578168"/>
                </a:lnTo>
                <a:lnTo>
                  <a:pt x="1143000" y="588645"/>
                </a:lnTo>
                <a:lnTo>
                  <a:pt x="1214438" y="599122"/>
                </a:lnTo>
                <a:lnTo>
                  <a:pt x="1285875" y="607695"/>
                </a:lnTo>
                <a:lnTo>
                  <a:pt x="1357313" y="615315"/>
                </a:lnTo>
                <a:lnTo>
                  <a:pt x="1428750" y="621983"/>
                </a:lnTo>
                <a:lnTo>
                  <a:pt x="1500188" y="627697"/>
                </a:lnTo>
                <a:lnTo>
                  <a:pt x="1571625" y="632460"/>
                </a:lnTo>
                <a:lnTo>
                  <a:pt x="1643063" y="637222"/>
                </a:lnTo>
                <a:lnTo>
                  <a:pt x="1714500" y="641033"/>
                </a:lnTo>
                <a:lnTo>
                  <a:pt x="1785938" y="644843"/>
                </a:lnTo>
                <a:lnTo>
                  <a:pt x="1857375" y="647700"/>
                </a:lnTo>
                <a:lnTo>
                  <a:pt x="1928813" y="649605"/>
                </a:lnTo>
                <a:lnTo>
                  <a:pt x="2000250" y="652463"/>
                </a:lnTo>
                <a:lnTo>
                  <a:pt x="2071688" y="654368"/>
                </a:lnTo>
                <a:lnTo>
                  <a:pt x="2143125" y="65627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55" name="p05-椭圆-0255">
            <a:extLst xmlns:a="http://schemas.openxmlformats.org/drawingml/2006/main">
              <a:ext uri="{FF2B5EF4-FFF2-40B4-BE49-F238E27FC236}">
                <a16:creationId xmlns:a16="http://schemas.microsoft.com/office/drawing/2014/main" id="{7848CA97-F7F9-4F05-B3BF-3835A23E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" y="466305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6" name="p05-椭圆-0256">
            <a:extLst xmlns:a="http://schemas.openxmlformats.org/drawingml/2006/main">
              <a:ext uri="{FF2B5EF4-FFF2-40B4-BE49-F238E27FC236}">
                <a16:creationId xmlns:a16="http://schemas.microsoft.com/office/drawing/2014/main" id="{1424DA6E-BD9F-42FC-8266-4BA113A8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" y="5031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7" name="p05-椭圆-0257">
            <a:extLst xmlns:a="http://schemas.openxmlformats.org/drawingml/2006/main">
              <a:ext uri="{FF2B5EF4-FFF2-40B4-BE49-F238E27FC236}">
                <a16:creationId xmlns:a16="http://schemas.microsoft.com/office/drawing/2014/main" id="{EEB87623-110C-4BD8-961A-4F12FB02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" y="519671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8" name="p05-椭圆-0258">
            <a:extLst xmlns:a="http://schemas.openxmlformats.org/drawingml/2006/main">
              <a:ext uri="{FF2B5EF4-FFF2-40B4-BE49-F238E27FC236}">
                <a16:creationId xmlns:a16="http://schemas.microsoft.com/office/drawing/2014/main" id="{866DDA1E-316E-4743-A003-1B8FB935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380" y="527105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9" name="p05-椭圆-0259">
            <a:extLst xmlns:a="http://schemas.openxmlformats.org/drawingml/2006/main">
              <a:ext uri="{FF2B5EF4-FFF2-40B4-BE49-F238E27FC236}">
                <a16:creationId xmlns:a16="http://schemas.microsoft.com/office/drawing/2014/main" id="{C52F5EB7-B6C1-483B-B7E2-C4B9D173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005" y="530445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0" name="p05-椭圆-0260">
            <a:extLst xmlns:a="http://schemas.openxmlformats.org/drawingml/2006/main">
              <a:ext uri="{FF2B5EF4-FFF2-40B4-BE49-F238E27FC236}">
                <a16:creationId xmlns:a16="http://schemas.microsoft.com/office/drawing/2014/main" id="{125A8029-F703-46A3-98D6-5D1BFDA3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630" y="531946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1" name="p05-文本-0261">
            <a:extLst xmlns:a="http://schemas.openxmlformats.org/drawingml/2006/main">
              <a:ext uri="{FF2B5EF4-FFF2-40B4-BE49-F238E27FC236}">
                <a16:creationId xmlns:a16="http://schemas.microsoft.com/office/drawing/2014/main" id="{0D65E548-E074-4560-B013-00222AE1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3" y="5640577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62" name="p05-线-0262">
            <a:extLst xmlns:a="http://schemas.openxmlformats.org/drawingml/2006/main">
              <a:ext uri="{FF2B5EF4-FFF2-40B4-BE49-F238E27FC236}">
                <a16:creationId xmlns:a16="http://schemas.microsoft.com/office/drawing/2014/main" id="{46E60FB7-996C-4324-B23B-9EA7BACF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529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63" name="p05-文本-0263">
            <a:extLst xmlns:a="http://schemas.openxmlformats.org/drawingml/2006/main">
              <a:ext uri="{FF2B5EF4-FFF2-40B4-BE49-F238E27FC236}">
                <a16:creationId xmlns:a16="http://schemas.microsoft.com/office/drawing/2014/main" id="{783F0B42-D7B3-423E-86C0-51C96C70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26000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4" name="p05-线-0264">
            <a:extLst xmlns:a="http://schemas.openxmlformats.org/drawingml/2006/main">
              <a:ext uri="{FF2B5EF4-FFF2-40B4-BE49-F238E27FC236}">
                <a16:creationId xmlns:a16="http://schemas.microsoft.com/office/drawing/2014/main" id="{3971B5B7-27ED-4E18-B003-D4307CD3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529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65" name="p05-文本-0265">
            <a:extLst xmlns:a="http://schemas.openxmlformats.org/drawingml/2006/main">
              <a:ext uri="{FF2B5EF4-FFF2-40B4-BE49-F238E27FC236}">
                <a16:creationId xmlns:a16="http://schemas.microsoft.com/office/drawing/2014/main" id="{638B0E66-A371-4AF2-97B6-3D02B2C0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000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6" name="p05-线-0266">
            <a:extLst xmlns:a="http://schemas.openxmlformats.org/drawingml/2006/main">
              <a:ext uri="{FF2B5EF4-FFF2-40B4-BE49-F238E27FC236}">
                <a16:creationId xmlns:a16="http://schemas.microsoft.com/office/drawing/2014/main" id="{69F78F18-F6DD-4F0B-9ACC-F63760EC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3529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67" name="p05-文本-0267">
            <a:extLst xmlns:a="http://schemas.openxmlformats.org/drawingml/2006/main">
              <a:ext uri="{FF2B5EF4-FFF2-40B4-BE49-F238E27FC236}">
                <a16:creationId xmlns:a16="http://schemas.microsoft.com/office/drawing/2014/main" id="{747FF071-9CF4-4B94-8E28-2E24C070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26000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68" name="p05-文本-0268">
            <a:extLst xmlns:a="http://schemas.openxmlformats.org/drawingml/2006/main">
              <a:ext uri="{FF2B5EF4-FFF2-40B4-BE49-F238E27FC236}">
                <a16:creationId xmlns:a16="http://schemas.microsoft.com/office/drawing/2014/main" id="{C603B008-861F-49B1-AABE-27978E64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39845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传输响应与机械稳定性</a:t>
            </a:r>
          </a:p>
        </p:txBody>
      </p:sp>
      <p:sp>
        <p:nvSpPr>
          <p:cNvPr id="269" name="p05-文本-0269">
            <a:extLst xmlns:a="http://schemas.openxmlformats.org/drawingml/2006/main">
              <a:ext uri="{FF2B5EF4-FFF2-40B4-BE49-F238E27FC236}">
                <a16:creationId xmlns:a16="http://schemas.microsoft.com/office/drawing/2014/main" id="{716DD3A0-D8B2-4AFF-8034-8DB84C70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79850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区分主指标与约束指标</a:t>
            </a:r>
          </a:p>
        </p:txBody>
      </p:sp>
      <p:sp>
        <p:nvSpPr>
          <p:cNvPr id="270" name="p05-矩形-0270">
            <a:extLst xmlns:a="http://schemas.openxmlformats.org/drawingml/2006/main">
              <a:ext uri="{FF2B5EF4-FFF2-40B4-BE49-F238E27FC236}">
                <a16:creationId xmlns:a16="http://schemas.microsoft.com/office/drawing/2014/main" id="{A7F04ECE-BBB7-46FA-9D75-B65C2E64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1" name="p05-文本-0271">
            <a:extLst xmlns:a="http://schemas.openxmlformats.org/drawingml/2006/main">
              <a:ext uri="{FF2B5EF4-FFF2-40B4-BE49-F238E27FC236}">
                <a16:creationId xmlns:a16="http://schemas.microsoft.com/office/drawing/2014/main" id="{5B2FF344-AA3F-4F38-8D89-75F5F836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9072" y="3717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验证条件</a:t>
            </a:r>
          </a:p>
        </p:txBody>
      </p:sp>
      <p:sp>
        <p:nvSpPr>
          <p:cNvPr id="272" name="p05-矩形-0272">
            <a:extLst xmlns:a="http://schemas.openxmlformats.org/drawingml/2006/main">
              <a:ext uri="{FF2B5EF4-FFF2-40B4-BE49-F238E27FC236}">
                <a16:creationId xmlns:a16="http://schemas.microsoft.com/office/drawing/2014/main" id="{02AFF754-A7E0-42B2-8A91-E3208CE9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286250"/>
            <a:ext cx="21431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273" name="p05-椭圆-0273">
            <a:extLst xmlns:a="http://schemas.openxmlformats.org/drawingml/2006/main">
              <a:ext uri="{FF2B5EF4-FFF2-40B4-BE49-F238E27FC236}">
                <a16:creationId xmlns:a16="http://schemas.microsoft.com/office/drawing/2014/main" id="{A25054C0-971B-4AF9-934E-D88520A8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74" name="p05-椭圆-0274">
            <a:extLst xmlns:a="http://schemas.openxmlformats.org/drawingml/2006/main">
              <a:ext uri="{FF2B5EF4-FFF2-40B4-BE49-F238E27FC236}">
                <a16:creationId xmlns:a16="http://schemas.microsoft.com/office/drawing/2014/main" id="{A3BCA157-0DAB-46E2-9652-BCEB8D28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5" name="p05-椭圆-0275">
            <a:extLst xmlns:a="http://schemas.openxmlformats.org/drawingml/2006/main">
              <a:ext uri="{FF2B5EF4-FFF2-40B4-BE49-F238E27FC236}">
                <a16:creationId xmlns:a16="http://schemas.microsoft.com/office/drawing/2014/main" id="{6D764A0F-601B-4118-A6AC-358B518E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6" name="p05-椭圆-0276">
            <a:extLst xmlns:a="http://schemas.openxmlformats.org/drawingml/2006/main">
              <a:ext uri="{FF2B5EF4-FFF2-40B4-BE49-F238E27FC236}">
                <a16:creationId xmlns:a16="http://schemas.microsoft.com/office/drawing/2014/main" id="{7D206D2C-8848-470D-AB41-971361C7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7" name="p05-椭圆-0277">
            <a:extLst xmlns:a="http://schemas.openxmlformats.org/drawingml/2006/main">
              <a:ext uri="{FF2B5EF4-FFF2-40B4-BE49-F238E27FC236}">
                <a16:creationId xmlns:a16="http://schemas.microsoft.com/office/drawing/2014/main" id="{6B8EC7F6-7DD0-485B-B12E-AFCD058F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78" name="p05-椭圆-0278">
            <a:extLst xmlns:a="http://schemas.openxmlformats.org/drawingml/2006/main">
              <a:ext uri="{FF2B5EF4-FFF2-40B4-BE49-F238E27FC236}">
                <a16:creationId xmlns:a16="http://schemas.microsoft.com/office/drawing/2014/main" id="{AE10A092-67E9-4C5B-815F-2470045D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9" name="p05-椭圆-0279">
            <a:extLst xmlns:a="http://schemas.openxmlformats.org/drawingml/2006/main">
              <a:ext uri="{FF2B5EF4-FFF2-40B4-BE49-F238E27FC236}">
                <a16:creationId xmlns:a16="http://schemas.microsoft.com/office/drawing/2014/main" id="{77D19FBE-CC3A-45D6-AB35-BD36165B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0" name="p05-椭圆-0280">
            <a:extLst xmlns:a="http://schemas.openxmlformats.org/drawingml/2006/main">
              <a:ext uri="{FF2B5EF4-FFF2-40B4-BE49-F238E27FC236}">
                <a16:creationId xmlns:a16="http://schemas.microsoft.com/office/drawing/2014/main" id="{55DF90E5-E0F5-4235-A06C-664AFEEE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1" name="p05-椭圆-0281">
            <a:extLst xmlns:a="http://schemas.openxmlformats.org/drawingml/2006/main">
              <a:ext uri="{FF2B5EF4-FFF2-40B4-BE49-F238E27FC236}">
                <a16:creationId xmlns:a16="http://schemas.microsoft.com/office/drawing/2014/main" id="{C483B023-8B91-4429-B6D5-62E97CFE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82" name="p05-椭圆-0282">
            <a:extLst xmlns:a="http://schemas.openxmlformats.org/drawingml/2006/main">
              <a:ext uri="{FF2B5EF4-FFF2-40B4-BE49-F238E27FC236}">
                <a16:creationId xmlns:a16="http://schemas.microsoft.com/office/drawing/2014/main" id="{F35993B1-FAFD-4B25-A08B-29C1DBDD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3" name="p05-椭圆-0283">
            <a:extLst xmlns:a="http://schemas.openxmlformats.org/drawingml/2006/main">
              <a:ext uri="{FF2B5EF4-FFF2-40B4-BE49-F238E27FC236}">
                <a16:creationId xmlns:a16="http://schemas.microsoft.com/office/drawing/2014/main" id="{0C3BAF75-A4AA-41C3-B0E7-C49AAA03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4" name="p05-椭圆-0284">
            <a:extLst xmlns:a="http://schemas.openxmlformats.org/drawingml/2006/main">
              <a:ext uri="{FF2B5EF4-FFF2-40B4-BE49-F238E27FC236}">
                <a16:creationId xmlns:a16="http://schemas.microsoft.com/office/drawing/2014/main" id="{559D860F-8222-4556-B79B-480F5E99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436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5" name="p05-椭圆-0285">
            <a:extLst xmlns:a="http://schemas.openxmlformats.org/drawingml/2006/main">
              <a:ext uri="{FF2B5EF4-FFF2-40B4-BE49-F238E27FC236}">
                <a16:creationId xmlns:a16="http://schemas.microsoft.com/office/drawing/2014/main" id="{8478F29A-53E3-4F4C-AEAC-54A5B65B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6" name="p05-椭圆-0286">
            <a:extLst xmlns:a="http://schemas.openxmlformats.org/drawingml/2006/main">
              <a:ext uri="{FF2B5EF4-FFF2-40B4-BE49-F238E27FC236}">
                <a16:creationId xmlns:a16="http://schemas.microsoft.com/office/drawing/2014/main" id="{E875EF15-AD94-40C5-9053-1B10E231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7" name="p05-椭圆-0287">
            <a:extLst xmlns:a="http://schemas.openxmlformats.org/drawingml/2006/main">
              <a:ext uri="{FF2B5EF4-FFF2-40B4-BE49-F238E27FC236}">
                <a16:creationId xmlns:a16="http://schemas.microsoft.com/office/drawing/2014/main" id="{C09D4182-93A9-4FCE-BF24-AA8F25C7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8" name="p05-椭圆-0288">
            <a:extLst xmlns:a="http://schemas.openxmlformats.org/drawingml/2006/main">
              <a:ext uri="{FF2B5EF4-FFF2-40B4-BE49-F238E27FC236}">
                <a16:creationId xmlns:a16="http://schemas.microsoft.com/office/drawing/2014/main" id="{EB4D7DC4-B290-4FAE-8C3A-F89AAD17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89" name="p05-椭圆-0289">
            <a:extLst xmlns:a="http://schemas.openxmlformats.org/drawingml/2006/main">
              <a:ext uri="{FF2B5EF4-FFF2-40B4-BE49-F238E27FC236}">
                <a16:creationId xmlns:a16="http://schemas.microsoft.com/office/drawing/2014/main" id="{5929E56C-7136-4D30-8FDB-5840B043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0" name="p05-椭圆-0290">
            <a:extLst xmlns:a="http://schemas.openxmlformats.org/drawingml/2006/main">
              <a:ext uri="{FF2B5EF4-FFF2-40B4-BE49-F238E27FC236}">
                <a16:creationId xmlns:a16="http://schemas.microsoft.com/office/drawing/2014/main" id="{9881C0F5-5EDA-4A6C-8F5D-A4AB66CF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1" name="p05-椭圆-0291">
            <a:extLst xmlns:a="http://schemas.openxmlformats.org/drawingml/2006/main">
              <a:ext uri="{FF2B5EF4-FFF2-40B4-BE49-F238E27FC236}">
                <a16:creationId xmlns:a16="http://schemas.microsoft.com/office/drawing/2014/main" id="{F2A14F33-C644-4CA5-8283-3ACE10F7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2" name="p05-椭圆-0292">
            <a:extLst xmlns:a="http://schemas.openxmlformats.org/drawingml/2006/main">
              <a:ext uri="{FF2B5EF4-FFF2-40B4-BE49-F238E27FC236}">
                <a16:creationId xmlns:a16="http://schemas.microsoft.com/office/drawing/2014/main" id="{6F8BC74E-8B87-4C6E-BF51-98FBFA86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93" name="p05-椭圆-0293">
            <a:extLst xmlns:a="http://schemas.openxmlformats.org/drawingml/2006/main">
              <a:ext uri="{FF2B5EF4-FFF2-40B4-BE49-F238E27FC236}">
                <a16:creationId xmlns:a16="http://schemas.microsoft.com/office/drawing/2014/main" id="{E4995F56-1322-4DEC-B5C6-80C55BEE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4" name="p05-椭圆-0294">
            <a:extLst xmlns:a="http://schemas.openxmlformats.org/drawingml/2006/main">
              <a:ext uri="{FF2B5EF4-FFF2-40B4-BE49-F238E27FC236}">
                <a16:creationId xmlns:a16="http://schemas.microsoft.com/office/drawing/2014/main" id="{54A42B99-6DC8-4456-9C73-842AB386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5" name="p05-椭圆-0295">
            <a:extLst xmlns:a="http://schemas.openxmlformats.org/drawingml/2006/main">
              <a:ext uri="{FF2B5EF4-FFF2-40B4-BE49-F238E27FC236}">
                <a16:creationId xmlns:a16="http://schemas.microsoft.com/office/drawing/2014/main" id="{36AD6CDC-EB07-46A1-85B6-3298D96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6" name="p05-椭圆-0296">
            <a:extLst xmlns:a="http://schemas.openxmlformats.org/drawingml/2006/main">
              <a:ext uri="{FF2B5EF4-FFF2-40B4-BE49-F238E27FC236}">
                <a16:creationId xmlns:a16="http://schemas.microsoft.com/office/drawing/2014/main" id="{B783EC4B-B3A9-40E5-BE63-E6861860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4508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97" name="p05-椭圆-0297">
            <a:extLst xmlns:a="http://schemas.openxmlformats.org/drawingml/2006/main">
              <a:ext uri="{FF2B5EF4-FFF2-40B4-BE49-F238E27FC236}">
                <a16:creationId xmlns:a16="http://schemas.microsoft.com/office/drawing/2014/main" id="{BFE93DBE-5A4D-498C-A5BB-D3993B18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8" name="p05-椭圆-0298">
            <a:extLst xmlns:a="http://schemas.openxmlformats.org/drawingml/2006/main">
              <a:ext uri="{FF2B5EF4-FFF2-40B4-BE49-F238E27FC236}">
                <a16:creationId xmlns:a16="http://schemas.microsoft.com/office/drawing/2014/main" id="{9749832E-EE65-4A94-9565-EBB4159F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9" name="p05-椭圆-0299">
            <a:extLst xmlns:a="http://schemas.openxmlformats.org/drawingml/2006/main">
              <a:ext uri="{FF2B5EF4-FFF2-40B4-BE49-F238E27FC236}">
                <a16:creationId xmlns:a16="http://schemas.microsoft.com/office/drawing/2014/main" id="{251F3306-7402-4C52-9E18-8C4FB52A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00" name="p05-椭圆-0300">
            <a:extLst xmlns:a="http://schemas.openxmlformats.org/drawingml/2006/main">
              <a:ext uri="{FF2B5EF4-FFF2-40B4-BE49-F238E27FC236}">
                <a16:creationId xmlns:a16="http://schemas.microsoft.com/office/drawing/2014/main" id="{E365CE25-4281-4CBA-9E21-8150A059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01" name="p05-椭圆-0301">
            <a:extLst xmlns:a="http://schemas.openxmlformats.org/drawingml/2006/main">
              <a:ext uri="{FF2B5EF4-FFF2-40B4-BE49-F238E27FC236}">
                <a16:creationId xmlns:a16="http://schemas.microsoft.com/office/drawing/2014/main" id="{C253ECE4-F438-468C-9DDF-88C4799C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02" name="p05-椭圆-0302">
            <a:extLst xmlns:a="http://schemas.openxmlformats.org/drawingml/2006/main">
              <a:ext uri="{FF2B5EF4-FFF2-40B4-BE49-F238E27FC236}">
                <a16:creationId xmlns:a16="http://schemas.microsoft.com/office/drawing/2014/main" id="{B5BFA7DF-A5DF-4568-80F0-37CC6B50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03" name="p05-椭圆-0303">
            <a:extLst xmlns:a="http://schemas.openxmlformats.org/drawingml/2006/main">
              <a:ext uri="{FF2B5EF4-FFF2-40B4-BE49-F238E27FC236}">
                <a16:creationId xmlns:a16="http://schemas.microsoft.com/office/drawing/2014/main" id="{4A387E2C-730F-4C35-92B2-B0EC3E67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04" name="p05-椭圆-0304">
            <a:extLst xmlns:a="http://schemas.openxmlformats.org/drawingml/2006/main">
              <a:ext uri="{FF2B5EF4-FFF2-40B4-BE49-F238E27FC236}">
                <a16:creationId xmlns:a16="http://schemas.microsoft.com/office/drawing/2014/main" id="{E585EDC6-238D-4467-8761-A65958A2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05" name="p05-椭圆-0305">
            <a:extLst xmlns:a="http://schemas.openxmlformats.org/drawingml/2006/main">
              <a:ext uri="{FF2B5EF4-FFF2-40B4-BE49-F238E27FC236}">
                <a16:creationId xmlns:a16="http://schemas.microsoft.com/office/drawing/2014/main" id="{EA3A7729-247E-494C-80CE-388F21D0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06" name="p05-椭圆-0306">
            <a:extLst xmlns:a="http://schemas.openxmlformats.org/drawingml/2006/main">
              <a:ext uri="{FF2B5EF4-FFF2-40B4-BE49-F238E27FC236}">
                <a16:creationId xmlns:a16="http://schemas.microsoft.com/office/drawing/2014/main" id="{FE1E6903-85EC-4005-A9FE-2E33CA37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07" name="p05-椭圆-0307">
            <a:extLst xmlns:a="http://schemas.openxmlformats.org/drawingml/2006/main">
              <a:ext uri="{FF2B5EF4-FFF2-40B4-BE49-F238E27FC236}">
                <a16:creationId xmlns:a16="http://schemas.microsoft.com/office/drawing/2014/main" id="{275C751D-26CC-4419-AA65-F674617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08" name="p05-椭圆-0308">
            <a:extLst xmlns:a="http://schemas.openxmlformats.org/drawingml/2006/main">
              <a:ext uri="{FF2B5EF4-FFF2-40B4-BE49-F238E27FC236}">
                <a16:creationId xmlns:a16="http://schemas.microsoft.com/office/drawing/2014/main" id="{FA87678B-AEEC-4B38-B823-C96A4B8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46482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09" name="p05-椭圆-0309">
            <a:extLst xmlns:a="http://schemas.openxmlformats.org/drawingml/2006/main">
              <a:ext uri="{FF2B5EF4-FFF2-40B4-BE49-F238E27FC236}">
                <a16:creationId xmlns:a16="http://schemas.microsoft.com/office/drawing/2014/main" id="{6F88CAC0-D7F9-46A3-A500-48B8E0D9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10" name="p05-椭圆-0310">
            <a:extLst xmlns:a="http://schemas.openxmlformats.org/drawingml/2006/main">
              <a:ext uri="{FF2B5EF4-FFF2-40B4-BE49-F238E27FC236}">
                <a16:creationId xmlns:a16="http://schemas.microsoft.com/office/drawing/2014/main" id="{E542CE88-27DA-4668-969E-054AD30A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11" name="p05-椭圆-0311">
            <a:extLst xmlns:a="http://schemas.openxmlformats.org/drawingml/2006/main">
              <a:ext uri="{FF2B5EF4-FFF2-40B4-BE49-F238E27FC236}">
                <a16:creationId xmlns:a16="http://schemas.microsoft.com/office/drawing/2014/main" id="{8ECAD3CB-1D3C-4839-BE76-3789394F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12" name="p05-椭圆-0312">
            <a:extLst xmlns:a="http://schemas.openxmlformats.org/drawingml/2006/main">
              <a:ext uri="{FF2B5EF4-FFF2-40B4-BE49-F238E27FC236}">
                <a16:creationId xmlns:a16="http://schemas.microsoft.com/office/drawing/2014/main" id="{7B5D2D0C-A614-4FCA-8B4D-4713B080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13" name="p05-椭圆-0313">
            <a:extLst xmlns:a="http://schemas.openxmlformats.org/drawingml/2006/main">
              <a:ext uri="{FF2B5EF4-FFF2-40B4-BE49-F238E27FC236}">
                <a16:creationId xmlns:a16="http://schemas.microsoft.com/office/drawing/2014/main" id="{41E6D052-9A59-43EA-8E19-E78CA054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14" name="p05-椭圆-0314">
            <a:extLst xmlns:a="http://schemas.openxmlformats.org/drawingml/2006/main">
              <a:ext uri="{FF2B5EF4-FFF2-40B4-BE49-F238E27FC236}">
                <a16:creationId xmlns:a16="http://schemas.microsoft.com/office/drawing/2014/main" id="{5AB9CBE2-D833-4B7F-9A2B-946CF341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15" name="p05-椭圆-0315">
            <a:extLst xmlns:a="http://schemas.openxmlformats.org/drawingml/2006/main">
              <a:ext uri="{FF2B5EF4-FFF2-40B4-BE49-F238E27FC236}">
                <a16:creationId xmlns:a16="http://schemas.microsoft.com/office/drawing/2014/main" id="{85DB15F0-F4CB-41E9-8088-B99E5F0E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16" name="p05-椭圆-0316">
            <a:extLst xmlns:a="http://schemas.openxmlformats.org/drawingml/2006/main">
              <a:ext uri="{FF2B5EF4-FFF2-40B4-BE49-F238E27FC236}">
                <a16:creationId xmlns:a16="http://schemas.microsoft.com/office/drawing/2014/main" id="{8C4F6BAF-A6D9-4F6A-8C93-5E67BC1A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17" name="p05-椭圆-0317">
            <a:extLst xmlns:a="http://schemas.openxmlformats.org/drawingml/2006/main">
              <a:ext uri="{FF2B5EF4-FFF2-40B4-BE49-F238E27FC236}">
                <a16:creationId xmlns:a16="http://schemas.microsoft.com/office/drawing/2014/main" id="{EAD6CCE1-BC82-40C9-863D-41178B5A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18" name="p05-椭圆-0318">
            <a:extLst xmlns:a="http://schemas.openxmlformats.org/drawingml/2006/main">
              <a:ext uri="{FF2B5EF4-FFF2-40B4-BE49-F238E27FC236}">
                <a16:creationId xmlns:a16="http://schemas.microsoft.com/office/drawing/2014/main" id="{D76795A5-887E-4922-BEAF-CE2BD037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19" name="p05-椭圆-0319">
            <a:extLst xmlns:a="http://schemas.openxmlformats.org/drawingml/2006/main">
              <a:ext uri="{FF2B5EF4-FFF2-40B4-BE49-F238E27FC236}">
                <a16:creationId xmlns:a16="http://schemas.microsoft.com/office/drawing/2014/main" id="{640ADEE9-1424-4FCB-86B6-C85B239E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20" name="p05-椭圆-0320">
            <a:extLst xmlns:a="http://schemas.openxmlformats.org/drawingml/2006/main">
              <a:ext uri="{FF2B5EF4-FFF2-40B4-BE49-F238E27FC236}">
                <a16:creationId xmlns:a16="http://schemas.microsoft.com/office/drawing/2014/main" id="{8A9B9023-00AA-43C9-901F-6D1932DC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47879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21" name="p05-椭圆-0321">
            <a:extLst xmlns:a="http://schemas.openxmlformats.org/drawingml/2006/main">
              <a:ext uri="{FF2B5EF4-FFF2-40B4-BE49-F238E27FC236}">
                <a16:creationId xmlns:a16="http://schemas.microsoft.com/office/drawing/2014/main" id="{33364146-2340-489E-AE30-2A38FD0E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22" name="p05-椭圆-0322">
            <a:extLst xmlns:a="http://schemas.openxmlformats.org/drawingml/2006/main">
              <a:ext uri="{FF2B5EF4-FFF2-40B4-BE49-F238E27FC236}">
                <a16:creationId xmlns:a16="http://schemas.microsoft.com/office/drawing/2014/main" id="{75F4BFC0-AAD3-4F72-B769-3DBEE82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23" name="p05-椭圆-0323">
            <a:extLst xmlns:a="http://schemas.openxmlformats.org/drawingml/2006/main">
              <a:ext uri="{FF2B5EF4-FFF2-40B4-BE49-F238E27FC236}">
                <a16:creationId xmlns:a16="http://schemas.microsoft.com/office/drawing/2014/main" id="{A6EBB591-B435-45BF-B0FF-1A7B2B13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24" name="p05-椭圆-0324">
            <a:extLst xmlns:a="http://schemas.openxmlformats.org/drawingml/2006/main">
              <a:ext uri="{FF2B5EF4-FFF2-40B4-BE49-F238E27FC236}">
                <a16:creationId xmlns:a16="http://schemas.microsoft.com/office/drawing/2014/main" id="{9DF4176A-314C-49C5-9BAF-13EA3C5F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25" name="p05-椭圆-0325">
            <a:extLst xmlns:a="http://schemas.openxmlformats.org/drawingml/2006/main">
              <a:ext uri="{FF2B5EF4-FFF2-40B4-BE49-F238E27FC236}">
                <a16:creationId xmlns:a16="http://schemas.microsoft.com/office/drawing/2014/main" id="{BBE73502-F747-4759-8C50-1436ABF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26" name="p05-椭圆-0326">
            <a:extLst xmlns:a="http://schemas.openxmlformats.org/drawingml/2006/main">
              <a:ext uri="{FF2B5EF4-FFF2-40B4-BE49-F238E27FC236}">
                <a16:creationId xmlns:a16="http://schemas.microsoft.com/office/drawing/2014/main" id="{4E040FF3-C09D-43A2-B993-ABFA772B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27" name="p05-椭圆-0327">
            <a:extLst xmlns:a="http://schemas.openxmlformats.org/drawingml/2006/main">
              <a:ext uri="{FF2B5EF4-FFF2-40B4-BE49-F238E27FC236}">
                <a16:creationId xmlns:a16="http://schemas.microsoft.com/office/drawing/2014/main" id="{A49EADBF-B40F-4C0C-B88A-EDB71C1C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28" name="p05-椭圆-0328">
            <a:extLst xmlns:a="http://schemas.openxmlformats.org/drawingml/2006/main">
              <a:ext uri="{FF2B5EF4-FFF2-40B4-BE49-F238E27FC236}">
                <a16:creationId xmlns:a16="http://schemas.microsoft.com/office/drawing/2014/main" id="{0889E880-778D-4B16-B9FF-201979FF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29" name="p05-椭圆-0329">
            <a:extLst xmlns:a="http://schemas.openxmlformats.org/drawingml/2006/main">
              <a:ext uri="{FF2B5EF4-FFF2-40B4-BE49-F238E27FC236}">
                <a16:creationId xmlns:a16="http://schemas.microsoft.com/office/drawing/2014/main" id="{C8BECF78-24F0-4A4B-B0C6-B75F3DA1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30" name="p05-椭圆-0330">
            <a:extLst xmlns:a="http://schemas.openxmlformats.org/drawingml/2006/main">
              <a:ext uri="{FF2B5EF4-FFF2-40B4-BE49-F238E27FC236}">
                <a16:creationId xmlns:a16="http://schemas.microsoft.com/office/drawing/2014/main" id="{3C8FAD73-4A4C-42BE-BF58-35E884D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31" name="p05-椭圆-0331">
            <a:extLst xmlns:a="http://schemas.openxmlformats.org/drawingml/2006/main">
              <a:ext uri="{FF2B5EF4-FFF2-40B4-BE49-F238E27FC236}">
                <a16:creationId xmlns:a16="http://schemas.microsoft.com/office/drawing/2014/main" id="{ECAE51B1-6F90-479C-BDFA-B8EFD30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32" name="p05-椭圆-0332">
            <a:extLst xmlns:a="http://schemas.openxmlformats.org/drawingml/2006/main">
              <a:ext uri="{FF2B5EF4-FFF2-40B4-BE49-F238E27FC236}">
                <a16:creationId xmlns:a16="http://schemas.microsoft.com/office/drawing/2014/main" id="{252ACA61-DB9F-4C9F-82E1-D3C99EA4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49276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33" name="p05-椭圆-0333">
            <a:extLst xmlns:a="http://schemas.openxmlformats.org/drawingml/2006/main">
              <a:ext uri="{FF2B5EF4-FFF2-40B4-BE49-F238E27FC236}">
                <a16:creationId xmlns:a16="http://schemas.microsoft.com/office/drawing/2014/main" id="{D5AC9679-EA84-4D0D-A0C3-024A8FC8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34" name="p05-椭圆-0334">
            <a:extLst xmlns:a="http://schemas.openxmlformats.org/drawingml/2006/main">
              <a:ext uri="{FF2B5EF4-FFF2-40B4-BE49-F238E27FC236}">
                <a16:creationId xmlns:a16="http://schemas.microsoft.com/office/drawing/2014/main" id="{7DC33BB8-F2CC-4F18-B356-5CC6918E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35" name="p05-椭圆-0335">
            <a:extLst xmlns:a="http://schemas.openxmlformats.org/drawingml/2006/main">
              <a:ext uri="{FF2B5EF4-FFF2-40B4-BE49-F238E27FC236}">
                <a16:creationId xmlns:a16="http://schemas.microsoft.com/office/drawing/2014/main" id="{E6ADE752-1EC5-4789-A5B2-2D6F3E03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36" name="p05-椭圆-0336">
            <a:extLst xmlns:a="http://schemas.openxmlformats.org/drawingml/2006/main">
              <a:ext uri="{FF2B5EF4-FFF2-40B4-BE49-F238E27FC236}">
                <a16:creationId xmlns:a16="http://schemas.microsoft.com/office/drawing/2014/main" id="{8C92422D-45C6-4FD3-BAB9-5F976B98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37" name="p05-椭圆-0337">
            <a:extLst xmlns:a="http://schemas.openxmlformats.org/drawingml/2006/main">
              <a:ext uri="{FF2B5EF4-FFF2-40B4-BE49-F238E27FC236}">
                <a16:creationId xmlns:a16="http://schemas.microsoft.com/office/drawing/2014/main" id="{734DCE51-796C-4340-BE82-386A6B4D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38" name="p05-椭圆-0338">
            <a:extLst xmlns:a="http://schemas.openxmlformats.org/drawingml/2006/main">
              <a:ext uri="{FF2B5EF4-FFF2-40B4-BE49-F238E27FC236}">
                <a16:creationId xmlns:a16="http://schemas.microsoft.com/office/drawing/2014/main" id="{B232ADDE-84B9-4D1C-83E5-198AC011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39" name="p05-椭圆-0339">
            <a:extLst xmlns:a="http://schemas.openxmlformats.org/drawingml/2006/main">
              <a:ext uri="{FF2B5EF4-FFF2-40B4-BE49-F238E27FC236}">
                <a16:creationId xmlns:a16="http://schemas.microsoft.com/office/drawing/2014/main" id="{700ACFEC-167E-4808-BB1D-A7022931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40" name="p05-椭圆-0340">
            <a:extLst xmlns:a="http://schemas.openxmlformats.org/drawingml/2006/main">
              <a:ext uri="{FF2B5EF4-FFF2-40B4-BE49-F238E27FC236}">
                <a16:creationId xmlns:a16="http://schemas.microsoft.com/office/drawing/2014/main" id="{8CDDBC37-BBEB-4AC9-9FE0-9C1C6768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41" name="p05-椭圆-0341">
            <a:extLst xmlns:a="http://schemas.openxmlformats.org/drawingml/2006/main">
              <a:ext uri="{FF2B5EF4-FFF2-40B4-BE49-F238E27FC236}">
                <a16:creationId xmlns:a16="http://schemas.microsoft.com/office/drawing/2014/main" id="{5AC95323-E7A3-4775-ADC7-E80992F1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42" name="p05-椭圆-0342">
            <a:extLst xmlns:a="http://schemas.openxmlformats.org/drawingml/2006/main">
              <a:ext uri="{FF2B5EF4-FFF2-40B4-BE49-F238E27FC236}">
                <a16:creationId xmlns:a16="http://schemas.microsoft.com/office/drawing/2014/main" id="{A23AFE73-E754-42FD-BCA3-5559DB07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43" name="p05-椭圆-0343">
            <a:extLst xmlns:a="http://schemas.openxmlformats.org/drawingml/2006/main">
              <a:ext uri="{FF2B5EF4-FFF2-40B4-BE49-F238E27FC236}">
                <a16:creationId xmlns:a16="http://schemas.microsoft.com/office/drawing/2014/main" id="{B193DF0C-6E19-4B9D-A53A-B62C291E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44" name="p05-椭圆-0344">
            <a:extLst xmlns:a="http://schemas.openxmlformats.org/drawingml/2006/main">
              <a:ext uri="{FF2B5EF4-FFF2-40B4-BE49-F238E27FC236}">
                <a16:creationId xmlns:a16="http://schemas.microsoft.com/office/drawing/2014/main" id="{F0E19CA7-D16B-4BEA-BE57-11FF8346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5067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45" name="p05-椭圆-0345">
            <a:extLst xmlns:a="http://schemas.openxmlformats.org/drawingml/2006/main">
              <a:ext uri="{FF2B5EF4-FFF2-40B4-BE49-F238E27FC236}">
                <a16:creationId xmlns:a16="http://schemas.microsoft.com/office/drawing/2014/main" id="{1050ACB2-DD55-460F-811C-E3EDFBBD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46" name="p05-椭圆-0346">
            <a:extLst xmlns:a="http://schemas.openxmlformats.org/drawingml/2006/main">
              <a:ext uri="{FF2B5EF4-FFF2-40B4-BE49-F238E27FC236}">
                <a16:creationId xmlns:a16="http://schemas.microsoft.com/office/drawing/2014/main" id="{45A0D584-7FFD-4C56-960A-9D74AB54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47" name="p05-椭圆-0347">
            <a:extLst xmlns:a="http://schemas.openxmlformats.org/drawingml/2006/main">
              <a:ext uri="{FF2B5EF4-FFF2-40B4-BE49-F238E27FC236}">
                <a16:creationId xmlns:a16="http://schemas.microsoft.com/office/drawing/2014/main" id="{14452BCE-1175-4334-813D-BD445D2F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48" name="p05-椭圆-0348">
            <a:extLst xmlns:a="http://schemas.openxmlformats.org/drawingml/2006/main">
              <a:ext uri="{FF2B5EF4-FFF2-40B4-BE49-F238E27FC236}">
                <a16:creationId xmlns:a16="http://schemas.microsoft.com/office/drawing/2014/main" id="{F5EFE5EB-1975-4BB0-A48D-C6F92C26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49" name="p05-椭圆-0349">
            <a:extLst xmlns:a="http://schemas.openxmlformats.org/drawingml/2006/main">
              <a:ext uri="{FF2B5EF4-FFF2-40B4-BE49-F238E27FC236}">
                <a16:creationId xmlns:a16="http://schemas.microsoft.com/office/drawing/2014/main" id="{0B359098-454B-4DCF-89CE-1E089EB7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50" name="p05-椭圆-0350">
            <a:extLst xmlns:a="http://schemas.openxmlformats.org/drawingml/2006/main">
              <a:ext uri="{FF2B5EF4-FFF2-40B4-BE49-F238E27FC236}">
                <a16:creationId xmlns:a16="http://schemas.microsoft.com/office/drawing/2014/main" id="{9262F848-14DE-48CA-A63E-07D8E8D8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51" name="p05-椭圆-0351">
            <a:extLst xmlns:a="http://schemas.openxmlformats.org/drawingml/2006/main">
              <a:ext uri="{FF2B5EF4-FFF2-40B4-BE49-F238E27FC236}">
                <a16:creationId xmlns:a16="http://schemas.microsoft.com/office/drawing/2014/main" id="{80000402-DA4D-45BE-99FF-540401EA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52" name="p05-椭圆-0352">
            <a:extLst xmlns:a="http://schemas.openxmlformats.org/drawingml/2006/main">
              <a:ext uri="{FF2B5EF4-FFF2-40B4-BE49-F238E27FC236}">
                <a16:creationId xmlns:a16="http://schemas.microsoft.com/office/drawing/2014/main" id="{474A72F0-8D9B-4891-AC38-4FDCE5F7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53" name="p05-椭圆-0353">
            <a:extLst xmlns:a="http://schemas.openxmlformats.org/drawingml/2006/main">
              <a:ext uri="{FF2B5EF4-FFF2-40B4-BE49-F238E27FC236}">
                <a16:creationId xmlns:a16="http://schemas.microsoft.com/office/drawing/2014/main" id="{E7B31949-3A01-45B6-B4A6-4F934B34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54" name="p05-椭圆-0354">
            <a:extLst xmlns:a="http://schemas.openxmlformats.org/drawingml/2006/main">
              <a:ext uri="{FF2B5EF4-FFF2-40B4-BE49-F238E27FC236}">
                <a16:creationId xmlns:a16="http://schemas.microsoft.com/office/drawing/2014/main" id="{9F9DECCB-AF68-489D-8147-8A154220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55" name="p05-椭圆-0355">
            <a:extLst xmlns:a="http://schemas.openxmlformats.org/drawingml/2006/main">
              <a:ext uri="{FF2B5EF4-FFF2-40B4-BE49-F238E27FC236}">
                <a16:creationId xmlns:a16="http://schemas.microsoft.com/office/drawing/2014/main" id="{915F7493-70B7-4CBE-9C1B-BC3DCA48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56" name="p05-椭圆-0356">
            <a:extLst xmlns:a="http://schemas.openxmlformats.org/drawingml/2006/main">
              <a:ext uri="{FF2B5EF4-FFF2-40B4-BE49-F238E27FC236}">
                <a16:creationId xmlns:a16="http://schemas.microsoft.com/office/drawing/2014/main" id="{3C26DC79-B39F-44D2-81BA-BC24E94A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520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57" name="p05-椭圆-0357">
            <a:extLst xmlns:a="http://schemas.openxmlformats.org/drawingml/2006/main">
              <a:ext uri="{FF2B5EF4-FFF2-40B4-BE49-F238E27FC236}">
                <a16:creationId xmlns:a16="http://schemas.microsoft.com/office/drawing/2014/main" id="{DC4EDA73-2A0A-4479-8A49-A9563B03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131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58" name="p05-椭圆-0358">
            <a:extLst xmlns:a="http://schemas.openxmlformats.org/drawingml/2006/main">
              <a:ext uri="{FF2B5EF4-FFF2-40B4-BE49-F238E27FC236}">
                <a16:creationId xmlns:a16="http://schemas.microsoft.com/office/drawing/2014/main" id="{D85EAFE1-CAD5-4933-912B-0A16B85B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987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59" name="p05-椭圆-0359">
            <a:extLst xmlns:a="http://schemas.openxmlformats.org/drawingml/2006/main">
              <a:ext uri="{FF2B5EF4-FFF2-40B4-BE49-F238E27FC236}">
                <a16:creationId xmlns:a16="http://schemas.microsoft.com/office/drawing/2014/main" id="{88603084-BB2E-4CA7-9DED-9820C269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842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60" name="p05-椭圆-0360">
            <a:extLst xmlns:a="http://schemas.openxmlformats.org/drawingml/2006/main">
              <a:ext uri="{FF2B5EF4-FFF2-40B4-BE49-F238E27FC236}">
                <a16:creationId xmlns:a16="http://schemas.microsoft.com/office/drawing/2014/main" id="{0AFCE131-0E6B-4B78-9179-0DDB6B30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698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61" name="p05-椭圆-0361">
            <a:extLst xmlns:a="http://schemas.openxmlformats.org/drawingml/2006/main">
              <a:ext uri="{FF2B5EF4-FFF2-40B4-BE49-F238E27FC236}">
                <a16:creationId xmlns:a16="http://schemas.microsoft.com/office/drawing/2014/main" id="{6CD35ADD-7DD0-4A8D-B1B8-502C2A76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54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62" name="p05-椭圆-0362">
            <a:extLst xmlns:a="http://schemas.openxmlformats.org/drawingml/2006/main">
              <a:ext uri="{FF2B5EF4-FFF2-40B4-BE49-F238E27FC236}">
                <a16:creationId xmlns:a16="http://schemas.microsoft.com/office/drawing/2014/main" id="{D82711BB-C558-4A3E-A427-EDBB7AC7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410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363" name="p05-椭圆-0363">
            <a:extLst xmlns:a="http://schemas.openxmlformats.org/drawingml/2006/main">
              <a:ext uri="{FF2B5EF4-FFF2-40B4-BE49-F238E27FC236}">
                <a16:creationId xmlns:a16="http://schemas.microsoft.com/office/drawing/2014/main" id="{0369308C-0974-4C1E-BC9F-D6C19D62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5265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64" name="p05-椭圆-0364">
            <a:extLst xmlns:a="http://schemas.openxmlformats.org/drawingml/2006/main">
              <a:ext uri="{FF2B5EF4-FFF2-40B4-BE49-F238E27FC236}">
                <a16:creationId xmlns:a16="http://schemas.microsoft.com/office/drawing/2014/main" id="{0A07D201-23BE-46E0-9A4F-894E7B49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21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65" name="p05-椭圆-0365">
            <a:extLst xmlns:a="http://schemas.openxmlformats.org/drawingml/2006/main">
              <a:ext uri="{FF2B5EF4-FFF2-40B4-BE49-F238E27FC236}">
                <a16:creationId xmlns:a16="http://schemas.microsoft.com/office/drawing/2014/main" id="{7AEFDF41-05D9-4771-8C79-F223F075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977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66" name="p05-椭圆-0366">
            <a:extLst xmlns:a="http://schemas.openxmlformats.org/drawingml/2006/main">
              <a:ext uri="{FF2B5EF4-FFF2-40B4-BE49-F238E27FC236}">
                <a16:creationId xmlns:a16="http://schemas.microsoft.com/office/drawing/2014/main" id="{208727A2-DF7C-448E-9EF8-13141377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33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67" name="p05-椭圆-0367">
            <a:extLst xmlns:a="http://schemas.openxmlformats.org/drawingml/2006/main">
              <a:ext uri="{FF2B5EF4-FFF2-40B4-BE49-F238E27FC236}">
                <a16:creationId xmlns:a16="http://schemas.microsoft.com/office/drawing/2014/main" id="{A571D67D-6084-43B9-AA8D-A974C54F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688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68" name="p05-椭圆-0368">
            <a:extLst xmlns:a="http://schemas.openxmlformats.org/drawingml/2006/main">
              <a:ext uri="{FF2B5EF4-FFF2-40B4-BE49-F238E27FC236}">
                <a16:creationId xmlns:a16="http://schemas.microsoft.com/office/drawing/2014/main" id="{CE20AD65-1A43-43E4-998E-D7C4612B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544" y="5346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69" name="p05-文本-0369">
            <a:extLst xmlns:a="http://schemas.openxmlformats.org/drawingml/2006/main">
              <a:ext uri="{FF2B5EF4-FFF2-40B4-BE49-F238E27FC236}">
                <a16:creationId xmlns:a16="http://schemas.microsoft.com/office/drawing/2014/main" id="{EF873205-709A-42B1-852F-6A6C5E64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98452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独立批次与条件覆盖</a:t>
            </a:r>
          </a:p>
        </p:txBody>
      </p:sp>
      <p:sp>
        <p:nvSpPr>
          <p:cNvPr id="370" name="p05-文本-0370">
            <a:extLst xmlns:a="http://schemas.openxmlformats.org/drawingml/2006/main">
              <a:ext uri="{FF2B5EF4-FFF2-40B4-BE49-F238E27FC236}">
                <a16:creationId xmlns:a16="http://schemas.microsoft.com/office/drawing/2014/main" id="{785D00A4-4A03-4EA3-85FE-6FE2DE3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798502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判断结果能否重复</a:t>
            </a:r>
          </a:p>
        </p:txBody>
      </p:sp>
      <p:sp>
        <p:nvSpPr>
          <p:cNvPr id="371" name="p05-文本-0371">
            <a:extLst xmlns:a="http://schemas.openxmlformats.org/drawingml/2006/main">
              <a:ext uri="{FF2B5EF4-FFF2-40B4-BE49-F238E27FC236}">
                <a16:creationId xmlns:a16="http://schemas.microsoft.com/office/drawing/2014/main" id="{DA144B71-498E-4860-BFEB-4D018868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3783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p06-矩形-0001">
            <a:extLst xmlns:a="http://schemas.openxmlformats.org/drawingml/2006/main">
              <a:ext uri="{FF2B5EF4-FFF2-40B4-BE49-F238E27FC236}">
                <a16:creationId xmlns:a16="http://schemas.microsoft.com/office/drawing/2014/main" id="{7AF76604-D4E1-4409-A56C-67C765E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6-矩形-0002">
            <a:extLst xmlns:a="http://schemas.openxmlformats.org/drawingml/2006/main">
              <a:ext uri="{FF2B5EF4-FFF2-40B4-BE49-F238E27FC236}">
                <a16:creationId xmlns:a16="http://schemas.microsoft.com/office/drawing/2014/main" id="{A12FAEE0-CAC0-432F-AECD-6CFC9144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6-文本-0003">
            <a:extLst xmlns:a="http://schemas.openxmlformats.org/drawingml/2006/main">
              <a:ext uri="{FF2B5EF4-FFF2-40B4-BE49-F238E27FC236}">
                <a16:creationId xmlns:a16="http://schemas.microsoft.com/office/drawing/2014/main" id="{0885AE2D-6D36-4928-B456-B9FD1EFA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围绕三类难点设置对应的研究动作</a:t>
            </a:r>
          </a:p>
        </p:txBody>
      </p:sp>
      <p:sp>
        <p:nvSpPr>
          <p:cNvPr id="4" name="p06-文本-0004">
            <a:extLst xmlns:a="http://schemas.openxmlformats.org/drawingml/2006/main">
              <a:ext uri="{FF2B5EF4-FFF2-40B4-BE49-F238E27FC236}">
                <a16:creationId xmlns:a16="http://schemas.microsoft.com/office/drawing/2014/main" id="{A0794E68-F6F3-4ACA-ADDC-23E3C5F4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6593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统一结构描述、分离响应来源、检验适用条件</a:t>
            </a:r>
          </a:p>
        </p:txBody>
      </p:sp>
      <p:sp>
        <p:nvSpPr>
          <p:cNvPr id="5" name="p06-线-0005">
            <a:extLst xmlns:a="http://schemas.openxmlformats.org/drawingml/2006/main">
              <a:ext uri="{FF2B5EF4-FFF2-40B4-BE49-F238E27FC236}">
                <a16:creationId xmlns:a16="http://schemas.microsoft.com/office/drawing/2014/main" id="{EC694A6A-3A5E-4F3F-9877-604575AD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6-矩形-0006">
            <a:extLst xmlns:a="http://schemas.openxmlformats.org/drawingml/2006/main">
              <a:ext uri="{FF2B5EF4-FFF2-40B4-BE49-F238E27FC236}">
                <a16:creationId xmlns:a16="http://schemas.microsoft.com/office/drawing/2014/main" id="{0F0FEB5F-3367-480C-8570-955FA3DF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0175"/>
            <a:ext cx="26765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" name="p06-文本-0007">
            <a:extLst xmlns:a="http://schemas.openxmlformats.org/drawingml/2006/main">
              <a:ext uri="{FF2B5EF4-FFF2-40B4-BE49-F238E27FC236}">
                <a16:creationId xmlns:a16="http://schemas.microsoft.com/office/drawing/2014/main" id="{5D4018E3-98EB-4D8B-ADEA-F6BE3943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87471"/>
            <a:ext cx="158172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结构差异难比较</a:t>
            </a:r>
          </a:p>
        </p:txBody>
      </p:sp>
      <p:sp>
        <p:nvSpPr>
          <p:cNvPr id="8" name="p06-文本-0008">
            <a:extLst xmlns:a="http://schemas.openxmlformats.org/drawingml/2006/main">
              <a:ext uri="{FF2B5EF4-FFF2-40B4-BE49-F238E27FC236}">
                <a16:creationId xmlns:a16="http://schemas.microsoft.com/office/drawing/2014/main" id="{31E8A654-F394-4E84-A616-9EE8A5A9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58946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需要可定位的证据</a:t>
            </a:r>
          </a:p>
        </p:txBody>
      </p:sp>
      <p:sp>
        <p:nvSpPr>
          <p:cNvPr id="9" name="p06-路径-0009">
            <a:extLst xmlns:a="http://schemas.openxmlformats.org/drawingml/2006/main">
              <a:ext uri="{FF2B5EF4-FFF2-40B4-BE49-F238E27FC236}">
                <a16:creationId xmlns:a16="http://schemas.microsoft.com/office/drawing/2014/main" id="{AF17A3EF-56D2-4030-8F8A-8785E50D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72437"/>
            <a:ext cx="495300" cy="188976"/>
          </a:xfrm>
          <a:custGeom xmlns:a="http://schemas.openxmlformats.org/drawingml/2006/main">
            <a:pathLst>
              <a:path w="495300" h="188976">
                <a:moveTo>
                  <a:pt x="0" y="142113"/>
                </a:moveTo>
                <a:lnTo>
                  <a:pt x="342900" y="142113"/>
                </a:lnTo>
                <a:lnTo>
                  <a:pt x="342900" y="188976"/>
                </a:lnTo>
                <a:lnTo>
                  <a:pt x="495300" y="94488"/>
                </a:lnTo>
                <a:lnTo>
                  <a:pt x="342900" y="0"/>
                </a:lnTo>
                <a:lnTo>
                  <a:pt x="3429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" name="p06-矩形-0010">
            <a:extLst xmlns:a="http://schemas.openxmlformats.org/drawingml/2006/main">
              <a:ext uri="{FF2B5EF4-FFF2-40B4-BE49-F238E27FC236}">
                <a16:creationId xmlns:a16="http://schemas.microsoft.com/office/drawing/2014/main" id="{EB34F08A-BFF0-46EE-8DE1-EE464F8E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400175"/>
            <a:ext cx="768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1" name="p06-文本-0011">
            <a:extLst xmlns:a="http://schemas.openxmlformats.org/drawingml/2006/main">
              <a:ext uri="{FF2B5EF4-FFF2-40B4-BE49-F238E27FC236}">
                <a16:creationId xmlns:a16="http://schemas.microsoft.com/office/drawing/2014/main" id="{AEC88E12-43AF-4870-8340-90357C75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82142"/>
            <a:ext cx="18790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采用统一表征参数</a:t>
            </a:r>
          </a:p>
        </p:txBody>
      </p:sp>
      <p:sp>
        <p:nvSpPr>
          <p:cNvPr id="12" name="p06-矩形-0012">
            <a:extLst xmlns:a="http://schemas.openxmlformats.org/drawingml/2006/main">
              <a:ext uri="{FF2B5EF4-FFF2-40B4-BE49-F238E27FC236}">
                <a16:creationId xmlns:a16="http://schemas.microsoft.com/office/drawing/2014/main" id="{AA04550F-5571-488E-8B82-9F45A155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71675"/>
            <a:ext cx="1847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13" name="p06-线-0013">
            <a:extLst xmlns:a="http://schemas.openxmlformats.org/drawingml/2006/main">
              <a:ext uri="{FF2B5EF4-FFF2-40B4-BE49-F238E27FC236}">
                <a16:creationId xmlns:a16="http://schemas.microsoft.com/office/drawing/2014/main" id="{E06F27FD-84EE-4761-BD8B-6CFAE7EF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" name="p06-线-0014">
            <a:extLst xmlns:a="http://schemas.openxmlformats.org/drawingml/2006/main">
              <a:ext uri="{FF2B5EF4-FFF2-40B4-BE49-F238E27FC236}">
                <a16:creationId xmlns:a16="http://schemas.microsoft.com/office/drawing/2014/main" id="{51075FDA-A159-40EE-940B-DEEE60F4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" name="p06-线-0015">
            <a:extLst xmlns:a="http://schemas.openxmlformats.org/drawingml/2006/main">
              <a:ext uri="{FF2B5EF4-FFF2-40B4-BE49-F238E27FC236}">
                <a16:creationId xmlns:a16="http://schemas.microsoft.com/office/drawing/2014/main" id="{2A355312-22B5-425B-B0BA-0D4ED9C9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" name="p06-线-0016">
            <a:extLst xmlns:a="http://schemas.openxmlformats.org/drawingml/2006/main">
              <a:ext uri="{FF2B5EF4-FFF2-40B4-BE49-F238E27FC236}">
                <a16:creationId xmlns:a16="http://schemas.microsoft.com/office/drawing/2014/main" id="{8C96400E-52BF-4DC4-874F-E87839E9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" name="p06-线-0017">
            <a:extLst xmlns:a="http://schemas.openxmlformats.org/drawingml/2006/main">
              <a:ext uri="{FF2B5EF4-FFF2-40B4-BE49-F238E27FC236}">
                <a16:creationId xmlns:a16="http://schemas.microsoft.com/office/drawing/2014/main" id="{D305384F-7544-45D2-BD97-7621D42C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" name="p06-线-0018">
            <a:extLst xmlns:a="http://schemas.openxmlformats.org/drawingml/2006/main">
              <a:ext uri="{FF2B5EF4-FFF2-40B4-BE49-F238E27FC236}">
                <a16:creationId xmlns:a16="http://schemas.microsoft.com/office/drawing/2014/main" id="{CABF0D85-5C2A-4264-B228-A7F8479C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" name="p06-线-0019">
            <a:extLst xmlns:a="http://schemas.openxmlformats.org/drawingml/2006/main">
              <a:ext uri="{FF2B5EF4-FFF2-40B4-BE49-F238E27FC236}">
                <a16:creationId xmlns:a16="http://schemas.microsoft.com/office/drawing/2014/main" id="{414EAF94-81CF-4EE4-A719-89C6DB86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" name="p06-线-0020">
            <a:extLst xmlns:a="http://schemas.openxmlformats.org/drawingml/2006/main">
              <a:ext uri="{FF2B5EF4-FFF2-40B4-BE49-F238E27FC236}">
                <a16:creationId xmlns:a16="http://schemas.microsoft.com/office/drawing/2014/main" id="{F218A4AB-8B7F-4B8F-B997-5C61F0DF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" name="p06-线-0021">
            <a:extLst xmlns:a="http://schemas.openxmlformats.org/drawingml/2006/main">
              <a:ext uri="{FF2B5EF4-FFF2-40B4-BE49-F238E27FC236}">
                <a16:creationId xmlns:a16="http://schemas.microsoft.com/office/drawing/2014/main" id="{1BC6A4E2-69AA-4AA0-A497-2E847926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" name="p06-线-0022">
            <a:extLst xmlns:a="http://schemas.openxmlformats.org/drawingml/2006/main">
              <a:ext uri="{FF2B5EF4-FFF2-40B4-BE49-F238E27FC236}">
                <a16:creationId xmlns:a16="http://schemas.microsoft.com/office/drawing/2014/main" id="{F888D386-4D10-409A-9152-E634039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06-线-0023">
            <a:extLst xmlns:a="http://schemas.openxmlformats.org/drawingml/2006/main">
              <a:ext uri="{FF2B5EF4-FFF2-40B4-BE49-F238E27FC236}">
                <a16:creationId xmlns:a16="http://schemas.microsoft.com/office/drawing/2014/main" id="{B4B658F6-5C60-4CC0-B4C1-044CFA59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06-线-0024">
            <a:extLst xmlns:a="http://schemas.openxmlformats.org/drawingml/2006/main">
              <a:ext uri="{FF2B5EF4-FFF2-40B4-BE49-F238E27FC236}">
                <a16:creationId xmlns:a16="http://schemas.microsoft.com/office/drawing/2014/main" id="{73226D3B-1001-4D06-BBE8-4964C4E1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" name="p06-线-0025">
            <a:extLst xmlns:a="http://schemas.openxmlformats.org/drawingml/2006/main">
              <a:ext uri="{FF2B5EF4-FFF2-40B4-BE49-F238E27FC236}">
                <a16:creationId xmlns:a16="http://schemas.microsoft.com/office/drawing/2014/main" id="{069705A3-49D9-4E06-BF2D-882296CF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06-线-0026">
            <a:extLst xmlns:a="http://schemas.openxmlformats.org/drawingml/2006/main">
              <a:ext uri="{FF2B5EF4-FFF2-40B4-BE49-F238E27FC236}">
                <a16:creationId xmlns:a16="http://schemas.microsoft.com/office/drawing/2014/main" id="{C85FC0E8-6049-43F7-BF62-D20139A2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06-线-0027">
            <a:extLst xmlns:a="http://schemas.openxmlformats.org/drawingml/2006/main">
              <a:ext uri="{FF2B5EF4-FFF2-40B4-BE49-F238E27FC236}">
                <a16:creationId xmlns:a16="http://schemas.microsoft.com/office/drawing/2014/main" id="{0316D8F4-6F21-478E-A878-CA038FC6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" name="p06-线-0028">
            <a:extLst xmlns:a="http://schemas.openxmlformats.org/drawingml/2006/main">
              <a:ext uri="{FF2B5EF4-FFF2-40B4-BE49-F238E27FC236}">
                <a16:creationId xmlns:a16="http://schemas.microsoft.com/office/drawing/2014/main" id="{A5070D45-600E-4931-8AB3-04C9C7F3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06-线-0029">
            <a:extLst xmlns:a="http://schemas.openxmlformats.org/drawingml/2006/main">
              <a:ext uri="{FF2B5EF4-FFF2-40B4-BE49-F238E27FC236}">
                <a16:creationId xmlns:a16="http://schemas.microsoft.com/office/drawing/2014/main" id="{E31DE0AA-5028-44C5-9FEC-9EF99B7E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06-线-0030">
            <a:extLst xmlns:a="http://schemas.openxmlformats.org/drawingml/2006/main">
              <a:ext uri="{FF2B5EF4-FFF2-40B4-BE49-F238E27FC236}">
                <a16:creationId xmlns:a16="http://schemas.microsoft.com/office/drawing/2014/main" id="{8CE31C6E-AF9D-425E-A190-1A814B64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" name="p06-线-0031">
            <a:extLst xmlns:a="http://schemas.openxmlformats.org/drawingml/2006/main">
              <a:ext uri="{FF2B5EF4-FFF2-40B4-BE49-F238E27FC236}">
                <a16:creationId xmlns:a16="http://schemas.microsoft.com/office/drawing/2014/main" id="{9F469263-6A77-4AD7-9A85-B4617E13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06-线-0032">
            <a:extLst xmlns:a="http://schemas.openxmlformats.org/drawingml/2006/main">
              <a:ext uri="{FF2B5EF4-FFF2-40B4-BE49-F238E27FC236}">
                <a16:creationId xmlns:a16="http://schemas.microsoft.com/office/drawing/2014/main" id="{F10DED63-A189-4D8E-B425-D6212A5F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06-线-0033">
            <a:extLst xmlns:a="http://schemas.openxmlformats.org/drawingml/2006/main">
              <a:ext uri="{FF2B5EF4-FFF2-40B4-BE49-F238E27FC236}">
                <a16:creationId xmlns:a16="http://schemas.microsoft.com/office/drawing/2014/main" id="{1162396A-8031-437C-96E3-824B2538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" name="p06-线-0034">
            <a:extLst xmlns:a="http://schemas.openxmlformats.org/drawingml/2006/main">
              <a:ext uri="{FF2B5EF4-FFF2-40B4-BE49-F238E27FC236}">
                <a16:creationId xmlns:a16="http://schemas.microsoft.com/office/drawing/2014/main" id="{13DC416D-8821-4CBB-BD0C-7B838C0E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06-线-0035">
            <a:extLst xmlns:a="http://schemas.openxmlformats.org/drawingml/2006/main">
              <a:ext uri="{FF2B5EF4-FFF2-40B4-BE49-F238E27FC236}">
                <a16:creationId xmlns:a16="http://schemas.microsoft.com/office/drawing/2014/main" id="{AA62F8DA-B3BA-4F9D-9BFD-B2B9D992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06-线-0036">
            <a:extLst xmlns:a="http://schemas.openxmlformats.org/drawingml/2006/main">
              <a:ext uri="{FF2B5EF4-FFF2-40B4-BE49-F238E27FC236}">
                <a16:creationId xmlns:a16="http://schemas.microsoft.com/office/drawing/2014/main" id="{5387BB60-0904-4891-AC7C-B32A6C4E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" name="p06-线-0037">
            <a:extLst xmlns:a="http://schemas.openxmlformats.org/drawingml/2006/main">
              <a:ext uri="{FF2B5EF4-FFF2-40B4-BE49-F238E27FC236}">
                <a16:creationId xmlns:a16="http://schemas.microsoft.com/office/drawing/2014/main" id="{302AE1A6-6139-4DA5-A105-BECADE5F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06-线-0038">
            <a:extLst xmlns:a="http://schemas.openxmlformats.org/drawingml/2006/main">
              <a:ext uri="{FF2B5EF4-FFF2-40B4-BE49-F238E27FC236}">
                <a16:creationId xmlns:a16="http://schemas.microsoft.com/office/drawing/2014/main" id="{484A9CAD-3D39-4353-88F5-439F843C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06-线-0039">
            <a:extLst xmlns:a="http://schemas.openxmlformats.org/drawingml/2006/main">
              <a:ext uri="{FF2B5EF4-FFF2-40B4-BE49-F238E27FC236}">
                <a16:creationId xmlns:a16="http://schemas.microsoft.com/office/drawing/2014/main" id="{03E048A5-A24F-4D0D-BB0D-51474829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" name="p06-线-0040">
            <a:extLst xmlns:a="http://schemas.openxmlformats.org/drawingml/2006/main">
              <a:ext uri="{FF2B5EF4-FFF2-40B4-BE49-F238E27FC236}">
                <a16:creationId xmlns:a16="http://schemas.microsoft.com/office/drawing/2014/main" id="{E02D553E-93D5-492F-8BB3-0950F559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19716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06-线-0041">
            <a:extLst xmlns:a="http://schemas.openxmlformats.org/drawingml/2006/main">
              <a:ext uri="{FF2B5EF4-FFF2-40B4-BE49-F238E27FC236}">
                <a16:creationId xmlns:a16="http://schemas.microsoft.com/office/drawing/2014/main" id="{36A8D31C-68A5-4218-98BA-CBFBAB84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06-线-0042">
            <a:extLst xmlns:a="http://schemas.openxmlformats.org/drawingml/2006/main">
              <a:ext uri="{FF2B5EF4-FFF2-40B4-BE49-F238E27FC236}">
                <a16:creationId xmlns:a16="http://schemas.microsoft.com/office/drawing/2014/main" id="{48D669B1-C58E-44BA-AA16-0E94E428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19716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" name="p06-线-0043">
            <a:extLst xmlns:a="http://schemas.openxmlformats.org/drawingml/2006/main">
              <a:ext uri="{FF2B5EF4-FFF2-40B4-BE49-F238E27FC236}">
                <a16:creationId xmlns:a16="http://schemas.microsoft.com/office/drawing/2014/main" id="{64B3BA06-63AD-4F85-8E9A-0811F24D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9716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06-线-0044">
            <a:extLst xmlns:a="http://schemas.openxmlformats.org/drawingml/2006/main">
              <a:ext uri="{FF2B5EF4-FFF2-40B4-BE49-F238E27FC236}">
                <a16:creationId xmlns:a16="http://schemas.microsoft.com/office/drawing/2014/main" id="{99CF4C12-92A3-453A-A811-3D9D511E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06-线-0045">
            <a:extLst xmlns:a="http://schemas.openxmlformats.org/drawingml/2006/main">
              <a:ext uri="{FF2B5EF4-FFF2-40B4-BE49-F238E27FC236}">
                <a16:creationId xmlns:a16="http://schemas.microsoft.com/office/drawing/2014/main" id="{85EA8137-093D-4B85-AB1A-1DEF996D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06-线-0046">
            <a:extLst xmlns:a="http://schemas.openxmlformats.org/drawingml/2006/main">
              <a:ext uri="{FF2B5EF4-FFF2-40B4-BE49-F238E27FC236}">
                <a16:creationId xmlns:a16="http://schemas.microsoft.com/office/drawing/2014/main" id="{E3F4F826-FB4E-4819-988F-43A0559C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7" name="p06-线-0047">
            <a:extLst xmlns:a="http://schemas.openxmlformats.org/drawingml/2006/main">
              <a:ext uri="{FF2B5EF4-FFF2-40B4-BE49-F238E27FC236}">
                <a16:creationId xmlns:a16="http://schemas.microsoft.com/office/drawing/2014/main" id="{13FF7241-E9DC-4C3A-8C4B-50DCF784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06-线-0048">
            <a:extLst xmlns:a="http://schemas.openxmlformats.org/drawingml/2006/main">
              <a:ext uri="{FF2B5EF4-FFF2-40B4-BE49-F238E27FC236}">
                <a16:creationId xmlns:a16="http://schemas.microsoft.com/office/drawing/2014/main" id="{B27ED569-6E19-4DBA-857D-34422A15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06-线-0049">
            <a:extLst xmlns:a="http://schemas.openxmlformats.org/drawingml/2006/main">
              <a:ext uri="{FF2B5EF4-FFF2-40B4-BE49-F238E27FC236}">
                <a16:creationId xmlns:a16="http://schemas.microsoft.com/office/drawing/2014/main" id="{2743FDD6-30F6-47AC-85DE-27508E17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0" name="p06-线-0050">
            <a:extLst xmlns:a="http://schemas.openxmlformats.org/drawingml/2006/main">
              <a:ext uri="{FF2B5EF4-FFF2-40B4-BE49-F238E27FC236}">
                <a16:creationId xmlns:a16="http://schemas.microsoft.com/office/drawing/2014/main" id="{1187D53A-C723-4C77-B3B2-200030C6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06-线-0051">
            <a:extLst xmlns:a="http://schemas.openxmlformats.org/drawingml/2006/main">
              <a:ext uri="{FF2B5EF4-FFF2-40B4-BE49-F238E27FC236}">
                <a16:creationId xmlns:a16="http://schemas.microsoft.com/office/drawing/2014/main" id="{515F39CC-522D-406B-B815-D21691B4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06-线-0052">
            <a:extLst xmlns:a="http://schemas.openxmlformats.org/drawingml/2006/main">
              <a:ext uri="{FF2B5EF4-FFF2-40B4-BE49-F238E27FC236}">
                <a16:creationId xmlns:a16="http://schemas.microsoft.com/office/drawing/2014/main" id="{C3685774-3D2F-4439-8A69-CD7FA783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3" name="p06-线-0053">
            <a:extLst xmlns:a="http://schemas.openxmlformats.org/drawingml/2006/main">
              <a:ext uri="{FF2B5EF4-FFF2-40B4-BE49-F238E27FC236}">
                <a16:creationId xmlns:a16="http://schemas.microsoft.com/office/drawing/2014/main" id="{AC479191-58B1-4F6B-9898-25469733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06-线-0054">
            <a:extLst xmlns:a="http://schemas.openxmlformats.org/drawingml/2006/main">
              <a:ext uri="{FF2B5EF4-FFF2-40B4-BE49-F238E27FC236}">
                <a16:creationId xmlns:a16="http://schemas.microsoft.com/office/drawing/2014/main" id="{49919C98-375B-4AD8-AE33-20D2E317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06-线-0055">
            <a:extLst xmlns:a="http://schemas.openxmlformats.org/drawingml/2006/main">
              <a:ext uri="{FF2B5EF4-FFF2-40B4-BE49-F238E27FC236}">
                <a16:creationId xmlns:a16="http://schemas.microsoft.com/office/drawing/2014/main" id="{58FB5B48-CB6C-4117-AE69-8B97050F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6" name="p06-线-0056">
            <a:extLst xmlns:a="http://schemas.openxmlformats.org/drawingml/2006/main">
              <a:ext uri="{FF2B5EF4-FFF2-40B4-BE49-F238E27FC236}">
                <a16:creationId xmlns:a16="http://schemas.microsoft.com/office/drawing/2014/main" id="{881B7271-A7D2-4AD2-9101-CF95E188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06-线-0057">
            <a:extLst xmlns:a="http://schemas.openxmlformats.org/drawingml/2006/main">
              <a:ext uri="{FF2B5EF4-FFF2-40B4-BE49-F238E27FC236}">
                <a16:creationId xmlns:a16="http://schemas.microsoft.com/office/drawing/2014/main" id="{2BA7ED7A-8C8E-43E3-8FB1-F42D431C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06-线-0058">
            <a:extLst xmlns:a="http://schemas.openxmlformats.org/drawingml/2006/main">
              <a:ext uri="{FF2B5EF4-FFF2-40B4-BE49-F238E27FC236}">
                <a16:creationId xmlns:a16="http://schemas.microsoft.com/office/drawing/2014/main" id="{82E7E0A8-1BCD-4140-919F-6D075177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9" name="p06-线-0059">
            <a:extLst xmlns:a="http://schemas.openxmlformats.org/drawingml/2006/main">
              <a:ext uri="{FF2B5EF4-FFF2-40B4-BE49-F238E27FC236}">
                <a16:creationId xmlns:a16="http://schemas.microsoft.com/office/drawing/2014/main" id="{91BE7021-F0A6-4CF6-AD44-13E7D06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06-线-0060">
            <a:extLst xmlns:a="http://schemas.openxmlformats.org/drawingml/2006/main">
              <a:ext uri="{FF2B5EF4-FFF2-40B4-BE49-F238E27FC236}">
                <a16:creationId xmlns:a16="http://schemas.microsoft.com/office/drawing/2014/main" id="{DA1D2A9B-ADA3-4B4F-9D1C-4E53D1F9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06-线-0061">
            <a:extLst xmlns:a="http://schemas.openxmlformats.org/drawingml/2006/main">
              <a:ext uri="{FF2B5EF4-FFF2-40B4-BE49-F238E27FC236}">
                <a16:creationId xmlns:a16="http://schemas.microsoft.com/office/drawing/2014/main" id="{465C310B-A354-4D94-BB6C-F4AFAC77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2" name="p06-线-0062">
            <a:extLst xmlns:a="http://schemas.openxmlformats.org/drawingml/2006/main">
              <a:ext uri="{FF2B5EF4-FFF2-40B4-BE49-F238E27FC236}">
                <a16:creationId xmlns:a16="http://schemas.microsoft.com/office/drawing/2014/main" id="{5AE7841F-8D3B-4982-AC4A-961CA8FC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06-线-0063">
            <a:extLst xmlns:a="http://schemas.openxmlformats.org/drawingml/2006/main">
              <a:ext uri="{FF2B5EF4-FFF2-40B4-BE49-F238E27FC236}">
                <a16:creationId xmlns:a16="http://schemas.microsoft.com/office/drawing/2014/main" id="{7256E761-EA29-41B9-B51D-65A8A7D8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06-线-0064">
            <a:extLst xmlns:a="http://schemas.openxmlformats.org/drawingml/2006/main">
              <a:ext uri="{FF2B5EF4-FFF2-40B4-BE49-F238E27FC236}">
                <a16:creationId xmlns:a16="http://schemas.microsoft.com/office/drawing/2014/main" id="{F98F910A-B5E3-4F90-8733-D3A1B789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5" name="p06-线-0065">
            <a:extLst xmlns:a="http://schemas.openxmlformats.org/drawingml/2006/main">
              <a:ext uri="{FF2B5EF4-FFF2-40B4-BE49-F238E27FC236}">
                <a16:creationId xmlns:a16="http://schemas.microsoft.com/office/drawing/2014/main" id="{60CD969D-56CB-474F-BED0-3FE34D1B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06-线-0066">
            <a:extLst xmlns:a="http://schemas.openxmlformats.org/drawingml/2006/main">
              <a:ext uri="{FF2B5EF4-FFF2-40B4-BE49-F238E27FC236}">
                <a16:creationId xmlns:a16="http://schemas.microsoft.com/office/drawing/2014/main" id="{D27676BC-0D69-4955-8E67-02A4859E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06-线-0067">
            <a:extLst xmlns:a="http://schemas.openxmlformats.org/drawingml/2006/main">
              <a:ext uri="{FF2B5EF4-FFF2-40B4-BE49-F238E27FC236}">
                <a16:creationId xmlns:a16="http://schemas.microsoft.com/office/drawing/2014/main" id="{1942CD69-D7A2-45EE-A592-49EB3487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8" name="p06-线-0068">
            <a:extLst xmlns:a="http://schemas.openxmlformats.org/drawingml/2006/main">
              <a:ext uri="{FF2B5EF4-FFF2-40B4-BE49-F238E27FC236}">
                <a16:creationId xmlns:a16="http://schemas.microsoft.com/office/drawing/2014/main" id="{82D0F68C-CC20-4E23-A1BE-489910A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06-线-0069">
            <a:extLst xmlns:a="http://schemas.openxmlformats.org/drawingml/2006/main">
              <a:ext uri="{FF2B5EF4-FFF2-40B4-BE49-F238E27FC236}">
                <a16:creationId xmlns:a16="http://schemas.microsoft.com/office/drawing/2014/main" id="{AB0D3293-1E4C-4C39-A2CB-B341D1C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06-线-0070">
            <a:extLst xmlns:a="http://schemas.openxmlformats.org/drawingml/2006/main">
              <a:ext uri="{FF2B5EF4-FFF2-40B4-BE49-F238E27FC236}">
                <a16:creationId xmlns:a16="http://schemas.microsoft.com/office/drawing/2014/main" id="{BC90FE6C-50AE-4523-A3A7-E4AE0A72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1" name="p06-线-0071">
            <a:extLst xmlns:a="http://schemas.openxmlformats.org/drawingml/2006/main">
              <a:ext uri="{FF2B5EF4-FFF2-40B4-BE49-F238E27FC236}">
                <a16:creationId xmlns:a16="http://schemas.microsoft.com/office/drawing/2014/main" id="{DBEB8ADA-AD9E-4F52-A537-0157DE53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0605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06-线-0072">
            <a:extLst xmlns:a="http://schemas.openxmlformats.org/drawingml/2006/main">
              <a:ext uri="{FF2B5EF4-FFF2-40B4-BE49-F238E27FC236}">
                <a16:creationId xmlns:a16="http://schemas.microsoft.com/office/drawing/2014/main" id="{F62A2A5F-52B4-406F-900D-29D729F6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06-线-0073">
            <a:extLst xmlns:a="http://schemas.openxmlformats.org/drawingml/2006/main">
              <a:ext uri="{FF2B5EF4-FFF2-40B4-BE49-F238E27FC236}">
                <a16:creationId xmlns:a16="http://schemas.microsoft.com/office/drawing/2014/main" id="{33C21A2B-A16B-4091-A985-2F365DDE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0605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4" name="p06-线-0074">
            <a:extLst xmlns:a="http://schemas.openxmlformats.org/drawingml/2006/main">
              <a:ext uri="{FF2B5EF4-FFF2-40B4-BE49-F238E27FC236}">
                <a16:creationId xmlns:a16="http://schemas.microsoft.com/office/drawing/2014/main" id="{E941ECC5-114A-4826-BEFE-8BD7F5DD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605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06-线-0075">
            <a:extLst xmlns:a="http://schemas.openxmlformats.org/drawingml/2006/main">
              <a:ext uri="{FF2B5EF4-FFF2-40B4-BE49-F238E27FC236}">
                <a16:creationId xmlns:a16="http://schemas.microsoft.com/office/drawing/2014/main" id="{B0B08C9A-23FC-4FC5-BC3F-DB2CD7E6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06-线-0076">
            <a:extLst xmlns:a="http://schemas.openxmlformats.org/drawingml/2006/main">
              <a:ext uri="{FF2B5EF4-FFF2-40B4-BE49-F238E27FC236}">
                <a16:creationId xmlns:a16="http://schemas.microsoft.com/office/drawing/2014/main" id="{653EEF40-0340-4B97-AA27-2E55465F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06-线-0077">
            <a:extLst xmlns:a="http://schemas.openxmlformats.org/drawingml/2006/main">
              <a:ext uri="{FF2B5EF4-FFF2-40B4-BE49-F238E27FC236}">
                <a16:creationId xmlns:a16="http://schemas.microsoft.com/office/drawing/2014/main" id="{3D93A3FC-4B3E-40C8-A89D-44FFB55E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8" name="p06-线-0078">
            <a:extLst xmlns:a="http://schemas.openxmlformats.org/drawingml/2006/main">
              <a:ext uri="{FF2B5EF4-FFF2-40B4-BE49-F238E27FC236}">
                <a16:creationId xmlns:a16="http://schemas.microsoft.com/office/drawing/2014/main" id="{C9CE6531-3F9B-4CDB-A52F-46197AFA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06-线-0079">
            <a:extLst xmlns:a="http://schemas.openxmlformats.org/drawingml/2006/main">
              <a:ext uri="{FF2B5EF4-FFF2-40B4-BE49-F238E27FC236}">
                <a16:creationId xmlns:a16="http://schemas.microsoft.com/office/drawing/2014/main" id="{E2D63E54-6DD7-4968-A6A4-188E102B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06-线-0080">
            <a:extLst xmlns:a="http://schemas.openxmlformats.org/drawingml/2006/main">
              <a:ext uri="{FF2B5EF4-FFF2-40B4-BE49-F238E27FC236}">
                <a16:creationId xmlns:a16="http://schemas.microsoft.com/office/drawing/2014/main" id="{E3166233-29D6-4510-8FDB-3EC1057E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1" name="p06-线-0081">
            <a:extLst xmlns:a="http://schemas.openxmlformats.org/drawingml/2006/main">
              <a:ext uri="{FF2B5EF4-FFF2-40B4-BE49-F238E27FC236}">
                <a16:creationId xmlns:a16="http://schemas.microsoft.com/office/drawing/2014/main" id="{FA9B4F61-D5F7-48A7-A740-6863EE13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06-线-0082">
            <a:extLst xmlns:a="http://schemas.openxmlformats.org/drawingml/2006/main">
              <a:ext uri="{FF2B5EF4-FFF2-40B4-BE49-F238E27FC236}">
                <a16:creationId xmlns:a16="http://schemas.microsoft.com/office/drawing/2014/main" id="{9DF64BA0-DFCC-49DE-BE3F-18A4020B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06-线-0083">
            <a:extLst xmlns:a="http://schemas.openxmlformats.org/drawingml/2006/main">
              <a:ext uri="{FF2B5EF4-FFF2-40B4-BE49-F238E27FC236}">
                <a16:creationId xmlns:a16="http://schemas.microsoft.com/office/drawing/2014/main" id="{381927E9-3496-4B4E-ADBF-C882C521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4" name="p06-线-0084">
            <a:extLst xmlns:a="http://schemas.openxmlformats.org/drawingml/2006/main">
              <a:ext uri="{FF2B5EF4-FFF2-40B4-BE49-F238E27FC236}">
                <a16:creationId xmlns:a16="http://schemas.microsoft.com/office/drawing/2014/main" id="{AB208400-9C77-440C-AC49-9388FEDA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06-线-0085">
            <a:extLst xmlns:a="http://schemas.openxmlformats.org/drawingml/2006/main">
              <a:ext uri="{FF2B5EF4-FFF2-40B4-BE49-F238E27FC236}">
                <a16:creationId xmlns:a16="http://schemas.microsoft.com/office/drawing/2014/main" id="{51544CB1-C8FA-44E9-8C8F-FD607B69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06-线-0086">
            <a:extLst xmlns:a="http://schemas.openxmlformats.org/drawingml/2006/main">
              <a:ext uri="{FF2B5EF4-FFF2-40B4-BE49-F238E27FC236}">
                <a16:creationId xmlns:a16="http://schemas.microsoft.com/office/drawing/2014/main" id="{09C175B6-C805-45B9-A2E9-14F39A07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7" name="p06-线-0087">
            <a:extLst xmlns:a="http://schemas.openxmlformats.org/drawingml/2006/main">
              <a:ext uri="{FF2B5EF4-FFF2-40B4-BE49-F238E27FC236}">
                <a16:creationId xmlns:a16="http://schemas.microsoft.com/office/drawing/2014/main" id="{BB9CD6AF-2018-4A1A-B7E9-AE871BAA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06-线-0088">
            <a:extLst xmlns:a="http://schemas.openxmlformats.org/drawingml/2006/main">
              <a:ext uri="{FF2B5EF4-FFF2-40B4-BE49-F238E27FC236}">
                <a16:creationId xmlns:a16="http://schemas.microsoft.com/office/drawing/2014/main" id="{DE1B829B-CAE5-4CE2-8AEC-3145AAF7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06-线-0089">
            <a:extLst xmlns:a="http://schemas.openxmlformats.org/drawingml/2006/main">
              <a:ext uri="{FF2B5EF4-FFF2-40B4-BE49-F238E27FC236}">
                <a16:creationId xmlns:a16="http://schemas.microsoft.com/office/drawing/2014/main" id="{BEF8E50C-110A-445C-8974-9CAD29BA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0" name="p06-线-0090">
            <a:extLst xmlns:a="http://schemas.openxmlformats.org/drawingml/2006/main">
              <a:ext uri="{FF2B5EF4-FFF2-40B4-BE49-F238E27FC236}">
                <a16:creationId xmlns:a16="http://schemas.microsoft.com/office/drawing/2014/main" id="{7F7B0807-2F34-4F36-BF5C-F51439CB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06-线-0091">
            <a:extLst xmlns:a="http://schemas.openxmlformats.org/drawingml/2006/main">
              <a:ext uri="{FF2B5EF4-FFF2-40B4-BE49-F238E27FC236}">
                <a16:creationId xmlns:a16="http://schemas.microsoft.com/office/drawing/2014/main" id="{78BD7106-560B-4CFA-86C3-28F29C32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06-线-0092">
            <a:extLst xmlns:a="http://schemas.openxmlformats.org/drawingml/2006/main">
              <a:ext uri="{FF2B5EF4-FFF2-40B4-BE49-F238E27FC236}">
                <a16:creationId xmlns:a16="http://schemas.microsoft.com/office/drawing/2014/main" id="{C1272701-0A2A-4C46-9BC5-AEB29F90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3" name="p06-线-0093">
            <a:extLst xmlns:a="http://schemas.openxmlformats.org/drawingml/2006/main">
              <a:ext uri="{FF2B5EF4-FFF2-40B4-BE49-F238E27FC236}">
                <a16:creationId xmlns:a16="http://schemas.microsoft.com/office/drawing/2014/main" id="{C5BCA24D-05B9-40CC-B355-6BFE9973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06-线-0094">
            <a:extLst xmlns:a="http://schemas.openxmlformats.org/drawingml/2006/main">
              <a:ext uri="{FF2B5EF4-FFF2-40B4-BE49-F238E27FC236}">
                <a16:creationId xmlns:a16="http://schemas.microsoft.com/office/drawing/2014/main" id="{E4FD0EB4-BB16-4959-B73E-39686631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06-线-0095">
            <a:extLst xmlns:a="http://schemas.openxmlformats.org/drawingml/2006/main">
              <a:ext uri="{FF2B5EF4-FFF2-40B4-BE49-F238E27FC236}">
                <a16:creationId xmlns:a16="http://schemas.microsoft.com/office/drawing/2014/main" id="{1F09DF62-62E2-4F09-960D-7BE302E2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6" name="p06-线-0096">
            <a:extLst xmlns:a="http://schemas.openxmlformats.org/drawingml/2006/main">
              <a:ext uri="{FF2B5EF4-FFF2-40B4-BE49-F238E27FC236}">
                <a16:creationId xmlns:a16="http://schemas.microsoft.com/office/drawing/2014/main" id="{F1F3CB70-AA29-487F-8870-1DB4A4E6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06-线-0097">
            <a:extLst xmlns:a="http://schemas.openxmlformats.org/drawingml/2006/main">
              <a:ext uri="{FF2B5EF4-FFF2-40B4-BE49-F238E27FC236}">
                <a16:creationId xmlns:a16="http://schemas.microsoft.com/office/drawing/2014/main" id="{5F48E0C8-7DB2-4782-B3C5-C2C0EFB9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06-线-0098">
            <a:extLst xmlns:a="http://schemas.openxmlformats.org/drawingml/2006/main">
              <a:ext uri="{FF2B5EF4-FFF2-40B4-BE49-F238E27FC236}">
                <a16:creationId xmlns:a16="http://schemas.microsoft.com/office/drawing/2014/main" id="{90E43416-810A-47A3-B5D1-A10B4B6D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9" name="p06-线-0099">
            <a:extLst xmlns:a="http://schemas.openxmlformats.org/drawingml/2006/main">
              <a:ext uri="{FF2B5EF4-FFF2-40B4-BE49-F238E27FC236}">
                <a16:creationId xmlns:a16="http://schemas.microsoft.com/office/drawing/2014/main" id="{F585F6C0-E3D0-4019-BD37-A6C34789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06-线-0100">
            <a:extLst xmlns:a="http://schemas.openxmlformats.org/drawingml/2006/main">
              <a:ext uri="{FF2B5EF4-FFF2-40B4-BE49-F238E27FC236}">
                <a16:creationId xmlns:a16="http://schemas.microsoft.com/office/drawing/2014/main" id="{EC9CF4FA-C30B-40A3-9DFA-1711EE1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06-线-0101">
            <a:extLst xmlns:a="http://schemas.openxmlformats.org/drawingml/2006/main">
              <a:ext uri="{FF2B5EF4-FFF2-40B4-BE49-F238E27FC236}">
                <a16:creationId xmlns:a16="http://schemas.microsoft.com/office/drawing/2014/main" id="{0314C6C3-BF3E-4F5F-8D14-C5CC06D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2" name="p06-线-0102">
            <a:extLst xmlns:a="http://schemas.openxmlformats.org/drawingml/2006/main">
              <a:ext uri="{FF2B5EF4-FFF2-40B4-BE49-F238E27FC236}">
                <a16:creationId xmlns:a16="http://schemas.microsoft.com/office/drawing/2014/main" id="{CC20F6A3-923E-46AC-81F0-4D3E137A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1494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06-线-0103">
            <a:extLst xmlns:a="http://schemas.openxmlformats.org/drawingml/2006/main">
              <a:ext uri="{FF2B5EF4-FFF2-40B4-BE49-F238E27FC236}">
                <a16:creationId xmlns:a16="http://schemas.microsoft.com/office/drawing/2014/main" id="{0FD80A38-97DC-48C8-9007-FE577D24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06-线-0104">
            <a:extLst xmlns:a="http://schemas.openxmlformats.org/drawingml/2006/main">
              <a:ext uri="{FF2B5EF4-FFF2-40B4-BE49-F238E27FC236}">
                <a16:creationId xmlns:a16="http://schemas.microsoft.com/office/drawing/2014/main" id="{68AB7D5F-6EF1-49CE-ADC1-33DA142B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1494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5" name="p06-线-0105">
            <a:extLst xmlns:a="http://schemas.openxmlformats.org/drawingml/2006/main">
              <a:ext uri="{FF2B5EF4-FFF2-40B4-BE49-F238E27FC236}">
                <a16:creationId xmlns:a16="http://schemas.microsoft.com/office/drawing/2014/main" id="{99573651-7A72-4D95-BF21-E628E00A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1494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06-线-0106">
            <a:extLst xmlns:a="http://schemas.openxmlformats.org/drawingml/2006/main">
              <a:ext uri="{FF2B5EF4-FFF2-40B4-BE49-F238E27FC236}">
                <a16:creationId xmlns:a16="http://schemas.microsoft.com/office/drawing/2014/main" id="{95EFE1C0-211E-485C-B69F-5486801B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06-线-0107">
            <a:extLst xmlns:a="http://schemas.openxmlformats.org/drawingml/2006/main">
              <a:ext uri="{FF2B5EF4-FFF2-40B4-BE49-F238E27FC236}">
                <a16:creationId xmlns:a16="http://schemas.microsoft.com/office/drawing/2014/main" id="{7C777219-5710-4CED-8742-D7D2BCD1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6-线-0108">
            <a:extLst xmlns:a="http://schemas.openxmlformats.org/drawingml/2006/main">
              <a:ext uri="{FF2B5EF4-FFF2-40B4-BE49-F238E27FC236}">
                <a16:creationId xmlns:a16="http://schemas.microsoft.com/office/drawing/2014/main" id="{5CCB3CF3-2C31-479C-BF7E-B2E8E80E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9" name="p06-线-0109">
            <a:extLst xmlns:a="http://schemas.openxmlformats.org/drawingml/2006/main">
              <a:ext uri="{FF2B5EF4-FFF2-40B4-BE49-F238E27FC236}">
                <a16:creationId xmlns:a16="http://schemas.microsoft.com/office/drawing/2014/main" id="{8172C44E-41B0-4664-B798-11F3D922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06-线-0110">
            <a:extLst xmlns:a="http://schemas.openxmlformats.org/drawingml/2006/main">
              <a:ext uri="{FF2B5EF4-FFF2-40B4-BE49-F238E27FC236}">
                <a16:creationId xmlns:a16="http://schemas.microsoft.com/office/drawing/2014/main" id="{B5E0FDD9-EC48-4AB0-A170-D30665A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6-线-0111">
            <a:extLst xmlns:a="http://schemas.openxmlformats.org/drawingml/2006/main">
              <a:ext uri="{FF2B5EF4-FFF2-40B4-BE49-F238E27FC236}">
                <a16:creationId xmlns:a16="http://schemas.microsoft.com/office/drawing/2014/main" id="{CF6EFC9D-E3DD-4DF7-87AB-3D75D9D9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2" name="p06-线-0112">
            <a:extLst xmlns:a="http://schemas.openxmlformats.org/drawingml/2006/main">
              <a:ext uri="{FF2B5EF4-FFF2-40B4-BE49-F238E27FC236}">
                <a16:creationId xmlns:a16="http://schemas.microsoft.com/office/drawing/2014/main" id="{0B95B0A2-B844-418E-8ADF-E79A5918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06-线-0113">
            <a:extLst xmlns:a="http://schemas.openxmlformats.org/drawingml/2006/main">
              <a:ext uri="{FF2B5EF4-FFF2-40B4-BE49-F238E27FC236}">
                <a16:creationId xmlns:a16="http://schemas.microsoft.com/office/drawing/2014/main" id="{57E57999-F5B7-4367-8E25-CFE800DB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6-线-0114">
            <a:extLst xmlns:a="http://schemas.openxmlformats.org/drawingml/2006/main">
              <a:ext uri="{FF2B5EF4-FFF2-40B4-BE49-F238E27FC236}">
                <a16:creationId xmlns:a16="http://schemas.microsoft.com/office/drawing/2014/main" id="{FBDDAE11-CBA4-4B3B-AB29-AE76ACB5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5" name="p06-线-0115">
            <a:extLst xmlns:a="http://schemas.openxmlformats.org/drawingml/2006/main">
              <a:ext uri="{FF2B5EF4-FFF2-40B4-BE49-F238E27FC236}">
                <a16:creationId xmlns:a16="http://schemas.microsoft.com/office/drawing/2014/main" id="{49047B0B-2823-445C-834E-077B8E6F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06-线-0116">
            <a:extLst xmlns:a="http://schemas.openxmlformats.org/drawingml/2006/main">
              <a:ext uri="{FF2B5EF4-FFF2-40B4-BE49-F238E27FC236}">
                <a16:creationId xmlns:a16="http://schemas.microsoft.com/office/drawing/2014/main" id="{B9D1CE62-900E-4631-A7E4-DB072C8C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06-线-0117">
            <a:extLst xmlns:a="http://schemas.openxmlformats.org/drawingml/2006/main">
              <a:ext uri="{FF2B5EF4-FFF2-40B4-BE49-F238E27FC236}">
                <a16:creationId xmlns:a16="http://schemas.microsoft.com/office/drawing/2014/main" id="{0F003278-2F28-4C38-A861-2069256A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8" name="p06-线-0118">
            <a:extLst xmlns:a="http://schemas.openxmlformats.org/drawingml/2006/main">
              <a:ext uri="{FF2B5EF4-FFF2-40B4-BE49-F238E27FC236}">
                <a16:creationId xmlns:a16="http://schemas.microsoft.com/office/drawing/2014/main" id="{72E45CD2-F50F-4DE4-B93F-54EF58F3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06-线-0119">
            <a:extLst xmlns:a="http://schemas.openxmlformats.org/drawingml/2006/main">
              <a:ext uri="{FF2B5EF4-FFF2-40B4-BE49-F238E27FC236}">
                <a16:creationId xmlns:a16="http://schemas.microsoft.com/office/drawing/2014/main" id="{B5F87E05-AF18-458C-B0CD-FC0D071A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06-线-0120">
            <a:extLst xmlns:a="http://schemas.openxmlformats.org/drawingml/2006/main">
              <a:ext uri="{FF2B5EF4-FFF2-40B4-BE49-F238E27FC236}">
                <a16:creationId xmlns:a16="http://schemas.microsoft.com/office/drawing/2014/main" id="{81C28701-7E07-4678-8C64-853C4170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1" name="p06-线-0121">
            <a:extLst xmlns:a="http://schemas.openxmlformats.org/drawingml/2006/main">
              <a:ext uri="{FF2B5EF4-FFF2-40B4-BE49-F238E27FC236}">
                <a16:creationId xmlns:a16="http://schemas.microsoft.com/office/drawing/2014/main" id="{ECFE5F37-C256-4217-9591-57D2FA65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06-线-0122">
            <a:extLst xmlns:a="http://schemas.openxmlformats.org/drawingml/2006/main">
              <a:ext uri="{FF2B5EF4-FFF2-40B4-BE49-F238E27FC236}">
                <a16:creationId xmlns:a16="http://schemas.microsoft.com/office/drawing/2014/main" id="{F3B1737D-1089-4F57-9DF3-5C3290A2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06-线-0123">
            <a:extLst xmlns:a="http://schemas.openxmlformats.org/drawingml/2006/main">
              <a:ext uri="{FF2B5EF4-FFF2-40B4-BE49-F238E27FC236}">
                <a16:creationId xmlns:a16="http://schemas.microsoft.com/office/drawing/2014/main" id="{B19AC91A-14B8-4C70-9279-FDB4960C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4" name="p06-线-0124">
            <a:extLst xmlns:a="http://schemas.openxmlformats.org/drawingml/2006/main">
              <a:ext uri="{FF2B5EF4-FFF2-40B4-BE49-F238E27FC236}">
                <a16:creationId xmlns:a16="http://schemas.microsoft.com/office/drawing/2014/main" id="{F447BB1C-6854-4521-AE4B-A18EBF11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06-线-0125">
            <a:extLst xmlns:a="http://schemas.openxmlformats.org/drawingml/2006/main">
              <a:ext uri="{FF2B5EF4-FFF2-40B4-BE49-F238E27FC236}">
                <a16:creationId xmlns:a16="http://schemas.microsoft.com/office/drawing/2014/main" id="{CA6172A3-01BF-4675-A59E-51BE9C37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06-线-0126">
            <a:extLst xmlns:a="http://schemas.openxmlformats.org/drawingml/2006/main">
              <a:ext uri="{FF2B5EF4-FFF2-40B4-BE49-F238E27FC236}">
                <a16:creationId xmlns:a16="http://schemas.microsoft.com/office/drawing/2014/main" id="{03678226-0017-4D36-BA7D-7F937FB4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7" name="p06-线-0127">
            <a:extLst xmlns:a="http://schemas.openxmlformats.org/drawingml/2006/main">
              <a:ext uri="{FF2B5EF4-FFF2-40B4-BE49-F238E27FC236}">
                <a16:creationId xmlns:a16="http://schemas.microsoft.com/office/drawing/2014/main" id="{94CA6872-C5CA-48C2-9587-26A18A5F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06-线-0128">
            <a:extLst xmlns:a="http://schemas.openxmlformats.org/drawingml/2006/main">
              <a:ext uri="{FF2B5EF4-FFF2-40B4-BE49-F238E27FC236}">
                <a16:creationId xmlns:a16="http://schemas.microsoft.com/office/drawing/2014/main" id="{C38F90C6-EAAC-4BCC-8C93-6E80BB32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06-线-0129">
            <a:extLst xmlns:a="http://schemas.openxmlformats.org/drawingml/2006/main">
              <a:ext uri="{FF2B5EF4-FFF2-40B4-BE49-F238E27FC236}">
                <a16:creationId xmlns:a16="http://schemas.microsoft.com/office/drawing/2014/main" id="{77475DB3-A772-42E5-8659-E9F6E1B5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0" name="p06-线-0130">
            <a:extLst xmlns:a="http://schemas.openxmlformats.org/drawingml/2006/main">
              <a:ext uri="{FF2B5EF4-FFF2-40B4-BE49-F238E27FC236}">
                <a16:creationId xmlns:a16="http://schemas.microsoft.com/office/drawing/2014/main" id="{CF1A27FD-E180-4DF6-BA5B-F0F638D2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06-线-0131">
            <a:extLst xmlns:a="http://schemas.openxmlformats.org/drawingml/2006/main">
              <a:ext uri="{FF2B5EF4-FFF2-40B4-BE49-F238E27FC236}">
                <a16:creationId xmlns:a16="http://schemas.microsoft.com/office/drawing/2014/main" id="{1D70A6DC-CB4D-42E3-8D7F-AE60615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06-线-0132">
            <a:extLst xmlns:a="http://schemas.openxmlformats.org/drawingml/2006/main">
              <a:ext uri="{FF2B5EF4-FFF2-40B4-BE49-F238E27FC236}">
                <a16:creationId xmlns:a16="http://schemas.microsoft.com/office/drawing/2014/main" id="{30B6372D-F816-4EB7-9264-9319B73C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3" name="p06-线-0133">
            <a:extLst xmlns:a="http://schemas.openxmlformats.org/drawingml/2006/main">
              <a:ext uri="{FF2B5EF4-FFF2-40B4-BE49-F238E27FC236}">
                <a16:creationId xmlns:a16="http://schemas.microsoft.com/office/drawing/2014/main" id="{C5DCAF02-7397-44CA-A608-9171D5D7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2383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06-线-0134">
            <a:extLst xmlns:a="http://schemas.openxmlformats.org/drawingml/2006/main">
              <a:ext uri="{FF2B5EF4-FFF2-40B4-BE49-F238E27FC236}">
                <a16:creationId xmlns:a16="http://schemas.microsoft.com/office/drawing/2014/main" id="{9A56DD27-F32D-46A5-8389-DB1E48C5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06-线-0135">
            <a:extLst xmlns:a="http://schemas.openxmlformats.org/drawingml/2006/main">
              <a:ext uri="{FF2B5EF4-FFF2-40B4-BE49-F238E27FC236}">
                <a16:creationId xmlns:a16="http://schemas.microsoft.com/office/drawing/2014/main" id="{90943F59-8F4D-419F-82CE-73FCAE9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2383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6" name="p06-线-0136">
            <a:extLst xmlns:a="http://schemas.openxmlformats.org/drawingml/2006/main">
              <a:ext uri="{FF2B5EF4-FFF2-40B4-BE49-F238E27FC236}">
                <a16:creationId xmlns:a16="http://schemas.microsoft.com/office/drawing/2014/main" id="{E57D5AB4-BFBA-480D-8EAF-5169717E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06-线-0137">
            <a:extLst xmlns:a="http://schemas.openxmlformats.org/drawingml/2006/main">
              <a:ext uri="{FF2B5EF4-FFF2-40B4-BE49-F238E27FC236}">
                <a16:creationId xmlns:a16="http://schemas.microsoft.com/office/drawing/2014/main" id="{50A97F83-A1E1-4257-B71D-7E5CCF37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06-线-0138">
            <a:extLst xmlns:a="http://schemas.openxmlformats.org/drawingml/2006/main">
              <a:ext uri="{FF2B5EF4-FFF2-40B4-BE49-F238E27FC236}">
                <a16:creationId xmlns:a16="http://schemas.microsoft.com/office/drawing/2014/main" id="{4140F67D-014E-4CCE-B7CC-7E8DDF56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6-线-0139">
            <a:extLst xmlns:a="http://schemas.openxmlformats.org/drawingml/2006/main">
              <a:ext uri="{FF2B5EF4-FFF2-40B4-BE49-F238E27FC236}">
                <a16:creationId xmlns:a16="http://schemas.microsoft.com/office/drawing/2014/main" id="{7FC7E029-392B-4C3D-A320-777B80CB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0" name="p06-线-0140">
            <a:extLst xmlns:a="http://schemas.openxmlformats.org/drawingml/2006/main">
              <a:ext uri="{FF2B5EF4-FFF2-40B4-BE49-F238E27FC236}">
                <a16:creationId xmlns:a16="http://schemas.microsoft.com/office/drawing/2014/main" id="{2FE5F133-7410-43B6-88E7-191C0427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06-线-0141">
            <a:extLst xmlns:a="http://schemas.openxmlformats.org/drawingml/2006/main">
              <a:ext uri="{FF2B5EF4-FFF2-40B4-BE49-F238E27FC236}">
                <a16:creationId xmlns:a16="http://schemas.microsoft.com/office/drawing/2014/main" id="{582C54C1-D4A3-4E3C-9F99-77815197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6-线-0142">
            <a:extLst xmlns:a="http://schemas.openxmlformats.org/drawingml/2006/main">
              <a:ext uri="{FF2B5EF4-FFF2-40B4-BE49-F238E27FC236}">
                <a16:creationId xmlns:a16="http://schemas.microsoft.com/office/drawing/2014/main" id="{2CBB45A1-5CF2-4000-97F2-D89859B5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3" name="p06-线-0143">
            <a:extLst xmlns:a="http://schemas.openxmlformats.org/drawingml/2006/main">
              <a:ext uri="{FF2B5EF4-FFF2-40B4-BE49-F238E27FC236}">
                <a16:creationId xmlns:a16="http://schemas.microsoft.com/office/drawing/2014/main" id="{F45463EB-DC8A-4C05-8CFB-EF922AE9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06-线-0144">
            <a:extLst xmlns:a="http://schemas.openxmlformats.org/drawingml/2006/main">
              <a:ext uri="{FF2B5EF4-FFF2-40B4-BE49-F238E27FC236}">
                <a16:creationId xmlns:a16="http://schemas.microsoft.com/office/drawing/2014/main" id="{0857296E-235E-4636-B03D-BCEC9F5D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6-线-0145">
            <a:extLst xmlns:a="http://schemas.openxmlformats.org/drawingml/2006/main">
              <a:ext uri="{FF2B5EF4-FFF2-40B4-BE49-F238E27FC236}">
                <a16:creationId xmlns:a16="http://schemas.microsoft.com/office/drawing/2014/main" id="{39438452-957E-470F-A2D6-75896862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6" name="p06-线-0146">
            <a:extLst xmlns:a="http://schemas.openxmlformats.org/drawingml/2006/main">
              <a:ext uri="{FF2B5EF4-FFF2-40B4-BE49-F238E27FC236}">
                <a16:creationId xmlns:a16="http://schemas.microsoft.com/office/drawing/2014/main" id="{20760284-8801-4972-ABBA-848FA6F6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06-线-0147">
            <a:extLst xmlns:a="http://schemas.openxmlformats.org/drawingml/2006/main">
              <a:ext uri="{FF2B5EF4-FFF2-40B4-BE49-F238E27FC236}">
                <a16:creationId xmlns:a16="http://schemas.microsoft.com/office/drawing/2014/main" id="{FF7B1A3A-70C2-42C7-B421-4118B900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06-线-0148">
            <a:extLst xmlns:a="http://schemas.openxmlformats.org/drawingml/2006/main">
              <a:ext uri="{FF2B5EF4-FFF2-40B4-BE49-F238E27FC236}">
                <a16:creationId xmlns:a16="http://schemas.microsoft.com/office/drawing/2014/main" id="{47A4A9F0-3BED-4FD4-B946-193BD17F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9" name="p06-线-0149">
            <a:extLst xmlns:a="http://schemas.openxmlformats.org/drawingml/2006/main">
              <a:ext uri="{FF2B5EF4-FFF2-40B4-BE49-F238E27FC236}">
                <a16:creationId xmlns:a16="http://schemas.microsoft.com/office/drawing/2014/main" id="{9FCEDECD-2314-4EA0-A430-1849BD3C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06-线-0150">
            <a:extLst xmlns:a="http://schemas.openxmlformats.org/drawingml/2006/main">
              <a:ext uri="{FF2B5EF4-FFF2-40B4-BE49-F238E27FC236}">
                <a16:creationId xmlns:a16="http://schemas.microsoft.com/office/drawing/2014/main" id="{6A1E1DD5-A010-4BF9-B1A2-8779AA7C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06-线-0151">
            <a:extLst xmlns:a="http://schemas.openxmlformats.org/drawingml/2006/main">
              <a:ext uri="{FF2B5EF4-FFF2-40B4-BE49-F238E27FC236}">
                <a16:creationId xmlns:a16="http://schemas.microsoft.com/office/drawing/2014/main" id="{E452C446-0ADC-4AD1-BD72-9836B899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2" name="p06-线-0152">
            <a:extLst xmlns:a="http://schemas.openxmlformats.org/drawingml/2006/main">
              <a:ext uri="{FF2B5EF4-FFF2-40B4-BE49-F238E27FC236}">
                <a16:creationId xmlns:a16="http://schemas.microsoft.com/office/drawing/2014/main" id="{50436772-BE4E-40D9-8EF5-45CFB448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06-线-0153">
            <a:extLst xmlns:a="http://schemas.openxmlformats.org/drawingml/2006/main">
              <a:ext uri="{FF2B5EF4-FFF2-40B4-BE49-F238E27FC236}">
                <a16:creationId xmlns:a16="http://schemas.microsoft.com/office/drawing/2014/main" id="{CA2393C9-DCF2-4440-BE91-6E38C39E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06-线-0154">
            <a:extLst xmlns:a="http://schemas.openxmlformats.org/drawingml/2006/main">
              <a:ext uri="{FF2B5EF4-FFF2-40B4-BE49-F238E27FC236}">
                <a16:creationId xmlns:a16="http://schemas.microsoft.com/office/drawing/2014/main" id="{04FFBC3D-4B2E-4EAA-B207-F0D6259C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5" name="p06-线-0155">
            <a:extLst xmlns:a="http://schemas.openxmlformats.org/drawingml/2006/main">
              <a:ext uri="{FF2B5EF4-FFF2-40B4-BE49-F238E27FC236}">
                <a16:creationId xmlns:a16="http://schemas.microsoft.com/office/drawing/2014/main" id="{147FB87D-B65F-446B-932F-D2390EAD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06-线-0156">
            <a:extLst xmlns:a="http://schemas.openxmlformats.org/drawingml/2006/main">
              <a:ext uri="{FF2B5EF4-FFF2-40B4-BE49-F238E27FC236}">
                <a16:creationId xmlns:a16="http://schemas.microsoft.com/office/drawing/2014/main" id="{C7362F77-FB16-4100-9723-0FBC5C76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06-线-0157">
            <a:extLst xmlns:a="http://schemas.openxmlformats.org/drawingml/2006/main">
              <a:ext uri="{FF2B5EF4-FFF2-40B4-BE49-F238E27FC236}">
                <a16:creationId xmlns:a16="http://schemas.microsoft.com/office/drawing/2014/main" id="{822DF98D-4DB8-456A-AC44-382A31A4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8" name="p06-线-0158">
            <a:extLst xmlns:a="http://schemas.openxmlformats.org/drawingml/2006/main">
              <a:ext uri="{FF2B5EF4-FFF2-40B4-BE49-F238E27FC236}">
                <a16:creationId xmlns:a16="http://schemas.microsoft.com/office/drawing/2014/main" id="{5FEF15A7-61C1-428B-AE14-DC25158B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06-线-0159">
            <a:extLst xmlns:a="http://schemas.openxmlformats.org/drawingml/2006/main">
              <a:ext uri="{FF2B5EF4-FFF2-40B4-BE49-F238E27FC236}">
                <a16:creationId xmlns:a16="http://schemas.microsoft.com/office/drawing/2014/main" id="{BB1C3673-9844-48C5-80ED-2C70D388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06-线-0160">
            <a:extLst xmlns:a="http://schemas.openxmlformats.org/drawingml/2006/main">
              <a:ext uri="{FF2B5EF4-FFF2-40B4-BE49-F238E27FC236}">
                <a16:creationId xmlns:a16="http://schemas.microsoft.com/office/drawing/2014/main" id="{0A00F2BE-1279-4F63-9040-686F1A1C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1" name="p06-线-0161">
            <a:extLst xmlns:a="http://schemas.openxmlformats.org/drawingml/2006/main">
              <a:ext uri="{FF2B5EF4-FFF2-40B4-BE49-F238E27FC236}">
                <a16:creationId xmlns:a16="http://schemas.microsoft.com/office/drawing/2014/main" id="{61FBB982-B713-4287-BF9B-4C325CD9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06-线-0162">
            <a:extLst xmlns:a="http://schemas.openxmlformats.org/drawingml/2006/main">
              <a:ext uri="{FF2B5EF4-FFF2-40B4-BE49-F238E27FC236}">
                <a16:creationId xmlns:a16="http://schemas.microsoft.com/office/drawing/2014/main" id="{8DC57704-775D-4638-9DDD-447DA8E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06-线-0163">
            <a:extLst xmlns:a="http://schemas.openxmlformats.org/drawingml/2006/main">
              <a:ext uri="{FF2B5EF4-FFF2-40B4-BE49-F238E27FC236}">
                <a16:creationId xmlns:a16="http://schemas.microsoft.com/office/drawing/2014/main" id="{9769C21B-68E7-444B-97A0-7055C5F3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4" name="p06-线-0164">
            <a:extLst xmlns:a="http://schemas.openxmlformats.org/drawingml/2006/main">
              <a:ext uri="{FF2B5EF4-FFF2-40B4-BE49-F238E27FC236}">
                <a16:creationId xmlns:a16="http://schemas.microsoft.com/office/drawing/2014/main" id="{9B3DE7AA-14D0-417A-B92A-3FD9B213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3272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06-线-0165">
            <a:extLst xmlns:a="http://schemas.openxmlformats.org/drawingml/2006/main">
              <a:ext uri="{FF2B5EF4-FFF2-40B4-BE49-F238E27FC236}">
                <a16:creationId xmlns:a16="http://schemas.microsoft.com/office/drawing/2014/main" id="{EFE515F9-08DB-4136-A35A-511B30B2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06-线-0166">
            <a:extLst xmlns:a="http://schemas.openxmlformats.org/drawingml/2006/main">
              <a:ext uri="{FF2B5EF4-FFF2-40B4-BE49-F238E27FC236}">
                <a16:creationId xmlns:a16="http://schemas.microsoft.com/office/drawing/2014/main" id="{175AF8AC-1F23-4D94-B2F3-7611EDC0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3272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7" name="p06-线-0167">
            <a:extLst xmlns:a="http://schemas.openxmlformats.org/drawingml/2006/main">
              <a:ext uri="{FF2B5EF4-FFF2-40B4-BE49-F238E27FC236}">
                <a16:creationId xmlns:a16="http://schemas.microsoft.com/office/drawing/2014/main" id="{76B224C1-3A9E-4341-B95C-FB1F73FF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272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06-线-0168">
            <a:extLst xmlns:a="http://schemas.openxmlformats.org/drawingml/2006/main">
              <a:ext uri="{FF2B5EF4-FFF2-40B4-BE49-F238E27FC236}">
                <a16:creationId xmlns:a16="http://schemas.microsoft.com/office/drawing/2014/main" id="{2CE51FC2-4DE6-4F0B-A74F-B07FC508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06-线-0169">
            <a:extLst xmlns:a="http://schemas.openxmlformats.org/drawingml/2006/main">
              <a:ext uri="{FF2B5EF4-FFF2-40B4-BE49-F238E27FC236}">
                <a16:creationId xmlns:a16="http://schemas.microsoft.com/office/drawing/2014/main" id="{1C66427E-D1A6-490E-BBFE-A3F3DE14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6-线-0170">
            <a:extLst xmlns:a="http://schemas.openxmlformats.org/drawingml/2006/main">
              <a:ext uri="{FF2B5EF4-FFF2-40B4-BE49-F238E27FC236}">
                <a16:creationId xmlns:a16="http://schemas.microsoft.com/office/drawing/2014/main" id="{2CA82C81-3F2C-40AF-9354-EF44686D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1" name="p06-线-0171">
            <a:extLst xmlns:a="http://schemas.openxmlformats.org/drawingml/2006/main">
              <a:ext uri="{FF2B5EF4-FFF2-40B4-BE49-F238E27FC236}">
                <a16:creationId xmlns:a16="http://schemas.microsoft.com/office/drawing/2014/main" id="{F6DA11B8-2414-408C-9CCA-4A8DC712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06-线-0172">
            <a:extLst xmlns:a="http://schemas.openxmlformats.org/drawingml/2006/main">
              <a:ext uri="{FF2B5EF4-FFF2-40B4-BE49-F238E27FC236}">
                <a16:creationId xmlns:a16="http://schemas.microsoft.com/office/drawing/2014/main" id="{80C9CFB4-1F61-436F-BB5F-6D727D05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6-线-0173">
            <a:extLst xmlns:a="http://schemas.openxmlformats.org/drawingml/2006/main">
              <a:ext uri="{FF2B5EF4-FFF2-40B4-BE49-F238E27FC236}">
                <a16:creationId xmlns:a16="http://schemas.microsoft.com/office/drawing/2014/main" id="{D46340C6-1BFD-490B-94AE-853489C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4" name="p06-线-0174">
            <a:extLst xmlns:a="http://schemas.openxmlformats.org/drawingml/2006/main">
              <a:ext uri="{FF2B5EF4-FFF2-40B4-BE49-F238E27FC236}">
                <a16:creationId xmlns:a16="http://schemas.microsoft.com/office/drawing/2014/main" id="{C1A8E4D1-847D-4C21-BDE8-E942CC47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06-线-0175">
            <a:extLst xmlns:a="http://schemas.openxmlformats.org/drawingml/2006/main">
              <a:ext uri="{FF2B5EF4-FFF2-40B4-BE49-F238E27FC236}">
                <a16:creationId xmlns:a16="http://schemas.microsoft.com/office/drawing/2014/main" id="{CD0BE80F-8057-46B9-BE5C-BE137540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6-线-0176">
            <a:extLst xmlns:a="http://schemas.openxmlformats.org/drawingml/2006/main">
              <a:ext uri="{FF2B5EF4-FFF2-40B4-BE49-F238E27FC236}">
                <a16:creationId xmlns:a16="http://schemas.microsoft.com/office/drawing/2014/main" id="{F5C4CD13-A8D8-4E74-8787-26AD32E1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7" name="p06-线-0177">
            <a:extLst xmlns:a="http://schemas.openxmlformats.org/drawingml/2006/main">
              <a:ext uri="{FF2B5EF4-FFF2-40B4-BE49-F238E27FC236}">
                <a16:creationId xmlns:a16="http://schemas.microsoft.com/office/drawing/2014/main" id="{CCC77FC9-167F-462D-BA5D-8E71ACEF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06-线-0178">
            <a:extLst xmlns:a="http://schemas.openxmlformats.org/drawingml/2006/main">
              <a:ext uri="{FF2B5EF4-FFF2-40B4-BE49-F238E27FC236}">
                <a16:creationId xmlns:a16="http://schemas.microsoft.com/office/drawing/2014/main" id="{FD263A6E-7861-41C0-AFC7-B18BB71F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06-线-0179">
            <a:extLst xmlns:a="http://schemas.openxmlformats.org/drawingml/2006/main">
              <a:ext uri="{FF2B5EF4-FFF2-40B4-BE49-F238E27FC236}">
                <a16:creationId xmlns:a16="http://schemas.microsoft.com/office/drawing/2014/main" id="{3BD8CEDE-3B51-4183-B516-DE5944E0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0" name="p06-线-0180">
            <a:extLst xmlns:a="http://schemas.openxmlformats.org/drawingml/2006/main">
              <a:ext uri="{FF2B5EF4-FFF2-40B4-BE49-F238E27FC236}">
                <a16:creationId xmlns:a16="http://schemas.microsoft.com/office/drawing/2014/main" id="{3B6041A7-A144-45A2-8969-7AEBCF05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06-线-0181">
            <a:extLst xmlns:a="http://schemas.openxmlformats.org/drawingml/2006/main">
              <a:ext uri="{FF2B5EF4-FFF2-40B4-BE49-F238E27FC236}">
                <a16:creationId xmlns:a16="http://schemas.microsoft.com/office/drawing/2014/main" id="{54A37B49-3F7C-4869-A15C-31F50D6F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06-线-0182">
            <a:extLst xmlns:a="http://schemas.openxmlformats.org/drawingml/2006/main">
              <a:ext uri="{FF2B5EF4-FFF2-40B4-BE49-F238E27FC236}">
                <a16:creationId xmlns:a16="http://schemas.microsoft.com/office/drawing/2014/main" id="{D6FABE23-984D-4964-AD7A-52C1E362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3" name="p06-线-0183">
            <a:extLst xmlns:a="http://schemas.openxmlformats.org/drawingml/2006/main">
              <a:ext uri="{FF2B5EF4-FFF2-40B4-BE49-F238E27FC236}">
                <a16:creationId xmlns:a16="http://schemas.microsoft.com/office/drawing/2014/main" id="{2B130460-7D62-4F4E-B827-058D897C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06-线-0184">
            <a:extLst xmlns:a="http://schemas.openxmlformats.org/drawingml/2006/main">
              <a:ext uri="{FF2B5EF4-FFF2-40B4-BE49-F238E27FC236}">
                <a16:creationId xmlns:a16="http://schemas.microsoft.com/office/drawing/2014/main" id="{92FE904C-549C-47EC-A912-F8E1C1AA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06-线-0185">
            <a:extLst xmlns:a="http://schemas.openxmlformats.org/drawingml/2006/main">
              <a:ext uri="{FF2B5EF4-FFF2-40B4-BE49-F238E27FC236}">
                <a16:creationId xmlns:a16="http://schemas.microsoft.com/office/drawing/2014/main" id="{7E186E29-5282-4E5D-BA1F-ED7382A9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6" name="p06-线-0186">
            <a:extLst xmlns:a="http://schemas.openxmlformats.org/drawingml/2006/main">
              <a:ext uri="{FF2B5EF4-FFF2-40B4-BE49-F238E27FC236}">
                <a16:creationId xmlns:a16="http://schemas.microsoft.com/office/drawing/2014/main" id="{399FF6F7-EAEB-49FB-A88C-BBA4DE50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06-线-0187">
            <a:extLst xmlns:a="http://schemas.openxmlformats.org/drawingml/2006/main">
              <a:ext uri="{FF2B5EF4-FFF2-40B4-BE49-F238E27FC236}">
                <a16:creationId xmlns:a16="http://schemas.microsoft.com/office/drawing/2014/main" id="{30CEFA2C-3AD1-4F8E-8C8B-EEA7E68E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06-线-0188">
            <a:extLst xmlns:a="http://schemas.openxmlformats.org/drawingml/2006/main">
              <a:ext uri="{FF2B5EF4-FFF2-40B4-BE49-F238E27FC236}">
                <a16:creationId xmlns:a16="http://schemas.microsoft.com/office/drawing/2014/main" id="{27622AD0-E755-436E-9363-01F6CFBC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9" name="p06-线-0189">
            <a:extLst xmlns:a="http://schemas.openxmlformats.org/drawingml/2006/main">
              <a:ext uri="{FF2B5EF4-FFF2-40B4-BE49-F238E27FC236}">
                <a16:creationId xmlns:a16="http://schemas.microsoft.com/office/drawing/2014/main" id="{43A241FC-D412-438D-A376-AA2E28F0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06-线-0190">
            <a:extLst xmlns:a="http://schemas.openxmlformats.org/drawingml/2006/main">
              <a:ext uri="{FF2B5EF4-FFF2-40B4-BE49-F238E27FC236}">
                <a16:creationId xmlns:a16="http://schemas.microsoft.com/office/drawing/2014/main" id="{F75F54CA-32AC-452E-846B-C64D5E29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06-线-0191">
            <a:extLst xmlns:a="http://schemas.openxmlformats.org/drawingml/2006/main">
              <a:ext uri="{FF2B5EF4-FFF2-40B4-BE49-F238E27FC236}">
                <a16:creationId xmlns:a16="http://schemas.microsoft.com/office/drawing/2014/main" id="{8646433B-E6D4-476A-A573-3832AFAB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2" name="p06-线-0192">
            <a:extLst xmlns:a="http://schemas.openxmlformats.org/drawingml/2006/main">
              <a:ext uri="{FF2B5EF4-FFF2-40B4-BE49-F238E27FC236}">
                <a16:creationId xmlns:a16="http://schemas.microsoft.com/office/drawing/2014/main" id="{94033F90-DC81-4483-967C-79E79C67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06-线-0193">
            <a:extLst xmlns:a="http://schemas.openxmlformats.org/drawingml/2006/main">
              <a:ext uri="{FF2B5EF4-FFF2-40B4-BE49-F238E27FC236}">
                <a16:creationId xmlns:a16="http://schemas.microsoft.com/office/drawing/2014/main" id="{85344E15-1B9C-4CFE-B272-E11D6C30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06-线-0194">
            <a:extLst xmlns:a="http://schemas.openxmlformats.org/drawingml/2006/main">
              <a:ext uri="{FF2B5EF4-FFF2-40B4-BE49-F238E27FC236}">
                <a16:creationId xmlns:a16="http://schemas.microsoft.com/office/drawing/2014/main" id="{74BA2F68-AE30-4B2A-97E9-11C51B66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5" name="p06-线-0195">
            <a:extLst xmlns:a="http://schemas.openxmlformats.org/drawingml/2006/main">
              <a:ext uri="{FF2B5EF4-FFF2-40B4-BE49-F238E27FC236}">
                <a16:creationId xmlns:a16="http://schemas.microsoft.com/office/drawing/2014/main" id="{A2473C18-6D42-4C14-A426-98157676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4161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06-线-0196">
            <a:extLst xmlns:a="http://schemas.openxmlformats.org/drawingml/2006/main">
              <a:ext uri="{FF2B5EF4-FFF2-40B4-BE49-F238E27FC236}">
                <a16:creationId xmlns:a16="http://schemas.microsoft.com/office/drawing/2014/main" id="{42F78347-2BBF-43F6-9B17-400265D5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06-线-0197">
            <a:extLst xmlns:a="http://schemas.openxmlformats.org/drawingml/2006/main">
              <a:ext uri="{FF2B5EF4-FFF2-40B4-BE49-F238E27FC236}">
                <a16:creationId xmlns:a16="http://schemas.microsoft.com/office/drawing/2014/main" id="{E74C2297-DF3B-4E25-BAA0-9C65DF04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416175"/>
            <a:ext cx="184785" cy="88900"/>
          </a:xfrm>
          <a:custGeom xmlns:a="http://schemas.openxmlformats.org/drawingml/2006/main">
            <a:pathLst>
              <a:path w="184785" h="88900">
                <a:moveTo>
                  <a:pt x="0" y="0"/>
                </a:moveTo>
                <a:lnTo>
                  <a:pt x="184785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8" name="p06-线-0198">
            <a:extLst xmlns:a="http://schemas.openxmlformats.org/drawingml/2006/main">
              <a:ext uri="{FF2B5EF4-FFF2-40B4-BE49-F238E27FC236}">
                <a16:creationId xmlns:a16="http://schemas.microsoft.com/office/drawing/2014/main" id="{BE7BD75E-EC99-4BEF-945A-02282434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416175"/>
            <a:ext cx="95" cy="88900"/>
          </a:xfrm>
          <a:custGeom xmlns:a="http://schemas.openxmlformats.org/drawingml/2006/main">
            <a:pathLst>
              <a:path w="95" h="88900">
                <a:moveTo>
                  <a:pt x="0" y="0"/>
                </a:moveTo>
                <a:lnTo>
                  <a:pt x="0" y="889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06-线-0199">
            <a:extLst xmlns:a="http://schemas.openxmlformats.org/drawingml/2006/main">
              <a:ext uri="{FF2B5EF4-FFF2-40B4-BE49-F238E27FC236}">
                <a16:creationId xmlns:a16="http://schemas.microsoft.com/office/drawing/2014/main" id="{CE82AD33-B3B1-483E-B4C3-04CE1FC4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06-线-0200">
            <a:extLst xmlns:a="http://schemas.openxmlformats.org/drawingml/2006/main">
              <a:ext uri="{FF2B5EF4-FFF2-40B4-BE49-F238E27FC236}">
                <a16:creationId xmlns:a16="http://schemas.microsoft.com/office/drawing/2014/main" id="{4ADA4D0E-3EED-49B3-84A1-88859D70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6-线-0201">
            <a:extLst xmlns:a="http://schemas.openxmlformats.org/drawingml/2006/main">
              <a:ext uri="{FF2B5EF4-FFF2-40B4-BE49-F238E27FC236}">
                <a16:creationId xmlns:a16="http://schemas.microsoft.com/office/drawing/2014/main" id="{475EB2DD-E228-4E63-BA99-FEBDDFCF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345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06-线-0202">
            <a:extLst xmlns:a="http://schemas.openxmlformats.org/drawingml/2006/main">
              <a:ext uri="{FF2B5EF4-FFF2-40B4-BE49-F238E27FC236}">
                <a16:creationId xmlns:a16="http://schemas.microsoft.com/office/drawing/2014/main" id="{AB5E8E6E-C09A-4B1B-B06E-08716EC8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130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06-线-0203">
            <a:extLst xmlns:a="http://schemas.openxmlformats.org/drawingml/2006/main">
              <a:ext uri="{FF2B5EF4-FFF2-40B4-BE49-F238E27FC236}">
                <a16:creationId xmlns:a16="http://schemas.microsoft.com/office/drawing/2014/main" id="{96B32131-C39B-4D16-9EFC-5B88AD45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915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06-线-0204">
            <a:extLst xmlns:a="http://schemas.openxmlformats.org/drawingml/2006/main">
              <a:ext uri="{FF2B5EF4-FFF2-40B4-BE49-F238E27FC236}">
                <a16:creationId xmlns:a16="http://schemas.microsoft.com/office/drawing/2014/main" id="{2EA7E028-3924-443F-9759-862DACFC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06-线-0205">
            <a:extLst xmlns:a="http://schemas.openxmlformats.org/drawingml/2006/main">
              <a:ext uri="{FF2B5EF4-FFF2-40B4-BE49-F238E27FC236}">
                <a16:creationId xmlns:a16="http://schemas.microsoft.com/office/drawing/2014/main" id="{B1002ED0-CE81-418A-8A23-4AB6712B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485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06-线-0206">
            <a:extLst xmlns:a="http://schemas.openxmlformats.org/drawingml/2006/main">
              <a:ext uri="{FF2B5EF4-FFF2-40B4-BE49-F238E27FC236}">
                <a16:creationId xmlns:a16="http://schemas.microsoft.com/office/drawing/2014/main" id="{CBCB492F-1188-4B15-906B-170FF528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270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06-线-0207">
            <a:extLst xmlns:a="http://schemas.openxmlformats.org/drawingml/2006/main">
              <a:ext uri="{FF2B5EF4-FFF2-40B4-BE49-F238E27FC236}">
                <a16:creationId xmlns:a16="http://schemas.microsoft.com/office/drawing/2014/main" id="{F5C90D68-ED25-43FF-8031-4AD6E7CE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06-线-0208">
            <a:extLst xmlns:a="http://schemas.openxmlformats.org/drawingml/2006/main">
              <a:ext uri="{FF2B5EF4-FFF2-40B4-BE49-F238E27FC236}">
                <a16:creationId xmlns:a16="http://schemas.microsoft.com/office/drawing/2014/main" id="{13052A43-A0FB-4B78-A625-26C3506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2505075"/>
            <a:ext cx="184785" cy="95"/>
          </a:xfrm>
          <a:custGeom xmlns:a="http://schemas.openxmlformats.org/drawingml/2006/main">
            <a:pathLst>
              <a:path w="184785" h="95">
                <a:moveTo>
                  <a:pt x="0" y="0"/>
                </a:moveTo>
                <a:lnTo>
                  <a:pt x="1847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06-椭圆-0209">
            <a:extLst xmlns:a="http://schemas.openxmlformats.org/drawingml/2006/main">
              <a:ext uri="{FF2B5EF4-FFF2-40B4-BE49-F238E27FC236}">
                <a16:creationId xmlns:a16="http://schemas.microsoft.com/office/drawing/2014/main" id="{CFA359BF-E0B1-4751-9F1F-7A7CE1E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1606" y="2110311"/>
            <a:ext cx="97909" cy="783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0" name="p06-椭圆-0210">
            <a:extLst xmlns:a="http://schemas.openxmlformats.org/drawingml/2006/main">
              <a:ext uri="{FF2B5EF4-FFF2-40B4-BE49-F238E27FC236}">
                <a16:creationId xmlns:a16="http://schemas.microsoft.com/office/drawing/2014/main" id="{5D9B2531-8AA7-4F27-8CAD-69C7FEFA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8569" y="2116226"/>
            <a:ext cx="83122" cy="664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1" name="p06-椭圆-0211">
            <a:extLst xmlns:a="http://schemas.openxmlformats.org/drawingml/2006/main">
              <a:ext uri="{FF2B5EF4-FFF2-40B4-BE49-F238E27FC236}">
                <a16:creationId xmlns:a16="http://schemas.microsoft.com/office/drawing/2014/main" id="{53D4E0E6-5623-4717-9E9D-6F298865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7278" y="2107538"/>
            <a:ext cx="104843" cy="8387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2" name="p06-椭圆-0212">
            <a:extLst xmlns:a="http://schemas.openxmlformats.org/drawingml/2006/main">
              <a:ext uri="{FF2B5EF4-FFF2-40B4-BE49-F238E27FC236}">
                <a16:creationId xmlns:a16="http://schemas.microsoft.com/office/drawing/2014/main" id="{8F8E786C-0B63-4E38-B01E-C102BA9A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494" y="2108854"/>
            <a:ext cx="101552" cy="812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3" name="p06-椭圆-0213">
            <a:extLst xmlns:a="http://schemas.openxmlformats.org/drawingml/2006/main">
              <a:ext uri="{FF2B5EF4-FFF2-40B4-BE49-F238E27FC236}">
                <a16:creationId xmlns:a16="http://schemas.microsoft.com/office/drawing/2014/main" id="{A1735281-B50A-4884-8643-3953B423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7555" y="2116447"/>
            <a:ext cx="82570" cy="66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4" name="p06-椭圆-0214">
            <a:extLst xmlns:a="http://schemas.openxmlformats.org/drawingml/2006/main">
              <a:ext uri="{FF2B5EF4-FFF2-40B4-BE49-F238E27FC236}">
                <a16:creationId xmlns:a16="http://schemas.microsoft.com/office/drawing/2014/main" id="{F67C4709-269C-4110-A668-3AB74011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999" y="2294026"/>
            <a:ext cx="83122" cy="664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5" name="p06-椭圆-0215">
            <a:extLst xmlns:a="http://schemas.openxmlformats.org/drawingml/2006/main">
              <a:ext uri="{FF2B5EF4-FFF2-40B4-BE49-F238E27FC236}">
                <a16:creationId xmlns:a16="http://schemas.microsoft.com/office/drawing/2014/main" id="{B4F3C852-E0A6-42A5-B364-36804CFC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7708" y="2285338"/>
            <a:ext cx="104843" cy="8387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6" name="p06-椭圆-0216">
            <a:extLst xmlns:a="http://schemas.openxmlformats.org/drawingml/2006/main">
              <a:ext uri="{FF2B5EF4-FFF2-40B4-BE49-F238E27FC236}">
                <a16:creationId xmlns:a16="http://schemas.microsoft.com/office/drawing/2014/main" id="{E4E9E566-77B3-4125-AD5D-89D52F43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8924" y="2286654"/>
            <a:ext cx="101552" cy="812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7" name="p06-椭圆-0217">
            <a:extLst xmlns:a="http://schemas.openxmlformats.org/drawingml/2006/main">
              <a:ext uri="{FF2B5EF4-FFF2-40B4-BE49-F238E27FC236}">
                <a16:creationId xmlns:a16="http://schemas.microsoft.com/office/drawing/2014/main" id="{EFB490D5-88AF-43F0-BAD2-9B4486BE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7985" y="2294247"/>
            <a:ext cx="82570" cy="66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8" name="p06-椭圆-0218">
            <a:extLst xmlns:a="http://schemas.openxmlformats.org/drawingml/2006/main">
              <a:ext uri="{FF2B5EF4-FFF2-40B4-BE49-F238E27FC236}">
                <a16:creationId xmlns:a16="http://schemas.microsoft.com/office/drawing/2014/main" id="{082C9450-E0CF-4592-8281-444F9CDA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8010" y="2286611"/>
            <a:ext cx="101660" cy="813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9" name="p06-路径-0219">
            <a:extLst xmlns:a="http://schemas.openxmlformats.org/drawingml/2006/main">
              <a:ext uri="{FF2B5EF4-FFF2-40B4-BE49-F238E27FC236}">
                <a16:creationId xmlns:a16="http://schemas.microsoft.com/office/drawing/2014/main" id="{6979D1FE-70FB-466C-B31F-DD54350E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189054"/>
            <a:ext cx="1695450" cy="94160"/>
          </a:xfrm>
          <a:custGeom xmlns:a="http://schemas.openxmlformats.org/drawingml/2006/main">
            <a:pathLst>
              <a:path w="1695450" h="94160">
                <a:moveTo>
                  <a:pt x="0" y="38653"/>
                </a:moveTo>
                <a:lnTo>
                  <a:pt x="45313" y="26073"/>
                </a:lnTo>
                <a:lnTo>
                  <a:pt x="91570" y="16205"/>
                </a:lnTo>
                <a:lnTo>
                  <a:pt x="138725" y="8858"/>
                </a:lnTo>
                <a:lnTo>
                  <a:pt x="186733" y="3836"/>
                </a:lnTo>
                <a:lnTo>
                  <a:pt x="235549" y="948"/>
                </a:lnTo>
                <a:lnTo>
                  <a:pt x="285130" y="0"/>
                </a:lnTo>
                <a:lnTo>
                  <a:pt x="386402" y="3149"/>
                </a:lnTo>
                <a:lnTo>
                  <a:pt x="490192" y="11736"/>
                </a:lnTo>
                <a:lnTo>
                  <a:pt x="596140" y="24214"/>
                </a:lnTo>
                <a:lnTo>
                  <a:pt x="813078" y="54655"/>
                </a:lnTo>
                <a:lnTo>
                  <a:pt x="923350" y="69524"/>
                </a:lnTo>
                <a:lnTo>
                  <a:pt x="1034346" y="82096"/>
                </a:lnTo>
                <a:lnTo>
                  <a:pt x="1145708" y="90824"/>
                </a:lnTo>
                <a:lnTo>
                  <a:pt x="1257077" y="94160"/>
                </a:lnTo>
                <a:lnTo>
                  <a:pt x="1312652" y="93323"/>
                </a:lnTo>
                <a:lnTo>
                  <a:pt x="1368094" y="90558"/>
                </a:lnTo>
                <a:lnTo>
                  <a:pt x="1423359" y="85672"/>
                </a:lnTo>
                <a:lnTo>
                  <a:pt x="1478401" y="78471"/>
                </a:lnTo>
                <a:lnTo>
                  <a:pt x="1533176" y="68762"/>
                </a:lnTo>
                <a:lnTo>
                  <a:pt x="1587639" y="56351"/>
                </a:lnTo>
                <a:lnTo>
                  <a:pt x="1641745" y="41045"/>
                </a:lnTo>
                <a:lnTo>
                  <a:pt x="1695450" y="22651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20" name="p06-文本-0220">
            <a:extLst xmlns:a="http://schemas.openxmlformats.org/drawingml/2006/main">
              <a:ext uri="{FF2B5EF4-FFF2-40B4-BE49-F238E27FC236}">
                <a16:creationId xmlns:a16="http://schemas.microsoft.com/office/drawing/2014/main" id="{AE58B5CC-4AF7-47EE-B654-4638C982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74881"/>
            <a:ext cx="994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同条件采样</a:t>
            </a:r>
          </a:p>
        </p:txBody>
      </p:sp>
      <p:sp>
        <p:nvSpPr>
          <p:cNvPr id="221" name="p06-文本-0221">
            <a:extLst xmlns:a="http://schemas.openxmlformats.org/drawingml/2006/main">
              <a:ext uri="{FF2B5EF4-FFF2-40B4-BE49-F238E27FC236}">
                <a16:creationId xmlns:a16="http://schemas.microsoft.com/office/drawing/2014/main" id="{BE5A5C51-64D1-4B31-A181-382327A9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1796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提取可比特征</a:t>
            </a:r>
          </a:p>
        </p:txBody>
      </p:sp>
      <p:sp>
        <p:nvSpPr>
          <p:cNvPr id="222" name="p06-文本-0222">
            <a:extLst xmlns:a="http://schemas.openxmlformats.org/drawingml/2006/main">
              <a:ext uri="{FF2B5EF4-FFF2-40B4-BE49-F238E27FC236}">
                <a16:creationId xmlns:a16="http://schemas.microsoft.com/office/drawing/2014/main" id="{9DABA09F-FA35-4DE5-8D69-3DB4B8E9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550" y="203569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减少对象差异</a:t>
            </a:r>
          </a:p>
        </p:txBody>
      </p:sp>
      <p:sp>
        <p:nvSpPr>
          <p:cNvPr id="223" name="p06-矩形-0223">
            <a:extLst xmlns:a="http://schemas.openxmlformats.org/drawingml/2006/main">
              <a:ext uri="{FF2B5EF4-FFF2-40B4-BE49-F238E27FC236}">
                <a16:creationId xmlns:a16="http://schemas.microsoft.com/office/drawing/2014/main" id="{12E12A07-8455-4AF1-9709-861B76F3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43225"/>
            <a:ext cx="26765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24" name="p06-文本-0224">
            <a:extLst xmlns:a="http://schemas.openxmlformats.org/drawingml/2006/main">
              <a:ext uri="{FF2B5EF4-FFF2-40B4-BE49-F238E27FC236}">
                <a16:creationId xmlns:a16="http://schemas.microsoft.com/office/drawing/2014/main" id="{4460206B-318B-4C44-AB01-B06A5577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30521"/>
            <a:ext cx="158172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响应来源不明确</a:t>
            </a:r>
          </a:p>
        </p:txBody>
      </p:sp>
      <p:sp>
        <p:nvSpPr>
          <p:cNvPr id="225" name="p06-文本-0225">
            <a:extLst xmlns:a="http://schemas.openxmlformats.org/drawingml/2006/main">
              <a:ext uri="{FF2B5EF4-FFF2-40B4-BE49-F238E27FC236}">
                <a16:creationId xmlns:a16="http://schemas.microsoft.com/office/drawing/2014/main" id="{D801D43D-9F37-41CE-BEFF-55535803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01996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需要可定位的证据</a:t>
            </a:r>
          </a:p>
        </p:txBody>
      </p:sp>
      <p:sp>
        <p:nvSpPr>
          <p:cNvPr id="226" name="p06-路径-0226">
            <a:extLst xmlns:a="http://schemas.openxmlformats.org/drawingml/2006/main">
              <a:ext uri="{FF2B5EF4-FFF2-40B4-BE49-F238E27FC236}">
                <a16:creationId xmlns:a16="http://schemas.microsoft.com/office/drawing/2014/main" id="{629B5D36-588F-40B2-BE17-70A9DF7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15487"/>
            <a:ext cx="495300" cy="188976"/>
          </a:xfrm>
          <a:custGeom xmlns:a="http://schemas.openxmlformats.org/drawingml/2006/main">
            <a:pathLst>
              <a:path w="495300" h="188976">
                <a:moveTo>
                  <a:pt x="0" y="142113"/>
                </a:moveTo>
                <a:lnTo>
                  <a:pt x="342900" y="142113"/>
                </a:lnTo>
                <a:lnTo>
                  <a:pt x="342900" y="188976"/>
                </a:lnTo>
                <a:lnTo>
                  <a:pt x="495300" y="94488"/>
                </a:lnTo>
                <a:lnTo>
                  <a:pt x="342900" y="0"/>
                </a:lnTo>
                <a:lnTo>
                  <a:pt x="3429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7" name="p06-矩形-0227">
            <a:extLst xmlns:a="http://schemas.openxmlformats.org/drawingml/2006/main">
              <a:ext uri="{FF2B5EF4-FFF2-40B4-BE49-F238E27FC236}">
                <a16:creationId xmlns:a16="http://schemas.microsoft.com/office/drawing/2014/main" id="{10FEE06E-7409-411A-873E-610D33CC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943225"/>
            <a:ext cx="768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28" name="p06-文本-0228">
            <a:extLst xmlns:a="http://schemas.openxmlformats.org/drawingml/2006/main">
              <a:ext uri="{FF2B5EF4-FFF2-40B4-BE49-F238E27FC236}">
                <a16:creationId xmlns:a16="http://schemas.microsoft.com/office/drawing/2014/main" id="{690A1038-1827-4B64-BA40-FDC1590E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25192"/>
            <a:ext cx="2107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组合机制与定量证据</a:t>
            </a:r>
          </a:p>
        </p:txBody>
      </p:sp>
      <p:sp>
        <p:nvSpPr>
          <p:cNvPr id="229" name="p06-线-0229">
            <a:extLst xmlns:a="http://schemas.openxmlformats.org/drawingml/2006/main">
              <a:ext uri="{FF2B5EF4-FFF2-40B4-BE49-F238E27FC236}">
                <a16:creationId xmlns:a16="http://schemas.microsoft.com/office/drawing/2014/main" id="{FCDB5323-4305-4A57-A317-0C68F647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048125"/>
            <a:ext cx="1847850" cy="95"/>
          </a:xfrm>
          <a:custGeom xmlns:a="http://schemas.openxmlformats.org/drawingml/2006/main">
            <a:pathLst>
              <a:path w="1847850" h="95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0" name="p06-路径-0230">
            <a:extLst xmlns:a="http://schemas.openxmlformats.org/drawingml/2006/main">
              <a:ext uri="{FF2B5EF4-FFF2-40B4-BE49-F238E27FC236}">
                <a16:creationId xmlns:a16="http://schemas.microsoft.com/office/drawing/2014/main" id="{0B8A5233-06A8-4E97-9797-1FFFDE8E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790950"/>
            <a:ext cx="1847850" cy="193358"/>
          </a:xfrm>
          <a:custGeom xmlns:a="http://schemas.openxmlformats.org/drawingml/2006/main">
            <a:pathLst>
              <a:path w="1847850" h="193358">
                <a:moveTo>
                  <a:pt x="0" y="193358"/>
                </a:moveTo>
                <a:lnTo>
                  <a:pt x="12383" y="193358"/>
                </a:lnTo>
                <a:lnTo>
                  <a:pt x="24765" y="193358"/>
                </a:lnTo>
                <a:lnTo>
                  <a:pt x="37147" y="193358"/>
                </a:lnTo>
                <a:lnTo>
                  <a:pt x="49530" y="193358"/>
                </a:lnTo>
                <a:lnTo>
                  <a:pt x="61913" y="193358"/>
                </a:lnTo>
                <a:lnTo>
                  <a:pt x="74295" y="193358"/>
                </a:lnTo>
                <a:lnTo>
                  <a:pt x="86678" y="193358"/>
                </a:lnTo>
                <a:lnTo>
                  <a:pt x="98108" y="193358"/>
                </a:lnTo>
                <a:lnTo>
                  <a:pt x="110490" y="193358"/>
                </a:lnTo>
                <a:lnTo>
                  <a:pt x="122872" y="193358"/>
                </a:lnTo>
                <a:lnTo>
                  <a:pt x="135255" y="193358"/>
                </a:lnTo>
                <a:lnTo>
                  <a:pt x="147638" y="193358"/>
                </a:lnTo>
                <a:lnTo>
                  <a:pt x="160020" y="193358"/>
                </a:lnTo>
                <a:lnTo>
                  <a:pt x="172403" y="193358"/>
                </a:lnTo>
                <a:lnTo>
                  <a:pt x="184785" y="193358"/>
                </a:lnTo>
                <a:lnTo>
                  <a:pt x="197167" y="193358"/>
                </a:lnTo>
                <a:lnTo>
                  <a:pt x="209550" y="193358"/>
                </a:lnTo>
                <a:lnTo>
                  <a:pt x="221933" y="193358"/>
                </a:lnTo>
                <a:lnTo>
                  <a:pt x="234315" y="193358"/>
                </a:lnTo>
                <a:lnTo>
                  <a:pt x="246697" y="193358"/>
                </a:lnTo>
                <a:lnTo>
                  <a:pt x="259080" y="193358"/>
                </a:lnTo>
                <a:lnTo>
                  <a:pt x="271463" y="193358"/>
                </a:lnTo>
                <a:lnTo>
                  <a:pt x="282892" y="193358"/>
                </a:lnTo>
                <a:lnTo>
                  <a:pt x="295275" y="193358"/>
                </a:lnTo>
                <a:lnTo>
                  <a:pt x="307658" y="192405"/>
                </a:lnTo>
                <a:lnTo>
                  <a:pt x="320040" y="189547"/>
                </a:lnTo>
                <a:lnTo>
                  <a:pt x="332422" y="176213"/>
                </a:lnTo>
                <a:lnTo>
                  <a:pt x="344805" y="139065"/>
                </a:lnTo>
                <a:lnTo>
                  <a:pt x="357188" y="86678"/>
                </a:lnTo>
                <a:lnTo>
                  <a:pt x="369570" y="60008"/>
                </a:lnTo>
                <a:lnTo>
                  <a:pt x="381953" y="86678"/>
                </a:lnTo>
                <a:lnTo>
                  <a:pt x="394335" y="139065"/>
                </a:lnTo>
                <a:lnTo>
                  <a:pt x="406717" y="176213"/>
                </a:lnTo>
                <a:lnTo>
                  <a:pt x="419100" y="189547"/>
                </a:lnTo>
                <a:lnTo>
                  <a:pt x="431483" y="192405"/>
                </a:lnTo>
                <a:lnTo>
                  <a:pt x="443865" y="193358"/>
                </a:lnTo>
                <a:lnTo>
                  <a:pt x="456247" y="193358"/>
                </a:lnTo>
                <a:lnTo>
                  <a:pt x="467678" y="193358"/>
                </a:lnTo>
                <a:lnTo>
                  <a:pt x="480060" y="193358"/>
                </a:lnTo>
                <a:lnTo>
                  <a:pt x="492442" y="193358"/>
                </a:lnTo>
                <a:lnTo>
                  <a:pt x="504825" y="193358"/>
                </a:lnTo>
                <a:lnTo>
                  <a:pt x="517208" y="193358"/>
                </a:lnTo>
                <a:lnTo>
                  <a:pt x="529590" y="193358"/>
                </a:lnTo>
                <a:lnTo>
                  <a:pt x="541972" y="193358"/>
                </a:lnTo>
                <a:lnTo>
                  <a:pt x="554355" y="193358"/>
                </a:lnTo>
                <a:lnTo>
                  <a:pt x="566738" y="193358"/>
                </a:lnTo>
                <a:lnTo>
                  <a:pt x="579120" y="193358"/>
                </a:lnTo>
                <a:lnTo>
                  <a:pt x="591503" y="193358"/>
                </a:lnTo>
                <a:lnTo>
                  <a:pt x="603885" y="193358"/>
                </a:lnTo>
                <a:lnTo>
                  <a:pt x="616268" y="193358"/>
                </a:lnTo>
                <a:lnTo>
                  <a:pt x="628650" y="193358"/>
                </a:lnTo>
                <a:lnTo>
                  <a:pt x="641032" y="193358"/>
                </a:lnTo>
                <a:lnTo>
                  <a:pt x="652463" y="193358"/>
                </a:lnTo>
                <a:lnTo>
                  <a:pt x="664845" y="193358"/>
                </a:lnTo>
                <a:lnTo>
                  <a:pt x="677228" y="193358"/>
                </a:lnTo>
                <a:lnTo>
                  <a:pt x="689610" y="193358"/>
                </a:lnTo>
                <a:lnTo>
                  <a:pt x="701993" y="193358"/>
                </a:lnTo>
                <a:lnTo>
                  <a:pt x="714375" y="193358"/>
                </a:lnTo>
                <a:lnTo>
                  <a:pt x="726757" y="192405"/>
                </a:lnTo>
                <a:lnTo>
                  <a:pt x="739140" y="191453"/>
                </a:lnTo>
                <a:lnTo>
                  <a:pt x="751522" y="187642"/>
                </a:lnTo>
                <a:lnTo>
                  <a:pt x="763905" y="177165"/>
                </a:lnTo>
                <a:lnTo>
                  <a:pt x="776288" y="157163"/>
                </a:lnTo>
                <a:lnTo>
                  <a:pt x="788670" y="122872"/>
                </a:lnTo>
                <a:lnTo>
                  <a:pt x="801053" y="76200"/>
                </a:lnTo>
                <a:lnTo>
                  <a:pt x="813435" y="29528"/>
                </a:lnTo>
                <a:lnTo>
                  <a:pt x="825818" y="0"/>
                </a:lnTo>
                <a:lnTo>
                  <a:pt x="837247" y="0"/>
                </a:lnTo>
                <a:lnTo>
                  <a:pt x="849630" y="29528"/>
                </a:lnTo>
                <a:lnTo>
                  <a:pt x="862013" y="76200"/>
                </a:lnTo>
                <a:lnTo>
                  <a:pt x="874395" y="122872"/>
                </a:lnTo>
                <a:lnTo>
                  <a:pt x="886778" y="157163"/>
                </a:lnTo>
                <a:lnTo>
                  <a:pt x="899160" y="177165"/>
                </a:lnTo>
                <a:lnTo>
                  <a:pt x="911543" y="187642"/>
                </a:lnTo>
                <a:lnTo>
                  <a:pt x="923925" y="191453"/>
                </a:lnTo>
                <a:lnTo>
                  <a:pt x="936307" y="192405"/>
                </a:lnTo>
                <a:lnTo>
                  <a:pt x="948690" y="193358"/>
                </a:lnTo>
                <a:lnTo>
                  <a:pt x="961072" y="193358"/>
                </a:lnTo>
                <a:lnTo>
                  <a:pt x="973455" y="193358"/>
                </a:lnTo>
                <a:lnTo>
                  <a:pt x="985838" y="193358"/>
                </a:lnTo>
                <a:lnTo>
                  <a:pt x="998220" y="193358"/>
                </a:lnTo>
                <a:lnTo>
                  <a:pt x="1010603" y="193358"/>
                </a:lnTo>
                <a:lnTo>
                  <a:pt x="1022032" y="193358"/>
                </a:lnTo>
                <a:lnTo>
                  <a:pt x="1034415" y="193358"/>
                </a:lnTo>
                <a:lnTo>
                  <a:pt x="1046797" y="193358"/>
                </a:lnTo>
                <a:lnTo>
                  <a:pt x="1059180" y="193358"/>
                </a:lnTo>
                <a:lnTo>
                  <a:pt x="1071563" y="193358"/>
                </a:lnTo>
                <a:lnTo>
                  <a:pt x="1083945" y="193358"/>
                </a:lnTo>
                <a:lnTo>
                  <a:pt x="1096328" y="193358"/>
                </a:lnTo>
                <a:lnTo>
                  <a:pt x="1108710" y="193358"/>
                </a:lnTo>
                <a:lnTo>
                  <a:pt x="1121093" y="193358"/>
                </a:lnTo>
                <a:lnTo>
                  <a:pt x="1133475" y="193358"/>
                </a:lnTo>
                <a:lnTo>
                  <a:pt x="1145857" y="193358"/>
                </a:lnTo>
                <a:lnTo>
                  <a:pt x="1158240" y="193358"/>
                </a:lnTo>
                <a:lnTo>
                  <a:pt x="1170622" y="193358"/>
                </a:lnTo>
                <a:lnTo>
                  <a:pt x="1183005" y="193358"/>
                </a:lnTo>
                <a:lnTo>
                  <a:pt x="1195388" y="193358"/>
                </a:lnTo>
                <a:lnTo>
                  <a:pt x="1206818" y="193358"/>
                </a:lnTo>
                <a:lnTo>
                  <a:pt x="1219200" y="193358"/>
                </a:lnTo>
                <a:lnTo>
                  <a:pt x="1231582" y="193358"/>
                </a:lnTo>
                <a:lnTo>
                  <a:pt x="1243965" y="193358"/>
                </a:lnTo>
                <a:lnTo>
                  <a:pt x="1256347" y="193358"/>
                </a:lnTo>
                <a:lnTo>
                  <a:pt x="1268730" y="192405"/>
                </a:lnTo>
                <a:lnTo>
                  <a:pt x="1281113" y="185738"/>
                </a:lnTo>
                <a:lnTo>
                  <a:pt x="1293495" y="152400"/>
                </a:lnTo>
                <a:lnTo>
                  <a:pt x="1305878" y="93345"/>
                </a:lnTo>
                <a:lnTo>
                  <a:pt x="1318260" y="93345"/>
                </a:lnTo>
                <a:lnTo>
                  <a:pt x="1330643" y="152400"/>
                </a:lnTo>
                <a:lnTo>
                  <a:pt x="1343025" y="185738"/>
                </a:lnTo>
                <a:lnTo>
                  <a:pt x="1355407" y="192405"/>
                </a:lnTo>
                <a:lnTo>
                  <a:pt x="1367790" y="193358"/>
                </a:lnTo>
                <a:lnTo>
                  <a:pt x="1380172" y="193358"/>
                </a:lnTo>
                <a:lnTo>
                  <a:pt x="1391603" y="193358"/>
                </a:lnTo>
                <a:lnTo>
                  <a:pt x="1403985" y="193358"/>
                </a:lnTo>
                <a:lnTo>
                  <a:pt x="1416368" y="193358"/>
                </a:lnTo>
                <a:lnTo>
                  <a:pt x="1428750" y="193358"/>
                </a:lnTo>
                <a:lnTo>
                  <a:pt x="1441132" y="193358"/>
                </a:lnTo>
                <a:lnTo>
                  <a:pt x="1453515" y="193358"/>
                </a:lnTo>
                <a:lnTo>
                  <a:pt x="1465897" y="193358"/>
                </a:lnTo>
                <a:lnTo>
                  <a:pt x="1478280" y="193358"/>
                </a:lnTo>
                <a:lnTo>
                  <a:pt x="1490663" y="193358"/>
                </a:lnTo>
                <a:lnTo>
                  <a:pt x="1503045" y="193358"/>
                </a:lnTo>
                <a:lnTo>
                  <a:pt x="1515428" y="193358"/>
                </a:lnTo>
                <a:lnTo>
                  <a:pt x="1527810" y="193358"/>
                </a:lnTo>
                <a:lnTo>
                  <a:pt x="1540193" y="191453"/>
                </a:lnTo>
                <a:lnTo>
                  <a:pt x="1552575" y="188595"/>
                </a:lnTo>
                <a:lnTo>
                  <a:pt x="1564957" y="178117"/>
                </a:lnTo>
                <a:lnTo>
                  <a:pt x="1576388" y="159067"/>
                </a:lnTo>
                <a:lnTo>
                  <a:pt x="1588770" y="134303"/>
                </a:lnTo>
                <a:lnTo>
                  <a:pt x="1601153" y="116205"/>
                </a:lnTo>
                <a:lnTo>
                  <a:pt x="1613535" y="116205"/>
                </a:lnTo>
                <a:lnTo>
                  <a:pt x="1625918" y="134303"/>
                </a:lnTo>
                <a:lnTo>
                  <a:pt x="1638300" y="159067"/>
                </a:lnTo>
                <a:lnTo>
                  <a:pt x="1650682" y="178117"/>
                </a:lnTo>
                <a:lnTo>
                  <a:pt x="1663065" y="188595"/>
                </a:lnTo>
                <a:lnTo>
                  <a:pt x="1675447" y="191453"/>
                </a:lnTo>
                <a:lnTo>
                  <a:pt x="1687830" y="193358"/>
                </a:lnTo>
                <a:lnTo>
                  <a:pt x="1700213" y="193358"/>
                </a:lnTo>
                <a:lnTo>
                  <a:pt x="1712595" y="193358"/>
                </a:lnTo>
                <a:lnTo>
                  <a:pt x="1724978" y="193358"/>
                </a:lnTo>
                <a:lnTo>
                  <a:pt x="1737360" y="193358"/>
                </a:lnTo>
                <a:lnTo>
                  <a:pt x="1749743" y="193358"/>
                </a:lnTo>
                <a:lnTo>
                  <a:pt x="1761172" y="193358"/>
                </a:lnTo>
                <a:lnTo>
                  <a:pt x="1773555" y="193358"/>
                </a:lnTo>
                <a:lnTo>
                  <a:pt x="1785938" y="193358"/>
                </a:lnTo>
                <a:lnTo>
                  <a:pt x="1798320" y="193358"/>
                </a:lnTo>
                <a:lnTo>
                  <a:pt x="1810703" y="193358"/>
                </a:lnTo>
                <a:lnTo>
                  <a:pt x="1823085" y="193358"/>
                </a:lnTo>
                <a:lnTo>
                  <a:pt x="1835468" y="193358"/>
                </a:lnTo>
                <a:lnTo>
                  <a:pt x="1847850" y="1933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231" name="p06-路径-0231">
            <a:extLst xmlns:a="http://schemas.openxmlformats.org/drawingml/2006/main">
              <a:ext uri="{FF2B5EF4-FFF2-40B4-BE49-F238E27FC236}">
                <a16:creationId xmlns:a16="http://schemas.microsoft.com/office/drawing/2014/main" id="{8F8BD778-B10D-4AFC-919B-7AC08825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703320"/>
            <a:ext cx="1847850" cy="195263"/>
          </a:xfrm>
          <a:custGeom xmlns:a="http://schemas.openxmlformats.org/drawingml/2006/main">
            <a:pathLst>
              <a:path w="1847850" h="195263">
                <a:moveTo>
                  <a:pt x="0" y="195263"/>
                </a:moveTo>
                <a:lnTo>
                  <a:pt x="12383" y="195263"/>
                </a:lnTo>
                <a:lnTo>
                  <a:pt x="24765" y="195263"/>
                </a:lnTo>
                <a:lnTo>
                  <a:pt x="37147" y="195263"/>
                </a:lnTo>
                <a:lnTo>
                  <a:pt x="49530" y="195263"/>
                </a:lnTo>
                <a:lnTo>
                  <a:pt x="61913" y="195263"/>
                </a:lnTo>
                <a:lnTo>
                  <a:pt x="74295" y="195263"/>
                </a:lnTo>
                <a:lnTo>
                  <a:pt x="86678" y="195263"/>
                </a:lnTo>
                <a:lnTo>
                  <a:pt x="98108" y="195263"/>
                </a:lnTo>
                <a:lnTo>
                  <a:pt x="110490" y="195263"/>
                </a:lnTo>
                <a:lnTo>
                  <a:pt x="122872" y="195263"/>
                </a:lnTo>
                <a:lnTo>
                  <a:pt x="135255" y="195263"/>
                </a:lnTo>
                <a:lnTo>
                  <a:pt x="147638" y="195263"/>
                </a:lnTo>
                <a:lnTo>
                  <a:pt x="160020" y="195263"/>
                </a:lnTo>
                <a:lnTo>
                  <a:pt x="172403" y="195263"/>
                </a:lnTo>
                <a:lnTo>
                  <a:pt x="184785" y="195263"/>
                </a:lnTo>
                <a:lnTo>
                  <a:pt x="197167" y="195263"/>
                </a:lnTo>
                <a:lnTo>
                  <a:pt x="209550" y="195263"/>
                </a:lnTo>
                <a:lnTo>
                  <a:pt x="221933" y="195263"/>
                </a:lnTo>
                <a:lnTo>
                  <a:pt x="234315" y="195263"/>
                </a:lnTo>
                <a:lnTo>
                  <a:pt x="246697" y="195263"/>
                </a:lnTo>
                <a:lnTo>
                  <a:pt x="259080" y="195263"/>
                </a:lnTo>
                <a:lnTo>
                  <a:pt x="271463" y="195263"/>
                </a:lnTo>
                <a:lnTo>
                  <a:pt x="282892" y="195263"/>
                </a:lnTo>
                <a:lnTo>
                  <a:pt x="295275" y="195263"/>
                </a:lnTo>
                <a:lnTo>
                  <a:pt x="307658" y="195263"/>
                </a:lnTo>
                <a:lnTo>
                  <a:pt x="320040" y="195263"/>
                </a:lnTo>
                <a:lnTo>
                  <a:pt x="332422" y="193358"/>
                </a:lnTo>
                <a:lnTo>
                  <a:pt x="344805" y="181927"/>
                </a:lnTo>
                <a:lnTo>
                  <a:pt x="357188" y="150495"/>
                </a:lnTo>
                <a:lnTo>
                  <a:pt x="369570" y="99060"/>
                </a:lnTo>
                <a:lnTo>
                  <a:pt x="381953" y="62865"/>
                </a:lnTo>
                <a:lnTo>
                  <a:pt x="394335" y="80010"/>
                </a:lnTo>
                <a:lnTo>
                  <a:pt x="406717" y="131445"/>
                </a:lnTo>
                <a:lnTo>
                  <a:pt x="419100" y="173355"/>
                </a:lnTo>
                <a:lnTo>
                  <a:pt x="431483" y="190500"/>
                </a:lnTo>
                <a:lnTo>
                  <a:pt x="443865" y="194310"/>
                </a:lnTo>
                <a:lnTo>
                  <a:pt x="456247" y="195263"/>
                </a:lnTo>
                <a:lnTo>
                  <a:pt x="467678" y="195263"/>
                </a:lnTo>
                <a:lnTo>
                  <a:pt x="480060" y="195263"/>
                </a:lnTo>
                <a:lnTo>
                  <a:pt x="492442" y="195263"/>
                </a:lnTo>
                <a:lnTo>
                  <a:pt x="504825" y="195263"/>
                </a:lnTo>
                <a:lnTo>
                  <a:pt x="517208" y="195263"/>
                </a:lnTo>
                <a:lnTo>
                  <a:pt x="529590" y="195263"/>
                </a:lnTo>
                <a:lnTo>
                  <a:pt x="541972" y="195263"/>
                </a:lnTo>
                <a:lnTo>
                  <a:pt x="554355" y="195263"/>
                </a:lnTo>
                <a:lnTo>
                  <a:pt x="566738" y="195263"/>
                </a:lnTo>
                <a:lnTo>
                  <a:pt x="579120" y="195263"/>
                </a:lnTo>
                <a:lnTo>
                  <a:pt x="591503" y="195263"/>
                </a:lnTo>
                <a:lnTo>
                  <a:pt x="603885" y="195263"/>
                </a:lnTo>
                <a:lnTo>
                  <a:pt x="616268" y="195263"/>
                </a:lnTo>
                <a:lnTo>
                  <a:pt x="628650" y="195263"/>
                </a:lnTo>
                <a:lnTo>
                  <a:pt x="641032" y="195263"/>
                </a:lnTo>
                <a:lnTo>
                  <a:pt x="652463" y="195263"/>
                </a:lnTo>
                <a:lnTo>
                  <a:pt x="664845" y="195263"/>
                </a:lnTo>
                <a:lnTo>
                  <a:pt x="677228" y="195263"/>
                </a:lnTo>
                <a:lnTo>
                  <a:pt x="689610" y="195263"/>
                </a:lnTo>
                <a:lnTo>
                  <a:pt x="701993" y="195263"/>
                </a:lnTo>
                <a:lnTo>
                  <a:pt x="714375" y="195263"/>
                </a:lnTo>
                <a:lnTo>
                  <a:pt x="726757" y="195263"/>
                </a:lnTo>
                <a:lnTo>
                  <a:pt x="739140" y="195263"/>
                </a:lnTo>
                <a:lnTo>
                  <a:pt x="751522" y="194310"/>
                </a:lnTo>
                <a:lnTo>
                  <a:pt x="763905" y="190500"/>
                </a:lnTo>
                <a:lnTo>
                  <a:pt x="776288" y="182880"/>
                </a:lnTo>
                <a:lnTo>
                  <a:pt x="788670" y="164783"/>
                </a:lnTo>
                <a:lnTo>
                  <a:pt x="801053" y="133350"/>
                </a:lnTo>
                <a:lnTo>
                  <a:pt x="813435" y="88583"/>
                </a:lnTo>
                <a:lnTo>
                  <a:pt x="825818" y="40958"/>
                </a:lnTo>
                <a:lnTo>
                  <a:pt x="837247" y="5715"/>
                </a:lnTo>
                <a:lnTo>
                  <a:pt x="849630" y="0"/>
                </a:lnTo>
                <a:lnTo>
                  <a:pt x="862013" y="23813"/>
                </a:lnTo>
                <a:lnTo>
                  <a:pt x="874395" y="68580"/>
                </a:lnTo>
                <a:lnTo>
                  <a:pt x="886778" y="116205"/>
                </a:lnTo>
                <a:lnTo>
                  <a:pt x="899160" y="153352"/>
                </a:lnTo>
                <a:lnTo>
                  <a:pt x="911543" y="177165"/>
                </a:lnTo>
                <a:lnTo>
                  <a:pt x="923925" y="188595"/>
                </a:lnTo>
                <a:lnTo>
                  <a:pt x="936307" y="193358"/>
                </a:lnTo>
                <a:lnTo>
                  <a:pt x="948690" y="195263"/>
                </a:lnTo>
                <a:lnTo>
                  <a:pt x="961072" y="195263"/>
                </a:lnTo>
                <a:lnTo>
                  <a:pt x="973455" y="195263"/>
                </a:lnTo>
                <a:lnTo>
                  <a:pt x="985838" y="195263"/>
                </a:lnTo>
                <a:lnTo>
                  <a:pt x="998220" y="195263"/>
                </a:lnTo>
                <a:lnTo>
                  <a:pt x="1010603" y="195263"/>
                </a:lnTo>
                <a:lnTo>
                  <a:pt x="1022032" y="195263"/>
                </a:lnTo>
                <a:lnTo>
                  <a:pt x="1034415" y="195263"/>
                </a:lnTo>
                <a:lnTo>
                  <a:pt x="1046797" y="195263"/>
                </a:lnTo>
                <a:lnTo>
                  <a:pt x="1059180" y="195263"/>
                </a:lnTo>
                <a:lnTo>
                  <a:pt x="1071563" y="195263"/>
                </a:lnTo>
                <a:lnTo>
                  <a:pt x="1083945" y="195263"/>
                </a:lnTo>
                <a:lnTo>
                  <a:pt x="1096328" y="195263"/>
                </a:lnTo>
                <a:lnTo>
                  <a:pt x="1108710" y="195263"/>
                </a:lnTo>
                <a:lnTo>
                  <a:pt x="1121093" y="195263"/>
                </a:lnTo>
                <a:lnTo>
                  <a:pt x="1133475" y="195263"/>
                </a:lnTo>
                <a:lnTo>
                  <a:pt x="1145857" y="195263"/>
                </a:lnTo>
                <a:lnTo>
                  <a:pt x="1158240" y="195263"/>
                </a:lnTo>
                <a:lnTo>
                  <a:pt x="1170622" y="195263"/>
                </a:lnTo>
                <a:lnTo>
                  <a:pt x="1183005" y="195263"/>
                </a:lnTo>
                <a:lnTo>
                  <a:pt x="1195388" y="195263"/>
                </a:lnTo>
                <a:lnTo>
                  <a:pt x="1206818" y="195263"/>
                </a:lnTo>
                <a:lnTo>
                  <a:pt x="1219200" y="195263"/>
                </a:lnTo>
                <a:lnTo>
                  <a:pt x="1231582" y="195263"/>
                </a:lnTo>
                <a:lnTo>
                  <a:pt x="1243965" y="195263"/>
                </a:lnTo>
                <a:lnTo>
                  <a:pt x="1256347" y="195263"/>
                </a:lnTo>
                <a:lnTo>
                  <a:pt x="1268730" y="195263"/>
                </a:lnTo>
                <a:lnTo>
                  <a:pt x="1281113" y="195263"/>
                </a:lnTo>
                <a:lnTo>
                  <a:pt x="1293495" y="191452"/>
                </a:lnTo>
                <a:lnTo>
                  <a:pt x="1305878" y="164783"/>
                </a:lnTo>
                <a:lnTo>
                  <a:pt x="1318260" y="105727"/>
                </a:lnTo>
                <a:lnTo>
                  <a:pt x="1330643" y="87630"/>
                </a:lnTo>
                <a:lnTo>
                  <a:pt x="1343025" y="142875"/>
                </a:lnTo>
                <a:lnTo>
                  <a:pt x="1355407" y="184785"/>
                </a:lnTo>
                <a:lnTo>
                  <a:pt x="1367790" y="194310"/>
                </a:lnTo>
                <a:lnTo>
                  <a:pt x="1380172" y="195263"/>
                </a:lnTo>
                <a:lnTo>
                  <a:pt x="1391603" y="195263"/>
                </a:lnTo>
                <a:lnTo>
                  <a:pt x="1403985" y="195263"/>
                </a:lnTo>
                <a:lnTo>
                  <a:pt x="1416368" y="195263"/>
                </a:lnTo>
                <a:lnTo>
                  <a:pt x="1428750" y="195263"/>
                </a:lnTo>
                <a:lnTo>
                  <a:pt x="1441132" y="195263"/>
                </a:lnTo>
                <a:lnTo>
                  <a:pt x="1453515" y="195263"/>
                </a:lnTo>
                <a:lnTo>
                  <a:pt x="1465897" y="195263"/>
                </a:lnTo>
                <a:lnTo>
                  <a:pt x="1478280" y="195263"/>
                </a:lnTo>
                <a:lnTo>
                  <a:pt x="1490663" y="195263"/>
                </a:lnTo>
                <a:lnTo>
                  <a:pt x="1503045" y="195263"/>
                </a:lnTo>
                <a:lnTo>
                  <a:pt x="1515428" y="195263"/>
                </a:lnTo>
                <a:lnTo>
                  <a:pt x="1527810" y="195263"/>
                </a:lnTo>
                <a:lnTo>
                  <a:pt x="1540193" y="195263"/>
                </a:lnTo>
                <a:lnTo>
                  <a:pt x="1552575" y="194310"/>
                </a:lnTo>
                <a:lnTo>
                  <a:pt x="1564957" y="191452"/>
                </a:lnTo>
                <a:lnTo>
                  <a:pt x="1576388" y="182880"/>
                </a:lnTo>
                <a:lnTo>
                  <a:pt x="1588770" y="165735"/>
                </a:lnTo>
                <a:lnTo>
                  <a:pt x="1601153" y="141922"/>
                </a:lnTo>
                <a:lnTo>
                  <a:pt x="1613535" y="120967"/>
                </a:lnTo>
                <a:lnTo>
                  <a:pt x="1625918" y="116205"/>
                </a:lnTo>
                <a:lnTo>
                  <a:pt x="1638300" y="132397"/>
                </a:lnTo>
                <a:lnTo>
                  <a:pt x="1650682" y="157163"/>
                </a:lnTo>
                <a:lnTo>
                  <a:pt x="1663065" y="177165"/>
                </a:lnTo>
                <a:lnTo>
                  <a:pt x="1675447" y="189547"/>
                </a:lnTo>
                <a:lnTo>
                  <a:pt x="1687830" y="193358"/>
                </a:lnTo>
                <a:lnTo>
                  <a:pt x="1700213" y="195263"/>
                </a:lnTo>
                <a:lnTo>
                  <a:pt x="1712595" y="195263"/>
                </a:lnTo>
                <a:lnTo>
                  <a:pt x="1724978" y="195263"/>
                </a:lnTo>
                <a:lnTo>
                  <a:pt x="1737360" y="195263"/>
                </a:lnTo>
                <a:lnTo>
                  <a:pt x="1749743" y="195263"/>
                </a:lnTo>
                <a:lnTo>
                  <a:pt x="1761172" y="195263"/>
                </a:lnTo>
                <a:lnTo>
                  <a:pt x="1773555" y="195263"/>
                </a:lnTo>
                <a:lnTo>
                  <a:pt x="1785938" y="195263"/>
                </a:lnTo>
                <a:lnTo>
                  <a:pt x="1798320" y="195263"/>
                </a:lnTo>
                <a:lnTo>
                  <a:pt x="1810703" y="195263"/>
                </a:lnTo>
                <a:lnTo>
                  <a:pt x="1823085" y="195263"/>
                </a:lnTo>
                <a:lnTo>
                  <a:pt x="1835468" y="195263"/>
                </a:lnTo>
                <a:lnTo>
                  <a:pt x="1847850" y="1952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232" name="p06-路径-0232">
            <a:extLst xmlns:a="http://schemas.openxmlformats.org/drawingml/2006/main">
              <a:ext uri="{FF2B5EF4-FFF2-40B4-BE49-F238E27FC236}">
                <a16:creationId xmlns:a16="http://schemas.microsoft.com/office/drawing/2014/main" id="{BEA4B18B-8870-479D-95C1-FB171FB0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616643"/>
            <a:ext cx="1847850" cy="197167"/>
          </a:xfrm>
          <a:custGeom xmlns:a="http://schemas.openxmlformats.org/drawingml/2006/main">
            <a:pathLst>
              <a:path w="1847850" h="197167">
                <a:moveTo>
                  <a:pt x="0" y="197167"/>
                </a:moveTo>
                <a:lnTo>
                  <a:pt x="12383" y="197167"/>
                </a:lnTo>
                <a:lnTo>
                  <a:pt x="24765" y="197167"/>
                </a:lnTo>
                <a:lnTo>
                  <a:pt x="37147" y="197167"/>
                </a:lnTo>
                <a:lnTo>
                  <a:pt x="49530" y="197167"/>
                </a:lnTo>
                <a:lnTo>
                  <a:pt x="61913" y="197167"/>
                </a:lnTo>
                <a:lnTo>
                  <a:pt x="74295" y="197167"/>
                </a:lnTo>
                <a:lnTo>
                  <a:pt x="86678" y="197167"/>
                </a:lnTo>
                <a:lnTo>
                  <a:pt x="98108" y="197167"/>
                </a:lnTo>
                <a:lnTo>
                  <a:pt x="110490" y="197167"/>
                </a:lnTo>
                <a:lnTo>
                  <a:pt x="122872" y="197167"/>
                </a:lnTo>
                <a:lnTo>
                  <a:pt x="135255" y="197167"/>
                </a:lnTo>
                <a:lnTo>
                  <a:pt x="147638" y="197167"/>
                </a:lnTo>
                <a:lnTo>
                  <a:pt x="160020" y="197167"/>
                </a:lnTo>
                <a:lnTo>
                  <a:pt x="172403" y="197167"/>
                </a:lnTo>
                <a:lnTo>
                  <a:pt x="184785" y="197167"/>
                </a:lnTo>
                <a:lnTo>
                  <a:pt x="197167" y="197167"/>
                </a:lnTo>
                <a:lnTo>
                  <a:pt x="209550" y="197167"/>
                </a:lnTo>
                <a:lnTo>
                  <a:pt x="221933" y="197167"/>
                </a:lnTo>
                <a:lnTo>
                  <a:pt x="234315" y="197167"/>
                </a:lnTo>
                <a:lnTo>
                  <a:pt x="246697" y="197167"/>
                </a:lnTo>
                <a:lnTo>
                  <a:pt x="259080" y="197167"/>
                </a:lnTo>
                <a:lnTo>
                  <a:pt x="271463" y="197167"/>
                </a:lnTo>
                <a:lnTo>
                  <a:pt x="282892" y="197167"/>
                </a:lnTo>
                <a:lnTo>
                  <a:pt x="295275" y="197167"/>
                </a:lnTo>
                <a:lnTo>
                  <a:pt x="307658" y="197167"/>
                </a:lnTo>
                <a:lnTo>
                  <a:pt x="320040" y="197167"/>
                </a:lnTo>
                <a:lnTo>
                  <a:pt x="332422" y="196215"/>
                </a:lnTo>
                <a:lnTo>
                  <a:pt x="344805" y="195263"/>
                </a:lnTo>
                <a:lnTo>
                  <a:pt x="357188" y="186690"/>
                </a:lnTo>
                <a:lnTo>
                  <a:pt x="369570" y="160973"/>
                </a:lnTo>
                <a:lnTo>
                  <a:pt x="381953" y="111442"/>
                </a:lnTo>
                <a:lnTo>
                  <a:pt x="394335" y="68580"/>
                </a:lnTo>
                <a:lnTo>
                  <a:pt x="406717" y="74295"/>
                </a:lnTo>
                <a:lnTo>
                  <a:pt x="419100" y="121920"/>
                </a:lnTo>
                <a:lnTo>
                  <a:pt x="431483" y="167640"/>
                </a:lnTo>
                <a:lnTo>
                  <a:pt x="443865" y="189548"/>
                </a:lnTo>
                <a:lnTo>
                  <a:pt x="456247" y="195263"/>
                </a:lnTo>
                <a:lnTo>
                  <a:pt x="467678" y="196215"/>
                </a:lnTo>
                <a:lnTo>
                  <a:pt x="480060" y="197167"/>
                </a:lnTo>
                <a:lnTo>
                  <a:pt x="492442" y="197167"/>
                </a:lnTo>
                <a:lnTo>
                  <a:pt x="504825" y="197167"/>
                </a:lnTo>
                <a:lnTo>
                  <a:pt x="517208" y="197167"/>
                </a:lnTo>
                <a:lnTo>
                  <a:pt x="529590" y="197167"/>
                </a:lnTo>
                <a:lnTo>
                  <a:pt x="541972" y="197167"/>
                </a:lnTo>
                <a:lnTo>
                  <a:pt x="554355" y="197167"/>
                </a:lnTo>
                <a:lnTo>
                  <a:pt x="566738" y="197167"/>
                </a:lnTo>
                <a:lnTo>
                  <a:pt x="579120" y="197167"/>
                </a:lnTo>
                <a:lnTo>
                  <a:pt x="591503" y="197167"/>
                </a:lnTo>
                <a:lnTo>
                  <a:pt x="603885" y="197167"/>
                </a:lnTo>
                <a:lnTo>
                  <a:pt x="616268" y="197167"/>
                </a:lnTo>
                <a:lnTo>
                  <a:pt x="628650" y="197167"/>
                </a:lnTo>
                <a:lnTo>
                  <a:pt x="641032" y="197167"/>
                </a:lnTo>
                <a:lnTo>
                  <a:pt x="652463" y="197167"/>
                </a:lnTo>
                <a:lnTo>
                  <a:pt x="664845" y="197167"/>
                </a:lnTo>
                <a:lnTo>
                  <a:pt x="677228" y="197167"/>
                </a:lnTo>
                <a:lnTo>
                  <a:pt x="689610" y="197167"/>
                </a:lnTo>
                <a:lnTo>
                  <a:pt x="701993" y="197167"/>
                </a:lnTo>
                <a:lnTo>
                  <a:pt x="714375" y="197167"/>
                </a:lnTo>
                <a:lnTo>
                  <a:pt x="726757" y="197167"/>
                </a:lnTo>
                <a:lnTo>
                  <a:pt x="739140" y="197167"/>
                </a:lnTo>
                <a:lnTo>
                  <a:pt x="751522" y="196215"/>
                </a:lnTo>
                <a:lnTo>
                  <a:pt x="763905" y="196215"/>
                </a:lnTo>
                <a:lnTo>
                  <a:pt x="776288" y="193358"/>
                </a:lnTo>
                <a:lnTo>
                  <a:pt x="788670" y="185738"/>
                </a:lnTo>
                <a:lnTo>
                  <a:pt x="801053" y="170498"/>
                </a:lnTo>
                <a:lnTo>
                  <a:pt x="813435" y="141923"/>
                </a:lnTo>
                <a:lnTo>
                  <a:pt x="825818" y="99060"/>
                </a:lnTo>
                <a:lnTo>
                  <a:pt x="837247" y="51435"/>
                </a:lnTo>
                <a:lnTo>
                  <a:pt x="849630" y="12383"/>
                </a:lnTo>
                <a:lnTo>
                  <a:pt x="862013" y="0"/>
                </a:lnTo>
                <a:lnTo>
                  <a:pt x="874395" y="18098"/>
                </a:lnTo>
                <a:lnTo>
                  <a:pt x="886778" y="60960"/>
                </a:lnTo>
                <a:lnTo>
                  <a:pt x="899160" y="108585"/>
                </a:lnTo>
                <a:lnTo>
                  <a:pt x="911543" y="148590"/>
                </a:lnTo>
                <a:lnTo>
                  <a:pt x="923925" y="174308"/>
                </a:lnTo>
                <a:lnTo>
                  <a:pt x="936307" y="188595"/>
                </a:lnTo>
                <a:lnTo>
                  <a:pt x="948690" y="194310"/>
                </a:lnTo>
                <a:lnTo>
                  <a:pt x="961072" y="196215"/>
                </a:lnTo>
                <a:lnTo>
                  <a:pt x="973455" y="196215"/>
                </a:lnTo>
                <a:lnTo>
                  <a:pt x="985838" y="197167"/>
                </a:lnTo>
                <a:lnTo>
                  <a:pt x="998220" y="197167"/>
                </a:lnTo>
                <a:lnTo>
                  <a:pt x="1010603" y="197167"/>
                </a:lnTo>
                <a:lnTo>
                  <a:pt x="1022032" y="197167"/>
                </a:lnTo>
                <a:lnTo>
                  <a:pt x="1034415" y="197167"/>
                </a:lnTo>
                <a:lnTo>
                  <a:pt x="1046797" y="197167"/>
                </a:lnTo>
                <a:lnTo>
                  <a:pt x="1059180" y="197167"/>
                </a:lnTo>
                <a:lnTo>
                  <a:pt x="1071563" y="197167"/>
                </a:lnTo>
                <a:lnTo>
                  <a:pt x="1083945" y="197167"/>
                </a:lnTo>
                <a:lnTo>
                  <a:pt x="1096328" y="197167"/>
                </a:lnTo>
                <a:lnTo>
                  <a:pt x="1108710" y="197167"/>
                </a:lnTo>
                <a:lnTo>
                  <a:pt x="1121093" y="197167"/>
                </a:lnTo>
                <a:lnTo>
                  <a:pt x="1133475" y="197167"/>
                </a:lnTo>
                <a:lnTo>
                  <a:pt x="1145857" y="197167"/>
                </a:lnTo>
                <a:lnTo>
                  <a:pt x="1158240" y="197167"/>
                </a:lnTo>
                <a:lnTo>
                  <a:pt x="1170622" y="197167"/>
                </a:lnTo>
                <a:lnTo>
                  <a:pt x="1183005" y="197167"/>
                </a:lnTo>
                <a:lnTo>
                  <a:pt x="1195388" y="197167"/>
                </a:lnTo>
                <a:lnTo>
                  <a:pt x="1206818" y="197167"/>
                </a:lnTo>
                <a:lnTo>
                  <a:pt x="1219200" y="197167"/>
                </a:lnTo>
                <a:lnTo>
                  <a:pt x="1231582" y="197167"/>
                </a:lnTo>
                <a:lnTo>
                  <a:pt x="1243965" y="197167"/>
                </a:lnTo>
                <a:lnTo>
                  <a:pt x="1256347" y="197167"/>
                </a:lnTo>
                <a:lnTo>
                  <a:pt x="1268730" y="197167"/>
                </a:lnTo>
                <a:lnTo>
                  <a:pt x="1281113" y="197167"/>
                </a:lnTo>
                <a:lnTo>
                  <a:pt x="1293495" y="196215"/>
                </a:lnTo>
                <a:lnTo>
                  <a:pt x="1305878" y="194310"/>
                </a:lnTo>
                <a:lnTo>
                  <a:pt x="1318260" y="174308"/>
                </a:lnTo>
                <a:lnTo>
                  <a:pt x="1330643" y="119063"/>
                </a:lnTo>
                <a:lnTo>
                  <a:pt x="1343025" y="85725"/>
                </a:lnTo>
                <a:lnTo>
                  <a:pt x="1355407" y="131445"/>
                </a:lnTo>
                <a:lnTo>
                  <a:pt x="1367790" y="180975"/>
                </a:lnTo>
                <a:lnTo>
                  <a:pt x="1380172" y="195263"/>
                </a:lnTo>
                <a:lnTo>
                  <a:pt x="1391603" y="197167"/>
                </a:lnTo>
                <a:lnTo>
                  <a:pt x="1403985" y="197167"/>
                </a:lnTo>
                <a:lnTo>
                  <a:pt x="1416368" y="197167"/>
                </a:lnTo>
                <a:lnTo>
                  <a:pt x="1428750" y="197167"/>
                </a:lnTo>
                <a:lnTo>
                  <a:pt x="1441132" y="197167"/>
                </a:lnTo>
                <a:lnTo>
                  <a:pt x="1453515" y="197167"/>
                </a:lnTo>
                <a:lnTo>
                  <a:pt x="1465897" y="197167"/>
                </a:lnTo>
                <a:lnTo>
                  <a:pt x="1478280" y="197167"/>
                </a:lnTo>
                <a:lnTo>
                  <a:pt x="1490663" y="197167"/>
                </a:lnTo>
                <a:lnTo>
                  <a:pt x="1503045" y="197167"/>
                </a:lnTo>
                <a:lnTo>
                  <a:pt x="1515428" y="197167"/>
                </a:lnTo>
                <a:lnTo>
                  <a:pt x="1527810" y="197167"/>
                </a:lnTo>
                <a:lnTo>
                  <a:pt x="1540193" y="197167"/>
                </a:lnTo>
                <a:lnTo>
                  <a:pt x="1552575" y="196215"/>
                </a:lnTo>
                <a:lnTo>
                  <a:pt x="1564957" y="196215"/>
                </a:lnTo>
                <a:lnTo>
                  <a:pt x="1576388" y="193358"/>
                </a:lnTo>
                <a:lnTo>
                  <a:pt x="1588770" y="186690"/>
                </a:lnTo>
                <a:lnTo>
                  <a:pt x="1601153" y="171450"/>
                </a:lnTo>
                <a:lnTo>
                  <a:pt x="1613535" y="147638"/>
                </a:lnTo>
                <a:lnTo>
                  <a:pt x="1625918" y="124778"/>
                </a:lnTo>
                <a:lnTo>
                  <a:pt x="1638300" y="117158"/>
                </a:lnTo>
                <a:lnTo>
                  <a:pt x="1650682" y="128588"/>
                </a:lnTo>
                <a:lnTo>
                  <a:pt x="1663065" y="153353"/>
                </a:lnTo>
                <a:lnTo>
                  <a:pt x="1675447" y="175260"/>
                </a:lnTo>
                <a:lnTo>
                  <a:pt x="1687830" y="188595"/>
                </a:lnTo>
                <a:lnTo>
                  <a:pt x="1700213" y="194310"/>
                </a:lnTo>
                <a:lnTo>
                  <a:pt x="1712595" y="196215"/>
                </a:lnTo>
                <a:lnTo>
                  <a:pt x="1724978" y="197167"/>
                </a:lnTo>
                <a:lnTo>
                  <a:pt x="1737360" y="197167"/>
                </a:lnTo>
                <a:lnTo>
                  <a:pt x="1749743" y="197167"/>
                </a:lnTo>
                <a:lnTo>
                  <a:pt x="1761172" y="197167"/>
                </a:lnTo>
                <a:lnTo>
                  <a:pt x="1773555" y="197167"/>
                </a:lnTo>
                <a:lnTo>
                  <a:pt x="1785938" y="197167"/>
                </a:lnTo>
                <a:lnTo>
                  <a:pt x="1798320" y="197167"/>
                </a:lnTo>
                <a:lnTo>
                  <a:pt x="1810703" y="197167"/>
                </a:lnTo>
                <a:lnTo>
                  <a:pt x="1823085" y="197167"/>
                </a:lnTo>
                <a:lnTo>
                  <a:pt x="1835468" y="197167"/>
                </a:lnTo>
                <a:lnTo>
                  <a:pt x="1847850" y="19716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233" name="p06-文本-0233">
            <a:extLst xmlns:a="http://schemas.openxmlformats.org/drawingml/2006/main">
              <a:ext uri="{FF2B5EF4-FFF2-40B4-BE49-F238E27FC236}">
                <a16:creationId xmlns:a16="http://schemas.microsoft.com/office/drawing/2014/main" id="{DC25C514-C494-4143-B855-E6CE02F4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964" y="4097527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234" name="p06-文本-0234">
            <a:extLst xmlns:a="http://schemas.openxmlformats.org/drawingml/2006/main">
              <a:ext uri="{FF2B5EF4-FFF2-40B4-BE49-F238E27FC236}">
                <a16:creationId xmlns:a16="http://schemas.microsoft.com/office/drawing/2014/main" id="{F7518E96-EBC8-4B13-B9E3-A0D21B3C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4179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定位关键过程</a:t>
            </a:r>
          </a:p>
        </p:txBody>
      </p:sp>
      <p:sp>
        <p:nvSpPr>
          <p:cNvPr id="235" name="p06-文本-0235">
            <a:extLst xmlns:a="http://schemas.openxmlformats.org/drawingml/2006/main">
              <a:ext uri="{FF2B5EF4-FFF2-40B4-BE49-F238E27FC236}">
                <a16:creationId xmlns:a16="http://schemas.microsoft.com/office/drawing/2014/main" id="{68F08BDF-1BBD-4DDB-B29E-817CF8EB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7227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设置可解释对照</a:t>
            </a:r>
          </a:p>
        </p:txBody>
      </p:sp>
      <p:sp>
        <p:nvSpPr>
          <p:cNvPr id="236" name="p06-文本-0236">
            <a:extLst xmlns:a="http://schemas.openxmlformats.org/drawingml/2006/main">
              <a:ext uri="{FF2B5EF4-FFF2-40B4-BE49-F238E27FC236}">
                <a16:creationId xmlns:a16="http://schemas.microsoft.com/office/drawing/2014/main" id="{A6BA44AD-8137-46E3-A594-85B82260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550" y="357874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检验作用路径</a:t>
            </a:r>
          </a:p>
        </p:txBody>
      </p:sp>
      <p:sp>
        <p:nvSpPr>
          <p:cNvPr id="237" name="p06-矩形-0237">
            <a:extLst xmlns:a="http://schemas.openxmlformats.org/drawingml/2006/main">
              <a:ext uri="{FF2B5EF4-FFF2-40B4-BE49-F238E27FC236}">
                <a16:creationId xmlns:a16="http://schemas.microsoft.com/office/drawing/2014/main" id="{EEF326D2-787D-4625-8FF8-C8CD85ED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86275"/>
            <a:ext cx="26765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38" name="p06-文本-0238">
            <a:extLst xmlns:a="http://schemas.openxmlformats.org/drawingml/2006/main">
              <a:ext uri="{FF2B5EF4-FFF2-40B4-BE49-F238E27FC236}">
                <a16:creationId xmlns:a16="http://schemas.microsoft.com/office/drawing/2014/main" id="{552035E6-58E4-452B-950F-9CE874E0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3571"/>
            <a:ext cx="158172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结果跨条件波动</a:t>
            </a:r>
          </a:p>
        </p:txBody>
      </p:sp>
      <p:sp>
        <p:nvSpPr>
          <p:cNvPr id="239" name="p06-文本-0239">
            <a:extLst xmlns:a="http://schemas.openxmlformats.org/drawingml/2006/main">
              <a:ext uri="{FF2B5EF4-FFF2-40B4-BE49-F238E27FC236}">
                <a16:creationId xmlns:a16="http://schemas.microsoft.com/office/drawing/2014/main" id="{F1D02A6D-56B0-42DF-8C00-B99181EB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45046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需要可定位的证据</a:t>
            </a:r>
          </a:p>
        </p:txBody>
      </p:sp>
      <p:sp>
        <p:nvSpPr>
          <p:cNvPr id="240" name="p06-路径-0240">
            <a:extLst xmlns:a="http://schemas.openxmlformats.org/drawingml/2006/main">
              <a:ext uri="{FF2B5EF4-FFF2-40B4-BE49-F238E27FC236}">
                <a16:creationId xmlns:a16="http://schemas.microsoft.com/office/drawing/2014/main" id="{5508EA53-C57B-4BA0-BFE8-4098F54B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8537"/>
            <a:ext cx="495300" cy="188976"/>
          </a:xfrm>
          <a:custGeom xmlns:a="http://schemas.openxmlformats.org/drawingml/2006/main">
            <a:pathLst>
              <a:path w="495300" h="188976">
                <a:moveTo>
                  <a:pt x="0" y="142113"/>
                </a:moveTo>
                <a:lnTo>
                  <a:pt x="342900" y="142113"/>
                </a:lnTo>
                <a:lnTo>
                  <a:pt x="342900" y="188976"/>
                </a:lnTo>
                <a:lnTo>
                  <a:pt x="495300" y="94488"/>
                </a:lnTo>
                <a:lnTo>
                  <a:pt x="342900" y="0"/>
                </a:lnTo>
                <a:lnTo>
                  <a:pt x="3429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1" name="p06-矩形-0241">
            <a:extLst xmlns:a="http://schemas.openxmlformats.org/drawingml/2006/main">
              <a:ext uri="{FF2B5EF4-FFF2-40B4-BE49-F238E27FC236}">
                <a16:creationId xmlns:a16="http://schemas.microsoft.com/office/drawing/2014/main" id="{F9F9D099-BB34-489E-B7D3-7FB3345E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86275"/>
            <a:ext cx="768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42" name="p06-文本-0242">
            <a:extLst xmlns:a="http://schemas.openxmlformats.org/drawingml/2006/main">
              <a:ext uri="{FF2B5EF4-FFF2-40B4-BE49-F238E27FC236}">
                <a16:creationId xmlns:a16="http://schemas.microsoft.com/office/drawing/2014/main" id="{8EF1291F-7B74-410E-BAD5-495BF71D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568242"/>
            <a:ext cx="2107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用独立实验检查外推</a:t>
            </a:r>
          </a:p>
        </p:txBody>
      </p:sp>
      <p:sp>
        <p:nvSpPr>
          <p:cNvPr id="243" name="p06-文本-0243">
            <a:extLst xmlns:a="http://schemas.openxmlformats.org/drawingml/2006/main">
              <a:ext uri="{FF2B5EF4-FFF2-40B4-BE49-F238E27FC236}">
                <a16:creationId xmlns:a16="http://schemas.microsoft.com/office/drawing/2014/main" id="{4F443935-0FA3-4ABE-98BB-91415861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8214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44" name="p06-线-0244">
            <a:extLst xmlns:a="http://schemas.openxmlformats.org/drawingml/2006/main">
              <a:ext uri="{FF2B5EF4-FFF2-40B4-BE49-F238E27FC236}">
                <a16:creationId xmlns:a16="http://schemas.microsoft.com/office/drawing/2014/main" id="{B3E3B72C-2645-4AA0-A256-C43B3F9B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591175"/>
            <a:ext cx="1847850" cy="95"/>
          </a:xfrm>
          <a:custGeom xmlns:a="http://schemas.openxmlformats.org/drawingml/2006/main">
            <a:pathLst>
              <a:path w="1847850" h="95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45" name="p06-线-0245">
            <a:extLst xmlns:a="http://schemas.openxmlformats.org/drawingml/2006/main">
              <a:ext uri="{FF2B5EF4-FFF2-40B4-BE49-F238E27FC236}">
                <a16:creationId xmlns:a16="http://schemas.microsoft.com/office/drawing/2014/main" id="{78607F57-2C48-4A37-9CCC-5073B12F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286375"/>
            <a:ext cx="95" cy="304800"/>
          </a:xfrm>
          <a:custGeom xmlns:a="http://schemas.openxmlformats.org/drawingml/2006/main">
            <a:pathLst>
              <a:path w="95" h="304800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46" name="p06-线-0246">
            <a:extLst xmlns:a="http://schemas.openxmlformats.org/drawingml/2006/main">
              <a:ext uri="{FF2B5EF4-FFF2-40B4-BE49-F238E27FC236}">
                <a16:creationId xmlns:a16="http://schemas.microsoft.com/office/drawing/2014/main" id="{F6740349-515E-4B9F-A36B-E4036BA6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362575"/>
            <a:ext cx="1847850" cy="95"/>
          </a:xfrm>
          <a:custGeom xmlns:a="http://schemas.openxmlformats.org/drawingml/2006/main">
            <a:pathLst>
              <a:path w="1847850" h="95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7" name="p06-线-0247">
            <a:extLst xmlns:a="http://schemas.openxmlformats.org/drawingml/2006/main">
              <a:ext uri="{FF2B5EF4-FFF2-40B4-BE49-F238E27FC236}">
                <a16:creationId xmlns:a16="http://schemas.microsoft.com/office/drawing/2014/main" id="{5CCA9D0D-C4DD-499C-8010-A6D45ED7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438775"/>
            <a:ext cx="1847850" cy="95"/>
          </a:xfrm>
          <a:custGeom xmlns:a="http://schemas.openxmlformats.org/drawingml/2006/main">
            <a:pathLst>
              <a:path w="1847850" h="95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8" name="p06-线-0248">
            <a:extLst xmlns:a="http://schemas.openxmlformats.org/drawingml/2006/main">
              <a:ext uri="{FF2B5EF4-FFF2-40B4-BE49-F238E27FC236}">
                <a16:creationId xmlns:a16="http://schemas.microsoft.com/office/drawing/2014/main" id="{6E3D4A35-6879-43B0-A019-290AEC7B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514975"/>
            <a:ext cx="1847850" cy="95"/>
          </a:xfrm>
          <a:custGeom xmlns:a="http://schemas.openxmlformats.org/drawingml/2006/main">
            <a:pathLst>
              <a:path w="1847850" h="95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9" name="p06-路径-0249">
            <a:extLst xmlns:a="http://schemas.openxmlformats.org/drawingml/2006/main">
              <a:ext uri="{FF2B5EF4-FFF2-40B4-BE49-F238E27FC236}">
                <a16:creationId xmlns:a16="http://schemas.microsoft.com/office/drawing/2014/main" id="{50A6849C-5986-42AE-8473-7FC538E4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337810"/>
            <a:ext cx="1847850" cy="171450"/>
          </a:xfrm>
          <a:custGeom xmlns:a="http://schemas.openxmlformats.org/drawingml/2006/main">
            <a:pathLst>
              <a:path w="1847850" h="171450">
                <a:moveTo>
                  <a:pt x="0" y="0"/>
                </a:moveTo>
                <a:lnTo>
                  <a:pt x="61913" y="13335"/>
                </a:lnTo>
                <a:lnTo>
                  <a:pt x="122872" y="24765"/>
                </a:lnTo>
                <a:lnTo>
                  <a:pt x="184785" y="36195"/>
                </a:lnTo>
                <a:lnTo>
                  <a:pt x="246697" y="46672"/>
                </a:lnTo>
                <a:lnTo>
                  <a:pt x="307658" y="56197"/>
                </a:lnTo>
                <a:lnTo>
                  <a:pt x="369570" y="65722"/>
                </a:lnTo>
                <a:lnTo>
                  <a:pt x="431483" y="74295"/>
                </a:lnTo>
                <a:lnTo>
                  <a:pt x="492442" y="81915"/>
                </a:lnTo>
                <a:lnTo>
                  <a:pt x="554355" y="89535"/>
                </a:lnTo>
                <a:lnTo>
                  <a:pt x="616268" y="97155"/>
                </a:lnTo>
                <a:lnTo>
                  <a:pt x="677228" y="102870"/>
                </a:lnTo>
                <a:lnTo>
                  <a:pt x="739140" y="109538"/>
                </a:lnTo>
                <a:lnTo>
                  <a:pt x="801053" y="115253"/>
                </a:lnTo>
                <a:lnTo>
                  <a:pt x="862013" y="120968"/>
                </a:lnTo>
                <a:lnTo>
                  <a:pt x="923925" y="125730"/>
                </a:lnTo>
                <a:lnTo>
                  <a:pt x="985838" y="130493"/>
                </a:lnTo>
                <a:lnTo>
                  <a:pt x="1046797" y="134303"/>
                </a:lnTo>
                <a:lnTo>
                  <a:pt x="1108710" y="139065"/>
                </a:lnTo>
                <a:lnTo>
                  <a:pt x="1170622" y="142875"/>
                </a:lnTo>
                <a:lnTo>
                  <a:pt x="1231582" y="146685"/>
                </a:lnTo>
                <a:lnTo>
                  <a:pt x="1293495" y="149543"/>
                </a:lnTo>
                <a:lnTo>
                  <a:pt x="1355407" y="152400"/>
                </a:lnTo>
                <a:lnTo>
                  <a:pt x="1416368" y="156210"/>
                </a:lnTo>
                <a:lnTo>
                  <a:pt x="1478280" y="158115"/>
                </a:lnTo>
                <a:lnTo>
                  <a:pt x="1540193" y="160972"/>
                </a:lnTo>
                <a:lnTo>
                  <a:pt x="1601153" y="163830"/>
                </a:lnTo>
                <a:lnTo>
                  <a:pt x="1663065" y="165735"/>
                </a:lnTo>
                <a:lnTo>
                  <a:pt x="1724978" y="167640"/>
                </a:lnTo>
                <a:lnTo>
                  <a:pt x="1785938" y="169545"/>
                </a:lnTo>
                <a:lnTo>
                  <a:pt x="18478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50" name="p06-椭圆-0250">
            <a:extLst xmlns:a="http://schemas.openxmlformats.org/drawingml/2006/main">
              <a:ext uri="{FF2B5EF4-FFF2-40B4-BE49-F238E27FC236}">
                <a16:creationId xmlns:a16="http://schemas.microsoft.com/office/drawing/2014/main" id="{51300E61-112A-4388-BA1A-7E692C3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105" y="531152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1" name="p06-椭圆-0251">
            <a:extLst xmlns:a="http://schemas.openxmlformats.org/drawingml/2006/main">
              <a:ext uri="{FF2B5EF4-FFF2-40B4-BE49-F238E27FC236}">
                <a16:creationId xmlns:a16="http://schemas.microsoft.com/office/drawing/2014/main" id="{265CEE90-AD39-4532-86C8-403A506E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37683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2" name="p06-椭圆-0252">
            <a:extLst xmlns:a="http://schemas.openxmlformats.org/drawingml/2006/main">
              <a:ext uri="{FF2B5EF4-FFF2-40B4-BE49-F238E27FC236}">
                <a16:creationId xmlns:a16="http://schemas.microsoft.com/office/drawing/2014/main" id="{DD9889EB-90A2-4603-B881-8316F752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542062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3" name="p06-椭圆-0253">
            <a:extLst xmlns:a="http://schemas.openxmlformats.org/drawingml/2006/main">
              <a:ext uri="{FF2B5EF4-FFF2-40B4-BE49-F238E27FC236}">
                <a16:creationId xmlns:a16="http://schemas.microsoft.com/office/drawing/2014/main" id="{32A0F6AA-C4A5-42BA-94EC-91BE1AA6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7815" y="54499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4" name="p06-椭圆-0254">
            <a:extLst xmlns:a="http://schemas.openxmlformats.org/drawingml/2006/main">
              <a:ext uri="{FF2B5EF4-FFF2-40B4-BE49-F238E27FC236}">
                <a16:creationId xmlns:a16="http://schemas.microsoft.com/office/drawing/2014/main" id="{63E164D1-6614-4EDD-BF2A-86C94BD8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7385" y="546964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5" name="p06-椭圆-0255">
            <a:extLst xmlns:a="http://schemas.openxmlformats.org/drawingml/2006/main">
              <a:ext uri="{FF2B5EF4-FFF2-40B4-BE49-F238E27FC236}">
                <a16:creationId xmlns:a16="http://schemas.microsoft.com/office/drawing/2014/main" id="{E2201A6E-C073-4A33-B867-388C2F17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955" y="548282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6" name="p06-路径-0256">
            <a:extLst xmlns:a="http://schemas.openxmlformats.org/drawingml/2006/main">
              <a:ext uri="{FF2B5EF4-FFF2-40B4-BE49-F238E27FC236}">
                <a16:creationId xmlns:a16="http://schemas.microsoft.com/office/drawing/2014/main" id="{7683F2F3-E156-4BFE-B5A9-0770BE95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337810"/>
            <a:ext cx="1847850" cy="188595"/>
          </a:xfrm>
          <a:custGeom xmlns:a="http://schemas.openxmlformats.org/drawingml/2006/main">
            <a:pathLst>
              <a:path w="1847850" h="188595">
                <a:moveTo>
                  <a:pt x="0" y="0"/>
                </a:moveTo>
                <a:lnTo>
                  <a:pt x="61913" y="19050"/>
                </a:lnTo>
                <a:lnTo>
                  <a:pt x="122872" y="36195"/>
                </a:lnTo>
                <a:lnTo>
                  <a:pt x="184785" y="51435"/>
                </a:lnTo>
                <a:lnTo>
                  <a:pt x="246697" y="65722"/>
                </a:lnTo>
                <a:lnTo>
                  <a:pt x="307658" y="78105"/>
                </a:lnTo>
                <a:lnTo>
                  <a:pt x="369570" y="89535"/>
                </a:lnTo>
                <a:lnTo>
                  <a:pt x="431483" y="100013"/>
                </a:lnTo>
                <a:lnTo>
                  <a:pt x="492442" y="109538"/>
                </a:lnTo>
                <a:lnTo>
                  <a:pt x="554355" y="118110"/>
                </a:lnTo>
                <a:lnTo>
                  <a:pt x="616268" y="125730"/>
                </a:lnTo>
                <a:lnTo>
                  <a:pt x="677228" y="132397"/>
                </a:lnTo>
                <a:lnTo>
                  <a:pt x="739140" y="139065"/>
                </a:lnTo>
                <a:lnTo>
                  <a:pt x="801053" y="144780"/>
                </a:lnTo>
                <a:lnTo>
                  <a:pt x="862013" y="149543"/>
                </a:lnTo>
                <a:lnTo>
                  <a:pt x="923925" y="154305"/>
                </a:lnTo>
                <a:lnTo>
                  <a:pt x="985838" y="158115"/>
                </a:lnTo>
                <a:lnTo>
                  <a:pt x="1046797" y="161925"/>
                </a:lnTo>
                <a:lnTo>
                  <a:pt x="1108710" y="165735"/>
                </a:lnTo>
                <a:lnTo>
                  <a:pt x="1170622" y="168593"/>
                </a:lnTo>
                <a:lnTo>
                  <a:pt x="1231582" y="171450"/>
                </a:lnTo>
                <a:lnTo>
                  <a:pt x="1293495" y="174308"/>
                </a:lnTo>
                <a:lnTo>
                  <a:pt x="1355407" y="176213"/>
                </a:lnTo>
                <a:lnTo>
                  <a:pt x="1416368" y="179070"/>
                </a:lnTo>
                <a:lnTo>
                  <a:pt x="1478280" y="180975"/>
                </a:lnTo>
                <a:lnTo>
                  <a:pt x="1540193" y="181928"/>
                </a:lnTo>
                <a:lnTo>
                  <a:pt x="1601153" y="183833"/>
                </a:lnTo>
                <a:lnTo>
                  <a:pt x="1663065" y="184785"/>
                </a:lnTo>
                <a:lnTo>
                  <a:pt x="1724978" y="186690"/>
                </a:lnTo>
                <a:lnTo>
                  <a:pt x="1785938" y="187643"/>
                </a:lnTo>
                <a:lnTo>
                  <a:pt x="1847850" y="18859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57" name="p06-椭圆-0257">
            <a:extLst xmlns:a="http://schemas.openxmlformats.org/drawingml/2006/main">
              <a:ext uri="{FF2B5EF4-FFF2-40B4-BE49-F238E27FC236}">
                <a16:creationId xmlns:a16="http://schemas.microsoft.com/office/drawing/2014/main" id="{CFFA6AA5-6A32-4D24-BB83-F8BEB404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105" y="531152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8" name="p06-椭圆-0258">
            <a:extLst xmlns:a="http://schemas.openxmlformats.org/drawingml/2006/main">
              <a:ext uri="{FF2B5EF4-FFF2-40B4-BE49-F238E27FC236}">
                <a16:creationId xmlns:a16="http://schemas.microsoft.com/office/drawing/2014/main" id="{9060184F-6C0E-4EBA-BFC7-8AC380D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4009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9" name="p06-椭圆-0259">
            <a:extLst xmlns:a="http://schemas.openxmlformats.org/drawingml/2006/main">
              <a:ext uri="{FF2B5EF4-FFF2-40B4-BE49-F238E27FC236}">
                <a16:creationId xmlns:a16="http://schemas.microsoft.com/office/drawing/2014/main" id="{20C1CF24-57B4-4F9B-9C8B-7C26E13B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54499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0" name="p06-椭圆-0260">
            <a:extLst xmlns:a="http://schemas.openxmlformats.org/drawingml/2006/main">
              <a:ext uri="{FF2B5EF4-FFF2-40B4-BE49-F238E27FC236}">
                <a16:creationId xmlns:a16="http://schemas.microsoft.com/office/drawing/2014/main" id="{E0384123-E2E9-4664-96CA-ED77974B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7815" y="547689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1" name="p06-椭圆-0261">
            <a:extLst xmlns:a="http://schemas.openxmlformats.org/drawingml/2006/main">
              <a:ext uri="{FF2B5EF4-FFF2-40B4-BE49-F238E27FC236}">
                <a16:creationId xmlns:a16="http://schemas.microsoft.com/office/drawing/2014/main" id="{03C1102A-337B-4804-B7F3-DA2E5DBC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7385" y="54916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2" name="p06-椭圆-0262">
            <a:extLst xmlns:a="http://schemas.openxmlformats.org/drawingml/2006/main">
              <a:ext uri="{FF2B5EF4-FFF2-40B4-BE49-F238E27FC236}">
                <a16:creationId xmlns:a16="http://schemas.microsoft.com/office/drawing/2014/main" id="{2C7C6E91-83BE-452D-A93F-EADD2EC2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955" y="549977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3" name="p06-路径-0263">
            <a:extLst xmlns:a="http://schemas.openxmlformats.org/drawingml/2006/main">
              <a:ext uri="{FF2B5EF4-FFF2-40B4-BE49-F238E27FC236}">
                <a16:creationId xmlns:a16="http://schemas.microsoft.com/office/drawing/2014/main" id="{919EAA54-4F7C-4A2D-8119-577ABD13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337810"/>
            <a:ext cx="1847850" cy="195263"/>
          </a:xfrm>
          <a:custGeom xmlns:a="http://schemas.openxmlformats.org/drawingml/2006/main">
            <a:pathLst>
              <a:path w="1847850" h="195263">
                <a:moveTo>
                  <a:pt x="0" y="0"/>
                </a:moveTo>
                <a:lnTo>
                  <a:pt x="61913" y="24765"/>
                </a:lnTo>
                <a:lnTo>
                  <a:pt x="122872" y="46672"/>
                </a:lnTo>
                <a:lnTo>
                  <a:pt x="184785" y="65722"/>
                </a:lnTo>
                <a:lnTo>
                  <a:pt x="246697" y="81915"/>
                </a:lnTo>
                <a:lnTo>
                  <a:pt x="307658" y="97155"/>
                </a:lnTo>
                <a:lnTo>
                  <a:pt x="369570" y="109538"/>
                </a:lnTo>
                <a:lnTo>
                  <a:pt x="431483" y="120968"/>
                </a:lnTo>
                <a:lnTo>
                  <a:pt x="492442" y="130493"/>
                </a:lnTo>
                <a:lnTo>
                  <a:pt x="554355" y="139065"/>
                </a:lnTo>
                <a:lnTo>
                  <a:pt x="616268" y="146685"/>
                </a:lnTo>
                <a:lnTo>
                  <a:pt x="677228" y="152400"/>
                </a:lnTo>
                <a:lnTo>
                  <a:pt x="739140" y="158115"/>
                </a:lnTo>
                <a:lnTo>
                  <a:pt x="801053" y="163830"/>
                </a:lnTo>
                <a:lnTo>
                  <a:pt x="862013" y="167640"/>
                </a:lnTo>
                <a:lnTo>
                  <a:pt x="923925" y="171450"/>
                </a:lnTo>
                <a:lnTo>
                  <a:pt x="985838" y="175260"/>
                </a:lnTo>
                <a:lnTo>
                  <a:pt x="1046797" y="178118"/>
                </a:lnTo>
                <a:lnTo>
                  <a:pt x="1108710" y="180975"/>
                </a:lnTo>
                <a:lnTo>
                  <a:pt x="1170622" y="182880"/>
                </a:lnTo>
                <a:lnTo>
                  <a:pt x="1231582" y="184785"/>
                </a:lnTo>
                <a:lnTo>
                  <a:pt x="1293495" y="186690"/>
                </a:lnTo>
                <a:lnTo>
                  <a:pt x="1355407" y="187643"/>
                </a:lnTo>
                <a:lnTo>
                  <a:pt x="1416368" y="189547"/>
                </a:lnTo>
                <a:lnTo>
                  <a:pt x="1478280" y="190500"/>
                </a:lnTo>
                <a:lnTo>
                  <a:pt x="1540193" y="191453"/>
                </a:lnTo>
                <a:lnTo>
                  <a:pt x="1601153" y="192405"/>
                </a:lnTo>
                <a:lnTo>
                  <a:pt x="1663065" y="193358"/>
                </a:lnTo>
                <a:lnTo>
                  <a:pt x="1724978" y="193358"/>
                </a:lnTo>
                <a:lnTo>
                  <a:pt x="1785938" y="194310"/>
                </a:lnTo>
                <a:lnTo>
                  <a:pt x="1847850" y="19526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64" name="p06-椭圆-0264">
            <a:extLst xmlns:a="http://schemas.openxmlformats.org/drawingml/2006/main">
              <a:ext uri="{FF2B5EF4-FFF2-40B4-BE49-F238E27FC236}">
                <a16:creationId xmlns:a16="http://schemas.microsoft.com/office/drawing/2014/main" id="{BC5EBFF9-92CE-4F5B-8549-55B7CA16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105" y="531152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5" name="p06-椭圆-0265">
            <a:extLst xmlns:a="http://schemas.openxmlformats.org/drawingml/2006/main">
              <a:ext uri="{FF2B5EF4-FFF2-40B4-BE49-F238E27FC236}">
                <a16:creationId xmlns:a16="http://schemas.microsoft.com/office/drawing/2014/main" id="{1ACD366B-9B6A-48C0-A2DF-C37598DC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42062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6" name="p06-椭圆-0266">
            <a:extLst xmlns:a="http://schemas.openxmlformats.org/drawingml/2006/main">
              <a:ext uri="{FF2B5EF4-FFF2-40B4-BE49-F238E27FC236}">
                <a16:creationId xmlns:a16="http://schemas.microsoft.com/office/drawing/2014/main" id="{BDB8EC3A-E653-4BAC-BEDA-EECF1B8C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245" y="546964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7" name="p06-椭圆-0267">
            <a:extLst xmlns:a="http://schemas.openxmlformats.org/drawingml/2006/main">
              <a:ext uri="{FF2B5EF4-FFF2-40B4-BE49-F238E27FC236}">
                <a16:creationId xmlns:a16="http://schemas.microsoft.com/office/drawing/2014/main" id="{075A5625-C784-41BE-B7B9-0BAA812B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7815" y="54916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8" name="p06-椭圆-0268">
            <a:extLst xmlns:a="http://schemas.openxmlformats.org/drawingml/2006/main">
              <a:ext uri="{FF2B5EF4-FFF2-40B4-BE49-F238E27FC236}">
                <a16:creationId xmlns:a16="http://schemas.microsoft.com/office/drawing/2014/main" id="{F93EBBF0-F510-4D41-8DED-A386C451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7385" y="550156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9" name="p06-椭圆-0269">
            <a:extLst xmlns:a="http://schemas.openxmlformats.org/drawingml/2006/main">
              <a:ext uri="{FF2B5EF4-FFF2-40B4-BE49-F238E27FC236}">
                <a16:creationId xmlns:a16="http://schemas.microsoft.com/office/drawing/2014/main" id="{9328D64F-23B9-4038-B04E-9F61F777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955" y="550601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0" name="p06-文本-0270">
            <a:extLst xmlns:a="http://schemas.openxmlformats.org/drawingml/2006/main">
              <a:ext uri="{FF2B5EF4-FFF2-40B4-BE49-F238E27FC236}">
                <a16:creationId xmlns:a16="http://schemas.microsoft.com/office/drawing/2014/main" id="{32B81058-5DAC-42A4-9A64-35C761C2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68820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71" name="p06-线-0271">
            <a:extLst xmlns:a="http://schemas.openxmlformats.org/drawingml/2006/main">
              <a:ext uri="{FF2B5EF4-FFF2-40B4-BE49-F238E27FC236}">
                <a16:creationId xmlns:a16="http://schemas.microsoft.com/office/drawing/2014/main" id="{44DB5ECB-7154-4612-9096-8AA34F90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1244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72" name="p06-文本-0272">
            <a:extLst xmlns:a="http://schemas.openxmlformats.org/drawingml/2006/main">
              <a:ext uri="{FF2B5EF4-FFF2-40B4-BE49-F238E27FC236}">
                <a16:creationId xmlns:a16="http://schemas.microsoft.com/office/drawing/2014/main" id="{E77062A6-D5E9-41A5-827A-F30FF458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3153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73" name="p06-线-0273">
            <a:extLst xmlns:a="http://schemas.openxmlformats.org/drawingml/2006/main">
              <a:ext uri="{FF2B5EF4-FFF2-40B4-BE49-F238E27FC236}">
                <a16:creationId xmlns:a16="http://schemas.microsoft.com/office/drawing/2014/main" id="{1F842ABD-80C3-4011-B1DB-CD10AAF6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875" y="51244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74" name="p06-文本-0274">
            <a:extLst xmlns:a="http://schemas.openxmlformats.org/drawingml/2006/main">
              <a:ext uri="{FF2B5EF4-FFF2-40B4-BE49-F238E27FC236}">
                <a16:creationId xmlns:a16="http://schemas.microsoft.com/office/drawing/2014/main" id="{749E5E78-6646-4A4A-AC6B-E369BC29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7475" y="503153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75" name="p06-线-0275">
            <a:extLst xmlns:a="http://schemas.openxmlformats.org/drawingml/2006/main">
              <a:ext uri="{FF2B5EF4-FFF2-40B4-BE49-F238E27FC236}">
                <a16:creationId xmlns:a16="http://schemas.microsoft.com/office/drawing/2014/main" id="{1872DD4F-535C-4EF0-98AA-CC983F98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4825" y="51244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76" name="p06-文本-0276">
            <a:extLst xmlns:a="http://schemas.openxmlformats.org/drawingml/2006/main">
              <a:ext uri="{FF2B5EF4-FFF2-40B4-BE49-F238E27FC236}">
                <a16:creationId xmlns:a16="http://schemas.microsoft.com/office/drawing/2014/main" id="{EE904323-E3E1-4982-8692-2284FD11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3425" y="503153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77" name="p06-文本-0277">
            <a:extLst xmlns:a="http://schemas.openxmlformats.org/drawingml/2006/main">
              <a:ext uri="{FF2B5EF4-FFF2-40B4-BE49-F238E27FC236}">
                <a16:creationId xmlns:a16="http://schemas.microsoft.com/office/drawing/2014/main" id="{C9D8BA6F-1B92-49C3-864A-1C9F703F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9609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保留重复测量</a:t>
            </a:r>
          </a:p>
        </p:txBody>
      </p:sp>
      <p:sp>
        <p:nvSpPr>
          <p:cNvPr id="278" name="p06-文本-0278">
            <a:extLst xmlns:a="http://schemas.openxmlformats.org/drawingml/2006/main">
              <a:ext uri="{FF2B5EF4-FFF2-40B4-BE49-F238E27FC236}">
                <a16:creationId xmlns:a16="http://schemas.microsoft.com/office/drawing/2014/main" id="{4D9CB942-5AD2-4819-A9DC-2A0A27C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657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覆盖条件变化</a:t>
            </a:r>
          </a:p>
        </p:txBody>
      </p:sp>
      <p:sp>
        <p:nvSpPr>
          <p:cNvPr id="279" name="p06-文本-0279">
            <a:extLst xmlns:a="http://schemas.openxmlformats.org/drawingml/2006/main">
              <a:ext uri="{FF2B5EF4-FFF2-40B4-BE49-F238E27FC236}">
                <a16:creationId xmlns:a16="http://schemas.microsoft.com/office/drawing/2014/main" id="{D33BF2DB-46B9-4176-A837-1ADB995F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550" y="512179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明确适用范围</a:t>
            </a:r>
          </a:p>
        </p:txBody>
      </p:sp>
      <p:sp>
        <p:nvSpPr>
          <p:cNvPr id="280" name="p06-文本-0280">
            <a:extLst xmlns:a="http://schemas.openxmlformats.org/drawingml/2006/main">
              <a:ext uri="{FF2B5EF4-FFF2-40B4-BE49-F238E27FC236}">
                <a16:creationId xmlns:a16="http://schemas.microsoft.com/office/drawing/2014/main" id="{F1541751-2C2B-4CAB-AF30-105DF843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736801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8" name="p07-矩形-0001">
            <a:extLst xmlns:a="http://schemas.openxmlformats.org/drawingml/2006/main">
              <a:ext uri="{FF2B5EF4-FFF2-40B4-BE49-F238E27FC236}">
                <a16:creationId xmlns:a16="http://schemas.microsoft.com/office/drawing/2014/main" id="{23707EB6-CF39-47ED-817E-C944FCB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7-矩形-0002">
            <a:extLst xmlns:a="http://schemas.openxmlformats.org/drawingml/2006/main">
              <a:ext uri="{FF2B5EF4-FFF2-40B4-BE49-F238E27FC236}">
                <a16:creationId xmlns:a16="http://schemas.microsoft.com/office/drawing/2014/main" id="{172E7847-E181-4F2B-A4E4-DD3EA42E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7-文本-0003">
            <a:extLst xmlns:a="http://schemas.openxmlformats.org/drawingml/2006/main">
              <a:ext uri="{FF2B5EF4-FFF2-40B4-BE49-F238E27FC236}">
                <a16:creationId xmlns:a16="http://schemas.microsoft.com/office/drawing/2014/main" id="{F0E5EBAB-C487-4AF1-B152-F315ABFA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6051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两条研究路线采用相同评价尺度</a:t>
            </a:r>
          </a:p>
        </p:txBody>
      </p:sp>
      <p:sp>
        <p:nvSpPr>
          <p:cNvPr id="4" name="p07-文本-0004">
            <a:extLst xmlns:a="http://schemas.openxmlformats.org/drawingml/2006/main">
              <a:ext uri="{FF2B5EF4-FFF2-40B4-BE49-F238E27FC236}">
                <a16:creationId xmlns:a16="http://schemas.microsoft.com/office/drawing/2014/main" id="{7532D999-3EA5-434A-836D-47DF0CFB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27544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对象可以不同，比较维度保持对应</a:t>
            </a:r>
          </a:p>
        </p:txBody>
      </p:sp>
      <p:sp>
        <p:nvSpPr>
          <p:cNvPr id="5" name="p07-线-0005">
            <a:extLst xmlns:a="http://schemas.openxmlformats.org/drawingml/2006/main">
              <a:ext uri="{FF2B5EF4-FFF2-40B4-BE49-F238E27FC236}">
                <a16:creationId xmlns:a16="http://schemas.microsoft.com/office/drawing/2014/main" id="{0ADA8EE1-338E-45B7-BE5D-CAA7FA7F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7-矩形-0006">
            <a:extLst xmlns:a="http://schemas.openxmlformats.org/drawingml/2006/main">
              <a:ext uri="{FF2B5EF4-FFF2-40B4-BE49-F238E27FC236}">
                <a16:creationId xmlns:a16="http://schemas.microsoft.com/office/drawing/2014/main" id="{39B7A1FD-9237-4EFC-9A30-982FEA2A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71600"/>
            <a:ext cx="11229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07-文本-0007">
            <a:extLst xmlns:a="http://schemas.openxmlformats.org/drawingml/2006/main">
              <a:ext uri="{FF2B5EF4-FFF2-40B4-BE49-F238E27FC236}">
                <a16:creationId xmlns:a16="http://schemas.microsoft.com/office/drawing/2014/main" id="{CA213E3C-F5DA-4F89-B933-CF2D6E54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672" y="138855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输入对象</a:t>
            </a:r>
          </a:p>
        </p:txBody>
      </p:sp>
      <p:sp>
        <p:nvSpPr>
          <p:cNvPr id="8" name="p07-文本-0008">
            <a:extLst xmlns:a="http://schemas.openxmlformats.org/drawingml/2006/main">
              <a:ext uri="{FF2B5EF4-FFF2-40B4-BE49-F238E27FC236}">
                <a16:creationId xmlns:a16="http://schemas.microsoft.com/office/drawing/2014/main" id="{8906B4A7-B016-4383-A353-DEA72D76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0897" y="138855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处理策略</a:t>
            </a:r>
          </a:p>
        </p:txBody>
      </p:sp>
      <p:sp>
        <p:nvSpPr>
          <p:cNvPr id="9" name="p07-文本-0009">
            <a:extLst xmlns:a="http://schemas.openxmlformats.org/drawingml/2006/main">
              <a:ext uri="{FF2B5EF4-FFF2-40B4-BE49-F238E27FC236}">
                <a16:creationId xmlns:a16="http://schemas.microsoft.com/office/drawing/2014/main" id="{24E5D1AB-6B3B-4E81-A81E-5DFE1A4B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822" y="138855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响应测量</a:t>
            </a:r>
          </a:p>
        </p:txBody>
      </p:sp>
      <p:sp>
        <p:nvSpPr>
          <p:cNvPr id="10" name="p07-文本-0010">
            <a:extLst xmlns:a="http://schemas.openxmlformats.org/drawingml/2006/main">
              <a:ext uri="{FF2B5EF4-FFF2-40B4-BE49-F238E27FC236}">
                <a16:creationId xmlns:a16="http://schemas.microsoft.com/office/drawing/2014/main" id="{CB2EB9C9-DAB6-4741-80E8-2654E316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1147" y="138855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比较依据</a:t>
            </a:r>
          </a:p>
        </p:txBody>
      </p:sp>
      <p:sp>
        <p:nvSpPr>
          <p:cNvPr id="11" name="p07-文本-0011">
            <a:extLst xmlns:a="http://schemas.openxmlformats.org/drawingml/2006/main">
              <a:ext uri="{FF2B5EF4-FFF2-40B4-BE49-F238E27FC236}">
                <a16:creationId xmlns:a16="http://schemas.microsoft.com/office/drawing/2014/main" id="{ABC24B22-750A-4EA8-9D25-1280058B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171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结构调节</a:t>
            </a:r>
          </a:p>
        </p:txBody>
      </p:sp>
      <p:sp>
        <p:nvSpPr>
          <p:cNvPr id="12" name="p07-矩形-0012">
            <a:extLst xmlns:a="http://schemas.openxmlformats.org/drawingml/2006/main">
              <a:ext uri="{FF2B5EF4-FFF2-40B4-BE49-F238E27FC236}">
                <a16:creationId xmlns:a16="http://schemas.microsoft.com/office/drawing/2014/main" id="{2CAB3A04-FDE1-4CB6-BEC7-AECD1D7E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52675"/>
            <a:ext cx="20764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13" name="p07-线-0013">
            <a:extLst xmlns:a="http://schemas.openxmlformats.org/drawingml/2006/main">
              <a:ext uri="{FF2B5EF4-FFF2-40B4-BE49-F238E27FC236}">
                <a16:creationId xmlns:a16="http://schemas.microsoft.com/office/drawing/2014/main" id="{47566797-19E4-438E-9FB1-2B0342C4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" name="p07-线-0014">
            <a:extLst xmlns:a="http://schemas.openxmlformats.org/drawingml/2006/main">
              <a:ext uri="{FF2B5EF4-FFF2-40B4-BE49-F238E27FC236}">
                <a16:creationId xmlns:a16="http://schemas.microsoft.com/office/drawing/2014/main" id="{2A21DB4D-2918-48BF-B2D6-59D924DB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" name="p07-线-0015">
            <a:extLst xmlns:a="http://schemas.openxmlformats.org/drawingml/2006/main">
              <a:ext uri="{FF2B5EF4-FFF2-40B4-BE49-F238E27FC236}">
                <a16:creationId xmlns:a16="http://schemas.microsoft.com/office/drawing/2014/main" id="{D5D3FBD6-1836-4DAA-8E2F-8D3DD30F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" name="p07-线-0016">
            <a:extLst xmlns:a="http://schemas.openxmlformats.org/drawingml/2006/main">
              <a:ext uri="{FF2B5EF4-FFF2-40B4-BE49-F238E27FC236}">
                <a16:creationId xmlns:a16="http://schemas.microsoft.com/office/drawing/2014/main" id="{B1605505-3BDC-404F-9EFC-CF1C59F2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" name="p07-线-0017">
            <a:extLst xmlns:a="http://schemas.openxmlformats.org/drawingml/2006/main">
              <a:ext uri="{FF2B5EF4-FFF2-40B4-BE49-F238E27FC236}">
                <a16:creationId xmlns:a16="http://schemas.microsoft.com/office/drawing/2014/main" id="{7DC1358D-DB20-4516-B825-923B1B02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" name="p07-线-0018">
            <a:extLst xmlns:a="http://schemas.openxmlformats.org/drawingml/2006/main">
              <a:ext uri="{FF2B5EF4-FFF2-40B4-BE49-F238E27FC236}">
                <a16:creationId xmlns:a16="http://schemas.microsoft.com/office/drawing/2014/main" id="{DC472923-4A95-4273-B84D-D3C35168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" name="p07-线-0019">
            <a:extLst xmlns:a="http://schemas.openxmlformats.org/drawingml/2006/main">
              <a:ext uri="{FF2B5EF4-FFF2-40B4-BE49-F238E27FC236}">
                <a16:creationId xmlns:a16="http://schemas.microsoft.com/office/drawing/2014/main" id="{3F9CEE6F-548B-429F-BD8A-BABC3F96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" name="p07-线-0020">
            <a:extLst xmlns:a="http://schemas.openxmlformats.org/drawingml/2006/main">
              <a:ext uri="{FF2B5EF4-FFF2-40B4-BE49-F238E27FC236}">
                <a16:creationId xmlns:a16="http://schemas.microsoft.com/office/drawing/2014/main" id="{FF58A694-57A8-40BE-A3BF-C77EF096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" name="p07-线-0021">
            <a:extLst xmlns:a="http://schemas.openxmlformats.org/drawingml/2006/main">
              <a:ext uri="{FF2B5EF4-FFF2-40B4-BE49-F238E27FC236}">
                <a16:creationId xmlns:a16="http://schemas.microsoft.com/office/drawing/2014/main" id="{1B672C96-28D9-4D6B-A334-8EF682B1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" name="p07-线-0022">
            <a:extLst xmlns:a="http://schemas.openxmlformats.org/drawingml/2006/main">
              <a:ext uri="{FF2B5EF4-FFF2-40B4-BE49-F238E27FC236}">
                <a16:creationId xmlns:a16="http://schemas.microsoft.com/office/drawing/2014/main" id="{E2D49C8C-E468-4DD6-8040-0FAE5FCB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07-线-0023">
            <a:extLst xmlns:a="http://schemas.openxmlformats.org/drawingml/2006/main">
              <a:ext uri="{FF2B5EF4-FFF2-40B4-BE49-F238E27FC236}">
                <a16:creationId xmlns:a16="http://schemas.microsoft.com/office/drawing/2014/main" id="{BC907629-B386-4E08-8CDD-840DB299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07-线-0024">
            <a:extLst xmlns:a="http://schemas.openxmlformats.org/drawingml/2006/main">
              <a:ext uri="{FF2B5EF4-FFF2-40B4-BE49-F238E27FC236}">
                <a16:creationId xmlns:a16="http://schemas.microsoft.com/office/drawing/2014/main" id="{8AEF8DF1-8696-4930-AE5C-974038DA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" name="p07-线-0025">
            <a:extLst xmlns:a="http://schemas.openxmlformats.org/drawingml/2006/main">
              <a:ext uri="{FF2B5EF4-FFF2-40B4-BE49-F238E27FC236}">
                <a16:creationId xmlns:a16="http://schemas.microsoft.com/office/drawing/2014/main" id="{E4AE9828-752D-4432-B369-16435D31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07-线-0026">
            <a:extLst xmlns:a="http://schemas.openxmlformats.org/drawingml/2006/main">
              <a:ext uri="{FF2B5EF4-FFF2-40B4-BE49-F238E27FC236}">
                <a16:creationId xmlns:a16="http://schemas.microsoft.com/office/drawing/2014/main" id="{F5FF58C5-A845-4A15-9F9F-CF1CB5FB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07-线-0027">
            <a:extLst xmlns:a="http://schemas.openxmlformats.org/drawingml/2006/main">
              <a:ext uri="{FF2B5EF4-FFF2-40B4-BE49-F238E27FC236}">
                <a16:creationId xmlns:a16="http://schemas.microsoft.com/office/drawing/2014/main" id="{98E079CD-757B-400D-A67D-7F392E60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" name="p07-线-0028">
            <a:extLst xmlns:a="http://schemas.openxmlformats.org/drawingml/2006/main">
              <a:ext uri="{FF2B5EF4-FFF2-40B4-BE49-F238E27FC236}">
                <a16:creationId xmlns:a16="http://schemas.microsoft.com/office/drawing/2014/main" id="{67F207F8-2B22-45F7-B444-69A0BA7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07-线-0029">
            <a:extLst xmlns:a="http://schemas.openxmlformats.org/drawingml/2006/main">
              <a:ext uri="{FF2B5EF4-FFF2-40B4-BE49-F238E27FC236}">
                <a16:creationId xmlns:a16="http://schemas.microsoft.com/office/drawing/2014/main" id="{5E3A2FF9-811A-4D04-9B33-95709920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07-线-0030">
            <a:extLst xmlns:a="http://schemas.openxmlformats.org/drawingml/2006/main">
              <a:ext uri="{FF2B5EF4-FFF2-40B4-BE49-F238E27FC236}">
                <a16:creationId xmlns:a16="http://schemas.microsoft.com/office/drawing/2014/main" id="{25AF6A7B-9403-43E3-9785-0FEB0962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" name="p07-线-0031">
            <a:extLst xmlns:a="http://schemas.openxmlformats.org/drawingml/2006/main">
              <a:ext uri="{FF2B5EF4-FFF2-40B4-BE49-F238E27FC236}">
                <a16:creationId xmlns:a16="http://schemas.microsoft.com/office/drawing/2014/main" id="{C6C802A2-FB65-4D89-A3DB-5E3BFE9D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07-线-0032">
            <a:extLst xmlns:a="http://schemas.openxmlformats.org/drawingml/2006/main">
              <a:ext uri="{FF2B5EF4-FFF2-40B4-BE49-F238E27FC236}">
                <a16:creationId xmlns:a16="http://schemas.microsoft.com/office/drawing/2014/main" id="{FB3884AE-DBAA-4FE2-BF61-FFA5F909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07-线-0033">
            <a:extLst xmlns:a="http://schemas.openxmlformats.org/drawingml/2006/main">
              <a:ext uri="{FF2B5EF4-FFF2-40B4-BE49-F238E27FC236}">
                <a16:creationId xmlns:a16="http://schemas.microsoft.com/office/drawing/2014/main" id="{1531DFB5-6D8A-4434-8401-F4963412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" name="p07-线-0034">
            <a:extLst xmlns:a="http://schemas.openxmlformats.org/drawingml/2006/main">
              <a:ext uri="{FF2B5EF4-FFF2-40B4-BE49-F238E27FC236}">
                <a16:creationId xmlns:a16="http://schemas.microsoft.com/office/drawing/2014/main" id="{E5909DFB-B5D8-4907-88F1-6F251CDF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07-线-0035">
            <a:extLst xmlns:a="http://schemas.openxmlformats.org/drawingml/2006/main">
              <a:ext uri="{FF2B5EF4-FFF2-40B4-BE49-F238E27FC236}">
                <a16:creationId xmlns:a16="http://schemas.microsoft.com/office/drawing/2014/main" id="{55004F7C-F7B4-4360-8A17-FDA88EE3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07-线-0036">
            <a:extLst xmlns:a="http://schemas.openxmlformats.org/drawingml/2006/main">
              <a:ext uri="{FF2B5EF4-FFF2-40B4-BE49-F238E27FC236}">
                <a16:creationId xmlns:a16="http://schemas.microsoft.com/office/drawing/2014/main" id="{1245CDA7-547A-49BA-AD01-5BDA2C2D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" name="p07-线-0037">
            <a:extLst xmlns:a="http://schemas.openxmlformats.org/drawingml/2006/main">
              <a:ext uri="{FF2B5EF4-FFF2-40B4-BE49-F238E27FC236}">
                <a16:creationId xmlns:a16="http://schemas.microsoft.com/office/drawing/2014/main" id="{93D9EB16-E81F-4ED7-985C-46254497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07-线-0038">
            <a:extLst xmlns:a="http://schemas.openxmlformats.org/drawingml/2006/main">
              <a:ext uri="{FF2B5EF4-FFF2-40B4-BE49-F238E27FC236}">
                <a16:creationId xmlns:a16="http://schemas.microsoft.com/office/drawing/2014/main" id="{6D6A6002-47D3-4CC5-90FE-73F45F10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07-线-0039">
            <a:extLst xmlns:a="http://schemas.openxmlformats.org/drawingml/2006/main">
              <a:ext uri="{FF2B5EF4-FFF2-40B4-BE49-F238E27FC236}">
                <a16:creationId xmlns:a16="http://schemas.microsoft.com/office/drawing/2014/main" id="{60CD1ECD-468E-4C04-8F09-3AA6A336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" name="p07-线-0040">
            <a:extLst xmlns:a="http://schemas.openxmlformats.org/drawingml/2006/main">
              <a:ext uri="{FF2B5EF4-FFF2-40B4-BE49-F238E27FC236}">
                <a16:creationId xmlns:a16="http://schemas.microsoft.com/office/drawing/2014/main" id="{C435A2CA-CB2A-42E3-99BC-7C3EADCC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3526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07-线-0041">
            <a:extLst xmlns:a="http://schemas.openxmlformats.org/drawingml/2006/main">
              <a:ext uri="{FF2B5EF4-FFF2-40B4-BE49-F238E27FC236}">
                <a16:creationId xmlns:a16="http://schemas.microsoft.com/office/drawing/2014/main" id="{4FF0D81E-7EB7-4F41-B0EE-A798C01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07-线-0042">
            <a:extLst xmlns:a="http://schemas.openxmlformats.org/drawingml/2006/main">
              <a:ext uri="{FF2B5EF4-FFF2-40B4-BE49-F238E27FC236}">
                <a16:creationId xmlns:a16="http://schemas.microsoft.com/office/drawing/2014/main" id="{EE055420-D389-46D0-A186-2B61D30C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3526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" name="p07-线-0043">
            <a:extLst xmlns:a="http://schemas.openxmlformats.org/drawingml/2006/main">
              <a:ext uri="{FF2B5EF4-FFF2-40B4-BE49-F238E27FC236}">
                <a16:creationId xmlns:a16="http://schemas.microsoft.com/office/drawing/2014/main" id="{04675FDD-18F4-4BCC-8721-1407C161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526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07-线-0044">
            <a:extLst xmlns:a="http://schemas.openxmlformats.org/drawingml/2006/main">
              <a:ext uri="{FF2B5EF4-FFF2-40B4-BE49-F238E27FC236}">
                <a16:creationId xmlns:a16="http://schemas.microsoft.com/office/drawing/2014/main" id="{F6411F38-B32E-4E0E-963E-F7A85D67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07-线-0045">
            <a:extLst xmlns:a="http://schemas.openxmlformats.org/drawingml/2006/main">
              <a:ext uri="{FF2B5EF4-FFF2-40B4-BE49-F238E27FC236}">
                <a16:creationId xmlns:a16="http://schemas.microsoft.com/office/drawing/2014/main" id="{849B6CE9-53A3-44FB-82A4-394C0E69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07-线-0046">
            <a:extLst xmlns:a="http://schemas.openxmlformats.org/drawingml/2006/main">
              <a:ext uri="{FF2B5EF4-FFF2-40B4-BE49-F238E27FC236}">
                <a16:creationId xmlns:a16="http://schemas.microsoft.com/office/drawing/2014/main" id="{EB88E3A4-D07A-4D9A-A20E-AF9C8EFC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7" name="p07-线-0047">
            <a:extLst xmlns:a="http://schemas.openxmlformats.org/drawingml/2006/main">
              <a:ext uri="{FF2B5EF4-FFF2-40B4-BE49-F238E27FC236}">
                <a16:creationId xmlns:a16="http://schemas.microsoft.com/office/drawing/2014/main" id="{62C09996-B4F1-4F94-9090-4132E908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07-线-0048">
            <a:extLst xmlns:a="http://schemas.openxmlformats.org/drawingml/2006/main">
              <a:ext uri="{FF2B5EF4-FFF2-40B4-BE49-F238E27FC236}">
                <a16:creationId xmlns:a16="http://schemas.microsoft.com/office/drawing/2014/main" id="{E0C247B2-79A1-4B8A-92DA-BE465579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07-线-0049">
            <a:extLst xmlns:a="http://schemas.openxmlformats.org/drawingml/2006/main">
              <a:ext uri="{FF2B5EF4-FFF2-40B4-BE49-F238E27FC236}">
                <a16:creationId xmlns:a16="http://schemas.microsoft.com/office/drawing/2014/main" id="{92CEFC22-7EF3-47A9-8769-BBD9A7BB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0" name="p07-线-0050">
            <a:extLst xmlns:a="http://schemas.openxmlformats.org/drawingml/2006/main">
              <a:ext uri="{FF2B5EF4-FFF2-40B4-BE49-F238E27FC236}">
                <a16:creationId xmlns:a16="http://schemas.microsoft.com/office/drawing/2014/main" id="{93B84C97-07A2-4848-9EFC-BFFE0A3E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07-线-0051">
            <a:extLst xmlns:a="http://schemas.openxmlformats.org/drawingml/2006/main">
              <a:ext uri="{FF2B5EF4-FFF2-40B4-BE49-F238E27FC236}">
                <a16:creationId xmlns:a16="http://schemas.microsoft.com/office/drawing/2014/main" id="{E1290BBC-0AFD-483F-9DC1-D59BCE7B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07-线-0052">
            <a:extLst xmlns:a="http://schemas.openxmlformats.org/drawingml/2006/main">
              <a:ext uri="{FF2B5EF4-FFF2-40B4-BE49-F238E27FC236}">
                <a16:creationId xmlns:a16="http://schemas.microsoft.com/office/drawing/2014/main" id="{006FAA22-6231-4636-8D8B-C99083E4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3" name="p07-线-0053">
            <a:extLst xmlns:a="http://schemas.openxmlformats.org/drawingml/2006/main">
              <a:ext uri="{FF2B5EF4-FFF2-40B4-BE49-F238E27FC236}">
                <a16:creationId xmlns:a16="http://schemas.microsoft.com/office/drawing/2014/main" id="{7DF75788-C89C-42A2-9F79-FF1765F5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07-线-0054">
            <a:extLst xmlns:a="http://schemas.openxmlformats.org/drawingml/2006/main">
              <a:ext uri="{FF2B5EF4-FFF2-40B4-BE49-F238E27FC236}">
                <a16:creationId xmlns:a16="http://schemas.microsoft.com/office/drawing/2014/main" id="{C401CBAA-6A88-4192-BF01-5C0D3D70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07-线-0055">
            <a:extLst xmlns:a="http://schemas.openxmlformats.org/drawingml/2006/main">
              <a:ext uri="{FF2B5EF4-FFF2-40B4-BE49-F238E27FC236}">
                <a16:creationId xmlns:a16="http://schemas.microsoft.com/office/drawing/2014/main" id="{65BAB219-E1E3-4FBE-82F6-3C592D2D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6" name="p07-线-0056">
            <a:extLst xmlns:a="http://schemas.openxmlformats.org/drawingml/2006/main">
              <a:ext uri="{FF2B5EF4-FFF2-40B4-BE49-F238E27FC236}">
                <a16:creationId xmlns:a16="http://schemas.microsoft.com/office/drawing/2014/main" id="{C8D00A39-E34B-4787-98D3-E774145C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07-线-0057">
            <a:extLst xmlns:a="http://schemas.openxmlformats.org/drawingml/2006/main">
              <a:ext uri="{FF2B5EF4-FFF2-40B4-BE49-F238E27FC236}">
                <a16:creationId xmlns:a16="http://schemas.microsoft.com/office/drawing/2014/main" id="{717C81E2-53B2-42EC-BD61-BAAF7D94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07-线-0058">
            <a:extLst xmlns:a="http://schemas.openxmlformats.org/drawingml/2006/main">
              <a:ext uri="{FF2B5EF4-FFF2-40B4-BE49-F238E27FC236}">
                <a16:creationId xmlns:a16="http://schemas.microsoft.com/office/drawing/2014/main" id="{DB1BC65B-B377-4998-88B7-DF706A2B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9" name="p07-线-0059">
            <a:extLst xmlns:a="http://schemas.openxmlformats.org/drawingml/2006/main">
              <a:ext uri="{FF2B5EF4-FFF2-40B4-BE49-F238E27FC236}">
                <a16:creationId xmlns:a16="http://schemas.microsoft.com/office/drawing/2014/main" id="{827D5D8B-FDF0-46A9-BCA4-93C4D782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07-线-0060">
            <a:extLst xmlns:a="http://schemas.openxmlformats.org/drawingml/2006/main">
              <a:ext uri="{FF2B5EF4-FFF2-40B4-BE49-F238E27FC236}">
                <a16:creationId xmlns:a16="http://schemas.microsoft.com/office/drawing/2014/main" id="{4F14048C-7C8B-4787-87EB-5895C945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07-线-0061">
            <a:extLst xmlns:a="http://schemas.openxmlformats.org/drawingml/2006/main">
              <a:ext uri="{FF2B5EF4-FFF2-40B4-BE49-F238E27FC236}">
                <a16:creationId xmlns:a16="http://schemas.microsoft.com/office/drawing/2014/main" id="{5A8D21E4-31B4-4978-B4FC-3ED59549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2" name="p07-线-0062">
            <a:extLst xmlns:a="http://schemas.openxmlformats.org/drawingml/2006/main">
              <a:ext uri="{FF2B5EF4-FFF2-40B4-BE49-F238E27FC236}">
                <a16:creationId xmlns:a16="http://schemas.microsoft.com/office/drawing/2014/main" id="{3BD482C8-92F6-4C7B-81C6-2937F32C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07-线-0063">
            <a:extLst xmlns:a="http://schemas.openxmlformats.org/drawingml/2006/main">
              <a:ext uri="{FF2B5EF4-FFF2-40B4-BE49-F238E27FC236}">
                <a16:creationId xmlns:a16="http://schemas.microsoft.com/office/drawing/2014/main" id="{B6FDA425-3E06-4F0D-B737-007AABCA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07-线-0064">
            <a:extLst xmlns:a="http://schemas.openxmlformats.org/drawingml/2006/main">
              <a:ext uri="{FF2B5EF4-FFF2-40B4-BE49-F238E27FC236}">
                <a16:creationId xmlns:a16="http://schemas.microsoft.com/office/drawing/2014/main" id="{6F57D5F0-955F-49AD-BEFB-1E224DCB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5" name="p07-线-0065">
            <a:extLst xmlns:a="http://schemas.openxmlformats.org/drawingml/2006/main">
              <a:ext uri="{FF2B5EF4-FFF2-40B4-BE49-F238E27FC236}">
                <a16:creationId xmlns:a16="http://schemas.microsoft.com/office/drawing/2014/main" id="{5268506B-58B4-4DF4-8715-E87D0D7E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07-线-0066">
            <a:extLst xmlns:a="http://schemas.openxmlformats.org/drawingml/2006/main">
              <a:ext uri="{FF2B5EF4-FFF2-40B4-BE49-F238E27FC236}">
                <a16:creationId xmlns:a16="http://schemas.microsoft.com/office/drawing/2014/main" id="{320822BB-ADDB-432A-B6B9-2290FF29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07-线-0067">
            <a:extLst xmlns:a="http://schemas.openxmlformats.org/drawingml/2006/main">
              <a:ext uri="{FF2B5EF4-FFF2-40B4-BE49-F238E27FC236}">
                <a16:creationId xmlns:a16="http://schemas.microsoft.com/office/drawing/2014/main" id="{8429A6D2-9AA7-439B-A609-35EEB927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8" name="p07-线-0068">
            <a:extLst xmlns:a="http://schemas.openxmlformats.org/drawingml/2006/main">
              <a:ext uri="{FF2B5EF4-FFF2-40B4-BE49-F238E27FC236}">
                <a16:creationId xmlns:a16="http://schemas.microsoft.com/office/drawing/2014/main" id="{A04C1B92-D6C8-4DB3-806E-8862FDA6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07-线-0069">
            <a:extLst xmlns:a="http://schemas.openxmlformats.org/drawingml/2006/main">
              <a:ext uri="{FF2B5EF4-FFF2-40B4-BE49-F238E27FC236}">
                <a16:creationId xmlns:a16="http://schemas.microsoft.com/office/drawing/2014/main" id="{6B86695D-8AB6-4B8D-BF94-F5175FF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07-线-0070">
            <a:extLst xmlns:a="http://schemas.openxmlformats.org/drawingml/2006/main">
              <a:ext uri="{FF2B5EF4-FFF2-40B4-BE49-F238E27FC236}">
                <a16:creationId xmlns:a16="http://schemas.microsoft.com/office/drawing/2014/main" id="{5A7FB7A4-1296-45C1-A4BC-99ED64E7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1" name="p07-线-0071">
            <a:extLst xmlns:a="http://schemas.openxmlformats.org/drawingml/2006/main">
              <a:ext uri="{FF2B5EF4-FFF2-40B4-BE49-F238E27FC236}">
                <a16:creationId xmlns:a16="http://schemas.microsoft.com/office/drawing/2014/main" id="{D2A4C9F2-C32C-4D17-AC69-03A134C2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5463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07-线-0072">
            <a:extLst xmlns:a="http://schemas.openxmlformats.org/drawingml/2006/main">
              <a:ext uri="{FF2B5EF4-FFF2-40B4-BE49-F238E27FC236}">
                <a16:creationId xmlns:a16="http://schemas.microsoft.com/office/drawing/2014/main" id="{D2262440-3CC2-42A1-9755-D230932E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07-线-0073">
            <a:extLst xmlns:a="http://schemas.openxmlformats.org/drawingml/2006/main">
              <a:ext uri="{FF2B5EF4-FFF2-40B4-BE49-F238E27FC236}">
                <a16:creationId xmlns:a16="http://schemas.microsoft.com/office/drawing/2014/main" id="{3857AC4B-7F85-4B54-94CC-E03CFC63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5463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4" name="p07-线-0074">
            <a:extLst xmlns:a="http://schemas.openxmlformats.org/drawingml/2006/main">
              <a:ext uri="{FF2B5EF4-FFF2-40B4-BE49-F238E27FC236}">
                <a16:creationId xmlns:a16="http://schemas.microsoft.com/office/drawing/2014/main" id="{675B807E-6585-44FF-A77C-54D7D802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463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07-线-0075">
            <a:extLst xmlns:a="http://schemas.openxmlformats.org/drawingml/2006/main">
              <a:ext uri="{FF2B5EF4-FFF2-40B4-BE49-F238E27FC236}">
                <a16:creationId xmlns:a16="http://schemas.microsoft.com/office/drawing/2014/main" id="{57FFF2EE-FB13-4A74-A006-B6C53B42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07-线-0076">
            <a:extLst xmlns:a="http://schemas.openxmlformats.org/drawingml/2006/main">
              <a:ext uri="{FF2B5EF4-FFF2-40B4-BE49-F238E27FC236}">
                <a16:creationId xmlns:a16="http://schemas.microsoft.com/office/drawing/2014/main" id="{C91F705F-31A6-45DC-B166-4FB2705C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07-线-0077">
            <a:extLst xmlns:a="http://schemas.openxmlformats.org/drawingml/2006/main">
              <a:ext uri="{FF2B5EF4-FFF2-40B4-BE49-F238E27FC236}">
                <a16:creationId xmlns:a16="http://schemas.microsoft.com/office/drawing/2014/main" id="{9F74A06D-BF85-498C-9209-1650EA07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8" name="p07-线-0078">
            <a:extLst xmlns:a="http://schemas.openxmlformats.org/drawingml/2006/main">
              <a:ext uri="{FF2B5EF4-FFF2-40B4-BE49-F238E27FC236}">
                <a16:creationId xmlns:a16="http://schemas.microsoft.com/office/drawing/2014/main" id="{F60676D9-3B29-4E4E-B49E-D9BE9C0A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07-线-0079">
            <a:extLst xmlns:a="http://schemas.openxmlformats.org/drawingml/2006/main">
              <a:ext uri="{FF2B5EF4-FFF2-40B4-BE49-F238E27FC236}">
                <a16:creationId xmlns:a16="http://schemas.microsoft.com/office/drawing/2014/main" id="{FA4B40C2-1576-4B7C-B61C-D0DD6D94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07-线-0080">
            <a:extLst xmlns:a="http://schemas.openxmlformats.org/drawingml/2006/main">
              <a:ext uri="{FF2B5EF4-FFF2-40B4-BE49-F238E27FC236}">
                <a16:creationId xmlns:a16="http://schemas.microsoft.com/office/drawing/2014/main" id="{01FEC276-57A8-4292-83EE-A1AC3C93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1" name="p07-线-0081">
            <a:extLst xmlns:a="http://schemas.openxmlformats.org/drawingml/2006/main">
              <a:ext uri="{FF2B5EF4-FFF2-40B4-BE49-F238E27FC236}">
                <a16:creationId xmlns:a16="http://schemas.microsoft.com/office/drawing/2014/main" id="{14F1F20E-F492-4AD0-ADE6-94FA3BA1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07-线-0082">
            <a:extLst xmlns:a="http://schemas.openxmlformats.org/drawingml/2006/main">
              <a:ext uri="{FF2B5EF4-FFF2-40B4-BE49-F238E27FC236}">
                <a16:creationId xmlns:a16="http://schemas.microsoft.com/office/drawing/2014/main" id="{9000DCD0-406F-4C18-9896-DB1DDBBF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07-线-0083">
            <a:extLst xmlns:a="http://schemas.openxmlformats.org/drawingml/2006/main">
              <a:ext uri="{FF2B5EF4-FFF2-40B4-BE49-F238E27FC236}">
                <a16:creationId xmlns:a16="http://schemas.microsoft.com/office/drawing/2014/main" id="{2DC7C4A5-20F9-4036-93C1-7B09FE4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4" name="p07-线-0084">
            <a:extLst xmlns:a="http://schemas.openxmlformats.org/drawingml/2006/main">
              <a:ext uri="{FF2B5EF4-FFF2-40B4-BE49-F238E27FC236}">
                <a16:creationId xmlns:a16="http://schemas.microsoft.com/office/drawing/2014/main" id="{C74D8993-F395-470B-9B23-F9CB90B6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07-线-0085">
            <a:extLst xmlns:a="http://schemas.openxmlformats.org/drawingml/2006/main">
              <a:ext uri="{FF2B5EF4-FFF2-40B4-BE49-F238E27FC236}">
                <a16:creationId xmlns:a16="http://schemas.microsoft.com/office/drawing/2014/main" id="{4B2CD4BF-6C81-48F3-9544-0467E8D9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07-线-0086">
            <a:extLst xmlns:a="http://schemas.openxmlformats.org/drawingml/2006/main">
              <a:ext uri="{FF2B5EF4-FFF2-40B4-BE49-F238E27FC236}">
                <a16:creationId xmlns:a16="http://schemas.microsoft.com/office/drawing/2014/main" id="{E9447796-ABE4-41D0-BB3A-916D7800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7" name="p07-线-0087">
            <a:extLst xmlns:a="http://schemas.openxmlformats.org/drawingml/2006/main">
              <a:ext uri="{FF2B5EF4-FFF2-40B4-BE49-F238E27FC236}">
                <a16:creationId xmlns:a16="http://schemas.microsoft.com/office/drawing/2014/main" id="{7EA7834F-6317-4B0B-9FFE-442868B9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07-线-0088">
            <a:extLst xmlns:a="http://schemas.openxmlformats.org/drawingml/2006/main">
              <a:ext uri="{FF2B5EF4-FFF2-40B4-BE49-F238E27FC236}">
                <a16:creationId xmlns:a16="http://schemas.microsoft.com/office/drawing/2014/main" id="{0AD6F84C-D7A5-414A-8732-2A8C83BD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07-线-0089">
            <a:extLst xmlns:a="http://schemas.openxmlformats.org/drawingml/2006/main">
              <a:ext uri="{FF2B5EF4-FFF2-40B4-BE49-F238E27FC236}">
                <a16:creationId xmlns:a16="http://schemas.microsoft.com/office/drawing/2014/main" id="{B67EB9CF-C9D0-4122-9B8B-5B968A98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0" name="p07-线-0090">
            <a:extLst xmlns:a="http://schemas.openxmlformats.org/drawingml/2006/main">
              <a:ext uri="{FF2B5EF4-FFF2-40B4-BE49-F238E27FC236}">
                <a16:creationId xmlns:a16="http://schemas.microsoft.com/office/drawing/2014/main" id="{236EE89E-D5D9-4C98-9CF4-287B307A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07-线-0091">
            <a:extLst xmlns:a="http://schemas.openxmlformats.org/drawingml/2006/main">
              <a:ext uri="{FF2B5EF4-FFF2-40B4-BE49-F238E27FC236}">
                <a16:creationId xmlns:a16="http://schemas.microsoft.com/office/drawing/2014/main" id="{B8B89832-37CE-4C32-8D4D-F3A8D7CD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07-线-0092">
            <a:extLst xmlns:a="http://schemas.openxmlformats.org/drawingml/2006/main">
              <a:ext uri="{FF2B5EF4-FFF2-40B4-BE49-F238E27FC236}">
                <a16:creationId xmlns:a16="http://schemas.microsoft.com/office/drawing/2014/main" id="{C598A0A5-2D1D-48C8-B419-849B0A27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3" name="p07-线-0093">
            <a:extLst xmlns:a="http://schemas.openxmlformats.org/drawingml/2006/main">
              <a:ext uri="{FF2B5EF4-FFF2-40B4-BE49-F238E27FC236}">
                <a16:creationId xmlns:a16="http://schemas.microsoft.com/office/drawing/2014/main" id="{8A016027-4B8F-4A9E-9258-7805F4CB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07-线-0094">
            <a:extLst xmlns:a="http://schemas.openxmlformats.org/drawingml/2006/main">
              <a:ext uri="{FF2B5EF4-FFF2-40B4-BE49-F238E27FC236}">
                <a16:creationId xmlns:a16="http://schemas.microsoft.com/office/drawing/2014/main" id="{0A14DA1E-986F-4E7D-A48C-041650CA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07-线-0095">
            <a:extLst xmlns:a="http://schemas.openxmlformats.org/drawingml/2006/main">
              <a:ext uri="{FF2B5EF4-FFF2-40B4-BE49-F238E27FC236}">
                <a16:creationId xmlns:a16="http://schemas.microsoft.com/office/drawing/2014/main" id="{FA4F0E0C-A628-4FDC-A934-A326D8CC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6" name="p07-线-0096">
            <a:extLst xmlns:a="http://schemas.openxmlformats.org/drawingml/2006/main">
              <a:ext uri="{FF2B5EF4-FFF2-40B4-BE49-F238E27FC236}">
                <a16:creationId xmlns:a16="http://schemas.microsoft.com/office/drawing/2014/main" id="{3F72E672-B993-440B-8A0B-E2CCDD16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07-线-0097">
            <a:extLst xmlns:a="http://schemas.openxmlformats.org/drawingml/2006/main">
              <a:ext uri="{FF2B5EF4-FFF2-40B4-BE49-F238E27FC236}">
                <a16:creationId xmlns:a16="http://schemas.microsoft.com/office/drawing/2014/main" id="{DC856F23-DB30-4350-8BF7-9932477C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07-线-0098">
            <a:extLst xmlns:a="http://schemas.openxmlformats.org/drawingml/2006/main">
              <a:ext uri="{FF2B5EF4-FFF2-40B4-BE49-F238E27FC236}">
                <a16:creationId xmlns:a16="http://schemas.microsoft.com/office/drawing/2014/main" id="{B706EA65-24DC-473A-BB2F-82E5F83C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9" name="p07-线-0099">
            <a:extLst xmlns:a="http://schemas.openxmlformats.org/drawingml/2006/main">
              <a:ext uri="{FF2B5EF4-FFF2-40B4-BE49-F238E27FC236}">
                <a16:creationId xmlns:a16="http://schemas.microsoft.com/office/drawing/2014/main" id="{4C83AA5C-EECF-495B-B8C3-879DB1D2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07-线-0100">
            <a:extLst xmlns:a="http://schemas.openxmlformats.org/drawingml/2006/main">
              <a:ext uri="{FF2B5EF4-FFF2-40B4-BE49-F238E27FC236}">
                <a16:creationId xmlns:a16="http://schemas.microsoft.com/office/drawing/2014/main" id="{FB8DCF4E-4B88-4C20-AA16-87870AE5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07-线-0101">
            <a:extLst xmlns:a="http://schemas.openxmlformats.org/drawingml/2006/main">
              <a:ext uri="{FF2B5EF4-FFF2-40B4-BE49-F238E27FC236}">
                <a16:creationId xmlns:a16="http://schemas.microsoft.com/office/drawing/2014/main" id="{0D147BB4-9D00-404B-AF56-020A9B37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2" name="p07-线-0102">
            <a:extLst xmlns:a="http://schemas.openxmlformats.org/drawingml/2006/main">
              <a:ext uri="{FF2B5EF4-FFF2-40B4-BE49-F238E27FC236}">
                <a16:creationId xmlns:a16="http://schemas.microsoft.com/office/drawing/2014/main" id="{CCF2B883-5488-4782-9D14-C29CC384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7400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07-线-0103">
            <a:extLst xmlns:a="http://schemas.openxmlformats.org/drawingml/2006/main">
              <a:ext uri="{FF2B5EF4-FFF2-40B4-BE49-F238E27FC236}">
                <a16:creationId xmlns:a16="http://schemas.microsoft.com/office/drawing/2014/main" id="{482F32CF-1B5C-45D9-9F2D-45BE3608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07-线-0104">
            <a:extLst xmlns:a="http://schemas.openxmlformats.org/drawingml/2006/main">
              <a:ext uri="{FF2B5EF4-FFF2-40B4-BE49-F238E27FC236}">
                <a16:creationId xmlns:a16="http://schemas.microsoft.com/office/drawing/2014/main" id="{B5054763-9509-4260-8F71-2E5373BD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74002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5" name="p07-线-0105">
            <a:extLst xmlns:a="http://schemas.openxmlformats.org/drawingml/2006/main">
              <a:ext uri="{FF2B5EF4-FFF2-40B4-BE49-F238E27FC236}">
                <a16:creationId xmlns:a16="http://schemas.microsoft.com/office/drawing/2014/main" id="{628182AE-C26C-4154-8343-69572A60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4002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07-线-0106">
            <a:extLst xmlns:a="http://schemas.openxmlformats.org/drawingml/2006/main">
              <a:ext uri="{FF2B5EF4-FFF2-40B4-BE49-F238E27FC236}">
                <a16:creationId xmlns:a16="http://schemas.microsoft.com/office/drawing/2014/main" id="{5F79E87B-9C55-42D4-A923-888128C5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07-线-0107">
            <a:extLst xmlns:a="http://schemas.openxmlformats.org/drawingml/2006/main">
              <a:ext uri="{FF2B5EF4-FFF2-40B4-BE49-F238E27FC236}">
                <a16:creationId xmlns:a16="http://schemas.microsoft.com/office/drawing/2014/main" id="{D4E63727-FE8D-4A28-8779-120AA13C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7-线-0108">
            <a:extLst xmlns:a="http://schemas.openxmlformats.org/drawingml/2006/main">
              <a:ext uri="{FF2B5EF4-FFF2-40B4-BE49-F238E27FC236}">
                <a16:creationId xmlns:a16="http://schemas.microsoft.com/office/drawing/2014/main" id="{D41DDBBE-E0C2-4798-9506-257CA496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9" name="p07-线-0109">
            <a:extLst xmlns:a="http://schemas.openxmlformats.org/drawingml/2006/main">
              <a:ext uri="{FF2B5EF4-FFF2-40B4-BE49-F238E27FC236}">
                <a16:creationId xmlns:a16="http://schemas.microsoft.com/office/drawing/2014/main" id="{15059ECB-E85B-4EB7-BAB9-F1946767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07-线-0110">
            <a:extLst xmlns:a="http://schemas.openxmlformats.org/drawingml/2006/main">
              <a:ext uri="{FF2B5EF4-FFF2-40B4-BE49-F238E27FC236}">
                <a16:creationId xmlns:a16="http://schemas.microsoft.com/office/drawing/2014/main" id="{3C9D9FD8-566D-4AB0-BE1F-4FB5CF40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7-线-0111">
            <a:extLst xmlns:a="http://schemas.openxmlformats.org/drawingml/2006/main">
              <a:ext uri="{FF2B5EF4-FFF2-40B4-BE49-F238E27FC236}">
                <a16:creationId xmlns:a16="http://schemas.microsoft.com/office/drawing/2014/main" id="{BA115368-E4DF-407E-9EA5-DF5085DA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2" name="p07-线-0112">
            <a:extLst xmlns:a="http://schemas.openxmlformats.org/drawingml/2006/main">
              <a:ext uri="{FF2B5EF4-FFF2-40B4-BE49-F238E27FC236}">
                <a16:creationId xmlns:a16="http://schemas.microsoft.com/office/drawing/2014/main" id="{2122F139-5832-417F-B959-7D2F701B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07-线-0113">
            <a:extLst xmlns:a="http://schemas.openxmlformats.org/drawingml/2006/main">
              <a:ext uri="{FF2B5EF4-FFF2-40B4-BE49-F238E27FC236}">
                <a16:creationId xmlns:a16="http://schemas.microsoft.com/office/drawing/2014/main" id="{F838B20F-6042-434B-8081-24927AC2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7-线-0114">
            <a:extLst xmlns:a="http://schemas.openxmlformats.org/drawingml/2006/main">
              <a:ext uri="{FF2B5EF4-FFF2-40B4-BE49-F238E27FC236}">
                <a16:creationId xmlns:a16="http://schemas.microsoft.com/office/drawing/2014/main" id="{01F1EA79-7759-499B-BEA9-16E9A8FC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5" name="p07-线-0115">
            <a:extLst xmlns:a="http://schemas.openxmlformats.org/drawingml/2006/main">
              <a:ext uri="{FF2B5EF4-FFF2-40B4-BE49-F238E27FC236}">
                <a16:creationId xmlns:a16="http://schemas.microsoft.com/office/drawing/2014/main" id="{D0A4C6F1-5A99-4A7C-9424-4F1C92AD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07-线-0116">
            <a:extLst xmlns:a="http://schemas.openxmlformats.org/drawingml/2006/main">
              <a:ext uri="{FF2B5EF4-FFF2-40B4-BE49-F238E27FC236}">
                <a16:creationId xmlns:a16="http://schemas.microsoft.com/office/drawing/2014/main" id="{963CB634-85D7-4036-B5BE-ADE8B612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07-线-0117">
            <a:extLst xmlns:a="http://schemas.openxmlformats.org/drawingml/2006/main">
              <a:ext uri="{FF2B5EF4-FFF2-40B4-BE49-F238E27FC236}">
                <a16:creationId xmlns:a16="http://schemas.microsoft.com/office/drawing/2014/main" id="{2D56B146-3F64-4CAD-BD9D-8EAE05E0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8" name="p07-线-0118">
            <a:extLst xmlns:a="http://schemas.openxmlformats.org/drawingml/2006/main">
              <a:ext uri="{FF2B5EF4-FFF2-40B4-BE49-F238E27FC236}">
                <a16:creationId xmlns:a16="http://schemas.microsoft.com/office/drawing/2014/main" id="{D8941E37-F19F-4B4A-84C3-C46304C0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07-线-0119">
            <a:extLst xmlns:a="http://schemas.openxmlformats.org/drawingml/2006/main">
              <a:ext uri="{FF2B5EF4-FFF2-40B4-BE49-F238E27FC236}">
                <a16:creationId xmlns:a16="http://schemas.microsoft.com/office/drawing/2014/main" id="{7F009A26-BEAC-4406-8166-69647F86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07-线-0120">
            <a:extLst xmlns:a="http://schemas.openxmlformats.org/drawingml/2006/main">
              <a:ext uri="{FF2B5EF4-FFF2-40B4-BE49-F238E27FC236}">
                <a16:creationId xmlns:a16="http://schemas.microsoft.com/office/drawing/2014/main" id="{A3C79593-1003-4953-A171-7B087954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1" name="p07-线-0121">
            <a:extLst xmlns:a="http://schemas.openxmlformats.org/drawingml/2006/main">
              <a:ext uri="{FF2B5EF4-FFF2-40B4-BE49-F238E27FC236}">
                <a16:creationId xmlns:a16="http://schemas.microsoft.com/office/drawing/2014/main" id="{FC13BDD0-5960-46F7-B3E6-A7D31DD3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07-线-0122">
            <a:extLst xmlns:a="http://schemas.openxmlformats.org/drawingml/2006/main">
              <a:ext uri="{FF2B5EF4-FFF2-40B4-BE49-F238E27FC236}">
                <a16:creationId xmlns:a16="http://schemas.microsoft.com/office/drawing/2014/main" id="{89EEB4C5-07F2-472C-BEFF-245B9C79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07-线-0123">
            <a:extLst xmlns:a="http://schemas.openxmlformats.org/drawingml/2006/main">
              <a:ext uri="{FF2B5EF4-FFF2-40B4-BE49-F238E27FC236}">
                <a16:creationId xmlns:a16="http://schemas.microsoft.com/office/drawing/2014/main" id="{23881513-321D-400D-B9BD-46755D6E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4" name="p07-线-0124">
            <a:extLst xmlns:a="http://schemas.openxmlformats.org/drawingml/2006/main">
              <a:ext uri="{FF2B5EF4-FFF2-40B4-BE49-F238E27FC236}">
                <a16:creationId xmlns:a16="http://schemas.microsoft.com/office/drawing/2014/main" id="{7C6C4A4C-29C0-424F-9785-700FC8E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07-线-0125">
            <a:extLst xmlns:a="http://schemas.openxmlformats.org/drawingml/2006/main">
              <a:ext uri="{FF2B5EF4-FFF2-40B4-BE49-F238E27FC236}">
                <a16:creationId xmlns:a16="http://schemas.microsoft.com/office/drawing/2014/main" id="{38032814-B013-4084-A9C2-BFBE2A34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07-线-0126">
            <a:extLst xmlns:a="http://schemas.openxmlformats.org/drawingml/2006/main">
              <a:ext uri="{FF2B5EF4-FFF2-40B4-BE49-F238E27FC236}">
                <a16:creationId xmlns:a16="http://schemas.microsoft.com/office/drawing/2014/main" id="{1715D825-B137-4BF6-9FE8-9FA6B327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7" name="p07-线-0127">
            <a:extLst xmlns:a="http://schemas.openxmlformats.org/drawingml/2006/main">
              <a:ext uri="{FF2B5EF4-FFF2-40B4-BE49-F238E27FC236}">
                <a16:creationId xmlns:a16="http://schemas.microsoft.com/office/drawing/2014/main" id="{43A82749-350C-4C2A-8704-4CE2B3DE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07-线-0128">
            <a:extLst xmlns:a="http://schemas.openxmlformats.org/drawingml/2006/main">
              <a:ext uri="{FF2B5EF4-FFF2-40B4-BE49-F238E27FC236}">
                <a16:creationId xmlns:a16="http://schemas.microsoft.com/office/drawing/2014/main" id="{18F91F28-2104-4084-B394-102723BD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07-线-0129">
            <a:extLst xmlns:a="http://schemas.openxmlformats.org/drawingml/2006/main">
              <a:ext uri="{FF2B5EF4-FFF2-40B4-BE49-F238E27FC236}">
                <a16:creationId xmlns:a16="http://schemas.microsoft.com/office/drawing/2014/main" id="{7FEAA055-1927-4358-90C3-7389788D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0" name="p07-线-0130">
            <a:extLst xmlns:a="http://schemas.openxmlformats.org/drawingml/2006/main">
              <a:ext uri="{FF2B5EF4-FFF2-40B4-BE49-F238E27FC236}">
                <a16:creationId xmlns:a16="http://schemas.microsoft.com/office/drawing/2014/main" id="{AD76FE1E-3EFD-445B-AA34-C327F85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07-线-0131">
            <a:extLst xmlns:a="http://schemas.openxmlformats.org/drawingml/2006/main">
              <a:ext uri="{FF2B5EF4-FFF2-40B4-BE49-F238E27FC236}">
                <a16:creationId xmlns:a16="http://schemas.microsoft.com/office/drawing/2014/main" id="{5BC0CC55-E2B5-4718-B245-2E1C226A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07-线-0132">
            <a:extLst xmlns:a="http://schemas.openxmlformats.org/drawingml/2006/main">
              <a:ext uri="{FF2B5EF4-FFF2-40B4-BE49-F238E27FC236}">
                <a16:creationId xmlns:a16="http://schemas.microsoft.com/office/drawing/2014/main" id="{36DFF0FE-2DA4-4D7D-901B-9C4176FC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3" name="p07-线-0133">
            <a:extLst xmlns:a="http://schemas.openxmlformats.org/drawingml/2006/main">
              <a:ext uri="{FF2B5EF4-FFF2-40B4-BE49-F238E27FC236}">
                <a16:creationId xmlns:a16="http://schemas.microsoft.com/office/drawing/2014/main" id="{481967FD-1CA9-44F0-BF4A-B7221491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93370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07-线-0134">
            <a:extLst xmlns:a="http://schemas.openxmlformats.org/drawingml/2006/main">
              <a:ext uri="{FF2B5EF4-FFF2-40B4-BE49-F238E27FC236}">
                <a16:creationId xmlns:a16="http://schemas.microsoft.com/office/drawing/2014/main" id="{8B5A9C43-1A4C-4D83-9C94-20ED2633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07-线-0135">
            <a:extLst xmlns:a="http://schemas.openxmlformats.org/drawingml/2006/main">
              <a:ext uri="{FF2B5EF4-FFF2-40B4-BE49-F238E27FC236}">
                <a16:creationId xmlns:a16="http://schemas.microsoft.com/office/drawing/2014/main" id="{1D4F1D48-FB42-4676-A1FB-463A862A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293370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6" name="p07-线-0136">
            <a:extLst xmlns:a="http://schemas.openxmlformats.org/drawingml/2006/main">
              <a:ext uri="{FF2B5EF4-FFF2-40B4-BE49-F238E27FC236}">
                <a16:creationId xmlns:a16="http://schemas.microsoft.com/office/drawing/2014/main" id="{DC86DB3F-E970-4163-8C58-B8B0DBB6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93370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07-线-0137">
            <a:extLst xmlns:a="http://schemas.openxmlformats.org/drawingml/2006/main">
              <a:ext uri="{FF2B5EF4-FFF2-40B4-BE49-F238E27FC236}">
                <a16:creationId xmlns:a16="http://schemas.microsoft.com/office/drawing/2014/main" id="{28F46A54-3046-49C7-98DC-28D80E8D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07-线-0138">
            <a:extLst xmlns:a="http://schemas.openxmlformats.org/drawingml/2006/main">
              <a:ext uri="{FF2B5EF4-FFF2-40B4-BE49-F238E27FC236}">
                <a16:creationId xmlns:a16="http://schemas.microsoft.com/office/drawing/2014/main" id="{C702D020-A7B2-49E3-8D6D-8910CF63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7-线-0139">
            <a:extLst xmlns:a="http://schemas.openxmlformats.org/drawingml/2006/main">
              <a:ext uri="{FF2B5EF4-FFF2-40B4-BE49-F238E27FC236}">
                <a16:creationId xmlns:a16="http://schemas.microsoft.com/office/drawing/2014/main" id="{697DE98C-01D4-4A6C-9038-486AC0C5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0" name="p07-线-0140">
            <a:extLst xmlns:a="http://schemas.openxmlformats.org/drawingml/2006/main">
              <a:ext uri="{FF2B5EF4-FFF2-40B4-BE49-F238E27FC236}">
                <a16:creationId xmlns:a16="http://schemas.microsoft.com/office/drawing/2014/main" id="{19649CD7-CC11-4C75-B202-4C4D3549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07-线-0141">
            <a:extLst xmlns:a="http://schemas.openxmlformats.org/drawingml/2006/main">
              <a:ext uri="{FF2B5EF4-FFF2-40B4-BE49-F238E27FC236}">
                <a16:creationId xmlns:a16="http://schemas.microsoft.com/office/drawing/2014/main" id="{20367115-9FF3-4154-8846-E30E48D0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7-线-0142">
            <a:extLst xmlns:a="http://schemas.openxmlformats.org/drawingml/2006/main">
              <a:ext uri="{FF2B5EF4-FFF2-40B4-BE49-F238E27FC236}">
                <a16:creationId xmlns:a16="http://schemas.microsoft.com/office/drawing/2014/main" id="{F925F1EA-EA97-4BE5-906B-BB13805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3" name="p07-线-0143">
            <a:extLst xmlns:a="http://schemas.openxmlformats.org/drawingml/2006/main">
              <a:ext uri="{FF2B5EF4-FFF2-40B4-BE49-F238E27FC236}">
                <a16:creationId xmlns:a16="http://schemas.microsoft.com/office/drawing/2014/main" id="{B0B67087-A9F5-4F2C-ACEE-C9345EF3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07-线-0144">
            <a:extLst xmlns:a="http://schemas.openxmlformats.org/drawingml/2006/main">
              <a:ext uri="{FF2B5EF4-FFF2-40B4-BE49-F238E27FC236}">
                <a16:creationId xmlns:a16="http://schemas.microsoft.com/office/drawing/2014/main" id="{80D1E9CE-3F84-4950-99E6-268502E8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7-线-0145">
            <a:extLst xmlns:a="http://schemas.openxmlformats.org/drawingml/2006/main">
              <a:ext uri="{FF2B5EF4-FFF2-40B4-BE49-F238E27FC236}">
                <a16:creationId xmlns:a16="http://schemas.microsoft.com/office/drawing/2014/main" id="{0E91E68B-4C94-43FE-BF23-729DFEAD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6" name="p07-线-0146">
            <a:extLst xmlns:a="http://schemas.openxmlformats.org/drawingml/2006/main">
              <a:ext uri="{FF2B5EF4-FFF2-40B4-BE49-F238E27FC236}">
                <a16:creationId xmlns:a16="http://schemas.microsoft.com/office/drawing/2014/main" id="{A0A6F416-117F-48CF-9AF2-1F5A13EF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07-线-0147">
            <a:extLst xmlns:a="http://schemas.openxmlformats.org/drawingml/2006/main">
              <a:ext uri="{FF2B5EF4-FFF2-40B4-BE49-F238E27FC236}">
                <a16:creationId xmlns:a16="http://schemas.microsoft.com/office/drawing/2014/main" id="{258A7484-2BC0-4BAC-99E3-A9DA5853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07-线-0148">
            <a:extLst xmlns:a="http://schemas.openxmlformats.org/drawingml/2006/main">
              <a:ext uri="{FF2B5EF4-FFF2-40B4-BE49-F238E27FC236}">
                <a16:creationId xmlns:a16="http://schemas.microsoft.com/office/drawing/2014/main" id="{8EF1BE79-18F0-4DF7-B265-A119E14A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9" name="p07-线-0149">
            <a:extLst xmlns:a="http://schemas.openxmlformats.org/drawingml/2006/main">
              <a:ext uri="{FF2B5EF4-FFF2-40B4-BE49-F238E27FC236}">
                <a16:creationId xmlns:a16="http://schemas.microsoft.com/office/drawing/2014/main" id="{148EC972-22A0-45E4-9D04-EDA8EEDC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07-线-0150">
            <a:extLst xmlns:a="http://schemas.openxmlformats.org/drawingml/2006/main">
              <a:ext uri="{FF2B5EF4-FFF2-40B4-BE49-F238E27FC236}">
                <a16:creationId xmlns:a16="http://schemas.microsoft.com/office/drawing/2014/main" id="{FA7451C1-0224-4CB7-B7DE-0AE3BAB1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07-线-0151">
            <a:extLst xmlns:a="http://schemas.openxmlformats.org/drawingml/2006/main">
              <a:ext uri="{FF2B5EF4-FFF2-40B4-BE49-F238E27FC236}">
                <a16:creationId xmlns:a16="http://schemas.microsoft.com/office/drawing/2014/main" id="{21F75DE3-7B1E-48AE-9E6B-B933BC71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2" name="p07-线-0152">
            <a:extLst xmlns:a="http://schemas.openxmlformats.org/drawingml/2006/main">
              <a:ext uri="{FF2B5EF4-FFF2-40B4-BE49-F238E27FC236}">
                <a16:creationId xmlns:a16="http://schemas.microsoft.com/office/drawing/2014/main" id="{738EA529-8A54-4F8D-B5B5-83FA40E2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07-线-0153">
            <a:extLst xmlns:a="http://schemas.openxmlformats.org/drawingml/2006/main">
              <a:ext uri="{FF2B5EF4-FFF2-40B4-BE49-F238E27FC236}">
                <a16:creationId xmlns:a16="http://schemas.microsoft.com/office/drawing/2014/main" id="{EFDCCB7D-C6DC-4E5D-B02C-7EE43DF1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07-线-0154">
            <a:extLst xmlns:a="http://schemas.openxmlformats.org/drawingml/2006/main">
              <a:ext uri="{FF2B5EF4-FFF2-40B4-BE49-F238E27FC236}">
                <a16:creationId xmlns:a16="http://schemas.microsoft.com/office/drawing/2014/main" id="{E18AF52A-E3FE-471C-B724-C971D8F6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5" name="p07-线-0155">
            <a:extLst xmlns:a="http://schemas.openxmlformats.org/drawingml/2006/main">
              <a:ext uri="{FF2B5EF4-FFF2-40B4-BE49-F238E27FC236}">
                <a16:creationId xmlns:a16="http://schemas.microsoft.com/office/drawing/2014/main" id="{959D4D77-BA1D-4DAC-B153-D76D184D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07-线-0156">
            <a:extLst xmlns:a="http://schemas.openxmlformats.org/drawingml/2006/main">
              <a:ext uri="{FF2B5EF4-FFF2-40B4-BE49-F238E27FC236}">
                <a16:creationId xmlns:a16="http://schemas.microsoft.com/office/drawing/2014/main" id="{00E95ACC-EE66-4399-AE26-E7EA11D3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07-线-0157">
            <a:extLst xmlns:a="http://schemas.openxmlformats.org/drawingml/2006/main">
              <a:ext uri="{FF2B5EF4-FFF2-40B4-BE49-F238E27FC236}">
                <a16:creationId xmlns:a16="http://schemas.microsoft.com/office/drawing/2014/main" id="{893227B6-F202-4B49-899C-E09C4A65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8" name="p07-线-0158">
            <a:extLst xmlns:a="http://schemas.openxmlformats.org/drawingml/2006/main">
              <a:ext uri="{FF2B5EF4-FFF2-40B4-BE49-F238E27FC236}">
                <a16:creationId xmlns:a16="http://schemas.microsoft.com/office/drawing/2014/main" id="{1F881243-1838-4FB2-9585-F1B98C75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07-线-0159">
            <a:extLst xmlns:a="http://schemas.openxmlformats.org/drawingml/2006/main">
              <a:ext uri="{FF2B5EF4-FFF2-40B4-BE49-F238E27FC236}">
                <a16:creationId xmlns:a16="http://schemas.microsoft.com/office/drawing/2014/main" id="{86A98040-5947-4FEB-9C2A-4467D2DA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07-线-0160">
            <a:extLst xmlns:a="http://schemas.openxmlformats.org/drawingml/2006/main">
              <a:ext uri="{FF2B5EF4-FFF2-40B4-BE49-F238E27FC236}">
                <a16:creationId xmlns:a16="http://schemas.microsoft.com/office/drawing/2014/main" id="{70F33EF5-16C1-4A4A-8561-021F2AC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1" name="p07-线-0161">
            <a:extLst xmlns:a="http://schemas.openxmlformats.org/drawingml/2006/main">
              <a:ext uri="{FF2B5EF4-FFF2-40B4-BE49-F238E27FC236}">
                <a16:creationId xmlns:a16="http://schemas.microsoft.com/office/drawing/2014/main" id="{4268A3F1-FF44-40E6-8E80-3831B8D0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07-线-0162">
            <a:extLst xmlns:a="http://schemas.openxmlformats.org/drawingml/2006/main">
              <a:ext uri="{FF2B5EF4-FFF2-40B4-BE49-F238E27FC236}">
                <a16:creationId xmlns:a16="http://schemas.microsoft.com/office/drawing/2014/main" id="{24502451-34EB-4AC8-ABEB-726E7236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07-线-0163">
            <a:extLst xmlns:a="http://schemas.openxmlformats.org/drawingml/2006/main">
              <a:ext uri="{FF2B5EF4-FFF2-40B4-BE49-F238E27FC236}">
                <a16:creationId xmlns:a16="http://schemas.microsoft.com/office/drawing/2014/main" id="{5B6A0025-2E72-4708-90FE-A14CDBCB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4" name="p07-线-0164">
            <a:extLst xmlns:a="http://schemas.openxmlformats.org/drawingml/2006/main">
              <a:ext uri="{FF2B5EF4-FFF2-40B4-BE49-F238E27FC236}">
                <a16:creationId xmlns:a16="http://schemas.microsoft.com/office/drawing/2014/main" id="{14DCC5AE-E701-44FA-94B4-1B90154C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12737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07-线-0165">
            <a:extLst xmlns:a="http://schemas.openxmlformats.org/drawingml/2006/main">
              <a:ext uri="{FF2B5EF4-FFF2-40B4-BE49-F238E27FC236}">
                <a16:creationId xmlns:a16="http://schemas.microsoft.com/office/drawing/2014/main" id="{09196446-EF15-485A-B514-91BF6940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07-线-0166">
            <a:extLst xmlns:a="http://schemas.openxmlformats.org/drawingml/2006/main">
              <a:ext uri="{FF2B5EF4-FFF2-40B4-BE49-F238E27FC236}">
                <a16:creationId xmlns:a16="http://schemas.microsoft.com/office/drawing/2014/main" id="{B6BA51C3-4FFD-4C9D-B2E2-96556409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127375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7" name="p07-线-0167">
            <a:extLst xmlns:a="http://schemas.openxmlformats.org/drawingml/2006/main">
              <a:ext uri="{FF2B5EF4-FFF2-40B4-BE49-F238E27FC236}">
                <a16:creationId xmlns:a16="http://schemas.microsoft.com/office/drawing/2014/main" id="{FBF280CE-2718-4429-A63E-399B2E48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27375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07-线-0168">
            <a:extLst xmlns:a="http://schemas.openxmlformats.org/drawingml/2006/main">
              <a:ext uri="{FF2B5EF4-FFF2-40B4-BE49-F238E27FC236}">
                <a16:creationId xmlns:a16="http://schemas.microsoft.com/office/drawing/2014/main" id="{B40633EE-5509-48CD-8914-EFDF8948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07-线-0169">
            <a:extLst xmlns:a="http://schemas.openxmlformats.org/drawingml/2006/main">
              <a:ext uri="{FF2B5EF4-FFF2-40B4-BE49-F238E27FC236}">
                <a16:creationId xmlns:a16="http://schemas.microsoft.com/office/drawing/2014/main" id="{7F2A5467-51A9-4F5E-B386-8F06F9A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7-线-0170">
            <a:extLst xmlns:a="http://schemas.openxmlformats.org/drawingml/2006/main">
              <a:ext uri="{FF2B5EF4-FFF2-40B4-BE49-F238E27FC236}">
                <a16:creationId xmlns:a16="http://schemas.microsoft.com/office/drawing/2014/main" id="{6E9C26EF-E180-43D3-8D86-C2991C34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1" name="p07-线-0171">
            <a:extLst xmlns:a="http://schemas.openxmlformats.org/drawingml/2006/main">
              <a:ext uri="{FF2B5EF4-FFF2-40B4-BE49-F238E27FC236}">
                <a16:creationId xmlns:a16="http://schemas.microsoft.com/office/drawing/2014/main" id="{CBC48F97-74DE-4D45-AF11-8D4569E7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07-线-0172">
            <a:extLst xmlns:a="http://schemas.openxmlformats.org/drawingml/2006/main">
              <a:ext uri="{FF2B5EF4-FFF2-40B4-BE49-F238E27FC236}">
                <a16:creationId xmlns:a16="http://schemas.microsoft.com/office/drawing/2014/main" id="{321F656E-AA71-4BE7-910F-85D12031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7-线-0173">
            <a:extLst xmlns:a="http://schemas.openxmlformats.org/drawingml/2006/main">
              <a:ext uri="{FF2B5EF4-FFF2-40B4-BE49-F238E27FC236}">
                <a16:creationId xmlns:a16="http://schemas.microsoft.com/office/drawing/2014/main" id="{7BBA7952-9771-47B9-824B-9EDB2FDC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4" name="p07-线-0174">
            <a:extLst xmlns:a="http://schemas.openxmlformats.org/drawingml/2006/main">
              <a:ext uri="{FF2B5EF4-FFF2-40B4-BE49-F238E27FC236}">
                <a16:creationId xmlns:a16="http://schemas.microsoft.com/office/drawing/2014/main" id="{88918A72-7683-4285-90D8-1615502F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07-线-0175">
            <a:extLst xmlns:a="http://schemas.openxmlformats.org/drawingml/2006/main">
              <a:ext uri="{FF2B5EF4-FFF2-40B4-BE49-F238E27FC236}">
                <a16:creationId xmlns:a16="http://schemas.microsoft.com/office/drawing/2014/main" id="{63183ED9-A42C-4982-8500-2846270A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7-线-0176">
            <a:extLst xmlns:a="http://schemas.openxmlformats.org/drawingml/2006/main">
              <a:ext uri="{FF2B5EF4-FFF2-40B4-BE49-F238E27FC236}">
                <a16:creationId xmlns:a16="http://schemas.microsoft.com/office/drawing/2014/main" id="{C7350F07-A330-4CB9-9B6F-A7221262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7" name="p07-线-0177">
            <a:extLst xmlns:a="http://schemas.openxmlformats.org/drawingml/2006/main">
              <a:ext uri="{FF2B5EF4-FFF2-40B4-BE49-F238E27FC236}">
                <a16:creationId xmlns:a16="http://schemas.microsoft.com/office/drawing/2014/main" id="{F1A106DC-76DD-4313-9E13-6A0C800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07-线-0178">
            <a:extLst xmlns:a="http://schemas.openxmlformats.org/drawingml/2006/main">
              <a:ext uri="{FF2B5EF4-FFF2-40B4-BE49-F238E27FC236}">
                <a16:creationId xmlns:a16="http://schemas.microsoft.com/office/drawing/2014/main" id="{014E4E20-2880-4B99-9F75-4995920B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07-线-0179">
            <a:extLst xmlns:a="http://schemas.openxmlformats.org/drawingml/2006/main">
              <a:ext uri="{FF2B5EF4-FFF2-40B4-BE49-F238E27FC236}">
                <a16:creationId xmlns:a16="http://schemas.microsoft.com/office/drawing/2014/main" id="{DAB9C3E4-4AE5-4634-9A0E-43661EE5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0" name="p07-线-0180">
            <a:extLst xmlns:a="http://schemas.openxmlformats.org/drawingml/2006/main">
              <a:ext uri="{FF2B5EF4-FFF2-40B4-BE49-F238E27FC236}">
                <a16:creationId xmlns:a16="http://schemas.microsoft.com/office/drawing/2014/main" id="{7129921E-D414-472A-BB5C-82104D5A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07-线-0181">
            <a:extLst xmlns:a="http://schemas.openxmlformats.org/drawingml/2006/main">
              <a:ext uri="{FF2B5EF4-FFF2-40B4-BE49-F238E27FC236}">
                <a16:creationId xmlns:a16="http://schemas.microsoft.com/office/drawing/2014/main" id="{DC0B7638-4526-4BF5-A325-084084ED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07-线-0182">
            <a:extLst xmlns:a="http://schemas.openxmlformats.org/drawingml/2006/main">
              <a:ext uri="{FF2B5EF4-FFF2-40B4-BE49-F238E27FC236}">
                <a16:creationId xmlns:a16="http://schemas.microsoft.com/office/drawing/2014/main" id="{52798934-E107-41BF-8F28-4B396708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3" name="p07-线-0183">
            <a:extLst xmlns:a="http://schemas.openxmlformats.org/drawingml/2006/main">
              <a:ext uri="{FF2B5EF4-FFF2-40B4-BE49-F238E27FC236}">
                <a16:creationId xmlns:a16="http://schemas.microsoft.com/office/drawing/2014/main" id="{8E5EA10F-5002-41D6-BCA5-16A7F3D3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07-线-0184">
            <a:extLst xmlns:a="http://schemas.openxmlformats.org/drawingml/2006/main">
              <a:ext uri="{FF2B5EF4-FFF2-40B4-BE49-F238E27FC236}">
                <a16:creationId xmlns:a16="http://schemas.microsoft.com/office/drawing/2014/main" id="{F314D620-38DA-46B1-9F4F-B2730B76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07-线-0185">
            <a:extLst xmlns:a="http://schemas.openxmlformats.org/drawingml/2006/main">
              <a:ext uri="{FF2B5EF4-FFF2-40B4-BE49-F238E27FC236}">
                <a16:creationId xmlns:a16="http://schemas.microsoft.com/office/drawing/2014/main" id="{48B147CB-3C5B-4AC4-8616-D3A63DAA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6" name="p07-线-0186">
            <a:extLst xmlns:a="http://schemas.openxmlformats.org/drawingml/2006/main">
              <a:ext uri="{FF2B5EF4-FFF2-40B4-BE49-F238E27FC236}">
                <a16:creationId xmlns:a16="http://schemas.microsoft.com/office/drawing/2014/main" id="{FF00F207-5648-4087-8E6A-9FB96610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07-线-0187">
            <a:extLst xmlns:a="http://schemas.openxmlformats.org/drawingml/2006/main">
              <a:ext uri="{FF2B5EF4-FFF2-40B4-BE49-F238E27FC236}">
                <a16:creationId xmlns:a16="http://schemas.microsoft.com/office/drawing/2014/main" id="{1EFCF7F7-09C4-4BE7-9FE9-7210FA21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07-线-0188">
            <a:extLst xmlns:a="http://schemas.openxmlformats.org/drawingml/2006/main">
              <a:ext uri="{FF2B5EF4-FFF2-40B4-BE49-F238E27FC236}">
                <a16:creationId xmlns:a16="http://schemas.microsoft.com/office/drawing/2014/main" id="{2AC75817-28C9-478B-AA8F-BDCCFB8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9" name="p07-线-0189">
            <a:extLst xmlns:a="http://schemas.openxmlformats.org/drawingml/2006/main">
              <a:ext uri="{FF2B5EF4-FFF2-40B4-BE49-F238E27FC236}">
                <a16:creationId xmlns:a16="http://schemas.microsoft.com/office/drawing/2014/main" id="{6797957C-77A5-4B00-92DC-0060054D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07-线-0190">
            <a:extLst xmlns:a="http://schemas.openxmlformats.org/drawingml/2006/main">
              <a:ext uri="{FF2B5EF4-FFF2-40B4-BE49-F238E27FC236}">
                <a16:creationId xmlns:a16="http://schemas.microsoft.com/office/drawing/2014/main" id="{7DC9DF39-776B-4BD6-A7F5-0DB35ED6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07-线-0191">
            <a:extLst xmlns:a="http://schemas.openxmlformats.org/drawingml/2006/main">
              <a:ext uri="{FF2B5EF4-FFF2-40B4-BE49-F238E27FC236}">
                <a16:creationId xmlns:a16="http://schemas.microsoft.com/office/drawing/2014/main" id="{1A6CFE0E-D94E-47E5-BF32-C312121D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2" name="p07-线-0192">
            <a:extLst xmlns:a="http://schemas.openxmlformats.org/drawingml/2006/main">
              <a:ext uri="{FF2B5EF4-FFF2-40B4-BE49-F238E27FC236}">
                <a16:creationId xmlns:a16="http://schemas.microsoft.com/office/drawing/2014/main" id="{6D8E44B7-81E5-41E7-A42F-885B06C5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07-线-0193">
            <a:extLst xmlns:a="http://schemas.openxmlformats.org/drawingml/2006/main">
              <a:ext uri="{FF2B5EF4-FFF2-40B4-BE49-F238E27FC236}">
                <a16:creationId xmlns:a16="http://schemas.microsoft.com/office/drawing/2014/main" id="{219C9FFE-B15F-4DE9-A1A1-A10EE446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07-线-0194">
            <a:extLst xmlns:a="http://schemas.openxmlformats.org/drawingml/2006/main">
              <a:ext uri="{FF2B5EF4-FFF2-40B4-BE49-F238E27FC236}">
                <a16:creationId xmlns:a16="http://schemas.microsoft.com/office/drawing/2014/main" id="{181F791B-063B-4EC8-998F-2FD3D5B2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5" name="p07-线-0195">
            <a:extLst xmlns:a="http://schemas.openxmlformats.org/drawingml/2006/main">
              <a:ext uri="{FF2B5EF4-FFF2-40B4-BE49-F238E27FC236}">
                <a16:creationId xmlns:a16="http://schemas.microsoft.com/office/drawing/2014/main" id="{C9DAD9F0-E35D-40BD-BEE2-1E1086B0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321050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07-线-0196">
            <a:extLst xmlns:a="http://schemas.openxmlformats.org/drawingml/2006/main">
              <a:ext uri="{FF2B5EF4-FFF2-40B4-BE49-F238E27FC236}">
                <a16:creationId xmlns:a16="http://schemas.microsoft.com/office/drawing/2014/main" id="{F7B45F60-7474-4D77-9E3B-6296D111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07-线-0197">
            <a:extLst xmlns:a="http://schemas.openxmlformats.org/drawingml/2006/main">
              <a:ext uri="{FF2B5EF4-FFF2-40B4-BE49-F238E27FC236}">
                <a16:creationId xmlns:a16="http://schemas.microsoft.com/office/drawing/2014/main" id="{1BE3C950-4FB2-43DB-BB2E-39A472DE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321050"/>
            <a:ext cx="207645" cy="193675"/>
          </a:xfrm>
          <a:custGeom xmlns:a="http://schemas.openxmlformats.org/drawingml/2006/main">
            <a:pathLst>
              <a:path w="207645" h="193675">
                <a:moveTo>
                  <a:pt x="0" y="0"/>
                </a:moveTo>
                <a:lnTo>
                  <a:pt x="207645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8" name="p07-线-0198">
            <a:extLst xmlns:a="http://schemas.openxmlformats.org/drawingml/2006/main">
              <a:ext uri="{FF2B5EF4-FFF2-40B4-BE49-F238E27FC236}">
                <a16:creationId xmlns:a16="http://schemas.microsoft.com/office/drawing/2014/main" id="{F755ED1C-AA79-4D61-8907-4E770B3B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21050"/>
            <a:ext cx="95" cy="193675"/>
          </a:xfrm>
          <a:custGeom xmlns:a="http://schemas.openxmlformats.org/drawingml/2006/main">
            <a:pathLst>
              <a:path w="95" h="193675">
                <a:moveTo>
                  <a:pt x="0" y="0"/>
                </a:moveTo>
                <a:lnTo>
                  <a:pt x="0" y="1936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07-线-0199">
            <a:extLst xmlns:a="http://schemas.openxmlformats.org/drawingml/2006/main">
              <a:ext uri="{FF2B5EF4-FFF2-40B4-BE49-F238E27FC236}">
                <a16:creationId xmlns:a16="http://schemas.microsoft.com/office/drawing/2014/main" id="{2A71C3FC-DAD0-4E6E-BDBA-87480B3F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07-线-0200">
            <a:extLst xmlns:a="http://schemas.openxmlformats.org/drawingml/2006/main">
              <a:ext uri="{FF2B5EF4-FFF2-40B4-BE49-F238E27FC236}">
                <a16:creationId xmlns:a16="http://schemas.microsoft.com/office/drawing/2014/main" id="{A211FF1E-CD87-4C79-A6DD-463D44BD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7-线-0201">
            <a:extLst xmlns:a="http://schemas.openxmlformats.org/drawingml/2006/main">
              <a:ext uri="{FF2B5EF4-FFF2-40B4-BE49-F238E27FC236}">
                <a16:creationId xmlns:a16="http://schemas.microsoft.com/office/drawing/2014/main" id="{70CAAA12-A132-4C4A-9BBF-3AFA40E7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07-线-0202">
            <a:extLst xmlns:a="http://schemas.openxmlformats.org/drawingml/2006/main">
              <a:ext uri="{FF2B5EF4-FFF2-40B4-BE49-F238E27FC236}">
                <a16:creationId xmlns:a16="http://schemas.microsoft.com/office/drawing/2014/main" id="{9F21853A-214F-4986-833A-9CC4893A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07-线-0203">
            <a:extLst xmlns:a="http://schemas.openxmlformats.org/drawingml/2006/main">
              <a:ext uri="{FF2B5EF4-FFF2-40B4-BE49-F238E27FC236}">
                <a16:creationId xmlns:a16="http://schemas.microsoft.com/office/drawing/2014/main" id="{5B73A7F8-2AB3-4547-9730-D1648BFE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07-线-0204">
            <a:extLst xmlns:a="http://schemas.openxmlformats.org/drawingml/2006/main">
              <a:ext uri="{FF2B5EF4-FFF2-40B4-BE49-F238E27FC236}">
                <a16:creationId xmlns:a16="http://schemas.microsoft.com/office/drawing/2014/main" id="{4BAF7FC4-2ECF-480A-928B-C8CF850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07-线-0205">
            <a:extLst xmlns:a="http://schemas.openxmlformats.org/drawingml/2006/main">
              <a:ext uri="{FF2B5EF4-FFF2-40B4-BE49-F238E27FC236}">
                <a16:creationId xmlns:a16="http://schemas.microsoft.com/office/drawing/2014/main" id="{728A7DCB-FFCC-4383-B79F-4F461ACB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07-线-0206">
            <a:extLst xmlns:a="http://schemas.openxmlformats.org/drawingml/2006/main">
              <a:ext uri="{FF2B5EF4-FFF2-40B4-BE49-F238E27FC236}">
                <a16:creationId xmlns:a16="http://schemas.microsoft.com/office/drawing/2014/main" id="{C1005F16-3689-46E0-9697-0C820D6A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015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07-线-0207">
            <a:extLst xmlns:a="http://schemas.openxmlformats.org/drawingml/2006/main">
              <a:ext uri="{FF2B5EF4-FFF2-40B4-BE49-F238E27FC236}">
                <a16:creationId xmlns:a16="http://schemas.microsoft.com/office/drawing/2014/main" id="{5C593C68-59B9-4A1A-B9BA-52E7F7E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2660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07-线-0208">
            <a:extLst xmlns:a="http://schemas.openxmlformats.org/drawingml/2006/main">
              <a:ext uri="{FF2B5EF4-FFF2-40B4-BE49-F238E27FC236}">
                <a16:creationId xmlns:a16="http://schemas.microsoft.com/office/drawing/2014/main" id="{4D082CD9-2C86-4703-B01A-DA9662ED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05" y="3514725"/>
            <a:ext cx="207645" cy="95"/>
          </a:xfrm>
          <a:custGeom xmlns:a="http://schemas.openxmlformats.org/drawingml/2006/main">
            <a:pathLst>
              <a:path w="207645" h="95">
                <a:moveTo>
                  <a:pt x="0" y="0"/>
                </a:moveTo>
                <a:lnTo>
                  <a:pt x="20764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07-椭圆-0209">
            <a:extLst xmlns:a="http://schemas.openxmlformats.org/drawingml/2006/main">
              <a:ext uri="{FF2B5EF4-FFF2-40B4-BE49-F238E27FC236}">
                <a16:creationId xmlns:a16="http://schemas.microsoft.com/office/drawing/2014/main" id="{DD66F873-35E9-4D7E-983A-3BBB3B18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94" y="2654704"/>
            <a:ext cx="213302" cy="170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0" name="p07-椭圆-0210">
            <a:extLst xmlns:a="http://schemas.openxmlformats.org/drawingml/2006/main">
              <a:ext uri="{FF2B5EF4-FFF2-40B4-BE49-F238E27FC236}">
                <a16:creationId xmlns:a16="http://schemas.microsoft.com/office/drawing/2014/main" id="{2B6B1C73-BBF8-4BB9-8F93-153AB4C7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891" y="2667590"/>
            <a:ext cx="181088" cy="1448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1" name="p07-椭圆-0211">
            <a:extLst xmlns:a="http://schemas.openxmlformats.org/drawingml/2006/main">
              <a:ext uri="{FF2B5EF4-FFF2-40B4-BE49-F238E27FC236}">
                <a16:creationId xmlns:a16="http://schemas.microsoft.com/office/drawing/2014/main" id="{A0098BD4-C08F-408D-B98F-E3B5C661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521" y="2648662"/>
            <a:ext cx="228408" cy="182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2" name="p07-椭圆-0212">
            <a:extLst xmlns:a="http://schemas.openxmlformats.org/drawingml/2006/main">
              <a:ext uri="{FF2B5EF4-FFF2-40B4-BE49-F238E27FC236}">
                <a16:creationId xmlns:a16="http://schemas.microsoft.com/office/drawing/2014/main" id="{5609DD2B-ABEF-49EB-B848-080445D7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396" y="2651530"/>
            <a:ext cx="221237" cy="1769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3" name="p07-椭圆-0213">
            <a:extLst xmlns:a="http://schemas.openxmlformats.org/drawingml/2006/main">
              <a:ext uri="{FF2B5EF4-FFF2-40B4-BE49-F238E27FC236}">
                <a16:creationId xmlns:a16="http://schemas.microsoft.com/office/drawing/2014/main" id="{059B48BB-51BC-4F17-968E-60EA65CC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362" y="2668071"/>
            <a:ext cx="179886" cy="14390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4" name="p07-椭圆-0214">
            <a:extLst xmlns:a="http://schemas.openxmlformats.org/drawingml/2006/main">
              <a:ext uri="{FF2B5EF4-FFF2-40B4-BE49-F238E27FC236}">
                <a16:creationId xmlns:a16="http://schemas.microsoft.com/office/drawing/2014/main" id="{5B5E0BCA-7932-49D4-857E-BA8EA43D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01" y="3054940"/>
            <a:ext cx="181088" cy="1448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5" name="p07-椭圆-0215">
            <a:extLst xmlns:a="http://schemas.openxmlformats.org/drawingml/2006/main">
              <a:ext uri="{FF2B5EF4-FFF2-40B4-BE49-F238E27FC236}">
                <a16:creationId xmlns:a16="http://schemas.microsoft.com/office/drawing/2014/main" id="{11E86C07-B814-440D-AC03-29AF4A1F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1" y="3036012"/>
            <a:ext cx="228408" cy="182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6" name="p07-椭圆-0216">
            <a:extLst xmlns:a="http://schemas.openxmlformats.org/drawingml/2006/main">
              <a:ext uri="{FF2B5EF4-FFF2-40B4-BE49-F238E27FC236}">
                <a16:creationId xmlns:a16="http://schemas.microsoft.com/office/drawing/2014/main" id="{26597D42-C5E7-4593-A423-D3C82FE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106" y="3038880"/>
            <a:ext cx="221237" cy="1769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7" name="p07-椭圆-0217">
            <a:extLst xmlns:a="http://schemas.openxmlformats.org/drawingml/2006/main">
              <a:ext uri="{FF2B5EF4-FFF2-40B4-BE49-F238E27FC236}">
                <a16:creationId xmlns:a16="http://schemas.microsoft.com/office/drawing/2014/main" id="{C12B9A72-44CC-41B7-95DA-70621255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072" y="3055421"/>
            <a:ext cx="179886" cy="14390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8" name="p07-椭圆-0218">
            <a:extLst xmlns:a="http://schemas.openxmlformats.org/drawingml/2006/main">
              <a:ext uri="{FF2B5EF4-FFF2-40B4-BE49-F238E27FC236}">
                <a16:creationId xmlns:a16="http://schemas.microsoft.com/office/drawing/2014/main" id="{8A924B30-7EE2-49CB-A532-3CF91587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68" y="3038786"/>
            <a:ext cx="221473" cy="1771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9" name="p07-路径-0219">
            <a:extLst xmlns:a="http://schemas.openxmlformats.org/drawingml/2006/main">
              <a:ext uri="{FF2B5EF4-FFF2-40B4-BE49-F238E27FC236}">
                <a16:creationId xmlns:a16="http://schemas.microsoft.com/office/drawing/2014/main" id="{D4E98710-4095-4339-A6D8-F015F2C6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26250"/>
            <a:ext cx="1924050" cy="205135"/>
          </a:xfrm>
          <a:custGeom xmlns:a="http://schemas.openxmlformats.org/drawingml/2006/main">
            <a:pathLst>
              <a:path w="1924050" h="205135">
                <a:moveTo>
                  <a:pt x="0" y="84209"/>
                </a:moveTo>
                <a:lnTo>
                  <a:pt x="51776" y="56801"/>
                </a:lnTo>
                <a:lnTo>
                  <a:pt x="104560" y="35304"/>
                </a:lnTo>
                <a:lnTo>
                  <a:pt x="158305" y="19297"/>
                </a:lnTo>
                <a:lnTo>
                  <a:pt x="212964" y="8358"/>
                </a:lnTo>
                <a:lnTo>
                  <a:pt x="268490" y="2066"/>
                </a:lnTo>
                <a:lnTo>
                  <a:pt x="324836" y="0"/>
                </a:lnTo>
                <a:lnTo>
                  <a:pt x="381956" y="1738"/>
                </a:lnTo>
                <a:lnTo>
                  <a:pt x="439802" y="6860"/>
                </a:lnTo>
                <a:lnTo>
                  <a:pt x="498328" y="14943"/>
                </a:lnTo>
                <a:lnTo>
                  <a:pt x="557486" y="25567"/>
                </a:lnTo>
                <a:lnTo>
                  <a:pt x="677512" y="52752"/>
                </a:lnTo>
                <a:lnTo>
                  <a:pt x="799506" y="85043"/>
                </a:lnTo>
                <a:lnTo>
                  <a:pt x="923092" y="119070"/>
                </a:lnTo>
                <a:lnTo>
                  <a:pt x="1047894" y="151464"/>
                </a:lnTo>
                <a:lnTo>
                  <a:pt x="1110634" y="165994"/>
                </a:lnTo>
                <a:lnTo>
                  <a:pt x="1173538" y="178852"/>
                </a:lnTo>
                <a:lnTo>
                  <a:pt x="1236558" y="189617"/>
                </a:lnTo>
                <a:lnTo>
                  <a:pt x="1299647" y="197866"/>
                </a:lnTo>
                <a:lnTo>
                  <a:pt x="1362760" y="203179"/>
                </a:lnTo>
                <a:lnTo>
                  <a:pt x="1425848" y="205135"/>
                </a:lnTo>
                <a:lnTo>
                  <a:pt x="1488865" y="203311"/>
                </a:lnTo>
                <a:lnTo>
                  <a:pt x="1551764" y="197287"/>
                </a:lnTo>
                <a:lnTo>
                  <a:pt x="1614498" y="186642"/>
                </a:lnTo>
                <a:lnTo>
                  <a:pt x="1677019" y="170954"/>
                </a:lnTo>
                <a:lnTo>
                  <a:pt x="1739283" y="149802"/>
                </a:lnTo>
                <a:lnTo>
                  <a:pt x="1801240" y="122764"/>
                </a:lnTo>
                <a:lnTo>
                  <a:pt x="1862845" y="89420"/>
                </a:lnTo>
                <a:lnTo>
                  <a:pt x="1924050" y="49347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20" name="p07-路径-0220">
            <a:extLst xmlns:a="http://schemas.openxmlformats.org/drawingml/2006/main">
              <a:ext uri="{FF2B5EF4-FFF2-40B4-BE49-F238E27FC236}">
                <a16:creationId xmlns:a16="http://schemas.microsoft.com/office/drawing/2014/main" id="{6BF5D78B-8270-4E3F-B622-259962CD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20162"/>
            <a:ext cx="447675" cy="188976"/>
          </a:xfrm>
          <a:custGeom xmlns:a="http://schemas.openxmlformats.org/drawingml/2006/main">
            <a:pathLst>
              <a:path w="447675" h="188976">
                <a:moveTo>
                  <a:pt x="0" y="137351"/>
                </a:moveTo>
                <a:lnTo>
                  <a:pt x="295275" y="137351"/>
                </a:lnTo>
                <a:lnTo>
                  <a:pt x="295275" y="188976"/>
                </a:lnTo>
                <a:lnTo>
                  <a:pt x="447675" y="94488"/>
                </a:lnTo>
                <a:lnTo>
                  <a:pt x="295275" y="0"/>
                </a:lnTo>
                <a:lnTo>
                  <a:pt x="2952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1" name="p07-文本-0221">
            <a:extLst xmlns:a="http://schemas.openxmlformats.org/drawingml/2006/main">
              <a:ext uri="{FF2B5EF4-FFF2-40B4-BE49-F238E27FC236}">
                <a16:creationId xmlns:a16="http://schemas.microsoft.com/office/drawing/2014/main" id="{0A103AC5-0F4A-43D3-AB20-642BDAAA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124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选择可控制变量</a:t>
            </a:r>
          </a:p>
        </p:txBody>
      </p:sp>
      <p:sp>
        <p:nvSpPr>
          <p:cNvPr id="222" name="p07-文本-0222">
            <a:extLst xmlns:a="http://schemas.openxmlformats.org/drawingml/2006/main">
              <a:ext uri="{FF2B5EF4-FFF2-40B4-BE49-F238E27FC236}">
                <a16:creationId xmlns:a16="http://schemas.microsoft.com/office/drawing/2014/main" id="{BFA317EA-A5B7-4303-821C-F4C44B36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36327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保持其余条件一致</a:t>
            </a:r>
          </a:p>
        </p:txBody>
      </p:sp>
      <p:sp>
        <p:nvSpPr>
          <p:cNvPr id="223" name="p07-文本-0223">
            <a:extLst xmlns:a="http://schemas.openxmlformats.org/drawingml/2006/main">
              <a:ext uri="{FF2B5EF4-FFF2-40B4-BE49-F238E27FC236}">
                <a16:creationId xmlns:a16="http://schemas.microsoft.com/office/drawing/2014/main" id="{69224D91-1766-459F-9331-463B9BE5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601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记录样本与处理</a:t>
            </a:r>
          </a:p>
        </p:txBody>
      </p:sp>
      <p:sp>
        <p:nvSpPr>
          <p:cNvPr id="224" name="p07-路径-0224">
            <a:extLst xmlns:a="http://schemas.openxmlformats.org/drawingml/2006/main">
              <a:ext uri="{FF2B5EF4-FFF2-40B4-BE49-F238E27FC236}">
                <a16:creationId xmlns:a16="http://schemas.microsoft.com/office/drawing/2014/main" id="{7E69F11E-A09F-4008-B328-671CAE5D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0162"/>
            <a:ext cx="447675" cy="188976"/>
          </a:xfrm>
          <a:custGeom xmlns:a="http://schemas.openxmlformats.org/drawingml/2006/main">
            <a:pathLst>
              <a:path w="447675" h="188976">
                <a:moveTo>
                  <a:pt x="0" y="137351"/>
                </a:moveTo>
                <a:lnTo>
                  <a:pt x="295275" y="137351"/>
                </a:lnTo>
                <a:lnTo>
                  <a:pt x="295275" y="188976"/>
                </a:lnTo>
                <a:lnTo>
                  <a:pt x="447675" y="94488"/>
                </a:lnTo>
                <a:lnTo>
                  <a:pt x="295275" y="0"/>
                </a:lnTo>
                <a:lnTo>
                  <a:pt x="2952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5" name="p07-文本-0225">
            <a:extLst xmlns:a="http://schemas.openxmlformats.org/drawingml/2006/main">
              <a:ext uri="{FF2B5EF4-FFF2-40B4-BE49-F238E27FC236}">
                <a16:creationId xmlns:a16="http://schemas.microsoft.com/office/drawing/2014/main" id="{9C696AFB-0404-44D5-92E1-81719593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205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26" name="p07-线-0226">
            <a:extLst xmlns:a="http://schemas.openxmlformats.org/drawingml/2006/main">
              <a:ext uri="{FF2B5EF4-FFF2-40B4-BE49-F238E27FC236}">
                <a16:creationId xmlns:a16="http://schemas.microsoft.com/office/drawing/2014/main" id="{13458D7D-A49C-47EE-9F36-FDB3BEE4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14725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27" name="p07-线-0227">
            <a:extLst xmlns:a="http://schemas.openxmlformats.org/drawingml/2006/main">
              <a:ext uri="{FF2B5EF4-FFF2-40B4-BE49-F238E27FC236}">
                <a16:creationId xmlns:a16="http://schemas.microsoft.com/office/drawing/2014/main" id="{541133D4-65A7-4FF7-BA49-BCEC711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95" cy="847725"/>
          </a:xfrm>
          <a:custGeom xmlns:a="http://schemas.openxmlformats.org/drawingml/2006/main">
            <a:pathLst>
              <a:path w="95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28" name="p07-线-0228">
            <a:extLst xmlns:a="http://schemas.openxmlformats.org/drawingml/2006/main">
              <a:ext uri="{FF2B5EF4-FFF2-40B4-BE49-F238E27FC236}">
                <a16:creationId xmlns:a16="http://schemas.microsoft.com/office/drawing/2014/main" id="{598F2B55-BC8E-4454-B4DB-C9844DD2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78931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29" name="p07-线-0229">
            <a:extLst xmlns:a="http://schemas.openxmlformats.org/drawingml/2006/main">
              <a:ext uri="{FF2B5EF4-FFF2-40B4-BE49-F238E27FC236}">
                <a16:creationId xmlns:a16="http://schemas.microsoft.com/office/drawing/2014/main" id="{F52E697F-41AB-4F1B-BBCA-4329CBB5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90863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0" name="p07-线-0230">
            <a:extLst xmlns:a="http://schemas.openxmlformats.org/drawingml/2006/main">
              <a:ext uri="{FF2B5EF4-FFF2-40B4-BE49-F238E27FC236}">
                <a16:creationId xmlns:a16="http://schemas.microsoft.com/office/drawing/2014/main" id="{3CA78009-4E86-47A3-BFC0-EF472ED7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02794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1" name="p07-路径-0231">
            <a:extLst xmlns:a="http://schemas.openxmlformats.org/drawingml/2006/main">
              <a:ext uri="{FF2B5EF4-FFF2-40B4-BE49-F238E27FC236}">
                <a16:creationId xmlns:a16="http://schemas.microsoft.com/office/drawing/2014/main" id="{758922F4-97EA-4DB1-95E0-4D857D6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10828"/>
            <a:ext cx="2238375" cy="477202"/>
          </a:xfrm>
          <a:custGeom xmlns:a="http://schemas.openxmlformats.org/drawingml/2006/main">
            <a:pathLst>
              <a:path w="2238375" h="477202">
                <a:moveTo>
                  <a:pt x="0" y="0"/>
                </a:moveTo>
                <a:lnTo>
                  <a:pt x="74295" y="36195"/>
                </a:lnTo>
                <a:lnTo>
                  <a:pt x="149543" y="69532"/>
                </a:lnTo>
                <a:lnTo>
                  <a:pt x="223838" y="100013"/>
                </a:lnTo>
                <a:lnTo>
                  <a:pt x="298132" y="129540"/>
                </a:lnTo>
                <a:lnTo>
                  <a:pt x="373380" y="156210"/>
                </a:lnTo>
                <a:lnTo>
                  <a:pt x="447675" y="181927"/>
                </a:lnTo>
                <a:lnTo>
                  <a:pt x="521970" y="205740"/>
                </a:lnTo>
                <a:lnTo>
                  <a:pt x="597218" y="227647"/>
                </a:lnTo>
                <a:lnTo>
                  <a:pt x="671513" y="248602"/>
                </a:lnTo>
                <a:lnTo>
                  <a:pt x="745807" y="268605"/>
                </a:lnTo>
                <a:lnTo>
                  <a:pt x="821055" y="286702"/>
                </a:lnTo>
                <a:lnTo>
                  <a:pt x="895350" y="303847"/>
                </a:lnTo>
                <a:lnTo>
                  <a:pt x="969645" y="320040"/>
                </a:lnTo>
                <a:lnTo>
                  <a:pt x="1044893" y="334327"/>
                </a:lnTo>
                <a:lnTo>
                  <a:pt x="1119188" y="348615"/>
                </a:lnTo>
                <a:lnTo>
                  <a:pt x="1193482" y="361950"/>
                </a:lnTo>
                <a:lnTo>
                  <a:pt x="1268730" y="374332"/>
                </a:lnTo>
                <a:lnTo>
                  <a:pt x="1343025" y="385763"/>
                </a:lnTo>
                <a:lnTo>
                  <a:pt x="1417320" y="396240"/>
                </a:lnTo>
                <a:lnTo>
                  <a:pt x="1492568" y="405765"/>
                </a:lnTo>
                <a:lnTo>
                  <a:pt x="1566863" y="415290"/>
                </a:lnTo>
                <a:lnTo>
                  <a:pt x="1641157" y="423863"/>
                </a:lnTo>
                <a:lnTo>
                  <a:pt x="1716405" y="432435"/>
                </a:lnTo>
                <a:lnTo>
                  <a:pt x="1790700" y="440055"/>
                </a:lnTo>
                <a:lnTo>
                  <a:pt x="1864995" y="447675"/>
                </a:lnTo>
                <a:lnTo>
                  <a:pt x="1940243" y="454342"/>
                </a:lnTo>
                <a:lnTo>
                  <a:pt x="2014538" y="460057"/>
                </a:lnTo>
                <a:lnTo>
                  <a:pt x="2088832" y="465772"/>
                </a:lnTo>
                <a:lnTo>
                  <a:pt x="2164080" y="471488"/>
                </a:lnTo>
                <a:lnTo>
                  <a:pt x="2238375" y="47720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32" name="p07-椭圆-0232">
            <a:extLst xmlns:a="http://schemas.openxmlformats.org/drawingml/2006/main">
              <a:ext uri="{FF2B5EF4-FFF2-40B4-BE49-F238E27FC236}">
                <a16:creationId xmlns:a16="http://schemas.microsoft.com/office/drawing/2014/main" id="{716FE519-B259-40F2-A2D2-CF5E3E5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7844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3" name="p07-椭圆-0233">
            <a:extLst xmlns:a="http://schemas.openxmlformats.org/drawingml/2006/main">
              <a:ext uri="{FF2B5EF4-FFF2-40B4-BE49-F238E27FC236}">
                <a16:creationId xmlns:a16="http://schemas.microsoft.com/office/drawing/2014/main" id="{4F797633-55A5-4983-A193-25F4AABC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29661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4" name="p07-椭圆-0234">
            <a:extLst xmlns:a="http://schemas.openxmlformats.org/drawingml/2006/main">
              <a:ext uri="{FF2B5EF4-FFF2-40B4-BE49-F238E27FC236}">
                <a16:creationId xmlns:a16="http://schemas.microsoft.com/office/drawing/2014/main" id="{7209D012-F91F-42AE-B91A-78FB46D1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308787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5" name="p07-椭圆-0235">
            <a:extLst xmlns:a="http://schemas.openxmlformats.org/drawingml/2006/main">
              <a:ext uri="{FF2B5EF4-FFF2-40B4-BE49-F238E27FC236}">
                <a16:creationId xmlns:a16="http://schemas.microsoft.com/office/drawing/2014/main" id="{982104A9-84CC-4229-A0A9-1F64DF26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31695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6" name="p07-椭圆-0236">
            <a:extLst xmlns:a="http://schemas.openxmlformats.org/drawingml/2006/main">
              <a:ext uri="{FF2B5EF4-FFF2-40B4-BE49-F238E27FC236}">
                <a16:creationId xmlns:a16="http://schemas.microsoft.com/office/drawing/2014/main" id="{928A23BF-3B76-45D9-A33A-932D1430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322421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7" name="p07-椭圆-0237">
            <a:extLst xmlns:a="http://schemas.openxmlformats.org/drawingml/2006/main">
              <a:ext uri="{FF2B5EF4-FFF2-40B4-BE49-F238E27FC236}">
                <a16:creationId xmlns:a16="http://schemas.microsoft.com/office/drawing/2014/main" id="{FF3491AE-8ABD-4F0A-B9B1-1D1BD476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326089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8" name="p07-路径-0238">
            <a:extLst xmlns:a="http://schemas.openxmlformats.org/drawingml/2006/main">
              <a:ext uri="{FF2B5EF4-FFF2-40B4-BE49-F238E27FC236}">
                <a16:creationId xmlns:a16="http://schemas.microsoft.com/office/drawing/2014/main" id="{7E44059C-9CAF-4E1E-9120-DD628BB0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10828"/>
            <a:ext cx="2238375" cy="523875"/>
          </a:xfrm>
          <a:custGeom xmlns:a="http://schemas.openxmlformats.org/drawingml/2006/main">
            <a:pathLst>
              <a:path w="2238375" h="523875">
                <a:moveTo>
                  <a:pt x="0" y="0"/>
                </a:moveTo>
                <a:lnTo>
                  <a:pt x="74295" y="52388"/>
                </a:lnTo>
                <a:lnTo>
                  <a:pt x="149543" y="100013"/>
                </a:lnTo>
                <a:lnTo>
                  <a:pt x="223838" y="142875"/>
                </a:lnTo>
                <a:lnTo>
                  <a:pt x="298132" y="181927"/>
                </a:lnTo>
                <a:lnTo>
                  <a:pt x="373380" y="217170"/>
                </a:lnTo>
                <a:lnTo>
                  <a:pt x="447675" y="248602"/>
                </a:lnTo>
                <a:lnTo>
                  <a:pt x="521970" y="278130"/>
                </a:lnTo>
                <a:lnTo>
                  <a:pt x="597218" y="303847"/>
                </a:lnTo>
                <a:lnTo>
                  <a:pt x="671513" y="327660"/>
                </a:lnTo>
                <a:lnTo>
                  <a:pt x="745807" y="348615"/>
                </a:lnTo>
                <a:lnTo>
                  <a:pt x="821055" y="367665"/>
                </a:lnTo>
                <a:lnTo>
                  <a:pt x="895350" y="385763"/>
                </a:lnTo>
                <a:lnTo>
                  <a:pt x="969645" y="401002"/>
                </a:lnTo>
                <a:lnTo>
                  <a:pt x="1044893" y="415290"/>
                </a:lnTo>
                <a:lnTo>
                  <a:pt x="1119188" y="428625"/>
                </a:lnTo>
                <a:lnTo>
                  <a:pt x="1193482" y="440055"/>
                </a:lnTo>
                <a:lnTo>
                  <a:pt x="1268730" y="450532"/>
                </a:lnTo>
                <a:lnTo>
                  <a:pt x="1343025" y="460057"/>
                </a:lnTo>
                <a:lnTo>
                  <a:pt x="1417320" y="468630"/>
                </a:lnTo>
                <a:lnTo>
                  <a:pt x="1492568" y="477202"/>
                </a:lnTo>
                <a:lnTo>
                  <a:pt x="1566863" y="483870"/>
                </a:lnTo>
                <a:lnTo>
                  <a:pt x="1641157" y="490538"/>
                </a:lnTo>
                <a:lnTo>
                  <a:pt x="1716405" y="496252"/>
                </a:lnTo>
                <a:lnTo>
                  <a:pt x="1790700" y="501015"/>
                </a:lnTo>
                <a:lnTo>
                  <a:pt x="1864995" y="505777"/>
                </a:lnTo>
                <a:lnTo>
                  <a:pt x="1940243" y="510540"/>
                </a:lnTo>
                <a:lnTo>
                  <a:pt x="2014538" y="514350"/>
                </a:lnTo>
                <a:lnTo>
                  <a:pt x="2088832" y="518160"/>
                </a:lnTo>
                <a:lnTo>
                  <a:pt x="2164080" y="521017"/>
                </a:lnTo>
                <a:lnTo>
                  <a:pt x="2238375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39" name="p07-椭圆-0239">
            <a:extLst xmlns:a="http://schemas.openxmlformats.org/drawingml/2006/main">
              <a:ext uri="{FF2B5EF4-FFF2-40B4-BE49-F238E27FC236}">
                <a16:creationId xmlns:a16="http://schemas.microsoft.com/office/drawing/2014/main" id="{E2A51610-F629-47D5-8480-2226774C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7844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0" name="p07-椭圆-0240">
            <a:extLst xmlns:a="http://schemas.openxmlformats.org/drawingml/2006/main">
              <a:ext uri="{FF2B5EF4-FFF2-40B4-BE49-F238E27FC236}">
                <a16:creationId xmlns:a16="http://schemas.microsoft.com/office/drawing/2014/main" id="{E33C0F10-9C95-4BA4-8920-CB26856F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303305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1" name="p07-椭圆-0241">
            <a:extLst xmlns:a="http://schemas.openxmlformats.org/drawingml/2006/main">
              <a:ext uri="{FF2B5EF4-FFF2-40B4-BE49-F238E27FC236}">
                <a16:creationId xmlns:a16="http://schemas.microsoft.com/office/drawing/2014/main" id="{DAC20045-83E4-4A6F-A6E3-1D706A74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31695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2" name="p07-椭圆-0242">
            <a:extLst xmlns:a="http://schemas.openxmlformats.org/drawingml/2006/main">
              <a:ext uri="{FF2B5EF4-FFF2-40B4-BE49-F238E27FC236}">
                <a16:creationId xmlns:a16="http://schemas.microsoft.com/office/drawing/2014/main" id="{80D4513A-B63D-4CE9-9A98-2476F60E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32443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3" name="p07-椭圆-0243">
            <a:extLst xmlns:a="http://schemas.openxmlformats.org/drawingml/2006/main">
              <a:ext uri="{FF2B5EF4-FFF2-40B4-BE49-F238E27FC236}">
                <a16:creationId xmlns:a16="http://schemas.microsoft.com/office/drawing/2014/main" id="{6E63CFAB-3CA2-46E3-829B-CA9DAE05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328547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4" name="p07-椭圆-0244">
            <a:extLst xmlns:a="http://schemas.openxmlformats.org/drawingml/2006/main">
              <a:ext uri="{FF2B5EF4-FFF2-40B4-BE49-F238E27FC236}">
                <a16:creationId xmlns:a16="http://schemas.microsoft.com/office/drawing/2014/main" id="{CC4B9A05-79EF-4073-A37C-2FB6FEC6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330803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5" name="p07-路径-0245">
            <a:extLst xmlns:a="http://schemas.openxmlformats.org/drawingml/2006/main">
              <a:ext uri="{FF2B5EF4-FFF2-40B4-BE49-F238E27FC236}">
                <a16:creationId xmlns:a16="http://schemas.microsoft.com/office/drawing/2014/main" id="{228A1C35-D12A-4099-B369-DA4E4D3E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10828"/>
            <a:ext cx="2238375" cy="541020"/>
          </a:xfrm>
          <a:custGeom xmlns:a="http://schemas.openxmlformats.org/drawingml/2006/main">
            <a:pathLst>
              <a:path w="2238375" h="541020">
                <a:moveTo>
                  <a:pt x="0" y="0"/>
                </a:moveTo>
                <a:lnTo>
                  <a:pt x="74295" y="69532"/>
                </a:lnTo>
                <a:lnTo>
                  <a:pt x="149543" y="129540"/>
                </a:lnTo>
                <a:lnTo>
                  <a:pt x="223838" y="181927"/>
                </a:lnTo>
                <a:lnTo>
                  <a:pt x="298132" y="227647"/>
                </a:lnTo>
                <a:lnTo>
                  <a:pt x="373380" y="268605"/>
                </a:lnTo>
                <a:lnTo>
                  <a:pt x="447675" y="303847"/>
                </a:lnTo>
                <a:lnTo>
                  <a:pt x="521970" y="334327"/>
                </a:lnTo>
                <a:lnTo>
                  <a:pt x="597218" y="361950"/>
                </a:lnTo>
                <a:lnTo>
                  <a:pt x="671513" y="385763"/>
                </a:lnTo>
                <a:lnTo>
                  <a:pt x="745807" y="405765"/>
                </a:lnTo>
                <a:lnTo>
                  <a:pt x="821055" y="423863"/>
                </a:lnTo>
                <a:lnTo>
                  <a:pt x="895350" y="440055"/>
                </a:lnTo>
                <a:lnTo>
                  <a:pt x="969645" y="454342"/>
                </a:lnTo>
                <a:lnTo>
                  <a:pt x="1044893" y="465772"/>
                </a:lnTo>
                <a:lnTo>
                  <a:pt x="1119188" y="477202"/>
                </a:lnTo>
                <a:lnTo>
                  <a:pt x="1193482" y="485775"/>
                </a:lnTo>
                <a:lnTo>
                  <a:pt x="1268730" y="494347"/>
                </a:lnTo>
                <a:lnTo>
                  <a:pt x="1343025" y="501015"/>
                </a:lnTo>
                <a:lnTo>
                  <a:pt x="1417320" y="507682"/>
                </a:lnTo>
                <a:lnTo>
                  <a:pt x="1492568" y="513397"/>
                </a:lnTo>
                <a:lnTo>
                  <a:pt x="1566863" y="518160"/>
                </a:lnTo>
                <a:lnTo>
                  <a:pt x="1641157" y="521970"/>
                </a:lnTo>
                <a:lnTo>
                  <a:pt x="1716405" y="525780"/>
                </a:lnTo>
                <a:lnTo>
                  <a:pt x="1790700" y="528638"/>
                </a:lnTo>
                <a:lnTo>
                  <a:pt x="1864995" y="531495"/>
                </a:lnTo>
                <a:lnTo>
                  <a:pt x="1940243" y="534352"/>
                </a:lnTo>
                <a:lnTo>
                  <a:pt x="2014538" y="536257"/>
                </a:lnTo>
                <a:lnTo>
                  <a:pt x="2088832" y="538163"/>
                </a:lnTo>
                <a:lnTo>
                  <a:pt x="2164080" y="540067"/>
                </a:lnTo>
                <a:lnTo>
                  <a:pt x="2238375" y="54102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46" name="p07-椭圆-0246">
            <a:extLst xmlns:a="http://schemas.openxmlformats.org/drawingml/2006/main">
              <a:ext uri="{FF2B5EF4-FFF2-40B4-BE49-F238E27FC236}">
                <a16:creationId xmlns:a16="http://schemas.microsoft.com/office/drawing/2014/main" id="{4A8DF889-0232-4AEF-AA5C-D0753657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27844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47" name="p07-椭圆-0247">
            <a:extLst xmlns:a="http://schemas.openxmlformats.org/drawingml/2006/main">
              <a:ext uri="{FF2B5EF4-FFF2-40B4-BE49-F238E27FC236}">
                <a16:creationId xmlns:a16="http://schemas.microsoft.com/office/drawing/2014/main" id="{48AE390B-C153-49FD-B82E-2D809782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308787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48" name="p07-椭圆-0248">
            <a:extLst xmlns:a="http://schemas.openxmlformats.org/drawingml/2006/main">
              <a:ext uri="{FF2B5EF4-FFF2-40B4-BE49-F238E27FC236}">
                <a16:creationId xmlns:a16="http://schemas.microsoft.com/office/drawing/2014/main" id="{FDC21DE3-8C2C-4711-8211-7084EA9B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322421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49" name="p07-椭圆-0249">
            <a:extLst xmlns:a="http://schemas.openxmlformats.org/drawingml/2006/main">
              <a:ext uri="{FF2B5EF4-FFF2-40B4-BE49-F238E27FC236}">
                <a16:creationId xmlns:a16="http://schemas.microsoft.com/office/drawing/2014/main" id="{95BF963B-C4A9-49D9-A645-272D3855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328547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0" name="p07-椭圆-0250">
            <a:extLst xmlns:a="http://schemas.openxmlformats.org/drawingml/2006/main">
              <a:ext uri="{FF2B5EF4-FFF2-40B4-BE49-F238E27FC236}">
                <a16:creationId xmlns:a16="http://schemas.microsoft.com/office/drawing/2014/main" id="{7C868D95-E7FC-41C0-AD5F-24243321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33130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1" name="p07-椭圆-0251">
            <a:extLst xmlns:a="http://schemas.openxmlformats.org/drawingml/2006/main">
              <a:ext uri="{FF2B5EF4-FFF2-40B4-BE49-F238E27FC236}">
                <a16:creationId xmlns:a16="http://schemas.microsoft.com/office/drawing/2014/main" id="{38EA3BE2-7A9F-4DE9-B259-70E82D0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332537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2" name="p07-文本-0252">
            <a:extLst xmlns:a="http://schemas.openxmlformats.org/drawingml/2006/main">
              <a:ext uri="{FF2B5EF4-FFF2-40B4-BE49-F238E27FC236}">
                <a16:creationId xmlns:a16="http://schemas.microsoft.com/office/drawing/2014/main" id="{748407B3-C4B2-4A08-A5E8-7498D5D7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361175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53" name="p07-线-0253">
            <a:extLst xmlns:a="http://schemas.openxmlformats.org/drawingml/2006/main">
              <a:ext uri="{FF2B5EF4-FFF2-40B4-BE49-F238E27FC236}">
                <a16:creationId xmlns:a16="http://schemas.microsoft.com/office/drawing/2014/main" id="{BD692F9C-4FFA-4998-9776-E8D3BCE9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050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54" name="p07-文本-0254">
            <a:extLst xmlns:a="http://schemas.openxmlformats.org/drawingml/2006/main">
              <a:ext uri="{FF2B5EF4-FFF2-40B4-BE49-F238E27FC236}">
                <a16:creationId xmlns:a16="http://schemas.microsoft.com/office/drawing/2014/main" id="{6A636DB4-9636-4E48-8BFB-0F9D468E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1215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55" name="p07-线-0255">
            <a:extLst xmlns:a="http://schemas.openxmlformats.org/drawingml/2006/main">
              <a:ext uri="{FF2B5EF4-FFF2-40B4-BE49-F238E27FC236}">
                <a16:creationId xmlns:a16="http://schemas.microsoft.com/office/drawing/2014/main" id="{0C75C68D-A32D-4EDC-B03B-EA8C659D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725" y="25050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56" name="p07-文本-0256">
            <a:extLst xmlns:a="http://schemas.openxmlformats.org/drawingml/2006/main">
              <a:ext uri="{FF2B5EF4-FFF2-40B4-BE49-F238E27FC236}">
                <a16:creationId xmlns:a16="http://schemas.microsoft.com/office/drawing/2014/main" id="{A166A3AF-08C0-4523-A47B-1C0E834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325" y="241215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57" name="p07-线-0257">
            <a:extLst xmlns:a="http://schemas.openxmlformats.org/drawingml/2006/main">
              <a:ext uri="{FF2B5EF4-FFF2-40B4-BE49-F238E27FC236}">
                <a16:creationId xmlns:a16="http://schemas.microsoft.com/office/drawing/2014/main" id="{69776ECA-18F6-4B42-95A7-C164E100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850" y="25050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58" name="p07-文本-0258">
            <a:extLst xmlns:a="http://schemas.openxmlformats.org/drawingml/2006/main">
              <a:ext uri="{FF2B5EF4-FFF2-40B4-BE49-F238E27FC236}">
                <a16:creationId xmlns:a16="http://schemas.microsoft.com/office/drawing/2014/main" id="{92995721-0E94-460E-9E9A-C5327F8E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41215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59" name="p07-路径-0259">
            <a:extLst xmlns:a="http://schemas.openxmlformats.org/drawingml/2006/main">
              <a:ext uri="{FF2B5EF4-FFF2-40B4-BE49-F238E27FC236}">
                <a16:creationId xmlns:a16="http://schemas.microsoft.com/office/drawing/2014/main" id="{E98EC761-A7FD-4704-B9DF-86FA2842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0162"/>
            <a:ext cx="438150" cy="188976"/>
          </a:xfrm>
          <a:custGeom xmlns:a="http://schemas.openxmlformats.org/drawingml/2006/main">
            <a:pathLst>
              <a:path w="438150" h="188976">
                <a:moveTo>
                  <a:pt x="0" y="137351"/>
                </a:moveTo>
                <a:lnTo>
                  <a:pt x="285750" y="137351"/>
                </a:lnTo>
                <a:lnTo>
                  <a:pt x="285750" y="188976"/>
                </a:lnTo>
                <a:lnTo>
                  <a:pt x="438150" y="94488"/>
                </a:lnTo>
                <a:lnTo>
                  <a:pt x="285750" y="0"/>
                </a:lnTo>
                <a:lnTo>
                  <a:pt x="285750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0" name="p07-文本-0260">
            <a:extLst xmlns:a="http://schemas.openxmlformats.org/drawingml/2006/main">
              <a:ext uri="{FF2B5EF4-FFF2-40B4-BE49-F238E27FC236}">
                <a16:creationId xmlns:a16="http://schemas.microsoft.com/office/drawing/2014/main" id="{8D7A1585-E703-48B0-B37D-E505DAD2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6065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统一单位与基准</a:t>
            </a:r>
          </a:p>
        </p:txBody>
      </p:sp>
      <p:sp>
        <p:nvSpPr>
          <p:cNvPr id="261" name="p07-文本-0261">
            <a:extLst xmlns:a="http://schemas.openxmlformats.org/drawingml/2006/main">
              <a:ext uri="{FF2B5EF4-FFF2-40B4-BE49-F238E27FC236}">
                <a16:creationId xmlns:a16="http://schemas.microsoft.com/office/drawing/2014/main" id="{BD6C5BAA-FDCA-45C3-8A2A-E83F80B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749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对照与重复测量</a:t>
            </a:r>
          </a:p>
        </p:txBody>
      </p:sp>
      <p:sp>
        <p:nvSpPr>
          <p:cNvPr id="262" name="p07-文本-0262">
            <a:extLst xmlns:a="http://schemas.openxmlformats.org/drawingml/2006/main">
              <a:ext uri="{FF2B5EF4-FFF2-40B4-BE49-F238E27FC236}">
                <a16:creationId xmlns:a16="http://schemas.microsoft.com/office/drawing/2014/main" id="{C49A8260-CBF0-4607-BFC1-86D58D5E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893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比较效果与代价</a:t>
            </a:r>
          </a:p>
        </p:txBody>
      </p:sp>
      <p:sp>
        <p:nvSpPr>
          <p:cNvPr id="263" name="p07-文本-0263">
            <a:extLst xmlns:a="http://schemas.openxmlformats.org/drawingml/2006/main">
              <a:ext uri="{FF2B5EF4-FFF2-40B4-BE49-F238E27FC236}">
                <a16:creationId xmlns:a16="http://schemas.microsoft.com/office/drawing/2014/main" id="{B5B6740D-ECDB-4CFF-A82B-6E36C695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054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界面调节</a:t>
            </a:r>
          </a:p>
        </p:txBody>
      </p:sp>
      <p:sp>
        <p:nvSpPr>
          <p:cNvPr id="264" name="p07-路径-0264">
            <a:extLst xmlns:a="http://schemas.openxmlformats.org/drawingml/2006/main">
              <a:ext uri="{FF2B5EF4-FFF2-40B4-BE49-F238E27FC236}">
                <a16:creationId xmlns:a16="http://schemas.microsoft.com/office/drawing/2014/main" id="{31C8B701-F6B6-487F-AE9F-A1ECEA68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2076450" cy="371475"/>
          </a:xfrm>
          <a:custGeom xmlns:a="http://schemas.openxmlformats.org/drawingml/2006/main">
            <a:pathLst>
              <a:path w="2076450" h="371475">
                <a:moveTo>
                  <a:pt x="0" y="142875"/>
                </a:moveTo>
                <a:lnTo>
                  <a:pt x="1619631" y="0"/>
                </a:lnTo>
                <a:lnTo>
                  <a:pt x="2076450" y="228600"/>
                </a:lnTo>
                <a:lnTo>
                  <a:pt x="456819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65" name="p07-路径-0265">
            <a:extLst xmlns:a="http://schemas.openxmlformats.org/drawingml/2006/main">
              <a:ext uri="{FF2B5EF4-FFF2-40B4-BE49-F238E27FC236}">
                <a16:creationId xmlns:a16="http://schemas.microsoft.com/office/drawing/2014/main" id="{88412A4A-7A8B-4B91-A774-2A4CB35B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02290"/>
            <a:ext cx="2076450" cy="371475"/>
          </a:xfrm>
          <a:custGeom xmlns:a="http://schemas.openxmlformats.org/drawingml/2006/main">
            <a:pathLst>
              <a:path w="2076450" h="371475">
                <a:moveTo>
                  <a:pt x="0" y="142875"/>
                </a:moveTo>
                <a:lnTo>
                  <a:pt x="1619631" y="0"/>
                </a:lnTo>
                <a:lnTo>
                  <a:pt x="2076450" y="228600"/>
                </a:lnTo>
                <a:lnTo>
                  <a:pt x="456819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66" name="p07-路径-0266">
            <a:extLst xmlns:a="http://schemas.openxmlformats.org/drawingml/2006/main">
              <a:ext uri="{FF2B5EF4-FFF2-40B4-BE49-F238E27FC236}">
                <a16:creationId xmlns:a16="http://schemas.microsoft.com/office/drawing/2014/main" id="{80974EAB-E216-4EA8-8525-34A9ADE1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23079"/>
            <a:ext cx="2076450" cy="371475"/>
          </a:xfrm>
          <a:custGeom xmlns:a="http://schemas.openxmlformats.org/drawingml/2006/main">
            <a:pathLst>
              <a:path w="2076450" h="371475">
                <a:moveTo>
                  <a:pt x="0" y="142875"/>
                </a:moveTo>
                <a:lnTo>
                  <a:pt x="1619631" y="0"/>
                </a:lnTo>
                <a:lnTo>
                  <a:pt x="2076450" y="228600"/>
                </a:lnTo>
                <a:lnTo>
                  <a:pt x="456819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67" name="p07-路径-0267">
            <a:extLst xmlns:a="http://schemas.openxmlformats.org/drawingml/2006/main">
              <a:ext uri="{FF2B5EF4-FFF2-40B4-BE49-F238E27FC236}">
                <a16:creationId xmlns:a16="http://schemas.microsoft.com/office/drawing/2014/main" id="{DC88B42D-859B-45AA-B28D-73BAAB37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3869"/>
            <a:ext cx="2076450" cy="371475"/>
          </a:xfrm>
          <a:custGeom xmlns:a="http://schemas.openxmlformats.org/drawingml/2006/main">
            <a:pathLst>
              <a:path w="2076450" h="371475">
                <a:moveTo>
                  <a:pt x="0" y="142875"/>
                </a:moveTo>
                <a:lnTo>
                  <a:pt x="1619631" y="0"/>
                </a:lnTo>
                <a:lnTo>
                  <a:pt x="2076450" y="228600"/>
                </a:lnTo>
                <a:lnTo>
                  <a:pt x="456819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68" name="p07-路径-0268">
            <a:extLst xmlns:a="http://schemas.openxmlformats.org/drawingml/2006/main">
              <a:ext uri="{FF2B5EF4-FFF2-40B4-BE49-F238E27FC236}">
                <a16:creationId xmlns:a16="http://schemas.microsoft.com/office/drawing/2014/main" id="{09C39917-556D-4A1F-8618-968F0D61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24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7" y="0"/>
                </a:moveTo>
                <a:lnTo>
                  <a:pt x="32957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2" y="98107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9" name="p07-路径-0269">
            <a:extLst xmlns:a="http://schemas.openxmlformats.org/drawingml/2006/main">
              <a:ext uri="{FF2B5EF4-FFF2-40B4-BE49-F238E27FC236}">
                <a16:creationId xmlns:a16="http://schemas.microsoft.com/office/drawing/2014/main" id="{ACBDDB6C-A6F8-44E3-B6A6-8E49FA8B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8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6" y="0"/>
                </a:moveTo>
                <a:lnTo>
                  <a:pt x="32956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1" y="98107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0" name="p07-路径-0270">
            <a:extLst xmlns:a="http://schemas.openxmlformats.org/drawingml/2006/main">
              <a:ext uri="{FF2B5EF4-FFF2-40B4-BE49-F238E27FC236}">
                <a16:creationId xmlns:a16="http://schemas.microsoft.com/office/drawing/2014/main" id="{532C248D-74A9-41EF-85F9-80C5B790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072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7" y="0"/>
                </a:moveTo>
                <a:lnTo>
                  <a:pt x="32957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2" y="98107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1" name="p07-路径-0271">
            <a:extLst xmlns:a="http://schemas.openxmlformats.org/drawingml/2006/main">
              <a:ext uri="{FF2B5EF4-FFF2-40B4-BE49-F238E27FC236}">
                <a16:creationId xmlns:a16="http://schemas.microsoft.com/office/drawing/2014/main" id="{54650897-D0D5-47A8-A9B8-50B14A3D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246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7" y="0"/>
                </a:moveTo>
                <a:lnTo>
                  <a:pt x="32957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2" y="98107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2" name="p07-路径-0272">
            <a:extLst xmlns:a="http://schemas.openxmlformats.org/drawingml/2006/main">
              <a:ext uri="{FF2B5EF4-FFF2-40B4-BE49-F238E27FC236}">
                <a16:creationId xmlns:a16="http://schemas.microsoft.com/office/drawing/2014/main" id="{85B588C1-0BE0-4332-8E93-32BDE60F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420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7" y="0"/>
                </a:moveTo>
                <a:lnTo>
                  <a:pt x="32957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2" y="98107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3" name="p07-路径-0273">
            <a:extLst xmlns:a="http://schemas.openxmlformats.org/drawingml/2006/main">
              <a:ext uri="{FF2B5EF4-FFF2-40B4-BE49-F238E27FC236}">
                <a16:creationId xmlns:a16="http://schemas.microsoft.com/office/drawing/2014/main" id="{E408A712-1156-4477-B1E9-86714A4F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594" y="5346002"/>
            <a:ext cx="94488" cy="174307"/>
          </a:xfrm>
          <a:custGeom xmlns:a="http://schemas.openxmlformats.org/drawingml/2006/main">
            <a:pathLst>
              <a:path w="94488" h="174307">
                <a:moveTo>
                  <a:pt x="32957" y="0"/>
                </a:moveTo>
                <a:lnTo>
                  <a:pt x="32957" y="98107"/>
                </a:lnTo>
                <a:lnTo>
                  <a:pt x="0" y="98107"/>
                </a:lnTo>
                <a:lnTo>
                  <a:pt x="47244" y="174307"/>
                </a:lnTo>
                <a:lnTo>
                  <a:pt x="94488" y="98107"/>
                </a:lnTo>
                <a:lnTo>
                  <a:pt x="61532" y="98107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4" name="p07-路径-0274">
            <a:extLst xmlns:a="http://schemas.openxmlformats.org/drawingml/2006/main">
              <a:ext uri="{FF2B5EF4-FFF2-40B4-BE49-F238E27FC236}">
                <a16:creationId xmlns:a16="http://schemas.microsoft.com/office/drawing/2014/main" id="{D4985E26-388B-4DFF-86F2-3715F5CF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848987"/>
            <a:ext cx="447675" cy="188976"/>
          </a:xfrm>
          <a:custGeom xmlns:a="http://schemas.openxmlformats.org/drawingml/2006/main">
            <a:pathLst>
              <a:path w="447675" h="188976">
                <a:moveTo>
                  <a:pt x="0" y="137351"/>
                </a:moveTo>
                <a:lnTo>
                  <a:pt x="295275" y="137351"/>
                </a:lnTo>
                <a:lnTo>
                  <a:pt x="295275" y="188976"/>
                </a:lnTo>
                <a:lnTo>
                  <a:pt x="447675" y="94488"/>
                </a:lnTo>
                <a:lnTo>
                  <a:pt x="295275" y="0"/>
                </a:lnTo>
                <a:lnTo>
                  <a:pt x="2952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5" name="p07-文本-0275">
            <a:extLst xmlns:a="http://schemas.openxmlformats.org/drawingml/2006/main">
              <a:ext uri="{FF2B5EF4-FFF2-40B4-BE49-F238E27FC236}">
                <a16:creationId xmlns:a16="http://schemas.microsoft.com/office/drawing/2014/main" id="{FB241627-6935-41C5-BCAE-555DEC14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34130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选择可控制变量</a:t>
            </a:r>
          </a:p>
        </p:txBody>
      </p:sp>
      <p:sp>
        <p:nvSpPr>
          <p:cNvPr id="276" name="p07-文本-0276">
            <a:extLst xmlns:a="http://schemas.openxmlformats.org/drawingml/2006/main">
              <a:ext uri="{FF2B5EF4-FFF2-40B4-BE49-F238E27FC236}">
                <a16:creationId xmlns:a16="http://schemas.microsoft.com/office/drawing/2014/main" id="{96204B1C-A952-4677-9EFB-A6A8BDE2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665152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保持其余条件一致</a:t>
            </a:r>
          </a:p>
        </p:txBody>
      </p:sp>
      <p:sp>
        <p:nvSpPr>
          <p:cNvPr id="277" name="p07-文本-0277">
            <a:extLst xmlns:a="http://schemas.openxmlformats.org/drawingml/2006/main">
              <a:ext uri="{FF2B5EF4-FFF2-40B4-BE49-F238E27FC236}">
                <a16:creationId xmlns:a16="http://schemas.microsoft.com/office/drawing/2014/main" id="{357C8A99-D4E2-4117-AEF0-716525CF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98900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记录样本与处理</a:t>
            </a:r>
          </a:p>
        </p:txBody>
      </p:sp>
      <p:sp>
        <p:nvSpPr>
          <p:cNvPr id="278" name="p07-路径-0278">
            <a:extLst xmlns:a="http://schemas.openxmlformats.org/drawingml/2006/main">
              <a:ext uri="{FF2B5EF4-FFF2-40B4-BE49-F238E27FC236}">
                <a16:creationId xmlns:a16="http://schemas.microsoft.com/office/drawing/2014/main" id="{B18E4647-D8DE-40AC-8641-39548079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848987"/>
            <a:ext cx="447675" cy="188976"/>
          </a:xfrm>
          <a:custGeom xmlns:a="http://schemas.openxmlformats.org/drawingml/2006/main">
            <a:pathLst>
              <a:path w="447675" h="188976">
                <a:moveTo>
                  <a:pt x="0" y="137351"/>
                </a:moveTo>
                <a:lnTo>
                  <a:pt x="295275" y="137351"/>
                </a:lnTo>
                <a:lnTo>
                  <a:pt x="295275" y="188976"/>
                </a:lnTo>
                <a:lnTo>
                  <a:pt x="447675" y="94488"/>
                </a:lnTo>
                <a:lnTo>
                  <a:pt x="295275" y="0"/>
                </a:lnTo>
                <a:lnTo>
                  <a:pt x="2952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9" name="p07-文本-0279">
            <a:extLst xmlns:a="http://schemas.openxmlformats.org/drawingml/2006/main">
              <a:ext uri="{FF2B5EF4-FFF2-40B4-BE49-F238E27FC236}">
                <a16:creationId xmlns:a16="http://schemas.microsoft.com/office/drawing/2014/main" id="{E54E5669-8967-4E0B-B1BD-78F789C9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3087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80" name="p07-线-0280">
            <a:extLst xmlns:a="http://schemas.openxmlformats.org/drawingml/2006/main">
              <a:ext uri="{FF2B5EF4-FFF2-40B4-BE49-F238E27FC236}">
                <a16:creationId xmlns:a16="http://schemas.microsoft.com/office/drawing/2014/main" id="{1A938183-F80B-43EC-B3B4-104441BA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543550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81" name="p07-线-0281">
            <a:extLst xmlns:a="http://schemas.openxmlformats.org/drawingml/2006/main">
              <a:ext uri="{FF2B5EF4-FFF2-40B4-BE49-F238E27FC236}">
                <a16:creationId xmlns:a16="http://schemas.microsoft.com/office/drawing/2014/main" id="{1245A045-12A9-42C8-9A8F-A9D90BA5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95" cy="847725"/>
          </a:xfrm>
          <a:custGeom xmlns:a="http://schemas.openxmlformats.org/drawingml/2006/main">
            <a:pathLst>
              <a:path w="95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82" name="p07-线-0282">
            <a:extLst xmlns:a="http://schemas.openxmlformats.org/drawingml/2006/main">
              <a:ext uri="{FF2B5EF4-FFF2-40B4-BE49-F238E27FC236}">
                <a16:creationId xmlns:a16="http://schemas.microsoft.com/office/drawing/2014/main" id="{3951D6CA-2441-4608-AB3D-065465AA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07756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83" name="p07-线-0283">
            <a:extLst xmlns:a="http://schemas.openxmlformats.org/drawingml/2006/main">
              <a:ext uri="{FF2B5EF4-FFF2-40B4-BE49-F238E27FC236}">
                <a16:creationId xmlns:a16="http://schemas.microsoft.com/office/drawing/2014/main" id="{53CC4C94-6FE6-435A-A934-FDD8FF26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19688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84" name="p07-线-0284">
            <a:extLst xmlns:a="http://schemas.openxmlformats.org/drawingml/2006/main">
              <a:ext uri="{FF2B5EF4-FFF2-40B4-BE49-F238E27FC236}">
                <a16:creationId xmlns:a16="http://schemas.microsoft.com/office/drawing/2014/main" id="{5B0ECDB5-9950-4C38-968A-1E0F3D01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31619"/>
            <a:ext cx="2238375" cy="95"/>
          </a:xfrm>
          <a:custGeom xmlns:a="http://schemas.openxmlformats.org/drawingml/2006/main">
            <a:pathLst>
              <a:path w="2238375" h="95">
                <a:moveTo>
                  <a:pt x="0" y="0"/>
                </a:moveTo>
                <a:lnTo>
                  <a:pt x="2238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85" name="p07-路径-0285">
            <a:extLst xmlns:a="http://schemas.openxmlformats.org/drawingml/2006/main">
              <a:ext uri="{FF2B5EF4-FFF2-40B4-BE49-F238E27FC236}">
                <a16:creationId xmlns:a16="http://schemas.microsoft.com/office/drawing/2014/main" id="{7647386E-17F8-4B24-8CE6-077095D3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39653"/>
            <a:ext cx="2238375" cy="477203"/>
          </a:xfrm>
          <a:custGeom xmlns:a="http://schemas.openxmlformats.org/drawingml/2006/main">
            <a:pathLst>
              <a:path w="2238375" h="477203">
                <a:moveTo>
                  <a:pt x="0" y="0"/>
                </a:moveTo>
                <a:lnTo>
                  <a:pt x="74295" y="36195"/>
                </a:lnTo>
                <a:lnTo>
                  <a:pt x="149543" y="69532"/>
                </a:lnTo>
                <a:lnTo>
                  <a:pt x="223838" y="100013"/>
                </a:lnTo>
                <a:lnTo>
                  <a:pt x="298132" y="129540"/>
                </a:lnTo>
                <a:lnTo>
                  <a:pt x="373380" y="156210"/>
                </a:lnTo>
                <a:lnTo>
                  <a:pt x="447675" y="181928"/>
                </a:lnTo>
                <a:lnTo>
                  <a:pt x="521970" y="205740"/>
                </a:lnTo>
                <a:lnTo>
                  <a:pt x="597218" y="227647"/>
                </a:lnTo>
                <a:lnTo>
                  <a:pt x="671513" y="248603"/>
                </a:lnTo>
                <a:lnTo>
                  <a:pt x="745807" y="268605"/>
                </a:lnTo>
                <a:lnTo>
                  <a:pt x="821055" y="286703"/>
                </a:lnTo>
                <a:lnTo>
                  <a:pt x="895350" y="303847"/>
                </a:lnTo>
                <a:lnTo>
                  <a:pt x="969645" y="320040"/>
                </a:lnTo>
                <a:lnTo>
                  <a:pt x="1044893" y="334328"/>
                </a:lnTo>
                <a:lnTo>
                  <a:pt x="1119188" y="348615"/>
                </a:lnTo>
                <a:lnTo>
                  <a:pt x="1193482" y="361950"/>
                </a:lnTo>
                <a:lnTo>
                  <a:pt x="1268730" y="374332"/>
                </a:lnTo>
                <a:lnTo>
                  <a:pt x="1343025" y="385763"/>
                </a:lnTo>
                <a:lnTo>
                  <a:pt x="1417320" y="396240"/>
                </a:lnTo>
                <a:lnTo>
                  <a:pt x="1492568" y="405765"/>
                </a:lnTo>
                <a:lnTo>
                  <a:pt x="1566863" y="415290"/>
                </a:lnTo>
                <a:lnTo>
                  <a:pt x="1641157" y="423863"/>
                </a:lnTo>
                <a:lnTo>
                  <a:pt x="1716405" y="432435"/>
                </a:lnTo>
                <a:lnTo>
                  <a:pt x="1790700" y="440055"/>
                </a:lnTo>
                <a:lnTo>
                  <a:pt x="1864995" y="447675"/>
                </a:lnTo>
                <a:lnTo>
                  <a:pt x="1940243" y="454342"/>
                </a:lnTo>
                <a:lnTo>
                  <a:pt x="2014538" y="460057"/>
                </a:lnTo>
                <a:lnTo>
                  <a:pt x="2088832" y="465772"/>
                </a:lnTo>
                <a:lnTo>
                  <a:pt x="2164080" y="471488"/>
                </a:lnTo>
                <a:lnTo>
                  <a:pt x="2238375" y="47720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86" name="p07-椭圆-0286">
            <a:extLst xmlns:a="http://schemas.openxmlformats.org/drawingml/2006/main">
              <a:ext uri="{FF2B5EF4-FFF2-40B4-BE49-F238E27FC236}">
                <a16:creationId xmlns:a16="http://schemas.microsoft.com/office/drawing/2014/main" id="{890672A6-D126-439D-904A-5BF05DDF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813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7" name="p07-椭圆-0287">
            <a:extLst xmlns:a="http://schemas.openxmlformats.org/drawingml/2006/main">
              <a:ext uri="{FF2B5EF4-FFF2-40B4-BE49-F238E27FC236}">
                <a16:creationId xmlns:a16="http://schemas.microsoft.com/office/drawing/2014/main" id="{F270E296-79B4-4F04-A3A3-33313DA4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49949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8" name="p07-椭圆-0288">
            <a:extLst xmlns:a="http://schemas.openxmlformats.org/drawingml/2006/main">
              <a:ext uri="{FF2B5EF4-FFF2-40B4-BE49-F238E27FC236}">
                <a16:creationId xmlns:a16="http://schemas.microsoft.com/office/drawing/2014/main" id="{6AAE709A-5EA1-4A91-A5F4-B8ECDE5E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51167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9" name="p07-椭圆-0289">
            <a:extLst xmlns:a="http://schemas.openxmlformats.org/drawingml/2006/main">
              <a:ext uri="{FF2B5EF4-FFF2-40B4-BE49-F238E27FC236}">
                <a16:creationId xmlns:a16="http://schemas.microsoft.com/office/drawing/2014/main" id="{A0521059-75C7-496B-9B0C-9D6269E3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519832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90" name="p07-椭圆-0290">
            <a:extLst xmlns:a="http://schemas.openxmlformats.org/drawingml/2006/main">
              <a:ext uri="{FF2B5EF4-FFF2-40B4-BE49-F238E27FC236}">
                <a16:creationId xmlns:a16="http://schemas.microsoft.com/office/drawing/2014/main" id="{64A26F9E-5776-43C1-B0A8-F1753FC8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525304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91" name="p07-椭圆-0291">
            <a:extLst xmlns:a="http://schemas.openxmlformats.org/drawingml/2006/main">
              <a:ext uri="{FF2B5EF4-FFF2-40B4-BE49-F238E27FC236}">
                <a16:creationId xmlns:a16="http://schemas.microsoft.com/office/drawing/2014/main" id="{4F8C1613-2222-4491-A077-24178659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52897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92" name="p07-路径-0292">
            <a:extLst xmlns:a="http://schemas.openxmlformats.org/drawingml/2006/main">
              <a:ext uri="{FF2B5EF4-FFF2-40B4-BE49-F238E27FC236}">
                <a16:creationId xmlns:a16="http://schemas.microsoft.com/office/drawing/2014/main" id="{C52AC91B-7D1B-43CF-A757-90F33CB4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39653"/>
            <a:ext cx="2238375" cy="523875"/>
          </a:xfrm>
          <a:custGeom xmlns:a="http://schemas.openxmlformats.org/drawingml/2006/main">
            <a:pathLst>
              <a:path w="2238375" h="523875">
                <a:moveTo>
                  <a:pt x="0" y="0"/>
                </a:moveTo>
                <a:lnTo>
                  <a:pt x="74295" y="52388"/>
                </a:lnTo>
                <a:lnTo>
                  <a:pt x="149543" y="100013"/>
                </a:lnTo>
                <a:lnTo>
                  <a:pt x="223838" y="142875"/>
                </a:lnTo>
                <a:lnTo>
                  <a:pt x="298132" y="181928"/>
                </a:lnTo>
                <a:lnTo>
                  <a:pt x="373380" y="217170"/>
                </a:lnTo>
                <a:lnTo>
                  <a:pt x="447675" y="248603"/>
                </a:lnTo>
                <a:lnTo>
                  <a:pt x="521970" y="278130"/>
                </a:lnTo>
                <a:lnTo>
                  <a:pt x="597218" y="303847"/>
                </a:lnTo>
                <a:lnTo>
                  <a:pt x="671513" y="327660"/>
                </a:lnTo>
                <a:lnTo>
                  <a:pt x="745807" y="348615"/>
                </a:lnTo>
                <a:lnTo>
                  <a:pt x="821055" y="367665"/>
                </a:lnTo>
                <a:lnTo>
                  <a:pt x="895350" y="385763"/>
                </a:lnTo>
                <a:lnTo>
                  <a:pt x="969645" y="401003"/>
                </a:lnTo>
                <a:lnTo>
                  <a:pt x="1044893" y="415290"/>
                </a:lnTo>
                <a:lnTo>
                  <a:pt x="1119188" y="428625"/>
                </a:lnTo>
                <a:lnTo>
                  <a:pt x="1193482" y="440055"/>
                </a:lnTo>
                <a:lnTo>
                  <a:pt x="1268730" y="450532"/>
                </a:lnTo>
                <a:lnTo>
                  <a:pt x="1343025" y="460057"/>
                </a:lnTo>
                <a:lnTo>
                  <a:pt x="1417320" y="468630"/>
                </a:lnTo>
                <a:lnTo>
                  <a:pt x="1492568" y="477203"/>
                </a:lnTo>
                <a:lnTo>
                  <a:pt x="1566863" y="483870"/>
                </a:lnTo>
                <a:lnTo>
                  <a:pt x="1641157" y="490538"/>
                </a:lnTo>
                <a:lnTo>
                  <a:pt x="1716405" y="496253"/>
                </a:lnTo>
                <a:lnTo>
                  <a:pt x="1790700" y="501015"/>
                </a:lnTo>
                <a:lnTo>
                  <a:pt x="1864995" y="505778"/>
                </a:lnTo>
                <a:lnTo>
                  <a:pt x="1940243" y="510540"/>
                </a:lnTo>
                <a:lnTo>
                  <a:pt x="2014538" y="514350"/>
                </a:lnTo>
                <a:lnTo>
                  <a:pt x="2088832" y="518160"/>
                </a:lnTo>
                <a:lnTo>
                  <a:pt x="2164080" y="521017"/>
                </a:lnTo>
                <a:lnTo>
                  <a:pt x="2238375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93" name="p07-椭圆-0293">
            <a:extLst xmlns:a="http://schemas.openxmlformats.org/drawingml/2006/main">
              <a:ext uri="{FF2B5EF4-FFF2-40B4-BE49-F238E27FC236}">
                <a16:creationId xmlns:a16="http://schemas.microsoft.com/office/drawing/2014/main" id="{183B76FB-5EBB-48CE-A225-759C77FB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813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4" name="p07-椭圆-0294">
            <a:extLst xmlns:a="http://schemas.openxmlformats.org/drawingml/2006/main">
              <a:ext uri="{FF2B5EF4-FFF2-40B4-BE49-F238E27FC236}">
                <a16:creationId xmlns:a16="http://schemas.microsoft.com/office/drawing/2014/main" id="{962D4718-3A91-44C6-A2C6-3D2C6580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506188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5" name="p07-椭圆-0295">
            <a:extLst xmlns:a="http://schemas.openxmlformats.org/drawingml/2006/main">
              <a:ext uri="{FF2B5EF4-FFF2-40B4-BE49-F238E27FC236}">
                <a16:creationId xmlns:a16="http://schemas.microsoft.com/office/drawing/2014/main" id="{9D647709-E2FF-4D76-BF96-62DCF0A0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519832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6" name="p07-椭圆-0296">
            <a:extLst xmlns:a="http://schemas.openxmlformats.org/drawingml/2006/main">
              <a:ext uri="{FF2B5EF4-FFF2-40B4-BE49-F238E27FC236}">
                <a16:creationId xmlns:a16="http://schemas.microsoft.com/office/drawing/2014/main" id="{BD4608F0-7C2F-4FD7-8F32-EE161745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527320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7" name="p07-椭圆-0297">
            <a:extLst xmlns:a="http://schemas.openxmlformats.org/drawingml/2006/main">
              <a:ext uri="{FF2B5EF4-FFF2-40B4-BE49-F238E27FC236}">
                <a16:creationId xmlns:a16="http://schemas.microsoft.com/office/drawing/2014/main" id="{7C3E7687-E873-4F35-9585-C8BE9B0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531430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8" name="p07-椭圆-0298">
            <a:extLst xmlns:a="http://schemas.openxmlformats.org/drawingml/2006/main">
              <a:ext uri="{FF2B5EF4-FFF2-40B4-BE49-F238E27FC236}">
                <a16:creationId xmlns:a16="http://schemas.microsoft.com/office/drawing/2014/main" id="{924F6F13-C4CE-45B1-8642-61FB57AC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533685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9" name="p07-路径-0299">
            <a:extLst xmlns:a="http://schemas.openxmlformats.org/drawingml/2006/main">
              <a:ext uri="{FF2B5EF4-FFF2-40B4-BE49-F238E27FC236}">
                <a16:creationId xmlns:a16="http://schemas.microsoft.com/office/drawing/2014/main" id="{8AF5B853-DE7C-4B4B-9645-EB115F5B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39653"/>
            <a:ext cx="2238375" cy="541020"/>
          </a:xfrm>
          <a:custGeom xmlns:a="http://schemas.openxmlformats.org/drawingml/2006/main">
            <a:pathLst>
              <a:path w="2238375" h="541020">
                <a:moveTo>
                  <a:pt x="0" y="0"/>
                </a:moveTo>
                <a:lnTo>
                  <a:pt x="74295" y="69532"/>
                </a:lnTo>
                <a:lnTo>
                  <a:pt x="149543" y="129540"/>
                </a:lnTo>
                <a:lnTo>
                  <a:pt x="223838" y="181928"/>
                </a:lnTo>
                <a:lnTo>
                  <a:pt x="298132" y="227647"/>
                </a:lnTo>
                <a:lnTo>
                  <a:pt x="373380" y="268605"/>
                </a:lnTo>
                <a:lnTo>
                  <a:pt x="447675" y="303847"/>
                </a:lnTo>
                <a:lnTo>
                  <a:pt x="521970" y="334328"/>
                </a:lnTo>
                <a:lnTo>
                  <a:pt x="597218" y="361950"/>
                </a:lnTo>
                <a:lnTo>
                  <a:pt x="671513" y="385763"/>
                </a:lnTo>
                <a:lnTo>
                  <a:pt x="745807" y="405765"/>
                </a:lnTo>
                <a:lnTo>
                  <a:pt x="821055" y="423863"/>
                </a:lnTo>
                <a:lnTo>
                  <a:pt x="895350" y="440055"/>
                </a:lnTo>
                <a:lnTo>
                  <a:pt x="969645" y="454342"/>
                </a:lnTo>
                <a:lnTo>
                  <a:pt x="1044893" y="465772"/>
                </a:lnTo>
                <a:lnTo>
                  <a:pt x="1119188" y="477203"/>
                </a:lnTo>
                <a:lnTo>
                  <a:pt x="1193482" y="485775"/>
                </a:lnTo>
                <a:lnTo>
                  <a:pt x="1268730" y="494347"/>
                </a:lnTo>
                <a:lnTo>
                  <a:pt x="1343025" y="501015"/>
                </a:lnTo>
                <a:lnTo>
                  <a:pt x="1417320" y="507682"/>
                </a:lnTo>
                <a:lnTo>
                  <a:pt x="1492568" y="513397"/>
                </a:lnTo>
                <a:lnTo>
                  <a:pt x="1566863" y="518160"/>
                </a:lnTo>
                <a:lnTo>
                  <a:pt x="1641157" y="521970"/>
                </a:lnTo>
                <a:lnTo>
                  <a:pt x="1716405" y="525780"/>
                </a:lnTo>
                <a:lnTo>
                  <a:pt x="1790700" y="528638"/>
                </a:lnTo>
                <a:lnTo>
                  <a:pt x="1864995" y="531495"/>
                </a:lnTo>
                <a:lnTo>
                  <a:pt x="1940243" y="534353"/>
                </a:lnTo>
                <a:lnTo>
                  <a:pt x="2014538" y="536257"/>
                </a:lnTo>
                <a:lnTo>
                  <a:pt x="2088832" y="538163"/>
                </a:lnTo>
                <a:lnTo>
                  <a:pt x="2164080" y="540067"/>
                </a:lnTo>
                <a:lnTo>
                  <a:pt x="2238375" y="54102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300" name="p07-椭圆-0300">
            <a:extLst xmlns:a="http://schemas.openxmlformats.org/drawingml/2006/main">
              <a:ext uri="{FF2B5EF4-FFF2-40B4-BE49-F238E27FC236}">
                <a16:creationId xmlns:a16="http://schemas.microsoft.com/office/drawing/2014/main" id="{EE8195C0-9897-4D99-B4BF-5C88E6D5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813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1" name="p07-椭圆-0301">
            <a:extLst xmlns:a="http://schemas.openxmlformats.org/drawingml/2006/main">
              <a:ext uri="{FF2B5EF4-FFF2-40B4-BE49-F238E27FC236}">
                <a16:creationId xmlns:a16="http://schemas.microsoft.com/office/drawing/2014/main" id="{EF4EDC3E-3CC8-4A2A-9F54-66C7CAAD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51167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2" name="p07-椭圆-0302">
            <a:extLst xmlns:a="http://schemas.openxmlformats.org/drawingml/2006/main">
              <a:ext uri="{FF2B5EF4-FFF2-40B4-BE49-F238E27FC236}">
                <a16:creationId xmlns:a16="http://schemas.microsoft.com/office/drawing/2014/main" id="{7D06141B-1F45-4F2D-B23F-8CE17B41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6130" y="525304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3" name="p07-椭圆-0303">
            <a:extLst xmlns:a="http://schemas.openxmlformats.org/drawingml/2006/main">
              <a:ext uri="{FF2B5EF4-FFF2-40B4-BE49-F238E27FC236}">
                <a16:creationId xmlns:a16="http://schemas.microsoft.com/office/drawing/2014/main" id="{0757375A-0902-42AD-A87A-B3CC2BF8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531430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4" name="p07-椭圆-0304">
            <a:extLst xmlns:a="http://schemas.openxmlformats.org/drawingml/2006/main">
              <a:ext uri="{FF2B5EF4-FFF2-40B4-BE49-F238E27FC236}">
                <a16:creationId xmlns:a16="http://schemas.microsoft.com/office/drawing/2014/main" id="{0CFEAE19-407C-4F42-877A-DB40B58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480" y="53418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5" name="p07-椭圆-0305">
            <a:extLst xmlns:a="http://schemas.openxmlformats.org/drawingml/2006/main">
              <a:ext uri="{FF2B5EF4-FFF2-40B4-BE49-F238E27FC236}">
                <a16:creationId xmlns:a16="http://schemas.microsoft.com/office/drawing/2014/main" id="{082450C0-8D99-4CEB-9E40-2342B334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9155" y="535419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6" name="p07-文本-0306">
            <a:extLst xmlns:a="http://schemas.openxmlformats.org/drawingml/2006/main">
              <a:ext uri="{FF2B5EF4-FFF2-40B4-BE49-F238E27FC236}">
                <a16:creationId xmlns:a16="http://schemas.microsoft.com/office/drawing/2014/main" id="{C98E41F5-B5C8-4516-A43B-B6093858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5640577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307" name="p07-线-0307">
            <a:extLst xmlns:a="http://schemas.openxmlformats.org/drawingml/2006/main">
              <a:ext uri="{FF2B5EF4-FFF2-40B4-BE49-F238E27FC236}">
                <a16:creationId xmlns:a16="http://schemas.microsoft.com/office/drawing/2014/main" id="{50C73145-5A17-44F9-A8CF-985F6D92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308" name="p07-文本-0308">
            <a:extLst xmlns:a="http://schemas.openxmlformats.org/drawingml/2006/main">
              <a:ext uri="{FF2B5EF4-FFF2-40B4-BE49-F238E27FC236}">
                <a16:creationId xmlns:a16="http://schemas.microsoft.com/office/drawing/2014/main" id="{AC348F88-F7CB-4E0A-BC26-CAD4FA5B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44098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09" name="p07-线-0309">
            <a:extLst xmlns:a="http://schemas.openxmlformats.org/drawingml/2006/main">
              <a:ext uri="{FF2B5EF4-FFF2-40B4-BE49-F238E27FC236}">
                <a16:creationId xmlns:a16="http://schemas.microsoft.com/office/drawing/2014/main" id="{91ED5080-5EC6-4204-A7DC-E6643371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725" y="45339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310" name="p07-文本-0310">
            <a:extLst xmlns:a="http://schemas.openxmlformats.org/drawingml/2006/main">
              <a:ext uri="{FF2B5EF4-FFF2-40B4-BE49-F238E27FC236}">
                <a16:creationId xmlns:a16="http://schemas.microsoft.com/office/drawing/2014/main" id="{15BD75E2-DB89-4CFF-B5D8-88FB1186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325" y="444098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1" name="p07-线-0311">
            <a:extLst xmlns:a="http://schemas.openxmlformats.org/drawingml/2006/main">
              <a:ext uri="{FF2B5EF4-FFF2-40B4-BE49-F238E27FC236}">
                <a16:creationId xmlns:a16="http://schemas.microsoft.com/office/drawing/2014/main" id="{597584C9-0928-4570-81A7-F5D0D83C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850" y="45339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312" name="p07-文本-0312">
            <a:extLst xmlns:a="http://schemas.openxmlformats.org/drawingml/2006/main">
              <a:ext uri="{FF2B5EF4-FFF2-40B4-BE49-F238E27FC236}">
                <a16:creationId xmlns:a16="http://schemas.microsoft.com/office/drawing/2014/main" id="{F2746CEF-E2DB-4128-AF92-850D6BED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44098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13" name="p07-路径-0313">
            <a:extLst xmlns:a="http://schemas.openxmlformats.org/drawingml/2006/main">
              <a:ext uri="{FF2B5EF4-FFF2-40B4-BE49-F238E27FC236}">
                <a16:creationId xmlns:a16="http://schemas.microsoft.com/office/drawing/2014/main" id="{C8DF2E9D-6015-43E5-9DD0-53B919C8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48987"/>
            <a:ext cx="438150" cy="188976"/>
          </a:xfrm>
          <a:custGeom xmlns:a="http://schemas.openxmlformats.org/drawingml/2006/main">
            <a:pathLst>
              <a:path w="438150" h="188976">
                <a:moveTo>
                  <a:pt x="0" y="137351"/>
                </a:moveTo>
                <a:lnTo>
                  <a:pt x="285750" y="137351"/>
                </a:lnTo>
                <a:lnTo>
                  <a:pt x="285750" y="188976"/>
                </a:lnTo>
                <a:lnTo>
                  <a:pt x="438150" y="94488"/>
                </a:lnTo>
                <a:lnTo>
                  <a:pt x="285750" y="0"/>
                </a:lnTo>
                <a:lnTo>
                  <a:pt x="285750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14" name="p07-文本-0314">
            <a:extLst xmlns:a="http://schemas.openxmlformats.org/drawingml/2006/main">
              <a:ext uri="{FF2B5EF4-FFF2-40B4-BE49-F238E27FC236}">
                <a16:creationId xmlns:a16="http://schemas.microsoft.com/office/drawing/2014/main" id="{75CE81D3-15D7-42A1-9FA0-E62B8A61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3894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统一单位与基准</a:t>
            </a:r>
          </a:p>
        </p:txBody>
      </p:sp>
      <p:sp>
        <p:nvSpPr>
          <p:cNvPr id="315" name="p07-文本-0315">
            <a:extLst xmlns:a="http://schemas.openxmlformats.org/drawingml/2006/main">
              <a:ext uri="{FF2B5EF4-FFF2-40B4-BE49-F238E27FC236}">
                <a16:creationId xmlns:a16="http://schemas.microsoft.com/office/drawing/2014/main" id="{1ACEE87F-CD64-4C9E-9928-266ADB7A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7038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对照与重复测量</a:t>
            </a:r>
          </a:p>
        </p:txBody>
      </p:sp>
      <p:sp>
        <p:nvSpPr>
          <p:cNvPr id="316" name="p07-文本-0316">
            <a:extLst xmlns:a="http://schemas.openxmlformats.org/drawingml/2006/main">
              <a:ext uri="{FF2B5EF4-FFF2-40B4-BE49-F238E27FC236}">
                <a16:creationId xmlns:a16="http://schemas.microsoft.com/office/drawing/2014/main" id="{6CA9EF8B-581D-4BDC-AEE9-1AA966E1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181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比较效果与代价</a:t>
            </a:r>
          </a:p>
        </p:txBody>
      </p:sp>
      <p:sp>
        <p:nvSpPr>
          <p:cNvPr id="317" name="p07-文本-0317">
            <a:extLst xmlns:a="http://schemas.openxmlformats.org/drawingml/2006/main">
              <a:ext uri="{FF2B5EF4-FFF2-40B4-BE49-F238E27FC236}">
                <a16:creationId xmlns:a16="http://schemas.microsoft.com/office/drawing/2014/main" id="{1A39AAA5-4D55-469C-8982-5661A7D5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548857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p08-矩形-0001">
            <a:extLst xmlns:a="http://schemas.openxmlformats.org/drawingml/2006/main">
              <a:ext uri="{FF2B5EF4-FFF2-40B4-BE49-F238E27FC236}">
                <a16:creationId xmlns:a16="http://schemas.microsoft.com/office/drawing/2014/main" id="{C9C0ECC1-B7E5-4CAA-9CEF-F6D1AB0E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8-矩形-0002">
            <a:extLst xmlns:a="http://schemas.openxmlformats.org/drawingml/2006/main">
              <a:ext uri="{FF2B5EF4-FFF2-40B4-BE49-F238E27FC236}">
                <a16:creationId xmlns:a16="http://schemas.microsoft.com/office/drawing/2014/main" id="{C8C797C4-3047-4CEB-85A2-07488C60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8-文本-0003">
            <a:extLst xmlns:a="http://schemas.openxmlformats.org/drawingml/2006/main">
              <a:ext uri="{FF2B5EF4-FFF2-40B4-BE49-F238E27FC236}">
                <a16:creationId xmlns:a16="http://schemas.microsoft.com/office/drawing/2014/main" id="{E92FB6F3-76B9-4755-B71B-4BEF9287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已有观测与当前挑战共同限定研究问题</a:t>
            </a:r>
          </a:p>
        </p:txBody>
      </p:sp>
      <p:sp>
        <p:nvSpPr>
          <p:cNvPr id="4" name="p08-文本-0004">
            <a:extLst xmlns:a="http://schemas.openxmlformats.org/drawingml/2006/main">
              <a:ext uri="{FF2B5EF4-FFF2-40B4-BE49-F238E27FC236}">
                <a16:creationId xmlns:a16="http://schemas.microsoft.com/office/drawing/2014/main" id="{592494EF-75DB-4628-8904-BDE96EDE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已有结构与响应观测，下一步用独立对照定位差异来源</a:t>
            </a:r>
          </a:p>
        </p:txBody>
      </p:sp>
      <p:sp>
        <p:nvSpPr>
          <p:cNvPr id="5" name="p08-线-0005">
            <a:extLst xmlns:a="http://schemas.openxmlformats.org/drawingml/2006/main">
              <a:ext uri="{FF2B5EF4-FFF2-40B4-BE49-F238E27FC236}">
                <a16:creationId xmlns:a16="http://schemas.microsoft.com/office/drawing/2014/main" id="{F432B68E-7ADA-461A-AB2D-A24288DC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8-矩形-0006">
            <a:extLst xmlns:a="http://schemas.openxmlformats.org/drawingml/2006/main">
              <a:ext uri="{FF2B5EF4-FFF2-40B4-BE49-F238E27FC236}">
                <a16:creationId xmlns:a16="http://schemas.microsoft.com/office/drawing/2014/main" id="{CA811662-1169-4492-BE90-57779AB7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537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08-文本-0007">
            <a:extLst xmlns:a="http://schemas.openxmlformats.org/drawingml/2006/main">
              <a:ext uri="{FF2B5EF4-FFF2-40B4-BE49-F238E27FC236}">
                <a16:creationId xmlns:a16="http://schemas.microsoft.com/office/drawing/2014/main" id="{4F354A02-CD28-4EC9-9C82-AE0A09F6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247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已有观测</a:t>
            </a:r>
          </a:p>
        </p:txBody>
      </p:sp>
      <p:sp>
        <p:nvSpPr>
          <p:cNvPr id="8" name="p08-矩形-0008">
            <a:extLst xmlns:a="http://schemas.openxmlformats.org/drawingml/2006/main">
              <a:ext uri="{FF2B5EF4-FFF2-40B4-BE49-F238E27FC236}">
                <a16:creationId xmlns:a16="http://schemas.microsoft.com/office/drawing/2014/main" id="{94154EA4-1C2A-4161-A811-5554AD07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381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9" name="p08-文本-0009">
            <a:extLst xmlns:a="http://schemas.openxmlformats.org/drawingml/2006/main">
              <a:ext uri="{FF2B5EF4-FFF2-40B4-BE49-F238E27FC236}">
                <a16:creationId xmlns:a16="http://schemas.microsoft.com/office/drawing/2014/main" id="{63F61D84-6CE5-428C-9D72-33B1A3E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885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当前挑战</a:t>
            </a:r>
          </a:p>
        </p:txBody>
      </p:sp>
      <p:sp>
        <p:nvSpPr>
          <p:cNvPr id="10" name="p08-矩形-0010">
            <a:extLst xmlns:a="http://schemas.openxmlformats.org/drawingml/2006/main">
              <a:ext uri="{FF2B5EF4-FFF2-40B4-BE49-F238E27FC236}">
                <a16:creationId xmlns:a16="http://schemas.microsoft.com/office/drawing/2014/main" id="{E873B900-79A9-4E6F-963B-FAB57402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2286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11" name="p08-椭圆-0011">
            <a:extLst xmlns:a="http://schemas.openxmlformats.org/drawingml/2006/main">
              <a:ext uri="{FF2B5EF4-FFF2-40B4-BE49-F238E27FC236}">
                <a16:creationId xmlns:a16="http://schemas.microsoft.com/office/drawing/2014/main" id="{E5D3CF0B-FC91-47C2-AE8D-B48911BB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00977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2" name="p08-椭圆-0012">
            <a:extLst xmlns:a="http://schemas.openxmlformats.org/drawingml/2006/main">
              <a:ext uri="{FF2B5EF4-FFF2-40B4-BE49-F238E27FC236}">
                <a16:creationId xmlns:a16="http://schemas.microsoft.com/office/drawing/2014/main" id="{51A0D562-8A9B-4C87-98AF-CBFFF10B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021" y="2610015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3" name="p08-椭圆-0013">
            <a:extLst xmlns:a="http://schemas.openxmlformats.org/drawingml/2006/main">
              <a:ext uri="{FF2B5EF4-FFF2-40B4-BE49-F238E27FC236}">
                <a16:creationId xmlns:a16="http://schemas.microsoft.com/office/drawing/2014/main" id="{D4F465C7-B594-42C4-B260-617C2C24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5304" y="3210255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4" name="p08-椭圆-0014">
            <a:extLst xmlns:a="http://schemas.openxmlformats.org/drawingml/2006/main">
              <a:ext uri="{FF2B5EF4-FFF2-40B4-BE49-F238E27FC236}">
                <a16:creationId xmlns:a16="http://schemas.microsoft.com/office/drawing/2014/main" id="{2A9C1D87-C3D0-46C7-B977-98FADE85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3987" y="2324595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5" name="p08-椭圆-0015">
            <a:extLst xmlns:a="http://schemas.openxmlformats.org/drawingml/2006/main">
              <a:ext uri="{FF2B5EF4-FFF2-40B4-BE49-F238E27FC236}">
                <a16:creationId xmlns:a16="http://schemas.microsoft.com/office/drawing/2014/main" id="{7A61E689-D5FC-4489-A2D6-DB60CF89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270" y="2924835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6" name="p08-椭圆-0016">
            <a:extLst xmlns:a="http://schemas.openxmlformats.org/drawingml/2006/main">
              <a:ext uri="{FF2B5EF4-FFF2-40B4-BE49-F238E27FC236}">
                <a16:creationId xmlns:a16="http://schemas.microsoft.com/office/drawing/2014/main" id="{7C9B70AE-2BA4-4851-A94A-470F2924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853" y="211537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7" name="p08-椭圆-0017">
            <a:extLst xmlns:a="http://schemas.openxmlformats.org/drawingml/2006/main">
              <a:ext uri="{FF2B5EF4-FFF2-40B4-BE49-F238E27FC236}">
                <a16:creationId xmlns:a16="http://schemas.microsoft.com/office/drawing/2014/main" id="{8436419F-77E8-4F3D-A0C4-3A40E9B1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536" y="2715615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8" name="p08-椭圆-0018">
            <a:extLst xmlns:a="http://schemas.openxmlformats.org/drawingml/2006/main">
              <a:ext uri="{FF2B5EF4-FFF2-40B4-BE49-F238E27FC236}">
                <a16:creationId xmlns:a16="http://schemas.microsoft.com/office/drawing/2014/main" id="{30D83EA0-A393-406C-AD60-1C20F545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819" y="3315855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9" name="p08-椭圆-0019">
            <a:extLst xmlns:a="http://schemas.openxmlformats.org/drawingml/2006/main">
              <a:ext uri="{FF2B5EF4-FFF2-40B4-BE49-F238E27FC236}">
                <a16:creationId xmlns:a16="http://schemas.microsoft.com/office/drawing/2014/main" id="{0258DD7F-9980-4C55-B7F8-AF62ED17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503" y="243019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0" name="p08-椭圆-0020">
            <a:extLst xmlns:a="http://schemas.openxmlformats.org/drawingml/2006/main">
              <a:ext uri="{FF2B5EF4-FFF2-40B4-BE49-F238E27FC236}">
                <a16:creationId xmlns:a16="http://schemas.microsoft.com/office/drawing/2014/main" id="{4F1164F6-3ACD-408A-9520-3666D79B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786" y="3030434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1" name="p08-椭圆-0021">
            <a:extLst xmlns:a="http://schemas.openxmlformats.org/drawingml/2006/main">
              <a:ext uri="{FF2B5EF4-FFF2-40B4-BE49-F238E27FC236}">
                <a16:creationId xmlns:a16="http://schemas.microsoft.com/office/drawing/2014/main" id="{3FA155C7-85CE-47DD-AF83-47B3FC0D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369" y="2220974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2" name="p08-椭圆-0022">
            <a:extLst xmlns:a="http://schemas.openxmlformats.org/drawingml/2006/main">
              <a:ext uri="{FF2B5EF4-FFF2-40B4-BE49-F238E27FC236}">
                <a16:creationId xmlns:a16="http://schemas.microsoft.com/office/drawing/2014/main" id="{A858170A-CA49-432A-90AF-29EBDC25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052" y="282121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3" name="p08-椭圆-0023">
            <a:extLst xmlns:a="http://schemas.openxmlformats.org/drawingml/2006/main">
              <a:ext uri="{FF2B5EF4-FFF2-40B4-BE49-F238E27FC236}">
                <a16:creationId xmlns:a16="http://schemas.microsoft.com/office/drawing/2014/main" id="{9E9E0035-0381-4F65-B0E0-61502272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335" y="3421454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4" name="p08-椭圆-0024">
            <a:extLst xmlns:a="http://schemas.openxmlformats.org/drawingml/2006/main">
              <a:ext uri="{FF2B5EF4-FFF2-40B4-BE49-F238E27FC236}">
                <a16:creationId xmlns:a16="http://schemas.microsoft.com/office/drawing/2014/main" id="{5BE2B37A-D66F-4333-B26F-798F59A4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618" y="253579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5" name="p08-椭圆-0025">
            <a:extLst xmlns:a="http://schemas.openxmlformats.org/drawingml/2006/main">
              <a:ext uri="{FF2B5EF4-FFF2-40B4-BE49-F238E27FC236}">
                <a16:creationId xmlns:a16="http://schemas.microsoft.com/office/drawing/2014/main" id="{8F00CC35-F0DC-4F71-BED9-D4AA3770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301" y="3136034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6" name="p08-椭圆-0026">
            <a:extLst xmlns:a="http://schemas.openxmlformats.org/drawingml/2006/main">
              <a:ext uri="{FF2B5EF4-FFF2-40B4-BE49-F238E27FC236}">
                <a16:creationId xmlns:a16="http://schemas.microsoft.com/office/drawing/2014/main" id="{0943D514-2942-4BB3-AC04-BDA0ACA0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884" y="2326574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7" name="p08-椭圆-0027">
            <a:extLst xmlns:a="http://schemas.openxmlformats.org/drawingml/2006/main">
              <a:ext uri="{FF2B5EF4-FFF2-40B4-BE49-F238E27FC236}">
                <a16:creationId xmlns:a16="http://schemas.microsoft.com/office/drawing/2014/main" id="{E90CF108-5264-47F8-8FBD-41903A82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568" y="292681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08-椭圆-0028">
            <a:extLst xmlns:a="http://schemas.openxmlformats.org/drawingml/2006/main">
              <a:ext uri="{FF2B5EF4-FFF2-40B4-BE49-F238E27FC236}">
                <a16:creationId xmlns:a16="http://schemas.microsoft.com/office/drawing/2014/main" id="{1DA42295-7B43-48D6-9CE7-80FC20C2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851" y="2041154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08-椭圆-0029">
            <a:extLst xmlns:a="http://schemas.openxmlformats.org/drawingml/2006/main">
              <a:ext uri="{FF2B5EF4-FFF2-40B4-BE49-F238E27FC236}">
                <a16:creationId xmlns:a16="http://schemas.microsoft.com/office/drawing/2014/main" id="{E9BA83AE-B101-4ED5-9738-C30B578F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134" y="264139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08-椭圆-0030">
            <a:extLst xmlns:a="http://schemas.openxmlformats.org/drawingml/2006/main">
              <a:ext uri="{FF2B5EF4-FFF2-40B4-BE49-F238E27FC236}">
                <a16:creationId xmlns:a16="http://schemas.microsoft.com/office/drawing/2014/main" id="{C369C847-3723-4034-BEAE-A0413849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1817" y="3241634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08-椭圆-0031">
            <a:extLst xmlns:a="http://schemas.openxmlformats.org/drawingml/2006/main">
              <a:ext uri="{FF2B5EF4-FFF2-40B4-BE49-F238E27FC236}">
                <a16:creationId xmlns:a16="http://schemas.microsoft.com/office/drawing/2014/main" id="{75FE0C36-1F96-4B30-99F7-5C3AF399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400" y="2432174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08-椭圆-0032">
            <a:extLst xmlns:a="http://schemas.openxmlformats.org/drawingml/2006/main">
              <a:ext uri="{FF2B5EF4-FFF2-40B4-BE49-F238E27FC236}">
                <a16:creationId xmlns:a16="http://schemas.microsoft.com/office/drawing/2014/main" id="{07D31415-8220-464D-9268-07AED33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83" y="303241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08-椭圆-0033">
            <a:extLst xmlns:a="http://schemas.openxmlformats.org/drawingml/2006/main">
              <a:ext uri="{FF2B5EF4-FFF2-40B4-BE49-F238E27FC236}">
                <a16:creationId xmlns:a16="http://schemas.microsoft.com/office/drawing/2014/main" id="{1D573731-352F-41B2-BE14-AC8B5BF7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366" y="2146753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08-椭圆-0034">
            <a:extLst xmlns:a="http://schemas.openxmlformats.org/drawingml/2006/main">
              <a:ext uri="{FF2B5EF4-FFF2-40B4-BE49-F238E27FC236}">
                <a16:creationId xmlns:a16="http://schemas.microsoft.com/office/drawing/2014/main" id="{80C01B8B-5EA9-4A59-9349-8DC10CF3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650" y="274699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08-椭圆-0035">
            <a:extLst xmlns:a="http://schemas.openxmlformats.org/drawingml/2006/main">
              <a:ext uri="{FF2B5EF4-FFF2-40B4-BE49-F238E27FC236}">
                <a16:creationId xmlns:a16="http://schemas.microsoft.com/office/drawing/2014/main" id="{39C8486D-3A27-4B72-BF93-DC9C52AB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333" y="334723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08-椭圆-0036">
            <a:extLst xmlns:a="http://schemas.openxmlformats.org/drawingml/2006/main">
              <a:ext uri="{FF2B5EF4-FFF2-40B4-BE49-F238E27FC236}">
                <a16:creationId xmlns:a16="http://schemas.microsoft.com/office/drawing/2014/main" id="{8D2CC55B-ADE4-4C75-A6E5-C130B598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916" y="253777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08-椭圆-0037">
            <a:extLst xmlns:a="http://schemas.openxmlformats.org/drawingml/2006/main">
              <a:ext uri="{FF2B5EF4-FFF2-40B4-BE49-F238E27FC236}">
                <a16:creationId xmlns:a16="http://schemas.microsoft.com/office/drawing/2014/main" id="{83D9028C-B3BA-411B-A3E4-E3039580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199" y="313801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08-椭圆-0038">
            <a:extLst xmlns:a="http://schemas.openxmlformats.org/drawingml/2006/main">
              <a:ext uri="{FF2B5EF4-FFF2-40B4-BE49-F238E27FC236}">
                <a16:creationId xmlns:a16="http://schemas.microsoft.com/office/drawing/2014/main" id="{A75491B0-D734-4E58-9096-C676055A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882" y="2252353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08-椭圆-0039">
            <a:extLst xmlns:a="http://schemas.openxmlformats.org/drawingml/2006/main">
              <a:ext uri="{FF2B5EF4-FFF2-40B4-BE49-F238E27FC236}">
                <a16:creationId xmlns:a16="http://schemas.microsoft.com/office/drawing/2014/main" id="{DC5CA275-EE11-45C4-8379-FAE1EC37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165" y="285259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08-椭圆-0040">
            <a:extLst xmlns:a="http://schemas.openxmlformats.org/drawingml/2006/main">
              <a:ext uri="{FF2B5EF4-FFF2-40B4-BE49-F238E27FC236}">
                <a16:creationId xmlns:a16="http://schemas.microsoft.com/office/drawing/2014/main" id="{DB6CCE8D-D96B-4291-8A4C-8EF55DFD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848" y="196693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08-椭圆-0041">
            <a:extLst xmlns:a="http://schemas.openxmlformats.org/drawingml/2006/main">
              <a:ext uri="{FF2B5EF4-FFF2-40B4-BE49-F238E27FC236}">
                <a16:creationId xmlns:a16="http://schemas.microsoft.com/office/drawing/2014/main" id="{37C611A7-5CC0-40E3-A2EA-E0F54B9B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31" y="264337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08-椭圆-0042">
            <a:extLst xmlns:a="http://schemas.openxmlformats.org/drawingml/2006/main">
              <a:ext uri="{FF2B5EF4-FFF2-40B4-BE49-F238E27FC236}">
                <a16:creationId xmlns:a16="http://schemas.microsoft.com/office/drawing/2014/main" id="{53A5C1D3-BF5E-4E42-BCC9-BF37DFF1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715" y="324361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08-椭圆-0043">
            <a:extLst xmlns:a="http://schemas.openxmlformats.org/drawingml/2006/main">
              <a:ext uri="{FF2B5EF4-FFF2-40B4-BE49-F238E27FC236}">
                <a16:creationId xmlns:a16="http://schemas.microsoft.com/office/drawing/2014/main" id="{E9EF711D-8B48-484B-8C91-CEBF0DE1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398" y="2357953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08-椭圆-0044">
            <a:extLst xmlns:a="http://schemas.openxmlformats.org/drawingml/2006/main">
              <a:ext uri="{FF2B5EF4-FFF2-40B4-BE49-F238E27FC236}">
                <a16:creationId xmlns:a16="http://schemas.microsoft.com/office/drawing/2014/main" id="{5B6654B4-AB0C-4632-B636-E586E970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681" y="295819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08-椭圆-0045">
            <a:extLst xmlns:a="http://schemas.openxmlformats.org/drawingml/2006/main">
              <a:ext uri="{FF2B5EF4-FFF2-40B4-BE49-F238E27FC236}">
                <a16:creationId xmlns:a16="http://schemas.microsoft.com/office/drawing/2014/main" id="{1BF127A4-D895-4F71-B237-52556AA3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64" y="207253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08-椭圆-0046">
            <a:extLst xmlns:a="http://schemas.openxmlformats.org/drawingml/2006/main">
              <a:ext uri="{FF2B5EF4-FFF2-40B4-BE49-F238E27FC236}">
                <a16:creationId xmlns:a16="http://schemas.microsoft.com/office/drawing/2014/main" id="{C358905E-FC7A-4C6B-A01B-4353CF03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47" y="274897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08-椭圆-0047">
            <a:extLst xmlns:a="http://schemas.openxmlformats.org/drawingml/2006/main">
              <a:ext uri="{FF2B5EF4-FFF2-40B4-BE49-F238E27FC236}">
                <a16:creationId xmlns:a16="http://schemas.microsoft.com/office/drawing/2014/main" id="{03ABCDBB-1B87-42A3-9292-5E4023A3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30" y="3349212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08-椭圆-0048">
            <a:extLst xmlns:a="http://schemas.openxmlformats.org/drawingml/2006/main">
              <a:ext uri="{FF2B5EF4-FFF2-40B4-BE49-F238E27FC236}">
                <a16:creationId xmlns:a16="http://schemas.microsoft.com/office/drawing/2014/main" id="{8997AF8E-3A71-4E9B-80C4-7431A811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913" y="246355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9" name="p08-线-0049">
            <a:extLst xmlns:a="http://schemas.openxmlformats.org/drawingml/2006/main">
              <a:ext uri="{FF2B5EF4-FFF2-40B4-BE49-F238E27FC236}">
                <a16:creationId xmlns:a16="http://schemas.microsoft.com/office/drawing/2014/main" id="{EA80C88F-505A-4789-92E0-D56AD09A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57575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50" name="p08-文本-0050">
            <a:extLst xmlns:a="http://schemas.openxmlformats.org/drawingml/2006/main">
              <a:ext uri="{FF2B5EF4-FFF2-40B4-BE49-F238E27FC236}">
                <a16:creationId xmlns:a16="http://schemas.microsoft.com/office/drawing/2014/main" id="{C9C621D3-38F3-4611-9A64-11AE913F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3609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51" name="p08-文本-0051">
            <a:extLst xmlns:a="http://schemas.openxmlformats.org/drawingml/2006/main">
              <a:ext uri="{FF2B5EF4-FFF2-40B4-BE49-F238E27FC236}">
                <a16:creationId xmlns:a16="http://schemas.microsoft.com/office/drawing/2014/main" id="{DB2B9086-5B41-428F-BE74-7EAA6327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9639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52" name="p08-线-0052">
            <a:extLst xmlns:a="http://schemas.openxmlformats.org/drawingml/2006/main">
              <a:ext uri="{FF2B5EF4-FFF2-40B4-BE49-F238E27FC236}">
                <a16:creationId xmlns:a16="http://schemas.microsoft.com/office/drawing/2014/main" id="{6DC42BDD-24DC-467A-B09F-35152957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533775"/>
            <a:ext cx="2028825" cy="95"/>
          </a:xfrm>
          <a:custGeom xmlns:a="http://schemas.openxmlformats.org/drawingml/2006/main">
            <a:pathLst>
              <a:path w="2028825" h="95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53" name="p08-线-0053">
            <a:extLst xmlns:a="http://schemas.openxmlformats.org/drawingml/2006/main">
              <a:ext uri="{FF2B5EF4-FFF2-40B4-BE49-F238E27FC236}">
                <a16:creationId xmlns:a16="http://schemas.microsoft.com/office/drawing/2014/main" id="{BAB03059-E0B0-4D4B-9C51-12C4A8A7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428875"/>
            <a:ext cx="95" cy="1104900"/>
          </a:xfrm>
          <a:custGeom xmlns:a="http://schemas.openxmlformats.org/drawingml/2006/main">
            <a:pathLst>
              <a:path w="95" h="1104900">
                <a:moveTo>
                  <a:pt x="0" y="0"/>
                </a:moveTo>
                <a:lnTo>
                  <a:pt x="0" y="11049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54" name="p08-线-0054">
            <a:extLst xmlns:a="http://schemas.openxmlformats.org/drawingml/2006/main">
              <a:ext uri="{FF2B5EF4-FFF2-40B4-BE49-F238E27FC236}">
                <a16:creationId xmlns:a16="http://schemas.microsoft.com/office/drawing/2014/main" id="{FDDED5AD-861E-4812-BEB7-25494F2E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05100"/>
            <a:ext cx="2028825" cy="95"/>
          </a:xfrm>
          <a:custGeom xmlns:a="http://schemas.openxmlformats.org/drawingml/2006/main">
            <a:pathLst>
              <a:path w="2028825" h="95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5" name="p08-线-0055">
            <a:extLst xmlns:a="http://schemas.openxmlformats.org/drawingml/2006/main">
              <a:ext uri="{FF2B5EF4-FFF2-40B4-BE49-F238E27FC236}">
                <a16:creationId xmlns:a16="http://schemas.microsoft.com/office/drawing/2014/main" id="{1D4C3D29-08C3-4F22-912E-11946CAC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981325"/>
            <a:ext cx="2028825" cy="95"/>
          </a:xfrm>
          <a:custGeom xmlns:a="http://schemas.openxmlformats.org/drawingml/2006/main">
            <a:pathLst>
              <a:path w="2028825" h="95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6" name="p08-线-0056">
            <a:extLst xmlns:a="http://schemas.openxmlformats.org/drawingml/2006/main">
              <a:ext uri="{FF2B5EF4-FFF2-40B4-BE49-F238E27FC236}">
                <a16:creationId xmlns:a16="http://schemas.microsoft.com/office/drawing/2014/main" id="{CF10DF96-75F1-4BB4-824E-9CC5487F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2028825" cy="95"/>
          </a:xfrm>
          <a:custGeom xmlns:a="http://schemas.openxmlformats.org/drawingml/2006/main">
            <a:pathLst>
              <a:path w="2028825" h="95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7" name="p08-路径-0057">
            <a:extLst xmlns:a="http://schemas.openxmlformats.org/drawingml/2006/main">
              <a:ext uri="{FF2B5EF4-FFF2-40B4-BE49-F238E27FC236}">
                <a16:creationId xmlns:a16="http://schemas.microsoft.com/office/drawing/2014/main" id="{CEF9C2FB-831D-4DFD-B0CB-C3B25815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16518"/>
            <a:ext cx="2028825" cy="621030"/>
          </a:xfrm>
          <a:custGeom xmlns:a="http://schemas.openxmlformats.org/drawingml/2006/main">
            <a:pathLst>
              <a:path w="2028825" h="621030">
                <a:moveTo>
                  <a:pt x="0" y="0"/>
                </a:moveTo>
                <a:lnTo>
                  <a:pt x="67628" y="46673"/>
                </a:lnTo>
                <a:lnTo>
                  <a:pt x="135255" y="89535"/>
                </a:lnTo>
                <a:lnTo>
                  <a:pt x="202883" y="130492"/>
                </a:lnTo>
                <a:lnTo>
                  <a:pt x="270510" y="168592"/>
                </a:lnTo>
                <a:lnTo>
                  <a:pt x="338138" y="203835"/>
                </a:lnTo>
                <a:lnTo>
                  <a:pt x="405765" y="237173"/>
                </a:lnTo>
                <a:lnTo>
                  <a:pt x="473392" y="267653"/>
                </a:lnTo>
                <a:lnTo>
                  <a:pt x="541020" y="297180"/>
                </a:lnTo>
                <a:lnTo>
                  <a:pt x="608647" y="323850"/>
                </a:lnTo>
                <a:lnTo>
                  <a:pt x="676275" y="349567"/>
                </a:lnTo>
                <a:lnTo>
                  <a:pt x="743903" y="373380"/>
                </a:lnTo>
                <a:lnTo>
                  <a:pt x="811530" y="395288"/>
                </a:lnTo>
                <a:lnTo>
                  <a:pt x="879158" y="416242"/>
                </a:lnTo>
                <a:lnTo>
                  <a:pt x="946785" y="436245"/>
                </a:lnTo>
                <a:lnTo>
                  <a:pt x="1014413" y="454342"/>
                </a:lnTo>
                <a:lnTo>
                  <a:pt x="1082040" y="471488"/>
                </a:lnTo>
                <a:lnTo>
                  <a:pt x="1149668" y="486728"/>
                </a:lnTo>
                <a:lnTo>
                  <a:pt x="1217295" y="501967"/>
                </a:lnTo>
                <a:lnTo>
                  <a:pt x="1284922" y="516255"/>
                </a:lnTo>
                <a:lnTo>
                  <a:pt x="1352550" y="528638"/>
                </a:lnTo>
                <a:lnTo>
                  <a:pt x="1420178" y="541020"/>
                </a:lnTo>
                <a:lnTo>
                  <a:pt x="1487805" y="552450"/>
                </a:lnTo>
                <a:lnTo>
                  <a:pt x="1555432" y="562928"/>
                </a:lnTo>
                <a:lnTo>
                  <a:pt x="1623060" y="573405"/>
                </a:lnTo>
                <a:lnTo>
                  <a:pt x="1690688" y="582930"/>
                </a:lnTo>
                <a:lnTo>
                  <a:pt x="1758315" y="591503"/>
                </a:lnTo>
                <a:lnTo>
                  <a:pt x="1825943" y="600075"/>
                </a:lnTo>
                <a:lnTo>
                  <a:pt x="1893570" y="607695"/>
                </a:lnTo>
                <a:lnTo>
                  <a:pt x="1961197" y="614363"/>
                </a:lnTo>
                <a:lnTo>
                  <a:pt x="2028825" y="62103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58" name="p08-椭圆-0058">
            <a:extLst xmlns:a="http://schemas.openxmlformats.org/drawingml/2006/main">
              <a:ext uri="{FF2B5EF4-FFF2-40B4-BE49-F238E27FC236}">
                <a16:creationId xmlns:a16="http://schemas.microsoft.com/office/drawing/2014/main" id="{FF72734A-0917-4FC1-9305-77F901E7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755" y="259003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9" name="p08-椭圆-0059">
            <a:extLst xmlns:a="http://schemas.openxmlformats.org/drawingml/2006/main">
              <a:ext uri="{FF2B5EF4-FFF2-40B4-BE49-F238E27FC236}">
                <a16:creationId xmlns:a16="http://schemas.microsoft.com/office/drawing/2014/main" id="{3CEF36E5-8485-4880-A4BB-AB2DB150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20" y="282680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0" name="p08-椭圆-0060">
            <a:extLst xmlns:a="http://schemas.openxmlformats.org/drawingml/2006/main">
              <a:ext uri="{FF2B5EF4-FFF2-40B4-BE49-F238E27FC236}">
                <a16:creationId xmlns:a16="http://schemas.microsoft.com/office/drawing/2014/main" id="{E2E7201F-91BD-42D2-83D4-A43F01A2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5285" y="298552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1" name="p08-椭圆-0061">
            <a:extLst xmlns:a="http://schemas.openxmlformats.org/drawingml/2006/main">
              <a:ext uri="{FF2B5EF4-FFF2-40B4-BE49-F238E27FC236}">
                <a16:creationId xmlns:a16="http://schemas.microsoft.com/office/drawing/2014/main" id="{07082AE4-13DB-4354-8ACC-3D9DE25F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919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2" name="p08-椭圆-0062">
            <a:extLst xmlns:a="http://schemas.openxmlformats.org/drawingml/2006/main">
              <a:ext uri="{FF2B5EF4-FFF2-40B4-BE49-F238E27FC236}">
                <a16:creationId xmlns:a16="http://schemas.microsoft.com/office/drawing/2014/main" id="{BF5AAC68-D752-49D0-B3A7-8C34CA96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316322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3" name="p08-椭圆-0063">
            <a:extLst xmlns:a="http://schemas.openxmlformats.org/drawingml/2006/main">
              <a:ext uri="{FF2B5EF4-FFF2-40B4-BE49-F238E27FC236}">
                <a16:creationId xmlns:a16="http://schemas.microsoft.com/office/drawing/2014/main" id="{624E72DC-4A4C-4F79-ADBE-FECBE546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580" y="321102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4" name="p08-路径-0064">
            <a:extLst xmlns:a="http://schemas.openxmlformats.org/drawingml/2006/main">
              <a:ext uri="{FF2B5EF4-FFF2-40B4-BE49-F238E27FC236}">
                <a16:creationId xmlns:a16="http://schemas.microsoft.com/office/drawing/2014/main" id="{41ABA948-604B-45AC-9487-2FF314D8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16518"/>
            <a:ext cx="2028825" cy="682942"/>
          </a:xfrm>
          <a:custGeom xmlns:a="http://schemas.openxmlformats.org/drawingml/2006/main">
            <a:pathLst>
              <a:path w="2028825" h="682942">
                <a:moveTo>
                  <a:pt x="0" y="0"/>
                </a:moveTo>
                <a:lnTo>
                  <a:pt x="67628" y="68580"/>
                </a:lnTo>
                <a:lnTo>
                  <a:pt x="135255" y="130492"/>
                </a:lnTo>
                <a:lnTo>
                  <a:pt x="202883" y="186690"/>
                </a:lnTo>
                <a:lnTo>
                  <a:pt x="270510" y="237173"/>
                </a:lnTo>
                <a:lnTo>
                  <a:pt x="338138" y="282892"/>
                </a:lnTo>
                <a:lnTo>
                  <a:pt x="405765" y="323850"/>
                </a:lnTo>
                <a:lnTo>
                  <a:pt x="473392" y="361950"/>
                </a:lnTo>
                <a:lnTo>
                  <a:pt x="541020" y="395288"/>
                </a:lnTo>
                <a:lnTo>
                  <a:pt x="608647" y="426720"/>
                </a:lnTo>
                <a:lnTo>
                  <a:pt x="676275" y="454342"/>
                </a:lnTo>
                <a:lnTo>
                  <a:pt x="743903" y="479108"/>
                </a:lnTo>
                <a:lnTo>
                  <a:pt x="811530" y="501967"/>
                </a:lnTo>
                <a:lnTo>
                  <a:pt x="879158" y="522923"/>
                </a:lnTo>
                <a:lnTo>
                  <a:pt x="946785" y="541020"/>
                </a:lnTo>
                <a:lnTo>
                  <a:pt x="1014413" y="558165"/>
                </a:lnTo>
                <a:lnTo>
                  <a:pt x="1082040" y="573405"/>
                </a:lnTo>
                <a:lnTo>
                  <a:pt x="1149668" y="586740"/>
                </a:lnTo>
                <a:lnTo>
                  <a:pt x="1217295" y="600075"/>
                </a:lnTo>
                <a:lnTo>
                  <a:pt x="1284922" y="610553"/>
                </a:lnTo>
                <a:lnTo>
                  <a:pt x="1352550" y="621030"/>
                </a:lnTo>
                <a:lnTo>
                  <a:pt x="1420178" y="630555"/>
                </a:lnTo>
                <a:lnTo>
                  <a:pt x="1487805" y="639128"/>
                </a:lnTo>
                <a:lnTo>
                  <a:pt x="1555432" y="646748"/>
                </a:lnTo>
                <a:lnTo>
                  <a:pt x="1623060" y="653415"/>
                </a:lnTo>
                <a:lnTo>
                  <a:pt x="1690688" y="659130"/>
                </a:lnTo>
                <a:lnTo>
                  <a:pt x="1758315" y="664845"/>
                </a:lnTo>
                <a:lnTo>
                  <a:pt x="1825943" y="670560"/>
                </a:lnTo>
                <a:lnTo>
                  <a:pt x="1893570" y="674370"/>
                </a:lnTo>
                <a:lnTo>
                  <a:pt x="1961197" y="679133"/>
                </a:lnTo>
                <a:lnTo>
                  <a:pt x="2028825" y="68294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65" name="p08-椭圆-0065">
            <a:extLst xmlns:a="http://schemas.openxmlformats.org/drawingml/2006/main">
              <a:ext uri="{FF2B5EF4-FFF2-40B4-BE49-F238E27FC236}">
                <a16:creationId xmlns:a16="http://schemas.microsoft.com/office/drawing/2014/main" id="{3D05FC83-CA3B-4B60-AB3A-B534FDB8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755" y="259003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6" name="p08-椭圆-0066">
            <a:extLst xmlns:a="http://schemas.openxmlformats.org/drawingml/2006/main">
              <a:ext uri="{FF2B5EF4-FFF2-40B4-BE49-F238E27FC236}">
                <a16:creationId xmlns:a16="http://schemas.microsoft.com/office/drawing/2014/main" id="{5B19CBC6-4187-4750-AFB0-9853F557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20" y="291407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7" name="p08-椭圆-0067">
            <a:extLst xmlns:a="http://schemas.openxmlformats.org/drawingml/2006/main">
              <a:ext uri="{FF2B5EF4-FFF2-40B4-BE49-F238E27FC236}">
                <a16:creationId xmlns:a16="http://schemas.microsoft.com/office/drawing/2014/main" id="{309CE020-A140-4089-9186-EB38AA0D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5285" y="30919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8" name="p08-椭圆-0068">
            <a:extLst xmlns:a="http://schemas.openxmlformats.org/drawingml/2006/main">
              <a:ext uri="{FF2B5EF4-FFF2-40B4-BE49-F238E27FC236}">
                <a16:creationId xmlns:a16="http://schemas.microsoft.com/office/drawing/2014/main" id="{E82F8136-53BF-460B-A4CA-1B2DFF71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8950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9" name="p08-椭圆-0069">
            <a:extLst xmlns:a="http://schemas.openxmlformats.org/drawingml/2006/main">
              <a:ext uri="{FF2B5EF4-FFF2-40B4-BE49-F238E27FC236}">
                <a16:creationId xmlns:a16="http://schemas.microsoft.com/office/drawing/2014/main" id="{E156243E-1978-449D-850B-C837FC4A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324307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0" name="p08-椭圆-0070">
            <a:extLst xmlns:a="http://schemas.openxmlformats.org/drawingml/2006/main">
              <a:ext uri="{FF2B5EF4-FFF2-40B4-BE49-F238E27FC236}">
                <a16:creationId xmlns:a16="http://schemas.microsoft.com/office/drawing/2014/main" id="{A40748DC-3A7D-418F-AAEA-2ECBC147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580" y="327246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1" name="p08-路径-0071">
            <a:extLst xmlns:a="http://schemas.openxmlformats.org/drawingml/2006/main">
              <a:ext uri="{FF2B5EF4-FFF2-40B4-BE49-F238E27FC236}">
                <a16:creationId xmlns:a16="http://schemas.microsoft.com/office/drawing/2014/main" id="{E3C5934E-D1A9-4DE7-A2F8-5219666D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16518"/>
            <a:ext cx="2028825" cy="704850"/>
          </a:xfrm>
          <a:custGeom xmlns:a="http://schemas.openxmlformats.org/drawingml/2006/main">
            <a:pathLst>
              <a:path w="2028825" h="704850">
                <a:moveTo>
                  <a:pt x="0" y="0"/>
                </a:moveTo>
                <a:lnTo>
                  <a:pt x="67628" y="89535"/>
                </a:lnTo>
                <a:lnTo>
                  <a:pt x="135255" y="168592"/>
                </a:lnTo>
                <a:lnTo>
                  <a:pt x="202883" y="237173"/>
                </a:lnTo>
                <a:lnTo>
                  <a:pt x="270510" y="297180"/>
                </a:lnTo>
                <a:lnTo>
                  <a:pt x="338138" y="349567"/>
                </a:lnTo>
                <a:lnTo>
                  <a:pt x="405765" y="395288"/>
                </a:lnTo>
                <a:lnTo>
                  <a:pt x="473392" y="436245"/>
                </a:lnTo>
                <a:lnTo>
                  <a:pt x="541020" y="471488"/>
                </a:lnTo>
                <a:lnTo>
                  <a:pt x="608647" y="501967"/>
                </a:lnTo>
                <a:lnTo>
                  <a:pt x="676275" y="528638"/>
                </a:lnTo>
                <a:lnTo>
                  <a:pt x="743903" y="552450"/>
                </a:lnTo>
                <a:lnTo>
                  <a:pt x="811530" y="573405"/>
                </a:lnTo>
                <a:lnTo>
                  <a:pt x="879158" y="591503"/>
                </a:lnTo>
                <a:lnTo>
                  <a:pt x="946785" y="607695"/>
                </a:lnTo>
                <a:lnTo>
                  <a:pt x="1014413" y="621030"/>
                </a:lnTo>
                <a:lnTo>
                  <a:pt x="1082040" y="633413"/>
                </a:lnTo>
                <a:lnTo>
                  <a:pt x="1149668" y="643890"/>
                </a:lnTo>
                <a:lnTo>
                  <a:pt x="1217295" y="653415"/>
                </a:lnTo>
                <a:lnTo>
                  <a:pt x="1284922" y="661035"/>
                </a:lnTo>
                <a:lnTo>
                  <a:pt x="1352550" y="668655"/>
                </a:lnTo>
                <a:lnTo>
                  <a:pt x="1420178" y="674370"/>
                </a:lnTo>
                <a:lnTo>
                  <a:pt x="1487805" y="680085"/>
                </a:lnTo>
                <a:lnTo>
                  <a:pt x="1555432" y="684848"/>
                </a:lnTo>
                <a:lnTo>
                  <a:pt x="1623060" y="688658"/>
                </a:lnTo>
                <a:lnTo>
                  <a:pt x="1690688" y="692467"/>
                </a:lnTo>
                <a:lnTo>
                  <a:pt x="1758315" y="696278"/>
                </a:lnTo>
                <a:lnTo>
                  <a:pt x="1825943" y="699135"/>
                </a:lnTo>
                <a:lnTo>
                  <a:pt x="1893570" y="701040"/>
                </a:lnTo>
                <a:lnTo>
                  <a:pt x="1961197" y="702945"/>
                </a:lnTo>
                <a:lnTo>
                  <a:pt x="2028825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72" name="p08-椭圆-0072">
            <a:extLst xmlns:a="http://schemas.openxmlformats.org/drawingml/2006/main">
              <a:ext uri="{FF2B5EF4-FFF2-40B4-BE49-F238E27FC236}">
                <a16:creationId xmlns:a16="http://schemas.microsoft.com/office/drawing/2014/main" id="{FBE23F28-B8F4-4574-A754-18648197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755" y="259003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3" name="p08-椭圆-0073">
            <a:extLst xmlns:a="http://schemas.openxmlformats.org/drawingml/2006/main">
              <a:ext uri="{FF2B5EF4-FFF2-40B4-BE49-F238E27FC236}">
                <a16:creationId xmlns:a16="http://schemas.microsoft.com/office/drawing/2014/main" id="{1708CF06-04E9-491F-B62C-D2F714E2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20" y="298552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4" name="p08-椭圆-0074">
            <a:extLst xmlns:a="http://schemas.openxmlformats.org/drawingml/2006/main">
              <a:ext uri="{FF2B5EF4-FFF2-40B4-BE49-F238E27FC236}">
                <a16:creationId xmlns:a16="http://schemas.microsoft.com/office/drawing/2014/main" id="{F39B22F1-92E3-4C20-9E5A-B65A8F3B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5285" y="316322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5" name="p08-椭圆-0075">
            <a:extLst xmlns:a="http://schemas.openxmlformats.org/drawingml/2006/main">
              <a:ext uri="{FF2B5EF4-FFF2-40B4-BE49-F238E27FC236}">
                <a16:creationId xmlns:a16="http://schemas.microsoft.com/office/drawing/2014/main" id="{4C6B275E-516D-4D7C-92B1-7E408A6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4307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6" name="p08-椭圆-0076">
            <a:extLst xmlns:a="http://schemas.openxmlformats.org/drawingml/2006/main">
              <a:ext uri="{FF2B5EF4-FFF2-40B4-BE49-F238E27FC236}">
                <a16:creationId xmlns:a16="http://schemas.microsoft.com/office/drawing/2014/main" id="{E18770D7-E626-4654-ABCF-5B7E9F11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327894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7" name="p08-椭圆-0077">
            <a:extLst xmlns:a="http://schemas.openxmlformats.org/drawingml/2006/main">
              <a:ext uri="{FF2B5EF4-FFF2-40B4-BE49-F238E27FC236}">
                <a16:creationId xmlns:a16="http://schemas.microsoft.com/office/drawing/2014/main" id="{D75DD6AD-CBEF-4023-A521-DF9A2763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580" y="329506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78" name="p08-文本-0078">
            <a:extLst xmlns:a="http://schemas.openxmlformats.org/drawingml/2006/main">
              <a:ext uri="{FF2B5EF4-FFF2-40B4-BE49-F238E27FC236}">
                <a16:creationId xmlns:a16="http://schemas.microsoft.com/office/drawing/2014/main" id="{6AA4F80B-6A11-4EDA-90E7-8616FCFE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2413" y="363080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79" name="p08-线-0079">
            <a:extLst xmlns:a="http://schemas.openxmlformats.org/drawingml/2006/main">
              <a:ext uri="{FF2B5EF4-FFF2-40B4-BE49-F238E27FC236}">
                <a16:creationId xmlns:a16="http://schemas.microsoft.com/office/drawing/2014/main" id="{AD2EA0E0-CA98-43D4-BAB1-EEF4E563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2669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80" name="p08-文本-0080">
            <a:extLst xmlns:a="http://schemas.openxmlformats.org/drawingml/2006/main">
              <a:ext uri="{FF2B5EF4-FFF2-40B4-BE49-F238E27FC236}">
                <a16:creationId xmlns:a16="http://schemas.microsoft.com/office/drawing/2014/main" id="{85D2A50C-EB79-4FFE-9A5E-F0153FC7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17403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81" name="p08-线-0081">
            <a:extLst xmlns:a="http://schemas.openxmlformats.org/drawingml/2006/main">
              <a:ext uri="{FF2B5EF4-FFF2-40B4-BE49-F238E27FC236}">
                <a16:creationId xmlns:a16="http://schemas.microsoft.com/office/drawing/2014/main" id="{8137CD3C-90C0-457B-8605-A381D758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82" name="p08-文本-0082">
            <a:extLst xmlns:a="http://schemas.openxmlformats.org/drawingml/2006/main">
              <a:ext uri="{FF2B5EF4-FFF2-40B4-BE49-F238E27FC236}">
                <a16:creationId xmlns:a16="http://schemas.microsoft.com/office/drawing/2014/main" id="{B6FF9829-726F-4D2A-881E-1781CF53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7403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83" name="p08-线-0083">
            <a:extLst xmlns:a="http://schemas.openxmlformats.org/drawingml/2006/main">
              <a:ext uri="{FF2B5EF4-FFF2-40B4-BE49-F238E27FC236}">
                <a16:creationId xmlns:a16="http://schemas.microsoft.com/office/drawing/2014/main" id="{AAA7E947-F4CC-4727-A6D4-08626A22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669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84" name="p08-文本-0084">
            <a:extLst xmlns:a="http://schemas.openxmlformats.org/drawingml/2006/main">
              <a:ext uri="{FF2B5EF4-FFF2-40B4-BE49-F238E27FC236}">
                <a16:creationId xmlns:a16="http://schemas.microsoft.com/office/drawing/2014/main" id="{9693B218-0751-4F95-B6C1-DC27DE6F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17403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85" name="p08-矩形-0085">
            <a:extLst xmlns:a="http://schemas.openxmlformats.org/drawingml/2006/main">
              <a:ext uri="{FF2B5EF4-FFF2-40B4-BE49-F238E27FC236}">
                <a16:creationId xmlns:a16="http://schemas.microsoft.com/office/drawing/2014/main" id="{3C304630-8CF6-42A1-9477-8C4431EA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43100"/>
            <a:ext cx="22669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86" name="p08-线-0086">
            <a:extLst xmlns:a="http://schemas.openxmlformats.org/drawingml/2006/main">
              <a:ext uri="{FF2B5EF4-FFF2-40B4-BE49-F238E27FC236}">
                <a16:creationId xmlns:a16="http://schemas.microsoft.com/office/drawing/2014/main" id="{44D7A5BA-3BAF-4A47-8C4C-873895A2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08-线-0087">
            <a:extLst xmlns:a="http://schemas.openxmlformats.org/drawingml/2006/main">
              <a:ext uri="{FF2B5EF4-FFF2-40B4-BE49-F238E27FC236}">
                <a16:creationId xmlns:a16="http://schemas.microsoft.com/office/drawing/2014/main" id="{391BE47B-FC97-47E8-B375-F6D92444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08-线-0088">
            <a:extLst xmlns:a="http://schemas.openxmlformats.org/drawingml/2006/main">
              <a:ext uri="{FF2B5EF4-FFF2-40B4-BE49-F238E27FC236}">
                <a16:creationId xmlns:a16="http://schemas.microsoft.com/office/drawing/2014/main" id="{7AB2E971-DB90-4915-AA1C-A505340E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9" name="p08-线-0089">
            <a:extLst xmlns:a="http://schemas.openxmlformats.org/drawingml/2006/main">
              <a:ext uri="{FF2B5EF4-FFF2-40B4-BE49-F238E27FC236}">
                <a16:creationId xmlns:a16="http://schemas.microsoft.com/office/drawing/2014/main" id="{EB9D5007-FA7B-48FD-8856-DA72E100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08-线-0090">
            <a:extLst xmlns:a="http://schemas.openxmlformats.org/drawingml/2006/main">
              <a:ext uri="{FF2B5EF4-FFF2-40B4-BE49-F238E27FC236}">
                <a16:creationId xmlns:a16="http://schemas.microsoft.com/office/drawing/2014/main" id="{9FAFA183-A316-4BB2-A146-B0D44AC1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08-线-0091">
            <a:extLst xmlns:a="http://schemas.openxmlformats.org/drawingml/2006/main">
              <a:ext uri="{FF2B5EF4-FFF2-40B4-BE49-F238E27FC236}">
                <a16:creationId xmlns:a16="http://schemas.microsoft.com/office/drawing/2014/main" id="{24DB9CB4-4081-44AF-AE57-3DFD92E1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08-线-0092">
            <a:extLst xmlns:a="http://schemas.openxmlformats.org/drawingml/2006/main">
              <a:ext uri="{FF2B5EF4-FFF2-40B4-BE49-F238E27FC236}">
                <a16:creationId xmlns:a16="http://schemas.microsoft.com/office/drawing/2014/main" id="{F106DFF0-D152-4A0C-BA16-084F7191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08-线-0093">
            <a:extLst xmlns:a="http://schemas.openxmlformats.org/drawingml/2006/main">
              <a:ext uri="{FF2B5EF4-FFF2-40B4-BE49-F238E27FC236}">
                <a16:creationId xmlns:a16="http://schemas.microsoft.com/office/drawing/2014/main" id="{3B28DE42-4BD6-4239-B5BC-9E239924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08-线-0094">
            <a:extLst xmlns:a="http://schemas.openxmlformats.org/drawingml/2006/main">
              <a:ext uri="{FF2B5EF4-FFF2-40B4-BE49-F238E27FC236}">
                <a16:creationId xmlns:a16="http://schemas.microsoft.com/office/drawing/2014/main" id="{C866F68E-5533-44D9-B4BC-F6FC15B8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08-线-0095">
            <a:extLst xmlns:a="http://schemas.openxmlformats.org/drawingml/2006/main">
              <a:ext uri="{FF2B5EF4-FFF2-40B4-BE49-F238E27FC236}">
                <a16:creationId xmlns:a16="http://schemas.microsoft.com/office/drawing/2014/main" id="{5485A332-2636-430E-B9C3-1FEE6A33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08-线-0096">
            <a:extLst xmlns:a="http://schemas.openxmlformats.org/drawingml/2006/main">
              <a:ext uri="{FF2B5EF4-FFF2-40B4-BE49-F238E27FC236}">
                <a16:creationId xmlns:a16="http://schemas.microsoft.com/office/drawing/2014/main" id="{9D16D881-2C78-4F23-B170-4D3680A7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08-线-0097">
            <a:extLst xmlns:a="http://schemas.openxmlformats.org/drawingml/2006/main">
              <a:ext uri="{FF2B5EF4-FFF2-40B4-BE49-F238E27FC236}">
                <a16:creationId xmlns:a16="http://schemas.microsoft.com/office/drawing/2014/main" id="{4BE63B52-9784-4AC6-8EE4-DC4F5743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08-线-0098">
            <a:extLst xmlns:a="http://schemas.openxmlformats.org/drawingml/2006/main">
              <a:ext uri="{FF2B5EF4-FFF2-40B4-BE49-F238E27FC236}">
                <a16:creationId xmlns:a16="http://schemas.microsoft.com/office/drawing/2014/main" id="{FCED7933-F8CA-4195-AFC3-B0AB3606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08-线-0099">
            <a:extLst xmlns:a="http://schemas.openxmlformats.org/drawingml/2006/main">
              <a:ext uri="{FF2B5EF4-FFF2-40B4-BE49-F238E27FC236}">
                <a16:creationId xmlns:a16="http://schemas.microsoft.com/office/drawing/2014/main" id="{92AB4493-1296-4085-8D69-A2E4ABC9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08-线-0100">
            <a:extLst xmlns:a="http://schemas.openxmlformats.org/drawingml/2006/main">
              <a:ext uri="{FF2B5EF4-FFF2-40B4-BE49-F238E27FC236}">
                <a16:creationId xmlns:a16="http://schemas.microsoft.com/office/drawing/2014/main" id="{C5D89EC0-DCDE-4A10-B7C6-E47F65BD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08-线-0101">
            <a:extLst xmlns:a="http://schemas.openxmlformats.org/drawingml/2006/main">
              <a:ext uri="{FF2B5EF4-FFF2-40B4-BE49-F238E27FC236}">
                <a16:creationId xmlns:a16="http://schemas.microsoft.com/office/drawing/2014/main" id="{56F9A02D-7A5D-4F80-8412-E4807CA4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08-线-0102">
            <a:extLst xmlns:a="http://schemas.openxmlformats.org/drawingml/2006/main">
              <a:ext uri="{FF2B5EF4-FFF2-40B4-BE49-F238E27FC236}">
                <a16:creationId xmlns:a16="http://schemas.microsoft.com/office/drawing/2014/main" id="{509AE943-4F28-4996-8873-A8DC4CE8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08-线-0103">
            <a:extLst xmlns:a="http://schemas.openxmlformats.org/drawingml/2006/main">
              <a:ext uri="{FF2B5EF4-FFF2-40B4-BE49-F238E27FC236}">
                <a16:creationId xmlns:a16="http://schemas.microsoft.com/office/drawing/2014/main" id="{58867602-F504-421D-8A7D-B7127D6B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08-线-0104">
            <a:extLst xmlns:a="http://schemas.openxmlformats.org/drawingml/2006/main">
              <a:ext uri="{FF2B5EF4-FFF2-40B4-BE49-F238E27FC236}">
                <a16:creationId xmlns:a16="http://schemas.microsoft.com/office/drawing/2014/main" id="{2AE477C9-30FA-438B-986B-7D79D2FC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08-线-0105">
            <a:extLst xmlns:a="http://schemas.openxmlformats.org/drawingml/2006/main">
              <a:ext uri="{FF2B5EF4-FFF2-40B4-BE49-F238E27FC236}">
                <a16:creationId xmlns:a16="http://schemas.microsoft.com/office/drawing/2014/main" id="{A6A42754-AAEB-4152-A526-A0ECAFC6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08-线-0106">
            <a:extLst xmlns:a="http://schemas.openxmlformats.org/drawingml/2006/main">
              <a:ext uri="{FF2B5EF4-FFF2-40B4-BE49-F238E27FC236}">
                <a16:creationId xmlns:a16="http://schemas.microsoft.com/office/drawing/2014/main" id="{2CB3FF11-2507-4CE4-BF2E-DCD5220E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08-线-0107">
            <a:extLst xmlns:a="http://schemas.openxmlformats.org/drawingml/2006/main">
              <a:ext uri="{FF2B5EF4-FFF2-40B4-BE49-F238E27FC236}">
                <a16:creationId xmlns:a16="http://schemas.microsoft.com/office/drawing/2014/main" id="{02EEAC0B-0E1E-4508-9DA8-02998A3D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8-线-0108">
            <a:extLst xmlns:a="http://schemas.openxmlformats.org/drawingml/2006/main">
              <a:ext uri="{FF2B5EF4-FFF2-40B4-BE49-F238E27FC236}">
                <a16:creationId xmlns:a16="http://schemas.microsoft.com/office/drawing/2014/main" id="{9AC23C0F-96AB-44C7-A34A-9352CF5A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08-线-0109">
            <a:extLst xmlns:a="http://schemas.openxmlformats.org/drawingml/2006/main">
              <a:ext uri="{FF2B5EF4-FFF2-40B4-BE49-F238E27FC236}">
                <a16:creationId xmlns:a16="http://schemas.microsoft.com/office/drawing/2014/main" id="{596949FF-5A6D-4D11-9D34-5E64BAA4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08-线-0110">
            <a:extLst xmlns:a="http://schemas.openxmlformats.org/drawingml/2006/main">
              <a:ext uri="{FF2B5EF4-FFF2-40B4-BE49-F238E27FC236}">
                <a16:creationId xmlns:a16="http://schemas.microsoft.com/office/drawing/2014/main" id="{90C0AA44-E04B-45DE-9F4E-36A41373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8-线-0111">
            <a:extLst xmlns:a="http://schemas.openxmlformats.org/drawingml/2006/main">
              <a:ext uri="{FF2B5EF4-FFF2-40B4-BE49-F238E27FC236}">
                <a16:creationId xmlns:a16="http://schemas.microsoft.com/office/drawing/2014/main" id="{32C31AF7-BEF3-4600-B0A2-D423048A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08-线-0112">
            <a:extLst xmlns:a="http://schemas.openxmlformats.org/drawingml/2006/main">
              <a:ext uri="{FF2B5EF4-FFF2-40B4-BE49-F238E27FC236}">
                <a16:creationId xmlns:a16="http://schemas.microsoft.com/office/drawing/2014/main" id="{36A7BCDB-5825-4588-8048-3C62D410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08-线-0113">
            <a:extLst xmlns:a="http://schemas.openxmlformats.org/drawingml/2006/main">
              <a:ext uri="{FF2B5EF4-FFF2-40B4-BE49-F238E27FC236}">
                <a16:creationId xmlns:a16="http://schemas.microsoft.com/office/drawing/2014/main" id="{AFC930DB-4DFA-4FA7-AB96-47FED77A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1943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8-线-0114">
            <a:extLst xmlns:a="http://schemas.openxmlformats.org/drawingml/2006/main">
              <a:ext uri="{FF2B5EF4-FFF2-40B4-BE49-F238E27FC236}">
                <a16:creationId xmlns:a16="http://schemas.microsoft.com/office/drawing/2014/main" id="{102BED49-AE91-4CA9-A21A-268716C0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08-线-0115">
            <a:extLst xmlns:a="http://schemas.openxmlformats.org/drawingml/2006/main">
              <a:ext uri="{FF2B5EF4-FFF2-40B4-BE49-F238E27FC236}">
                <a16:creationId xmlns:a16="http://schemas.microsoft.com/office/drawing/2014/main" id="{91BE4F4F-D992-4DB4-940C-88CE35C1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1943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6" name="p08-线-0116">
            <a:extLst xmlns:a="http://schemas.openxmlformats.org/drawingml/2006/main">
              <a:ext uri="{FF2B5EF4-FFF2-40B4-BE49-F238E27FC236}">
                <a16:creationId xmlns:a16="http://schemas.microsoft.com/office/drawing/2014/main" id="{24140BAB-D780-48E8-9862-E6D56E90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43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08-线-0117">
            <a:extLst xmlns:a="http://schemas.openxmlformats.org/drawingml/2006/main">
              <a:ext uri="{FF2B5EF4-FFF2-40B4-BE49-F238E27FC236}">
                <a16:creationId xmlns:a16="http://schemas.microsoft.com/office/drawing/2014/main" id="{0E841440-12BC-4EDB-9E77-B87FDDCD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08-线-0118">
            <a:extLst xmlns:a="http://schemas.openxmlformats.org/drawingml/2006/main">
              <a:ext uri="{FF2B5EF4-FFF2-40B4-BE49-F238E27FC236}">
                <a16:creationId xmlns:a16="http://schemas.microsoft.com/office/drawing/2014/main" id="{90E2AF22-2A38-4C09-9D9A-F130846B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08-线-0119">
            <a:extLst xmlns:a="http://schemas.openxmlformats.org/drawingml/2006/main">
              <a:ext uri="{FF2B5EF4-FFF2-40B4-BE49-F238E27FC236}">
                <a16:creationId xmlns:a16="http://schemas.microsoft.com/office/drawing/2014/main" id="{CD8159F0-A7FD-4E7F-81DA-A6F362C3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0" name="p08-线-0120">
            <a:extLst xmlns:a="http://schemas.openxmlformats.org/drawingml/2006/main">
              <a:ext uri="{FF2B5EF4-FFF2-40B4-BE49-F238E27FC236}">
                <a16:creationId xmlns:a16="http://schemas.microsoft.com/office/drawing/2014/main" id="{B808E1B2-CD67-4FB6-9969-01DE9384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08-线-0121">
            <a:extLst xmlns:a="http://schemas.openxmlformats.org/drawingml/2006/main">
              <a:ext uri="{FF2B5EF4-FFF2-40B4-BE49-F238E27FC236}">
                <a16:creationId xmlns:a16="http://schemas.microsoft.com/office/drawing/2014/main" id="{0E722B3C-8256-402E-B12C-D8342737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08-线-0122">
            <a:extLst xmlns:a="http://schemas.openxmlformats.org/drawingml/2006/main">
              <a:ext uri="{FF2B5EF4-FFF2-40B4-BE49-F238E27FC236}">
                <a16:creationId xmlns:a16="http://schemas.microsoft.com/office/drawing/2014/main" id="{8F72E225-4F1B-40C8-94F2-5B837F55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08-线-0123">
            <a:extLst xmlns:a="http://schemas.openxmlformats.org/drawingml/2006/main">
              <a:ext uri="{FF2B5EF4-FFF2-40B4-BE49-F238E27FC236}">
                <a16:creationId xmlns:a16="http://schemas.microsoft.com/office/drawing/2014/main" id="{493D48BE-EB7F-4FD0-B2BC-1CB63434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08-线-0124">
            <a:extLst xmlns:a="http://schemas.openxmlformats.org/drawingml/2006/main">
              <a:ext uri="{FF2B5EF4-FFF2-40B4-BE49-F238E27FC236}">
                <a16:creationId xmlns:a16="http://schemas.microsoft.com/office/drawing/2014/main" id="{69974873-0AB5-4269-B1A1-45ACBE30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08-线-0125">
            <a:extLst xmlns:a="http://schemas.openxmlformats.org/drawingml/2006/main">
              <a:ext uri="{FF2B5EF4-FFF2-40B4-BE49-F238E27FC236}">
                <a16:creationId xmlns:a16="http://schemas.microsoft.com/office/drawing/2014/main" id="{22B0BB70-CAF0-45D0-BE01-85BF34CF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08-线-0126">
            <a:extLst xmlns:a="http://schemas.openxmlformats.org/drawingml/2006/main">
              <a:ext uri="{FF2B5EF4-FFF2-40B4-BE49-F238E27FC236}">
                <a16:creationId xmlns:a16="http://schemas.microsoft.com/office/drawing/2014/main" id="{637A7B36-9F3D-4EFE-84D9-FC876D54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08-线-0127">
            <a:extLst xmlns:a="http://schemas.openxmlformats.org/drawingml/2006/main">
              <a:ext uri="{FF2B5EF4-FFF2-40B4-BE49-F238E27FC236}">
                <a16:creationId xmlns:a16="http://schemas.microsoft.com/office/drawing/2014/main" id="{C6EAC73D-1295-4C22-B6C2-6D064227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08-线-0128">
            <a:extLst xmlns:a="http://schemas.openxmlformats.org/drawingml/2006/main">
              <a:ext uri="{FF2B5EF4-FFF2-40B4-BE49-F238E27FC236}">
                <a16:creationId xmlns:a16="http://schemas.microsoft.com/office/drawing/2014/main" id="{118A91EE-E8DD-4BFA-87F7-4390CA6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08-线-0129">
            <a:extLst xmlns:a="http://schemas.openxmlformats.org/drawingml/2006/main">
              <a:ext uri="{FF2B5EF4-FFF2-40B4-BE49-F238E27FC236}">
                <a16:creationId xmlns:a16="http://schemas.microsoft.com/office/drawing/2014/main" id="{79DA78A3-B2A4-4EDB-B550-69573641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08-线-0130">
            <a:extLst xmlns:a="http://schemas.openxmlformats.org/drawingml/2006/main">
              <a:ext uri="{FF2B5EF4-FFF2-40B4-BE49-F238E27FC236}">
                <a16:creationId xmlns:a16="http://schemas.microsoft.com/office/drawing/2014/main" id="{0CB499CC-59D3-4E65-B542-67DFCDE4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08-线-0131">
            <a:extLst xmlns:a="http://schemas.openxmlformats.org/drawingml/2006/main">
              <a:ext uri="{FF2B5EF4-FFF2-40B4-BE49-F238E27FC236}">
                <a16:creationId xmlns:a16="http://schemas.microsoft.com/office/drawing/2014/main" id="{65DD9402-B776-4DB1-BC00-87779694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08-线-0132">
            <a:extLst xmlns:a="http://schemas.openxmlformats.org/drawingml/2006/main">
              <a:ext uri="{FF2B5EF4-FFF2-40B4-BE49-F238E27FC236}">
                <a16:creationId xmlns:a16="http://schemas.microsoft.com/office/drawing/2014/main" id="{148191C0-D355-4375-AE0A-76374A21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08-线-0133">
            <a:extLst xmlns:a="http://schemas.openxmlformats.org/drawingml/2006/main">
              <a:ext uri="{FF2B5EF4-FFF2-40B4-BE49-F238E27FC236}">
                <a16:creationId xmlns:a16="http://schemas.microsoft.com/office/drawing/2014/main" id="{F1AD3404-24DE-4216-8D42-CFD92AB0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08-线-0134">
            <a:extLst xmlns:a="http://schemas.openxmlformats.org/drawingml/2006/main">
              <a:ext uri="{FF2B5EF4-FFF2-40B4-BE49-F238E27FC236}">
                <a16:creationId xmlns:a16="http://schemas.microsoft.com/office/drawing/2014/main" id="{ECCD029F-5957-4176-A86F-425BAB42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08-线-0135">
            <a:extLst xmlns:a="http://schemas.openxmlformats.org/drawingml/2006/main">
              <a:ext uri="{FF2B5EF4-FFF2-40B4-BE49-F238E27FC236}">
                <a16:creationId xmlns:a16="http://schemas.microsoft.com/office/drawing/2014/main" id="{DC8E03FB-03E1-4899-A9EB-D033E9B0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08-线-0136">
            <a:extLst xmlns:a="http://schemas.openxmlformats.org/drawingml/2006/main">
              <a:ext uri="{FF2B5EF4-FFF2-40B4-BE49-F238E27FC236}">
                <a16:creationId xmlns:a16="http://schemas.microsoft.com/office/drawing/2014/main" id="{A0FD5DE2-2076-442F-B5D9-43545C5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08-线-0137">
            <a:extLst xmlns:a="http://schemas.openxmlformats.org/drawingml/2006/main">
              <a:ext uri="{FF2B5EF4-FFF2-40B4-BE49-F238E27FC236}">
                <a16:creationId xmlns:a16="http://schemas.microsoft.com/office/drawing/2014/main" id="{8C65DE47-EE1C-4B9B-B2FC-AE05087E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08-线-0138">
            <a:extLst xmlns:a="http://schemas.openxmlformats.org/drawingml/2006/main">
              <a:ext uri="{FF2B5EF4-FFF2-40B4-BE49-F238E27FC236}">
                <a16:creationId xmlns:a16="http://schemas.microsoft.com/office/drawing/2014/main" id="{0043F50B-71CC-4DE0-BA58-A3DF6754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8-线-0139">
            <a:extLst xmlns:a="http://schemas.openxmlformats.org/drawingml/2006/main">
              <a:ext uri="{FF2B5EF4-FFF2-40B4-BE49-F238E27FC236}">
                <a16:creationId xmlns:a16="http://schemas.microsoft.com/office/drawing/2014/main" id="{8939490D-0F5F-4F5A-BD24-119D056A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08-线-0140">
            <a:extLst xmlns:a="http://schemas.openxmlformats.org/drawingml/2006/main">
              <a:ext uri="{FF2B5EF4-FFF2-40B4-BE49-F238E27FC236}">
                <a16:creationId xmlns:a16="http://schemas.microsoft.com/office/drawing/2014/main" id="{143994D6-15A7-4F95-B5B6-0504C12E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08-线-0141">
            <a:extLst xmlns:a="http://schemas.openxmlformats.org/drawingml/2006/main">
              <a:ext uri="{FF2B5EF4-FFF2-40B4-BE49-F238E27FC236}">
                <a16:creationId xmlns:a16="http://schemas.microsoft.com/office/drawing/2014/main" id="{DF7F06BE-95BE-4B4B-9DBC-C4FD8100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8-线-0142">
            <a:extLst xmlns:a="http://schemas.openxmlformats.org/drawingml/2006/main">
              <a:ext uri="{FF2B5EF4-FFF2-40B4-BE49-F238E27FC236}">
                <a16:creationId xmlns:a16="http://schemas.microsoft.com/office/drawing/2014/main" id="{97DFFC4B-FDB5-4A69-AF1B-F3C7C5F2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08-线-0143">
            <a:extLst xmlns:a="http://schemas.openxmlformats.org/drawingml/2006/main">
              <a:ext uri="{FF2B5EF4-FFF2-40B4-BE49-F238E27FC236}">
                <a16:creationId xmlns:a16="http://schemas.microsoft.com/office/drawing/2014/main" id="{E31C0A1C-8108-4C3A-8D90-7E08E532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08-线-0144">
            <a:extLst xmlns:a="http://schemas.openxmlformats.org/drawingml/2006/main">
              <a:ext uri="{FF2B5EF4-FFF2-40B4-BE49-F238E27FC236}">
                <a16:creationId xmlns:a16="http://schemas.microsoft.com/office/drawing/2014/main" id="{6F02CB1F-5393-4703-9CEE-882B4303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222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8-线-0145">
            <a:extLst xmlns:a="http://schemas.openxmlformats.org/drawingml/2006/main">
              <a:ext uri="{FF2B5EF4-FFF2-40B4-BE49-F238E27FC236}">
                <a16:creationId xmlns:a16="http://schemas.microsoft.com/office/drawing/2014/main" id="{CB316BDC-2EAD-4055-944C-B425901C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08-线-0146">
            <a:extLst xmlns:a="http://schemas.openxmlformats.org/drawingml/2006/main">
              <a:ext uri="{FF2B5EF4-FFF2-40B4-BE49-F238E27FC236}">
                <a16:creationId xmlns:a16="http://schemas.microsoft.com/office/drawing/2014/main" id="{57F3D6F5-7BED-49A7-BD75-011EBEC7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2225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7" name="p08-线-0147">
            <a:extLst xmlns:a="http://schemas.openxmlformats.org/drawingml/2006/main">
              <a:ext uri="{FF2B5EF4-FFF2-40B4-BE49-F238E27FC236}">
                <a16:creationId xmlns:a16="http://schemas.microsoft.com/office/drawing/2014/main" id="{1F27459B-8C95-4505-ACF0-83645384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225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08-线-0148">
            <a:extLst xmlns:a="http://schemas.openxmlformats.org/drawingml/2006/main">
              <a:ext uri="{FF2B5EF4-FFF2-40B4-BE49-F238E27FC236}">
                <a16:creationId xmlns:a16="http://schemas.microsoft.com/office/drawing/2014/main" id="{E4EC9455-926A-4FA6-BE3F-2C3EF5C3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08-线-0149">
            <a:extLst xmlns:a="http://schemas.openxmlformats.org/drawingml/2006/main">
              <a:ext uri="{FF2B5EF4-FFF2-40B4-BE49-F238E27FC236}">
                <a16:creationId xmlns:a16="http://schemas.microsoft.com/office/drawing/2014/main" id="{66B836EB-E85F-4C52-ABD2-8CBF042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08-线-0150">
            <a:extLst xmlns:a="http://schemas.openxmlformats.org/drawingml/2006/main">
              <a:ext uri="{FF2B5EF4-FFF2-40B4-BE49-F238E27FC236}">
                <a16:creationId xmlns:a16="http://schemas.microsoft.com/office/drawing/2014/main" id="{9AF9D67C-E031-48F4-B321-DF3DAA9E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1" name="p08-线-0151">
            <a:extLst xmlns:a="http://schemas.openxmlformats.org/drawingml/2006/main">
              <a:ext uri="{FF2B5EF4-FFF2-40B4-BE49-F238E27FC236}">
                <a16:creationId xmlns:a16="http://schemas.microsoft.com/office/drawing/2014/main" id="{C4AAD303-E030-4B7C-B017-87D57350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08-线-0152">
            <a:extLst xmlns:a="http://schemas.openxmlformats.org/drawingml/2006/main">
              <a:ext uri="{FF2B5EF4-FFF2-40B4-BE49-F238E27FC236}">
                <a16:creationId xmlns:a16="http://schemas.microsoft.com/office/drawing/2014/main" id="{790A1BAE-EDE6-4643-AA0A-2A560E0B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08-线-0153">
            <a:extLst xmlns:a="http://schemas.openxmlformats.org/drawingml/2006/main">
              <a:ext uri="{FF2B5EF4-FFF2-40B4-BE49-F238E27FC236}">
                <a16:creationId xmlns:a16="http://schemas.microsoft.com/office/drawing/2014/main" id="{E79D53A3-D207-4FB3-B527-BB203F34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08-线-0154">
            <a:extLst xmlns:a="http://schemas.openxmlformats.org/drawingml/2006/main">
              <a:ext uri="{FF2B5EF4-FFF2-40B4-BE49-F238E27FC236}">
                <a16:creationId xmlns:a16="http://schemas.microsoft.com/office/drawing/2014/main" id="{5B4CF41B-542A-4FE3-A523-A297CD51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08-线-0155">
            <a:extLst xmlns:a="http://schemas.openxmlformats.org/drawingml/2006/main">
              <a:ext uri="{FF2B5EF4-FFF2-40B4-BE49-F238E27FC236}">
                <a16:creationId xmlns:a16="http://schemas.microsoft.com/office/drawing/2014/main" id="{2918C6E6-8780-477C-A207-FD860AAA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08-线-0156">
            <a:extLst xmlns:a="http://schemas.openxmlformats.org/drawingml/2006/main">
              <a:ext uri="{FF2B5EF4-FFF2-40B4-BE49-F238E27FC236}">
                <a16:creationId xmlns:a16="http://schemas.microsoft.com/office/drawing/2014/main" id="{068250BB-182D-46ED-8CDE-25F4555F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08-线-0157">
            <a:extLst xmlns:a="http://schemas.openxmlformats.org/drawingml/2006/main">
              <a:ext uri="{FF2B5EF4-FFF2-40B4-BE49-F238E27FC236}">
                <a16:creationId xmlns:a16="http://schemas.microsoft.com/office/drawing/2014/main" id="{25FED28B-3418-4CA2-815A-7F260C7A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08-线-0158">
            <a:extLst xmlns:a="http://schemas.openxmlformats.org/drawingml/2006/main">
              <a:ext uri="{FF2B5EF4-FFF2-40B4-BE49-F238E27FC236}">
                <a16:creationId xmlns:a16="http://schemas.microsoft.com/office/drawing/2014/main" id="{288A5C5A-CCFD-485E-B08B-10986B65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08-线-0159">
            <a:extLst xmlns:a="http://schemas.openxmlformats.org/drawingml/2006/main">
              <a:ext uri="{FF2B5EF4-FFF2-40B4-BE49-F238E27FC236}">
                <a16:creationId xmlns:a16="http://schemas.microsoft.com/office/drawing/2014/main" id="{BF20F8B0-5FE3-4028-8B97-B6A1F9D2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08-线-0160">
            <a:extLst xmlns:a="http://schemas.openxmlformats.org/drawingml/2006/main">
              <a:ext uri="{FF2B5EF4-FFF2-40B4-BE49-F238E27FC236}">
                <a16:creationId xmlns:a16="http://schemas.microsoft.com/office/drawing/2014/main" id="{887AFD62-ED7C-43CA-A772-AD99EF00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08-线-0161">
            <a:extLst xmlns:a="http://schemas.openxmlformats.org/drawingml/2006/main">
              <a:ext uri="{FF2B5EF4-FFF2-40B4-BE49-F238E27FC236}">
                <a16:creationId xmlns:a16="http://schemas.microsoft.com/office/drawing/2014/main" id="{61EEEC9D-F78B-4AA2-A87B-EEC50E87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08-线-0162">
            <a:extLst xmlns:a="http://schemas.openxmlformats.org/drawingml/2006/main">
              <a:ext uri="{FF2B5EF4-FFF2-40B4-BE49-F238E27FC236}">
                <a16:creationId xmlns:a16="http://schemas.microsoft.com/office/drawing/2014/main" id="{ED508E42-219B-4B11-A292-CF0F520B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08-线-0163">
            <a:extLst xmlns:a="http://schemas.openxmlformats.org/drawingml/2006/main">
              <a:ext uri="{FF2B5EF4-FFF2-40B4-BE49-F238E27FC236}">
                <a16:creationId xmlns:a16="http://schemas.microsoft.com/office/drawing/2014/main" id="{5C6DDA34-9537-4470-90A7-5C106DE1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08-线-0164">
            <a:extLst xmlns:a="http://schemas.openxmlformats.org/drawingml/2006/main">
              <a:ext uri="{FF2B5EF4-FFF2-40B4-BE49-F238E27FC236}">
                <a16:creationId xmlns:a16="http://schemas.microsoft.com/office/drawing/2014/main" id="{CC13E7AF-E4AF-4CA9-AB02-02659A14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08-线-0165">
            <a:extLst xmlns:a="http://schemas.openxmlformats.org/drawingml/2006/main">
              <a:ext uri="{FF2B5EF4-FFF2-40B4-BE49-F238E27FC236}">
                <a16:creationId xmlns:a16="http://schemas.microsoft.com/office/drawing/2014/main" id="{27D46D88-D372-40F7-8AA9-889DD16A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08-线-0166">
            <a:extLst xmlns:a="http://schemas.openxmlformats.org/drawingml/2006/main">
              <a:ext uri="{FF2B5EF4-FFF2-40B4-BE49-F238E27FC236}">
                <a16:creationId xmlns:a16="http://schemas.microsoft.com/office/drawing/2014/main" id="{285DE802-FA9D-463E-A6F8-B2D27846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08-线-0167">
            <a:extLst xmlns:a="http://schemas.openxmlformats.org/drawingml/2006/main">
              <a:ext uri="{FF2B5EF4-FFF2-40B4-BE49-F238E27FC236}">
                <a16:creationId xmlns:a16="http://schemas.microsoft.com/office/drawing/2014/main" id="{269FE849-3A16-4030-9FF9-EF5D6B0E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08-线-0168">
            <a:extLst xmlns:a="http://schemas.openxmlformats.org/drawingml/2006/main">
              <a:ext uri="{FF2B5EF4-FFF2-40B4-BE49-F238E27FC236}">
                <a16:creationId xmlns:a16="http://schemas.microsoft.com/office/drawing/2014/main" id="{AC6EB7B0-BFD4-496A-93F3-71F7333C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08-线-0169">
            <a:extLst xmlns:a="http://schemas.openxmlformats.org/drawingml/2006/main">
              <a:ext uri="{FF2B5EF4-FFF2-40B4-BE49-F238E27FC236}">
                <a16:creationId xmlns:a16="http://schemas.microsoft.com/office/drawing/2014/main" id="{5746A6A2-C159-4091-94CB-A345ACB4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8-线-0170">
            <a:extLst xmlns:a="http://schemas.openxmlformats.org/drawingml/2006/main">
              <a:ext uri="{FF2B5EF4-FFF2-40B4-BE49-F238E27FC236}">
                <a16:creationId xmlns:a16="http://schemas.microsoft.com/office/drawing/2014/main" id="{EEBB331D-C9F3-4615-A451-E3A234D0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08-线-0171">
            <a:extLst xmlns:a="http://schemas.openxmlformats.org/drawingml/2006/main">
              <a:ext uri="{FF2B5EF4-FFF2-40B4-BE49-F238E27FC236}">
                <a16:creationId xmlns:a16="http://schemas.microsoft.com/office/drawing/2014/main" id="{67651046-08E3-4ADF-879F-110D0D49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08-线-0172">
            <a:extLst xmlns:a="http://schemas.openxmlformats.org/drawingml/2006/main">
              <a:ext uri="{FF2B5EF4-FFF2-40B4-BE49-F238E27FC236}">
                <a16:creationId xmlns:a16="http://schemas.microsoft.com/office/drawing/2014/main" id="{040163E6-81D1-4299-9656-F97E65C0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8-线-0173">
            <a:extLst xmlns:a="http://schemas.openxmlformats.org/drawingml/2006/main">
              <a:ext uri="{FF2B5EF4-FFF2-40B4-BE49-F238E27FC236}">
                <a16:creationId xmlns:a16="http://schemas.microsoft.com/office/drawing/2014/main" id="{5A06664D-6D2D-4278-AD33-5C0DBB9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08-线-0174">
            <a:extLst xmlns:a="http://schemas.openxmlformats.org/drawingml/2006/main">
              <a:ext uri="{FF2B5EF4-FFF2-40B4-BE49-F238E27FC236}">
                <a16:creationId xmlns:a16="http://schemas.microsoft.com/office/drawing/2014/main" id="{890EBE2E-DDF2-4FAC-9551-0E5E6D16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08-线-0175">
            <a:extLst xmlns:a="http://schemas.openxmlformats.org/drawingml/2006/main">
              <a:ext uri="{FF2B5EF4-FFF2-40B4-BE49-F238E27FC236}">
                <a16:creationId xmlns:a16="http://schemas.microsoft.com/office/drawing/2014/main" id="{1FDA3ECB-185F-479B-8AA2-C6F7065F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5019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8-线-0176">
            <a:extLst xmlns:a="http://schemas.openxmlformats.org/drawingml/2006/main">
              <a:ext uri="{FF2B5EF4-FFF2-40B4-BE49-F238E27FC236}">
                <a16:creationId xmlns:a16="http://schemas.microsoft.com/office/drawing/2014/main" id="{12EFB425-C373-453D-8238-29AC7BE8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08-线-0177">
            <a:extLst xmlns:a="http://schemas.openxmlformats.org/drawingml/2006/main">
              <a:ext uri="{FF2B5EF4-FFF2-40B4-BE49-F238E27FC236}">
                <a16:creationId xmlns:a16="http://schemas.microsoft.com/office/drawing/2014/main" id="{0E6BA51F-A98A-46AC-879E-B32F2DF3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5019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8" name="p08-线-0178">
            <a:extLst xmlns:a="http://schemas.openxmlformats.org/drawingml/2006/main">
              <a:ext uri="{FF2B5EF4-FFF2-40B4-BE49-F238E27FC236}">
                <a16:creationId xmlns:a16="http://schemas.microsoft.com/office/drawing/2014/main" id="{EB89F3C4-7A0C-4090-A9C4-A68ABBB4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019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08-线-0179">
            <a:extLst xmlns:a="http://schemas.openxmlformats.org/drawingml/2006/main">
              <a:ext uri="{FF2B5EF4-FFF2-40B4-BE49-F238E27FC236}">
                <a16:creationId xmlns:a16="http://schemas.microsoft.com/office/drawing/2014/main" id="{2ABBA35D-9AEE-44ED-B95D-76936BF4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08-线-0180">
            <a:extLst xmlns:a="http://schemas.openxmlformats.org/drawingml/2006/main">
              <a:ext uri="{FF2B5EF4-FFF2-40B4-BE49-F238E27FC236}">
                <a16:creationId xmlns:a16="http://schemas.microsoft.com/office/drawing/2014/main" id="{2864FB10-AD07-4126-BC2B-AB1C796F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08-线-0181">
            <a:extLst xmlns:a="http://schemas.openxmlformats.org/drawingml/2006/main">
              <a:ext uri="{FF2B5EF4-FFF2-40B4-BE49-F238E27FC236}">
                <a16:creationId xmlns:a16="http://schemas.microsoft.com/office/drawing/2014/main" id="{A6A9EDB4-AF34-47BA-835C-5488C290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2" name="p08-线-0182">
            <a:extLst xmlns:a="http://schemas.openxmlformats.org/drawingml/2006/main">
              <a:ext uri="{FF2B5EF4-FFF2-40B4-BE49-F238E27FC236}">
                <a16:creationId xmlns:a16="http://schemas.microsoft.com/office/drawing/2014/main" id="{B755864A-3D24-48A7-A05C-75D6B269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08-线-0183">
            <a:extLst xmlns:a="http://schemas.openxmlformats.org/drawingml/2006/main">
              <a:ext uri="{FF2B5EF4-FFF2-40B4-BE49-F238E27FC236}">
                <a16:creationId xmlns:a16="http://schemas.microsoft.com/office/drawing/2014/main" id="{7DB78BEC-BA7E-46B0-9C0A-0CFE8A67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08-线-0184">
            <a:extLst xmlns:a="http://schemas.openxmlformats.org/drawingml/2006/main">
              <a:ext uri="{FF2B5EF4-FFF2-40B4-BE49-F238E27FC236}">
                <a16:creationId xmlns:a16="http://schemas.microsoft.com/office/drawing/2014/main" id="{A3978E51-1C0B-4F46-ADBD-ABED6B47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08-线-0185">
            <a:extLst xmlns:a="http://schemas.openxmlformats.org/drawingml/2006/main">
              <a:ext uri="{FF2B5EF4-FFF2-40B4-BE49-F238E27FC236}">
                <a16:creationId xmlns:a16="http://schemas.microsoft.com/office/drawing/2014/main" id="{7287F4B3-95D7-43C6-81A8-003FB8F7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08-线-0186">
            <a:extLst xmlns:a="http://schemas.openxmlformats.org/drawingml/2006/main">
              <a:ext uri="{FF2B5EF4-FFF2-40B4-BE49-F238E27FC236}">
                <a16:creationId xmlns:a16="http://schemas.microsoft.com/office/drawing/2014/main" id="{C109BC88-9112-43F1-ABD4-AFD0B19C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08-线-0187">
            <a:extLst xmlns:a="http://schemas.openxmlformats.org/drawingml/2006/main">
              <a:ext uri="{FF2B5EF4-FFF2-40B4-BE49-F238E27FC236}">
                <a16:creationId xmlns:a16="http://schemas.microsoft.com/office/drawing/2014/main" id="{42229166-2A56-49E5-A29A-C16A0741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08-线-0188">
            <a:extLst xmlns:a="http://schemas.openxmlformats.org/drawingml/2006/main">
              <a:ext uri="{FF2B5EF4-FFF2-40B4-BE49-F238E27FC236}">
                <a16:creationId xmlns:a16="http://schemas.microsoft.com/office/drawing/2014/main" id="{098C1C8D-11FA-48E7-975D-8DBB081F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08-线-0189">
            <a:extLst xmlns:a="http://schemas.openxmlformats.org/drawingml/2006/main">
              <a:ext uri="{FF2B5EF4-FFF2-40B4-BE49-F238E27FC236}">
                <a16:creationId xmlns:a16="http://schemas.microsoft.com/office/drawing/2014/main" id="{59E21C74-4881-454A-9C10-C497D1FB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08-线-0190">
            <a:extLst xmlns:a="http://schemas.openxmlformats.org/drawingml/2006/main">
              <a:ext uri="{FF2B5EF4-FFF2-40B4-BE49-F238E27FC236}">
                <a16:creationId xmlns:a16="http://schemas.microsoft.com/office/drawing/2014/main" id="{BF1A53B2-365B-41A3-99D1-52B5FC41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08-线-0191">
            <a:extLst xmlns:a="http://schemas.openxmlformats.org/drawingml/2006/main">
              <a:ext uri="{FF2B5EF4-FFF2-40B4-BE49-F238E27FC236}">
                <a16:creationId xmlns:a16="http://schemas.microsoft.com/office/drawing/2014/main" id="{782C2694-2AC6-4772-9539-BCC431DE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08-线-0192">
            <a:extLst xmlns:a="http://schemas.openxmlformats.org/drawingml/2006/main">
              <a:ext uri="{FF2B5EF4-FFF2-40B4-BE49-F238E27FC236}">
                <a16:creationId xmlns:a16="http://schemas.microsoft.com/office/drawing/2014/main" id="{64E81CD1-4CE4-4A5C-83E2-C2626A6F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08-线-0193">
            <a:extLst xmlns:a="http://schemas.openxmlformats.org/drawingml/2006/main">
              <a:ext uri="{FF2B5EF4-FFF2-40B4-BE49-F238E27FC236}">
                <a16:creationId xmlns:a16="http://schemas.microsoft.com/office/drawing/2014/main" id="{A9659E32-40F9-4DE3-B84F-AC24564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08-线-0194">
            <a:extLst xmlns:a="http://schemas.openxmlformats.org/drawingml/2006/main">
              <a:ext uri="{FF2B5EF4-FFF2-40B4-BE49-F238E27FC236}">
                <a16:creationId xmlns:a16="http://schemas.microsoft.com/office/drawing/2014/main" id="{623C4BDE-F0A0-450F-BA16-A09289BD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08-线-0195">
            <a:extLst xmlns:a="http://schemas.openxmlformats.org/drawingml/2006/main">
              <a:ext uri="{FF2B5EF4-FFF2-40B4-BE49-F238E27FC236}">
                <a16:creationId xmlns:a16="http://schemas.microsoft.com/office/drawing/2014/main" id="{88DF9EFC-3C17-498A-A462-C681A5A8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08-线-0196">
            <a:extLst xmlns:a="http://schemas.openxmlformats.org/drawingml/2006/main">
              <a:ext uri="{FF2B5EF4-FFF2-40B4-BE49-F238E27FC236}">
                <a16:creationId xmlns:a16="http://schemas.microsoft.com/office/drawing/2014/main" id="{3967CB72-0BCB-440B-A5A8-DD64D888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7" name="p08-线-0197">
            <a:extLst xmlns:a="http://schemas.openxmlformats.org/drawingml/2006/main">
              <a:ext uri="{FF2B5EF4-FFF2-40B4-BE49-F238E27FC236}">
                <a16:creationId xmlns:a16="http://schemas.microsoft.com/office/drawing/2014/main" id="{667531BA-6FE9-4A07-8A2E-8E665802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08-线-0198">
            <a:extLst xmlns:a="http://schemas.openxmlformats.org/drawingml/2006/main">
              <a:ext uri="{FF2B5EF4-FFF2-40B4-BE49-F238E27FC236}">
                <a16:creationId xmlns:a16="http://schemas.microsoft.com/office/drawing/2014/main" id="{D0C76C14-D12E-4AF2-A86B-1B079A0E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08-线-0199">
            <a:extLst xmlns:a="http://schemas.openxmlformats.org/drawingml/2006/main">
              <a:ext uri="{FF2B5EF4-FFF2-40B4-BE49-F238E27FC236}">
                <a16:creationId xmlns:a16="http://schemas.microsoft.com/office/drawing/2014/main" id="{500F8775-F028-4BCB-A5A3-95C0E905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0" name="p08-线-0200">
            <a:extLst xmlns:a="http://schemas.openxmlformats.org/drawingml/2006/main">
              <a:ext uri="{FF2B5EF4-FFF2-40B4-BE49-F238E27FC236}">
                <a16:creationId xmlns:a16="http://schemas.microsoft.com/office/drawing/2014/main" id="{3D7B8247-36E9-45DA-A1EC-26789529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8-线-0201">
            <a:extLst xmlns:a="http://schemas.openxmlformats.org/drawingml/2006/main">
              <a:ext uri="{FF2B5EF4-FFF2-40B4-BE49-F238E27FC236}">
                <a16:creationId xmlns:a16="http://schemas.microsoft.com/office/drawing/2014/main" id="{FF3C990A-BA63-48AD-A122-E62822E0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08-线-0202">
            <a:extLst xmlns:a="http://schemas.openxmlformats.org/drawingml/2006/main">
              <a:ext uri="{FF2B5EF4-FFF2-40B4-BE49-F238E27FC236}">
                <a16:creationId xmlns:a16="http://schemas.microsoft.com/office/drawing/2014/main" id="{7FA77CAE-4092-4CD9-AE03-497BC158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3" name="p08-线-0203">
            <a:extLst xmlns:a="http://schemas.openxmlformats.org/drawingml/2006/main">
              <a:ext uri="{FF2B5EF4-FFF2-40B4-BE49-F238E27FC236}">
                <a16:creationId xmlns:a16="http://schemas.microsoft.com/office/drawing/2014/main" id="{AE7A4274-7BC6-4E0D-B083-FE920D59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08-线-0204">
            <a:extLst xmlns:a="http://schemas.openxmlformats.org/drawingml/2006/main">
              <a:ext uri="{FF2B5EF4-FFF2-40B4-BE49-F238E27FC236}">
                <a16:creationId xmlns:a16="http://schemas.microsoft.com/office/drawing/2014/main" id="{5C7F63E8-4EC3-4A30-8875-364E233B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08-线-0205">
            <a:extLst xmlns:a="http://schemas.openxmlformats.org/drawingml/2006/main">
              <a:ext uri="{FF2B5EF4-FFF2-40B4-BE49-F238E27FC236}">
                <a16:creationId xmlns:a16="http://schemas.microsoft.com/office/drawing/2014/main" id="{37BC44BD-6A65-4B2A-9BC1-BFD40025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6" name="p08-线-0206">
            <a:extLst xmlns:a="http://schemas.openxmlformats.org/drawingml/2006/main">
              <a:ext uri="{FF2B5EF4-FFF2-40B4-BE49-F238E27FC236}">
                <a16:creationId xmlns:a16="http://schemas.microsoft.com/office/drawing/2014/main" id="{A991BE84-2071-47FE-99FE-F7AA25DE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7813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08-线-0207">
            <a:extLst xmlns:a="http://schemas.openxmlformats.org/drawingml/2006/main">
              <a:ext uri="{FF2B5EF4-FFF2-40B4-BE49-F238E27FC236}">
                <a16:creationId xmlns:a16="http://schemas.microsoft.com/office/drawing/2014/main" id="{479AF0A2-58B0-4D8A-876E-D0AD97EC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08-线-0208">
            <a:extLst xmlns:a="http://schemas.openxmlformats.org/drawingml/2006/main">
              <a:ext uri="{FF2B5EF4-FFF2-40B4-BE49-F238E27FC236}">
                <a16:creationId xmlns:a16="http://schemas.microsoft.com/office/drawing/2014/main" id="{8363C014-596B-4A27-89C8-211327C3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27813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9" name="p08-线-0209">
            <a:extLst xmlns:a="http://schemas.openxmlformats.org/drawingml/2006/main">
              <a:ext uri="{FF2B5EF4-FFF2-40B4-BE49-F238E27FC236}">
                <a16:creationId xmlns:a16="http://schemas.microsoft.com/office/drawing/2014/main" id="{45D4B089-3F7A-427F-B461-30A9B60E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813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08-线-0210">
            <a:extLst xmlns:a="http://schemas.openxmlformats.org/drawingml/2006/main">
              <a:ext uri="{FF2B5EF4-FFF2-40B4-BE49-F238E27FC236}">
                <a16:creationId xmlns:a16="http://schemas.microsoft.com/office/drawing/2014/main" id="{4988D575-9EE4-41EA-8534-37AFBA9F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08-线-0211">
            <a:extLst xmlns:a="http://schemas.openxmlformats.org/drawingml/2006/main">
              <a:ext uri="{FF2B5EF4-FFF2-40B4-BE49-F238E27FC236}">
                <a16:creationId xmlns:a16="http://schemas.microsoft.com/office/drawing/2014/main" id="{545D8198-1622-4280-B950-C11FAEEE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08-线-0212">
            <a:extLst xmlns:a="http://schemas.openxmlformats.org/drawingml/2006/main">
              <a:ext uri="{FF2B5EF4-FFF2-40B4-BE49-F238E27FC236}">
                <a16:creationId xmlns:a16="http://schemas.microsoft.com/office/drawing/2014/main" id="{38A6DE85-1776-436F-89B2-88D1AEFB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3" name="p08-线-0213">
            <a:extLst xmlns:a="http://schemas.openxmlformats.org/drawingml/2006/main">
              <a:ext uri="{FF2B5EF4-FFF2-40B4-BE49-F238E27FC236}">
                <a16:creationId xmlns:a16="http://schemas.microsoft.com/office/drawing/2014/main" id="{FE4ABB5D-446C-43C9-AEDB-CBEA4195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08-线-0214">
            <a:extLst xmlns:a="http://schemas.openxmlformats.org/drawingml/2006/main">
              <a:ext uri="{FF2B5EF4-FFF2-40B4-BE49-F238E27FC236}">
                <a16:creationId xmlns:a16="http://schemas.microsoft.com/office/drawing/2014/main" id="{5C03A9FB-3B06-4562-A369-2D0372C1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08-线-0215">
            <a:extLst xmlns:a="http://schemas.openxmlformats.org/drawingml/2006/main">
              <a:ext uri="{FF2B5EF4-FFF2-40B4-BE49-F238E27FC236}">
                <a16:creationId xmlns:a16="http://schemas.microsoft.com/office/drawing/2014/main" id="{8F4C0423-2190-4454-9F06-2468FB15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6" name="p08-线-0216">
            <a:extLst xmlns:a="http://schemas.openxmlformats.org/drawingml/2006/main">
              <a:ext uri="{FF2B5EF4-FFF2-40B4-BE49-F238E27FC236}">
                <a16:creationId xmlns:a16="http://schemas.microsoft.com/office/drawing/2014/main" id="{74ADCF72-AF2D-480E-A181-AAA1BE05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08-线-0217">
            <a:extLst xmlns:a="http://schemas.openxmlformats.org/drawingml/2006/main">
              <a:ext uri="{FF2B5EF4-FFF2-40B4-BE49-F238E27FC236}">
                <a16:creationId xmlns:a16="http://schemas.microsoft.com/office/drawing/2014/main" id="{B891BDD9-C5D2-4BB4-9B47-0AA884B9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08-线-0218">
            <a:extLst xmlns:a="http://schemas.openxmlformats.org/drawingml/2006/main">
              <a:ext uri="{FF2B5EF4-FFF2-40B4-BE49-F238E27FC236}">
                <a16:creationId xmlns:a16="http://schemas.microsoft.com/office/drawing/2014/main" id="{620CA0E0-848F-4FC1-99EB-DB226A53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9" name="p08-线-0219">
            <a:extLst xmlns:a="http://schemas.openxmlformats.org/drawingml/2006/main">
              <a:ext uri="{FF2B5EF4-FFF2-40B4-BE49-F238E27FC236}">
                <a16:creationId xmlns:a16="http://schemas.microsoft.com/office/drawing/2014/main" id="{2F18E655-EBC1-4F64-9487-64A047B4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0" name="p08-线-0220">
            <a:extLst xmlns:a="http://schemas.openxmlformats.org/drawingml/2006/main">
              <a:ext uri="{FF2B5EF4-FFF2-40B4-BE49-F238E27FC236}">
                <a16:creationId xmlns:a16="http://schemas.microsoft.com/office/drawing/2014/main" id="{F4AE714E-7E67-4072-B3DB-BEA79268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1" name="p08-线-0221">
            <a:extLst xmlns:a="http://schemas.openxmlformats.org/drawingml/2006/main">
              <a:ext uri="{FF2B5EF4-FFF2-40B4-BE49-F238E27FC236}">
                <a16:creationId xmlns:a16="http://schemas.microsoft.com/office/drawing/2014/main" id="{61E4A810-8F1E-4F39-8B00-3449DEC5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2" name="p08-线-0222">
            <a:extLst xmlns:a="http://schemas.openxmlformats.org/drawingml/2006/main">
              <a:ext uri="{FF2B5EF4-FFF2-40B4-BE49-F238E27FC236}">
                <a16:creationId xmlns:a16="http://schemas.microsoft.com/office/drawing/2014/main" id="{ACC0E6E1-073B-44FB-8070-26D88156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3" name="p08-线-0223">
            <a:extLst xmlns:a="http://schemas.openxmlformats.org/drawingml/2006/main">
              <a:ext uri="{FF2B5EF4-FFF2-40B4-BE49-F238E27FC236}">
                <a16:creationId xmlns:a16="http://schemas.microsoft.com/office/drawing/2014/main" id="{30FA3D8E-6AAD-4C7F-84CF-B425BA36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4" name="p08-线-0224">
            <a:extLst xmlns:a="http://schemas.openxmlformats.org/drawingml/2006/main">
              <a:ext uri="{FF2B5EF4-FFF2-40B4-BE49-F238E27FC236}">
                <a16:creationId xmlns:a16="http://schemas.microsoft.com/office/drawing/2014/main" id="{AF1D1973-958F-4A80-9519-C57406FC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5" name="p08-线-0225">
            <a:extLst xmlns:a="http://schemas.openxmlformats.org/drawingml/2006/main">
              <a:ext uri="{FF2B5EF4-FFF2-40B4-BE49-F238E27FC236}">
                <a16:creationId xmlns:a16="http://schemas.microsoft.com/office/drawing/2014/main" id="{498A6410-F690-492C-A6BD-5096C844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6" name="p08-线-0226">
            <a:extLst xmlns:a="http://schemas.openxmlformats.org/drawingml/2006/main">
              <a:ext uri="{FF2B5EF4-FFF2-40B4-BE49-F238E27FC236}">
                <a16:creationId xmlns:a16="http://schemas.microsoft.com/office/drawing/2014/main" id="{76535229-3EBC-477C-942E-6B64BAF2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7" name="p08-线-0227">
            <a:extLst xmlns:a="http://schemas.openxmlformats.org/drawingml/2006/main">
              <a:ext uri="{FF2B5EF4-FFF2-40B4-BE49-F238E27FC236}">
                <a16:creationId xmlns:a16="http://schemas.microsoft.com/office/drawing/2014/main" id="{8CAB85C6-AA8D-4BE8-868F-D37C61F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8" name="p08-线-0228">
            <a:extLst xmlns:a="http://schemas.openxmlformats.org/drawingml/2006/main">
              <a:ext uri="{FF2B5EF4-FFF2-40B4-BE49-F238E27FC236}">
                <a16:creationId xmlns:a16="http://schemas.microsoft.com/office/drawing/2014/main" id="{6109C1DE-A982-42EC-A503-0EA64096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9" name="p08-线-0229">
            <a:extLst xmlns:a="http://schemas.openxmlformats.org/drawingml/2006/main">
              <a:ext uri="{FF2B5EF4-FFF2-40B4-BE49-F238E27FC236}">
                <a16:creationId xmlns:a16="http://schemas.microsoft.com/office/drawing/2014/main" id="{0F994857-35DA-4953-B65E-F2C49A07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0" name="p08-线-0230">
            <a:extLst xmlns:a="http://schemas.openxmlformats.org/drawingml/2006/main">
              <a:ext uri="{FF2B5EF4-FFF2-40B4-BE49-F238E27FC236}">
                <a16:creationId xmlns:a16="http://schemas.microsoft.com/office/drawing/2014/main" id="{0C93195B-B879-4BE8-B3B9-B348207B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1" name="p08-线-0231">
            <a:extLst xmlns:a="http://schemas.openxmlformats.org/drawingml/2006/main">
              <a:ext uri="{FF2B5EF4-FFF2-40B4-BE49-F238E27FC236}">
                <a16:creationId xmlns:a16="http://schemas.microsoft.com/office/drawing/2014/main" id="{4339CD95-8338-4725-A9DF-94A48149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2" name="p08-线-0232">
            <a:extLst xmlns:a="http://schemas.openxmlformats.org/drawingml/2006/main">
              <a:ext uri="{FF2B5EF4-FFF2-40B4-BE49-F238E27FC236}">
                <a16:creationId xmlns:a16="http://schemas.microsoft.com/office/drawing/2014/main" id="{C802162E-8C8E-49B1-96F7-A6E115DF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3" name="p08-线-0233">
            <a:extLst xmlns:a="http://schemas.openxmlformats.org/drawingml/2006/main">
              <a:ext uri="{FF2B5EF4-FFF2-40B4-BE49-F238E27FC236}">
                <a16:creationId xmlns:a16="http://schemas.microsoft.com/office/drawing/2014/main" id="{3C8507FB-39CA-4D05-9292-6F4079DA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4" name="p08-线-0234">
            <a:extLst xmlns:a="http://schemas.openxmlformats.org/drawingml/2006/main">
              <a:ext uri="{FF2B5EF4-FFF2-40B4-BE49-F238E27FC236}">
                <a16:creationId xmlns:a16="http://schemas.microsoft.com/office/drawing/2014/main" id="{5C5186FA-D0FF-4A8C-B66D-D6C58C75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5" name="p08-线-0235">
            <a:extLst xmlns:a="http://schemas.openxmlformats.org/drawingml/2006/main">
              <a:ext uri="{FF2B5EF4-FFF2-40B4-BE49-F238E27FC236}">
                <a16:creationId xmlns:a16="http://schemas.microsoft.com/office/drawing/2014/main" id="{11A58EFF-F26F-42AF-A925-23676B37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6" name="p08-线-0236">
            <a:extLst xmlns:a="http://schemas.openxmlformats.org/drawingml/2006/main">
              <a:ext uri="{FF2B5EF4-FFF2-40B4-BE49-F238E27FC236}">
                <a16:creationId xmlns:a16="http://schemas.microsoft.com/office/drawing/2014/main" id="{4B3BA646-F9A9-4705-9CE6-CAF197A9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7" name="p08-线-0237">
            <a:extLst xmlns:a="http://schemas.openxmlformats.org/drawingml/2006/main">
              <a:ext uri="{FF2B5EF4-FFF2-40B4-BE49-F238E27FC236}">
                <a16:creationId xmlns:a16="http://schemas.microsoft.com/office/drawing/2014/main" id="{F2440BDD-3649-4289-90EB-BBA24A1B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0607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8" name="p08-线-0238">
            <a:extLst xmlns:a="http://schemas.openxmlformats.org/drawingml/2006/main">
              <a:ext uri="{FF2B5EF4-FFF2-40B4-BE49-F238E27FC236}">
                <a16:creationId xmlns:a16="http://schemas.microsoft.com/office/drawing/2014/main" id="{44498728-6E70-4759-8E9D-C3D39422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9" name="p08-线-0239">
            <a:extLst xmlns:a="http://schemas.openxmlformats.org/drawingml/2006/main">
              <a:ext uri="{FF2B5EF4-FFF2-40B4-BE49-F238E27FC236}">
                <a16:creationId xmlns:a16="http://schemas.microsoft.com/office/drawing/2014/main" id="{8E4FFDCF-BAE5-4885-9111-E5EA918A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0607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0" name="p08-线-0240">
            <a:extLst xmlns:a="http://schemas.openxmlformats.org/drawingml/2006/main">
              <a:ext uri="{FF2B5EF4-FFF2-40B4-BE49-F238E27FC236}">
                <a16:creationId xmlns:a16="http://schemas.microsoft.com/office/drawing/2014/main" id="{60763CB8-6291-4D84-96B9-4A1E14B5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07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1" name="p08-线-0241">
            <a:extLst xmlns:a="http://schemas.openxmlformats.org/drawingml/2006/main">
              <a:ext uri="{FF2B5EF4-FFF2-40B4-BE49-F238E27FC236}">
                <a16:creationId xmlns:a16="http://schemas.microsoft.com/office/drawing/2014/main" id="{A6CE4521-EF5B-410D-B0B4-FCC4230A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2" name="p08-线-0242">
            <a:extLst xmlns:a="http://schemas.openxmlformats.org/drawingml/2006/main">
              <a:ext uri="{FF2B5EF4-FFF2-40B4-BE49-F238E27FC236}">
                <a16:creationId xmlns:a16="http://schemas.microsoft.com/office/drawing/2014/main" id="{C4B0CB4C-800A-47FE-9EE4-F0E92631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3" name="p08-线-0243">
            <a:extLst xmlns:a="http://schemas.openxmlformats.org/drawingml/2006/main">
              <a:ext uri="{FF2B5EF4-FFF2-40B4-BE49-F238E27FC236}">
                <a16:creationId xmlns:a16="http://schemas.microsoft.com/office/drawing/2014/main" id="{2C45A021-135E-4B15-A659-BFF43E8E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4" name="p08-线-0244">
            <a:extLst xmlns:a="http://schemas.openxmlformats.org/drawingml/2006/main">
              <a:ext uri="{FF2B5EF4-FFF2-40B4-BE49-F238E27FC236}">
                <a16:creationId xmlns:a16="http://schemas.microsoft.com/office/drawing/2014/main" id="{AB12FD35-F53E-487D-BE05-3395367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5" name="p08-线-0245">
            <a:extLst xmlns:a="http://schemas.openxmlformats.org/drawingml/2006/main">
              <a:ext uri="{FF2B5EF4-FFF2-40B4-BE49-F238E27FC236}">
                <a16:creationId xmlns:a16="http://schemas.microsoft.com/office/drawing/2014/main" id="{0B58D7C2-EA0F-4294-A220-3D1CC757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6" name="p08-线-0246">
            <a:extLst xmlns:a="http://schemas.openxmlformats.org/drawingml/2006/main">
              <a:ext uri="{FF2B5EF4-FFF2-40B4-BE49-F238E27FC236}">
                <a16:creationId xmlns:a16="http://schemas.microsoft.com/office/drawing/2014/main" id="{D608F0D9-80B7-4392-80DD-124A6BD3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7" name="p08-线-0247">
            <a:extLst xmlns:a="http://schemas.openxmlformats.org/drawingml/2006/main">
              <a:ext uri="{FF2B5EF4-FFF2-40B4-BE49-F238E27FC236}">
                <a16:creationId xmlns:a16="http://schemas.microsoft.com/office/drawing/2014/main" id="{547BC76A-D263-45C3-B340-FB038BE0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8" name="p08-线-0248">
            <a:extLst xmlns:a="http://schemas.openxmlformats.org/drawingml/2006/main">
              <a:ext uri="{FF2B5EF4-FFF2-40B4-BE49-F238E27FC236}">
                <a16:creationId xmlns:a16="http://schemas.microsoft.com/office/drawing/2014/main" id="{A44C11BF-E14A-4A59-89AE-8893E091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9" name="p08-线-0249">
            <a:extLst xmlns:a="http://schemas.openxmlformats.org/drawingml/2006/main">
              <a:ext uri="{FF2B5EF4-FFF2-40B4-BE49-F238E27FC236}">
                <a16:creationId xmlns:a16="http://schemas.microsoft.com/office/drawing/2014/main" id="{98BC2E97-B1AB-4FCF-9B5D-4859B78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0" name="p08-线-0250">
            <a:extLst xmlns:a="http://schemas.openxmlformats.org/drawingml/2006/main">
              <a:ext uri="{FF2B5EF4-FFF2-40B4-BE49-F238E27FC236}">
                <a16:creationId xmlns:a16="http://schemas.microsoft.com/office/drawing/2014/main" id="{89A4CB9F-6C92-4742-904B-FDAD1ACE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1" name="p08-线-0251">
            <a:extLst xmlns:a="http://schemas.openxmlformats.org/drawingml/2006/main">
              <a:ext uri="{FF2B5EF4-FFF2-40B4-BE49-F238E27FC236}">
                <a16:creationId xmlns:a16="http://schemas.microsoft.com/office/drawing/2014/main" id="{F8CD514A-3BBD-4CB6-8E79-90B8A896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2" name="p08-线-0252">
            <a:extLst xmlns:a="http://schemas.openxmlformats.org/drawingml/2006/main">
              <a:ext uri="{FF2B5EF4-FFF2-40B4-BE49-F238E27FC236}">
                <a16:creationId xmlns:a16="http://schemas.microsoft.com/office/drawing/2014/main" id="{9B3AFDF9-AA4A-4BF1-A270-2EE3F50E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3" name="p08-线-0253">
            <a:extLst xmlns:a="http://schemas.openxmlformats.org/drawingml/2006/main">
              <a:ext uri="{FF2B5EF4-FFF2-40B4-BE49-F238E27FC236}">
                <a16:creationId xmlns:a16="http://schemas.microsoft.com/office/drawing/2014/main" id="{716830BF-753D-4E86-92CA-5F2AA121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4" name="p08-线-0254">
            <a:extLst xmlns:a="http://schemas.openxmlformats.org/drawingml/2006/main">
              <a:ext uri="{FF2B5EF4-FFF2-40B4-BE49-F238E27FC236}">
                <a16:creationId xmlns:a16="http://schemas.microsoft.com/office/drawing/2014/main" id="{0E0A8D8B-C969-4408-B439-79A5A23F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5" name="p08-线-0255">
            <a:extLst xmlns:a="http://schemas.openxmlformats.org/drawingml/2006/main">
              <a:ext uri="{FF2B5EF4-FFF2-40B4-BE49-F238E27FC236}">
                <a16:creationId xmlns:a16="http://schemas.microsoft.com/office/drawing/2014/main" id="{80BA90F8-E567-433A-8B0F-DB6086D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6" name="p08-线-0256">
            <a:extLst xmlns:a="http://schemas.openxmlformats.org/drawingml/2006/main">
              <a:ext uri="{FF2B5EF4-FFF2-40B4-BE49-F238E27FC236}">
                <a16:creationId xmlns:a16="http://schemas.microsoft.com/office/drawing/2014/main" id="{A255E9E2-14EA-45B4-83B9-2C62ECBD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7" name="p08-线-0257">
            <a:extLst xmlns:a="http://schemas.openxmlformats.org/drawingml/2006/main">
              <a:ext uri="{FF2B5EF4-FFF2-40B4-BE49-F238E27FC236}">
                <a16:creationId xmlns:a16="http://schemas.microsoft.com/office/drawing/2014/main" id="{3FE49CD3-1AAF-40D6-B26E-288C7D36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8" name="p08-线-0258">
            <a:extLst xmlns:a="http://schemas.openxmlformats.org/drawingml/2006/main">
              <a:ext uri="{FF2B5EF4-FFF2-40B4-BE49-F238E27FC236}">
                <a16:creationId xmlns:a16="http://schemas.microsoft.com/office/drawing/2014/main" id="{9272C753-59AB-4DF5-89FA-F6BE5B3B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9" name="p08-线-0259">
            <a:extLst xmlns:a="http://schemas.openxmlformats.org/drawingml/2006/main">
              <a:ext uri="{FF2B5EF4-FFF2-40B4-BE49-F238E27FC236}">
                <a16:creationId xmlns:a16="http://schemas.microsoft.com/office/drawing/2014/main" id="{C815D592-B5A6-4B55-9DFD-78BE082E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0" name="p08-线-0260">
            <a:extLst xmlns:a="http://schemas.openxmlformats.org/drawingml/2006/main">
              <a:ext uri="{FF2B5EF4-FFF2-40B4-BE49-F238E27FC236}">
                <a16:creationId xmlns:a16="http://schemas.microsoft.com/office/drawing/2014/main" id="{E36EDE6C-1A9D-4029-9A1C-48BE4571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1" name="p08-线-0261">
            <a:extLst xmlns:a="http://schemas.openxmlformats.org/drawingml/2006/main">
              <a:ext uri="{FF2B5EF4-FFF2-40B4-BE49-F238E27FC236}">
                <a16:creationId xmlns:a16="http://schemas.microsoft.com/office/drawing/2014/main" id="{6DF35CE5-5D07-41E0-A768-126DF647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2" name="p08-线-0262">
            <a:extLst xmlns:a="http://schemas.openxmlformats.org/drawingml/2006/main">
              <a:ext uri="{FF2B5EF4-FFF2-40B4-BE49-F238E27FC236}">
                <a16:creationId xmlns:a16="http://schemas.microsoft.com/office/drawing/2014/main" id="{373FA20D-FFD1-430B-8444-EA0D2D71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3" name="p08-线-0263">
            <a:extLst xmlns:a="http://schemas.openxmlformats.org/drawingml/2006/main">
              <a:ext uri="{FF2B5EF4-FFF2-40B4-BE49-F238E27FC236}">
                <a16:creationId xmlns:a16="http://schemas.microsoft.com/office/drawing/2014/main" id="{BF7DE3FE-0566-429F-B102-24C6BFEB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4" name="p08-线-0264">
            <a:extLst xmlns:a="http://schemas.openxmlformats.org/drawingml/2006/main">
              <a:ext uri="{FF2B5EF4-FFF2-40B4-BE49-F238E27FC236}">
                <a16:creationId xmlns:a16="http://schemas.microsoft.com/office/drawing/2014/main" id="{52929A05-BF22-450B-A5E8-110D553F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5" name="p08-线-0265">
            <a:extLst xmlns:a="http://schemas.openxmlformats.org/drawingml/2006/main">
              <a:ext uri="{FF2B5EF4-FFF2-40B4-BE49-F238E27FC236}">
                <a16:creationId xmlns:a16="http://schemas.microsoft.com/office/drawing/2014/main" id="{42BE4837-B965-4725-8123-3CED87B6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6" name="p08-线-0266">
            <a:extLst xmlns:a="http://schemas.openxmlformats.org/drawingml/2006/main">
              <a:ext uri="{FF2B5EF4-FFF2-40B4-BE49-F238E27FC236}">
                <a16:creationId xmlns:a16="http://schemas.microsoft.com/office/drawing/2014/main" id="{99E29E89-024C-48D4-9DF5-80791143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7" name="p08-线-0267">
            <a:extLst xmlns:a="http://schemas.openxmlformats.org/drawingml/2006/main">
              <a:ext uri="{FF2B5EF4-FFF2-40B4-BE49-F238E27FC236}">
                <a16:creationId xmlns:a16="http://schemas.microsoft.com/office/drawing/2014/main" id="{4D8A7FE5-E450-4274-A23C-D8F031C0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8" name="p08-线-0268">
            <a:extLst xmlns:a="http://schemas.openxmlformats.org/drawingml/2006/main">
              <a:ext uri="{FF2B5EF4-FFF2-40B4-BE49-F238E27FC236}">
                <a16:creationId xmlns:a16="http://schemas.microsoft.com/office/drawing/2014/main" id="{5DF05FBA-322F-4742-8D1F-6AB70874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3401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9" name="p08-线-0269">
            <a:extLst xmlns:a="http://schemas.openxmlformats.org/drawingml/2006/main">
              <a:ext uri="{FF2B5EF4-FFF2-40B4-BE49-F238E27FC236}">
                <a16:creationId xmlns:a16="http://schemas.microsoft.com/office/drawing/2014/main" id="{93848602-CFC8-4C1A-824D-0903EB8A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0" name="p08-线-0270">
            <a:extLst xmlns:a="http://schemas.openxmlformats.org/drawingml/2006/main">
              <a:ext uri="{FF2B5EF4-FFF2-40B4-BE49-F238E27FC236}">
                <a16:creationId xmlns:a16="http://schemas.microsoft.com/office/drawing/2014/main" id="{C17F22B1-94CC-4577-B412-644494CD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340100"/>
            <a:ext cx="226695" cy="279400"/>
          </a:xfrm>
          <a:custGeom xmlns:a="http://schemas.openxmlformats.org/drawingml/2006/main">
            <a:pathLst>
              <a:path w="226695" h="279400">
                <a:moveTo>
                  <a:pt x="0" y="0"/>
                </a:moveTo>
                <a:lnTo>
                  <a:pt x="226695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1" name="p08-线-0271">
            <a:extLst xmlns:a="http://schemas.openxmlformats.org/drawingml/2006/main">
              <a:ext uri="{FF2B5EF4-FFF2-40B4-BE49-F238E27FC236}">
                <a16:creationId xmlns:a16="http://schemas.microsoft.com/office/drawing/2014/main" id="{92FC25D7-F56F-4C4D-8B29-38515D7D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40100"/>
            <a:ext cx="95" cy="279400"/>
          </a:xfrm>
          <a:custGeom xmlns:a="http://schemas.openxmlformats.org/drawingml/2006/main">
            <a:pathLst>
              <a:path w="95" h="279400">
                <a:moveTo>
                  <a:pt x="0" y="0"/>
                </a:moveTo>
                <a:lnTo>
                  <a:pt x="0" y="27940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2" name="p08-线-0272">
            <a:extLst xmlns:a="http://schemas.openxmlformats.org/drawingml/2006/main">
              <a:ext uri="{FF2B5EF4-FFF2-40B4-BE49-F238E27FC236}">
                <a16:creationId xmlns:a16="http://schemas.microsoft.com/office/drawing/2014/main" id="{7D8181B0-F405-4CEA-937B-AF0525B5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3" name="p08-线-0273">
            <a:extLst xmlns:a="http://schemas.openxmlformats.org/drawingml/2006/main">
              <a:ext uri="{FF2B5EF4-FFF2-40B4-BE49-F238E27FC236}">
                <a16:creationId xmlns:a16="http://schemas.microsoft.com/office/drawing/2014/main" id="{76A8D310-FDE5-494F-BAC8-C9881C2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4" name="p08-线-0274">
            <a:extLst xmlns:a="http://schemas.openxmlformats.org/drawingml/2006/main">
              <a:ext uri="{FF2B5EF4-FFF2-40B4-BE49-F238E27FC236}">
                <a16:creationId xmlns:a16="http://schemas.microsoft.com/office/drawing/2014/main" id="{65095319-658D-4DCE-89AF-CE81FA5D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640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5" name="p08-线-0275">
            <a:extLst xmlns:a="http://schemas.openxmlformats.org/drawingml/2006/main">
              <a:ext uri="{FF2B5EF4-FFF2-40B4-BE49-F238E27FC236}">
                <a16:creationId xmlns:a16="http://schemas.microsoft.com/office/drawing/2014/main" id="{B0F8DADC-21B6-4EBD-A5F7-E7FBF32A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335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6" name="p08-线-0276">
            <a:extLst xmlns:a="http://schemas.openxmlformats.org/drawingml/2006/main">
              <a:ext uri="{FF2B5EF4-FFF2-40B4-BE49-F238E27FC236}">
                <a16:creationId xmlns:a16="http://schemas.microsoft.com/office/drawing/2014/main" id="{9028110A-7AF4-4537-9C67-F9AAB0AF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030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7" name="p08-线-0277">
            <a:extLst xmlns:a="http://schemas.openxmlformats.org/drawingml/2006/main">
              <a:ext uri="{FF2B5EF4-FFF2-40B4-BE49-F238E27FC236}">
                <a16:creationId xmlns:a16="http://schemas.microsoft.com/office/drawing/2014/main" id="{223ED4E8-E8C2-41D1-9B9C-88FB05C1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8" name="p08-线-0278">
            <a:extLst xmlns:a="http://schemas.openxmlformats.org/drawingml/2006/main">
              <a:ext uri="{FF2B5EF4-FFF2-40B4-BE49-F238E27FC236}">
                <a16:creationId xmlns:a16="http://schemas.microsoft.com/office/drawing/2014/main" id="{90D49550-3FAA-413E-B43D-C21CFBF0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420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9" name="p08-线-0279">
            <a:extLst xmlns:a="http://schemas.openxmlformats.org/drawingml/2006/main">
              <a:ext uri="{FF2B5EF4-FFF2-40B4-BE49-F238E27FC236}">
                <a16:creationId xmlns:a16="http://schemas.microsoft.com/office/drawing/2014/main" id="{CB4EE4CF-05FA-4407-AA0E-3E809E67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115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0" name="p08-线-0280">
            <a:extLst xmlns:a="http://schemas.openxmlformats.org/drawingml/2006/main">
              <a:ext uri="{FF2B5EF4-FFF2-40B4-BE49-F238E27FC236}">
                <a16:creationId xmlns:a16="http://schemas.microsoft.com/office/drawing/2014/main" id="{2ACD9B5A-FD04-49C7-8883-511D3B11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10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1" name="p08-线-0281">
            <a:extLst xmlns:a="http://schemas.openxmlformats.org/drawingml/2006/main">
              <a:ext uri="{FF2B5EF4-FFF2-40B4-BE49-F238E27FC236}">
                <a16:creationId xmlns:a16="http://schemas.microsoft.com/office/drawing/2014/main" id="{B454E183-F275-446E-BC22-BC96C36B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2505" y="3619500"/>
            <a:ext cx="226695" cy="95"/>
          </a:xfrm>
          <a:custGeom xmlns:a="http://schemas.openxmlformats.org/drawingml/2006/main">
            <a:pathLst>
              <a:path w="226695" h="95">
                <a:moveTo>
                  <a:pt x="0" y="0"/>
                </a:moveTo>
                <a:lnTo>
                  <a:pt x="2266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2" name="p08-椭圆-0282">
            <a:extLst xmlns:a="http://schemas.openxmlformats.org/drawingml/2006/main">
              <a:ext uri="{FF2B5EF4-FFF2-40B4-BE49-F238E27FC236}">
                <a16:creationId xmlns:a16="http://schemas.microsoft.com/office/drawing/2014/main" id="{D79ADD45-8293-476E-9071-5EB2F1B1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111" y="2402033"/>
            <a:ext cx="249668" cy="1997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3" name="p08-椭圆-0283">
            <a:extLst xmlns:a="http://schemas.openxmlformats.org/drawingml/2006/main">
              <a:ext uri="{FF2B5EF4-FFF2-40B4-BE49-F238E27FC236}">
                <a16:creationId xmlns:a16="http://schemas.microsoft.com/office/drawing/2014/main" id="{49A49616-B4FA-4D7B-A2A1-1E9F5E84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54" y="2417115"/>
            <a:ext cx="211962" cy="169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4" name="p08-椭圆-0284">
            <a:extLst xmlns:a="http://schemas.openxmlformats.org/drawingml/2006/main">
              <a:ext uri="{FF2B5EF4-FFF2-40B4-BE49-F238E27FC236}">
                <a16:creationId xmlns:a16="http://schemas.microsoft.com/office/drawing/2014/main" id="{0903EF33-5D07-482D-BFA8-4A48D6EC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050" y="2394960"/>
            <a:ext cx="267350" cy="21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5" name="p08-椭圆-0285">
            <a:extLst xmlns:a="http://schemas.openxmlformats.org/drawingml/2006/main">
              <a:ext uri="{FF2B5EF4-FFF2-40B4-BE49-F238E27FC236}">
                <a16:creationId xmlns:a16="http://schemas.microsoft.com/office/drawing/2014/main" id="{7B7F64AE-E2A9-4508-96EC-A6B4D60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637" y="2398317"/>
            <a:ext cx="258956" cy="2071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6" name="p08-椭圆-0286">
            <a:extLst xmlns:a="http://schemas.openxmlformats.org/drawingml/2006/main">
              <a:ext uri="{FF2B5EF4-FFF2-40B4-BE49-F238E27FC236}">
                <a16:creationId xmlns:a16="http://schemas.microsoft.com/office/drawing/2014/main" id="{5F0FEEA4-E61E-4BC9-8023-0BB1A7BF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7228" y="2417678"/>
            <a:ext cx="210555" cy="1684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7" name="p08-椭圆-0287">
            <a:extLst xmlns:a="http://schemas.openxmlformats.org/drawingml/2006/main">
              <a:ext uri="{FF2B5EF4-FFF2-40B4-BE49-F238E27FC236}">
                <a16:creationId xmlns:a16="http://schemas.microsoft.com/office/drawing/2014/main" id="{3019DFA2-D649-48C2-A287-796989C7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64" y="2975915"/>
            <a:ext cx="211962" cy="169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8" name="p08-椭圆-0288">
            <a:extLst xmlns:a="http://schemas.openxmlformats.org/drawingml/2006/main">
              <a:ext uri="{FF2B5EF4-FFF2-40B4-BE49-F238E27FC236}">
                <a16:creationId xmlns:a16="http://schemas.microsoft.com/office/drawing/2014/main" id="{1E40AA3D-38E2-4169-B12D-58D375EC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660" y="2953760"/>
            <a:ext cx="267350" cy="21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89" name="p08-椭圆-0289">
            <a:extLst xmlns:a="http://schemas.openxmlformats.org/drawingml/2006/main">
              <a:ext uri="{FF2B5EF4-FFF2-40B4-BE49-F238E27FC236}">
                <a16:creationId xmlns:a16="http://schemas.microsoft.com/office/drawing/2014/main" id="{717A45C9-DF32-4C3D-901D-4910B12F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6247" y="2957117"/>
            <a:ext cx="258956" cy="2071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90" name="p08-椭圆-0290">
            <a:extLst xmlns:a="http://schemas.openxmlformats.org/drawingml/2006/main">
              <a:ext uri="{FF2B5EF4-FFF2-40B4-BE49-F238E27FC236}">
                <a16:creationId xmlns:a16="http://schemas.microsoft.com/office/drawing/2014/main" id="{11B912CE-01BF-46EC-BBB7-19DAA77D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838" y="2976478"/>
            <a:ext cx="210555" cy="1684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91" name="p08-椭圆-0291">
            <a:extLst xmlns:a="http://schemas.openxmlformats.org/drawingml/2006/main">
              <a:ext uri="{FF2B5EF4-FFF2-40B4-BE49-F238E27FC236}">
                <a16:creationId xmlns:a16="http://schemas.microsoft.com/office/drawing/2014/main" id="{0EC72292-EEB2-4671-A039-9D3B9458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889" y="2957007"/>
            <a:ext cx="259232" cy="2073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92" name="p08-路径-0292">
            <a:extLst xmlns:a="http://schemas.openxmlformats.org/drawingml/2006/main">
              <a:ext uri="{FF2B5EF4-FFF2-40B4-BE49-F238E27FC236}">
                <a16:creationId xmlns:a16="http://schemas.microsoft.com/office/drawing/2014/main" id="{75422976-2008-4ACF-B143-1C0C670F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26290"/>
            <a:ext cx="2114550" cy="295932"/>
          </a:xfrm>
          <a:custGeom xmlns:a="http://schemas.openxmlformats.org/drawingml/2006/main">
            <a:pathLst>
              <a:path w="2114550" h="295932">
                <a:moveTo>
                  <a:pt x="0" y="121482"/>
                </a:moveTo>
                <a:lnTo>
                  <a:pt x="28445" y="100608"/>
                </a:lnTo>
                <a:lnTo>
                  <a:pt x="57161" y="81942"/>
                </a:lnTo>
                <a:lnTo>
                  <a:pt x="86143" y="65409"/>
                </a:lnTo>
                <a:lnTo>
                  <a:pt x="115385" y="50930"/>
                </a:lnTo>
                <a:lnTo>
                  <a:pt x="144880" y="38432"/>
                </a:lnTo>
                <a:lnTo>
                  <a:pt x="174622" y="27838"/>
                </a:lnTo>
                <a:lnTo>
                  <a:pt x="204605" y="19072"/>
                </a:lnTo>
                <a:lnTo>
                  <a:pt x="234823" y="12057"/>
                </a:lnTo>
                <a:lnTo>
                  <a:pt x="295940" y="2981"/>
                </a:lnTo>
                <a:lnTo>
                  <a:pt x="357925" y="0"/>
                </a:lnTo>
                <a:lnTo>
                  <a:pt x="420728" y="2508"/>
                </a:lnTo>
                <a:lnTo>
                  <a:pt x="484302" y="9896"/>
                </a:lnTo>
                <a:lnTo>
                  <a:pt x="548596" y="21558"/>
                </a:lnTo>
                <a:lnTo>
                  <a:pt x="613564" y="36884"/>
                </a:lnTo>
                <a:lnTo>
                  <a:pt x="679155" y="55268"/>
                </a:lnTo>
                <a:lnTo>
                  <a:pt x="745322" y="76101"/>
                </a:lnTo>
                <a:lnTo>
                  <a:pt x="879187" y="122685"/>
                </a:lnTo>
                <a:lnTo>
                  <a:pt x="1014770" y="171774"/>
                </a:lnTo>
                <a:lnTo>
                  <a:pt x="1151681" y="218505"/>
                </a:lnTo>
                <a:lnTo>
                  <a:pt x="1220513" y="239467"/>
                </a:lnTo>
                <a:lnTo>
                  <a:pt x="1289531" y="258017"/>
                </a:lnTo>
                <a:lnTo>
                  <a:pt x="1358686" y="273546"/>
                </a:lnTo>
                <a:lnTo>
                  <a:pt x="1427930" y="285446"/>
                </a:lnTo>
                <a:lnTo>
                  <a:pt x="1497215" y="293111"/>
                </a:lnTo>
                <a:lnTo>
                  <a:pt x="1566490" y="295932"/>
                </a:lnTo>
                <a:lnTo>
                  <a:pt x="1635709" y="293301"/>
                </a:lnTo>
                <a:lnTo>
                  <a:pt x="1704822" y="284611"/>
                </a:lnTo>
                <a:lnTo>
                  <a:pt x="1739323" y="277804"/>
                </a:lnTo>
                <a:lnTo>
                  <a:pt x="1773780" y="269254"/>
                </a:lnTo>
                <a:lnTo>
                  <a:pt x="1808186" y="258886"/>
                </a:lnTo>
                <a:lnTo>
                  <a:pt x="1842535" y="246622"/>
                </a:lnTo>
                <a:lnTo>
                  <a:pt x="1876821" y="232388"/>
                </a:lnTo>
                <a:lnTo>
                  <a:pt x="1911038" y="216108"/>
                </a:lnTo>
                <a:lnTo>
                  <a:pt x="1945180" y="197704"/>
                </a:lnTo>
                <a:lnTo>
                  <a:pt x="1979241" y="177102"/>
                </a:lnTo>
                <a:lnTo>
                  <a:pt x="2013214" y="154226"/>
                </a:lnTo>
                <a:lnTo>
                  <a:pt x="2047094" y="128999"/>
                </a:lnTo>
                <a:lnTo>
                  <a:pt x="2080875" y="101346"/>
                </a:lnTo>
                <a:lnTo>
                  <a:pt x="2114550" y="7119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93" name="p08-矩形-0293">
            <a:extLst xmlns:a="http://schemas.openxmlformats.org/drawingml/2006/main">
              <a:ext uri="{FF2B5EF4-FFF2-40B4-BE49-F238E27FC236}">
                <a16:creationId xmlns:a16="http://schemas.microsoft.com/office/drawing/2014/main" id="{CFFA71D9-D74E-4FB3-BA6F-4F9F75DF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4" name="p08-矩形-0294">
            <a:extLst xmlns:a="http://schemas.openxmlformats.org/drawingml/2006/main">
              <a:ext uri="{FF2B5EF4-FFF2-40B4-BE49-F238E27FC236}">
                <a16:creationId xmlns:a16="http://schemas.microsoft.com/office/drawing/2014/main" id="{36C4916E-B065-4CF8-946B-2431F332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5" name="p08-矩形-0295">
            <a:extLst xmlns:a="http://schemas.openxmlformats.org/drawingml/2006/main">
              <a:ext uri="{FF2B5EF4-FFF2-40B4-BE49-F238E27FC236}">
                <a16:creationId xmlns:a16="http://schemas.microsoft.com/office/drawing/2014/main" id="{1DCB9878-9CE5-482A-B52F-4C7EAE4A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6" name="p08-矩形-0296">
            <a:extLst xmlns:a="http://schemas.openxmlformats.org/drawingml/2006/main">
              <a:ext uri="{FF2B5EF4-FFF2-40B4-BE49-F238E27FC236}">
                <a16:creationId xmlns:a16="http://schemas.microsoft.com/office/drawing/2014/main" id="{307F1398-745C-4D39-9544-DC2B1D9E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7" name="p08-矩形-0297">
            <a:extLst xmlns:a="http://schemas.openxmlformats.org/drawingml/2006/main">
              <a:ext uri="{FF2B5EF4-FFF2-40B4-BE49-F238E27FC236}">
                <a16:creationId xmlns:a16="http://schemas.microsoft.com/office/drawing/2014/main" id="{BC2BFB2F-0EE6-4687-8EB8-8C06820C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8" name="p08-矩形-0298">
            <a:extLst xmlns:a="http://schemas.openxmlformats.org/drawingml/2006/main">
              <a:ext uri="{FF2B5EF4-FFF2-40B4-BE49-F238E27FC236}">
                <a16:creationId xmlns:a16="http://schemas.microsoft.com/office/drawing/2014/main" id="{FD7D52CA-B9AF-4BFD-8C90-F6D34A87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9" name="p08-矩形-0299">
            <a:extLst xmlns:a="http://schemas.openxmlformats.org/drawingml/2006/main">
              <a:ext uri="{FF2B5EF4-FFF2-40B4-BE49-F238E27FC236}">
                <a16:creationId xmlns:a16="http://schemas.microsoft.com/office/drawing/2014/main" id="{67B6CFFE-3108-4A0A-BF7E-7DACFDE4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0" name="p08-矩形-0300">
            <a:extLst xmlns:a="http://schemas.openxmlformats.org/drawingml/2006/main">
              <a:ext uri="{FF2B5EF4-FFF2-40B4-BE49-F238E27FC236}">
                <a16:creationId xmlns:a16="http://schemas.microsoft.com/office/drawing/2014/main" id="{914C6B3B-BC95-45B2-9C5D-FB1DAE8D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1" name="p08-矩形-0301">
            <a:extLst xmlns:a="http://schemas.openxmlformats.org/drawingml/2006/main">
              <a:ext uri="{FF2B5EF4-FFF2-40B4-BE49-F238E27FC236}">
                <a16:creationId xmlns:a16="http://schemas.microsoft.com/office/drawing/2014/main" id="{96A8B77F-7477-4D29-A6E7-908E311E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2" name="p08-矩形-0302">
            <a:extLst xmlns:a="http://schemas.openxmlformats.org/drawingml/2006/main">
              <a:ext uri="{FF2B5EF4-FFF2-40B4-BE49-F238E27FC236}">
                <a16:creationId xmlns:a16="http://schemas.microsoft.com/office/drawing/2014/main" id="{CCF8CC32-510D-40A7-8631-FA190ECA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3" name="p08-矩形-0303">
            <a:extLst xmlns:a="http://schemas.openxmlformats.org/drawingml/2006/main">
              <a:ext uri="{FF2B5EF4-FFF2-40B4-BE49-F238E27FC236}">
                <a16:creationId xmlns:a16="http://schemas.microsoft.com/office/drawing/2014/main" id="{94F9340B-EADA-42A8-84D5-1A72C995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4" name="p08-矩形-0304">
            <a:extLst xmlns:a="http://schemas.openxmlformats.org/drawingml/2006/main">
              <a:ext uri="{FF2B5EF4-FFF2-40B4-BE49-F238E27FC236}">
                <a16:creationId xmlns:a16="http://schemas.microsoft.com/office/drawing/2014/main" id="{FF34BF8E-215D-4064-98D2-7D58004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5" name="p08-矩形-0305">
            <a:extLst xmlns:a="http://schemas.openxmlformats.org/drawingml/2006/main">
              <a:ext uri="{FF2B5EF4-FFF2-40B4-BE49-F238E27FC236}">
                <a16:creationId xmlns:a16="http://schemas.microsoft.com/office/drawing/2014/main" id="{079F0B71-A6B9-4F07-8F6F-63634EF3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6" name="p08-矩形-0306">
            <a:extLst xmlns:a="http://schemas.openxmlformats.org/drawingml/2006/main">
              <a:ext uri="{FF2B5EF4-FFF2-40B4-BE49-F238E27FC236}">
                <a16:creationId xmlns:a16="http://schemas.microsoft.com/office/drawing/2014/main" id="{1AED9558-673A-44CB-90D7-B97E2895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05740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7" name="p08-矩形-0307">
            <a:extLst xmlns:a="http://schemas.openxmlformats.org/drawingml/2006/main">
              <a:ext uri="{FF2B5EF4-FFF2-40B4-BE49-F238E27FC236}">
                <a16:creationId xmlns:a16="http://schemas.microsoft.com/office/drawing/2014/main" id="{34DA174E-9FD5-4A05-8F92-9C41A0EE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8" name="p08-矩形-0308">
            <a:extLst xmlns:a="http://schemas.openxmlformats.org/drawingml/2006/main">
              <a:ext uri="{FF2B5EF4-FFF2-40B4-BE49-F238E27FC236}">
                <a16:creationId xmlns:a16="http://schemas.microsoft.com/office/drawing/2014/main" id="{9D729204-0FB7-4BEB-B44A-E69D513A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9" name="p08-矩形-0309">
            <a:extLst xmlns:a="http://schemas.openxmlformats.org/drawingml/2006/main">
              <a:ext uri="{FF2B5EF4-FFF2-40B4-BE49-F238E27FC236}">
                <a16:creationId xmlns:a16="http://schemas.microsoft.com/office/drawing/2014/main" id="{1DD74CCD-7255-4B8B-B761-9E0CAF9D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10" name="p08-矩形-0310">
            <a:extLst xmlns:a="http://schemas.openxmlformats.org/drawingml/2006/main">
              <a:ext uri="{FF2B5EF4-FFF2-40B4-BE49-F238E27FC236}">
                <a16:creationId xmlns:a16="http://schemas.microsoft.com/office/drawing/2014/main" id="{4D6B1D6C-50C5-4EBF-A648-C3ACCEA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11" name="p08-矩形-0311">
            <a:extLst xmlns:a="http://schemas.openxmlformats.org/drawingml/2006/main">
              <a:ext uri="{FF2B5EF4-FFF2-40B4-BE49-F238E27FC236}">
                <a16:creationId xmlns:a16="http://schemas.microsoft.com/office/drawing/2014/main" id="{12A313F1-4DC2-4EB0-9E84-06AF25EF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2" name="p08-矩形-0312">
            <a:extLst xmlns:a="http://schemas.openxmlformats.org/drawingml/2006/main">
              <a:ext uri="{FF2B5EF4-FFF2-40B4-BE49-F238E27FC236}">
                <a16:creationId xmlns:a16="http://schemas.microsoft.com/office/drawing/2014/main" id="{7288FD92-2D90-4D6D-B5F4-6D7F631F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3" name="p08-矩形-0313">
            <a:extLst xmlns:a="http://schemas.openxmlformats.org/drawingml/2006/main">
              <a:ext uri="{FF2B5EF4-FFF2-40B4-BE49-F238E27FC236}">
                <a16:creationId xmlns:a16="http://schemas.microsoft.com/office/drawing/2014/main" id="{4B188F5B-DA8B-4460-83F9-37E6B7FB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14" name="p08-矩形-0314">
            <a:extLst xmlns:a="http://schemas.openxmlformats.org/drawingml/2006/main">
              <a:ext uri="{FF2B5EF4-FFF2-40B4-BE49-F238E27FC236}">
                <a16:creationId xmlns:a16="http://schemas.microsoft.com/office/drawing/2014/main" id="{71A93CE0-A921-462F-8517-C76EE438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5" name="p08-矩形-0315">
            <a:extLst xmlns:a="http://schemas.openxmlformats.org/drawingml/2006/main">
              <a:ext uri="{FF2B5EF4-FFF2-40B4-BE49-F238E27FC236}">
                <a16:creationId xmlns:a16="http://schemas.microsoft.com/office/drawing/2014/main" id="{97812D11-55B0-4C9C-894F-62CC917A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6" name="p08-矩形-0316">
            <a:extLst xmlns:a="http://schemas.openxmlformats.org/drawingml/2006/main">
              <a:ext uri="{FF2B5EF4-FFF2-40B4-BE49-F238E27FC236}">
                <a16:creationId xmlns:a16="http://schemas.microsoft.com/office/drawing/2014/main" id="{FCE61504-FDF1-483F-9444-89EC600A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7" name="p08-矩形-0317">
            <a:extLst xmlns:a="http://schemas.openxmlformats.org/drawingml/2006/main">
              <a:ext uri="{FF2B5EF4-FFF2-40B4-BE49-F238E27FC236}">
                <a16:creationId xmlns:a16="http://schemas.microsoft.com/office/drawing/2014/main" id="{ECD69FDF-BF64-44C2-9D7F-6102781D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18" name="p08-矩形-0318">
            <a:extLst xmlns:a="http://schemas.openxmlformats.org/drawingml/2006/main">
              <a:ext uri="{FF2B5EF4-FFF2-40B4-BE49-F238E27FC236}">
                <a16:creationId xmlns:a16="http://schemas.microsoft.com/office/drawing/2014/main" id="{03136CAC-C414-44A1-9AE3-7F1CE5F3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9" name="p08-矩形-0319">
            <a:extLst xmlns:a="http://schemas.openxmlformats.org/drawingml/2006/main">
              <a:ext uri="{FF2B5EF4-FFF2-40B4-BE49-F238E27FC236}">
                <a16:creationId xmlns:a16="http://schemas.microsoft.com/office/drawing/2014/main" id="{70958644-EA07-4FBA-ABC9-4E4C2D36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0" name="p08-矩形-0320">
            <a:extLst xmlns:a="http://schemas.openxmlformats.org/drawingml/2006/main">
              <a:ext uri="{FF2B5EF4-FFF2-40B4-BE49-F238E27FC236}">
                <a16:creationId xmlns:a16="http://schemas.microsoft.com/office/drawing/2014/main" id="{6297F29F-9AF4-4058-A37C-E96F0C41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24313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1" name="p08-矩形-0321">
            <a:extLst xmlns:a="http://schemas.openxmlformats.org/drawingml/2006/main">
              <a:ext uri="{FF2B5EF4-FFF2-40B4-BE49-F238E27FC236}">
                <a16:creationId xmlns:a16="http://schemas.microsoft.com/office/drawing/2014/main" id="{CAE1B37A-A979-491A-BABB-040D8B9F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2" name="p08-矩形-0322">
            <a:extLst xmlns:a="http://schemas.openxmlformats.org/drawingml/2006/main">
              <a:ext uri="{FF2B5EF4-FFF2-40B4-BE49-F238E27FC236}">
                <a16:creationId xmlns:a16="http://schemas.microsoft.com/office/drawing/2014/main" id="{3D429DA9-BA16-4C6F-8502-111724B1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3" name="p08-矩形-0323">
            <a:extLst xmlns:a="http://schemas.openxmlformats.org/drawingml/2006/main">
              <a:ext uri="{FF2B5EF4-FFF2-40B4-BE49-F238E27FC236}">
                <a16:creationId xmlns:a16="http://schemas.microsoft.com/office/drawing/2014/main" id="{61593E07-9BC2-45B4-908E-420082A6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4" name="p08-矩形-0324">
            <a:extLst xmlns:a="http://schemas.openxmlformats.org/drawingml/2006/main">
              <a:ext uri="{FF2B5EF4-FFF2-40B4-BE49-F238E27FC236}">
                <a16:creationId xmlns:a16="http://schemas.microsoft.com/office/drawing/2014/main" id="{45BD33CF-E87D-44A2-89C5-D013E7CE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5" name="p08-矩形-0325">
            <a:extLst xmlns:a="http://schemas.openxmlformats.org/drawingml/2006/main">
              <a:ext uri="{FF2B5EF4-FFF2-40B4-BE49-F238E27FC236}">
                <a16:creationId xmlns:a16="http://schemas.microsoft.com/office/drawing/2014/main" id="{3617874A-07C4-40B4-ABA5-F0BCE95E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6" name="p08-矩形-0326">
            <a:extLst xmlns:a="http://schemas.openxmlformats.org/drawingml/2006/main">
              <a:ext uri="{FF2B5EF4-FFF2-40B4-BE49-F238E27FC236}">
                <a16:creationId xmlns:a16="http://schemas.microsoft.com/office/drawing/2014/main" id="{7FBB4431-89C8-4293-ACB8-F747487E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7" name="p08-矩形-0327">
            <a:extLst xmlns:a="http://schemas.openxmlformats.org/drawingml/2006/main">
              <a:ext uri="{FF2B5EF4-FFF2-40B4-BE49-F238E27FC236}">
                <a16:creationId xmlns:a16="http://schemas.microsoft.com/office/drawing/2014/main" id="{734B0B07-9CCC-4663-9770-56856878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8" name="p08-矩形-0328">
            <a:extLst xmlns:a="http://schemas.openxmlformats.org/drawingml/2006/main">
              <a:ext uri="{FF2B5EF4-FFF2-40B4-BE49-F238E27FC236}">
                <a16:creationId xmlns:a16="http://schemas.microsoft.com/office/drawing/2014/main" id="{8DD8DD3B-029C-498B-8EFD-58BE1B06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9" name="p08-矩形-0329">
            <a:extLst xmlns:a="http://schemas.openxmlformats.org/drawingml/2006/main">
              <a:ext uri="{FF2B5EF4-FFF2-40B4-BE49-F238E27FC236}">
                <a16:creationId xmlns:a16="http://schemas.microsoft.com/office/drawing/2014/main" id="{B1B72DDD-C4E4-4362-AC03-1E1DA9FF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0" name="p08-矩形-0330">
            <a:extLst xmlns:a="http://schemas.openxmlformats.org/drawingml/2006/main">
              <a:ext uri="{FF2B5EF4-FFF2-40B4-BE49-F238E27FC236}">
                <a16:creationId xmlns:a16="http://schemas.microsoft.com/office/drawing/2014/main" id="{08C5676B-01ED-48A9-8D65-10010DB7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1" name="p08-矩形-0331">
            <a:extLst xmlns:a="http://schemas.openxmlformats.org/drawingml/2006/main">
              <a:ext uri="{FF2B5EF4-FFF2-40B4-BE49-F238E27FC236}">
                <a16:creationId xmlns:a16="http://schemas.microsoft.com/office/drawing/2014/main" id="{F2FA9BD5-819A-4159-BF6F-F6AA268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2" name="p08-矩形-0332">
            <a:extLst xmlns:a="http://schemas.openxmlformats.org/drawingml/2006/main">
              <a:ext uri="{FF2B5EF4-FFF2-40B4-BE49-F238E27FC236}">
                <a16:creationId xmlns:a16="http://schemas.microsoft.com/office/drawing/2014/main" id="{59E06471-4A90-4534-9ABC-01E0216E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3" name="p08-矩形-0333">
            <a:extLst xmlns:a="http://schemas.openxmlformats.org/drawingml/2006/main">
              <a:ext uri="{FF2B5EF4-FFF2-40B4-BE49-F238E27FC236}">
                <a16:creationId xmlns:a16="http://schemas.microsoft.com/office/drawing/2014/main" id="{9A7E3D8D-BF36-4650-9630-75487671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4" name="p08-矩形-0334">
            <a:extLst xmlns:a="http://schemas.openxmlformats.org/drawingml/2006/main">
              <a:ext uri="{FF2B5EF4-FFF2-40B4-BE49-F238E27FC236}">
                <a16:creationId xmlns:a16="http://schemas.microsoft.com/office/drawing/2014/main" id="{0755E7FD-7066-40BD-BEB8-FB9E334E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42887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5" name="p08-矩形-0335">
            <a:extLst xmlns:a="http://schemas.openxmlformats.org/drawingml/2006/main">
              <a:ext uri="{FF2B5EF4-FFF2-40B4-BE49-F238E27FC236}">
                <a16:creationId xmlns:a16="http://schemas.microsoft.com/office/drawing/2014/main" id="{C9F3FD2B-AC56-4075-B642-4B3F8214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6" name="p08-矩形-0336">
            <a:extLst xmlns:a="http://schemas.openxmlformats.org/drawingml/2006/main">
              <a:ext uri="{FF2B5EF4-FFF2-40B4-BE49-F238E27FC236}">
                <a16:creationId xmlns:a16="http://schemas.microsoft.com/office/drawing/2014/main" id="{6998174D-4A42-4559-90E5-CB4D61C3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7" name="p08-矩形-0337">
            <a:extLst xmlns:a="http://schemas.openxmlformats.org/drawingml/2006/main">
              <a:ext uri="{FF2B5EF4-FFF2-40B4-BE49-F238E27FC236}">
                <a16:creationId xmlns:a16="http://schemas.microsoft.com/office/drawing/2014/main" id="{5B2C3417-BEA7-4C6A-BDD5-30D1E4E4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8" name="p08-矩形-0338">
            <a:extLst xmlns:a="http://schemas.openxmlformats.org/drawingml/2006/main">
              <a:ext uri="{FF2B5EF4-FFF2-40B4-BE49-F238E27FC236}">
                <a16:creationId xmlns:a16="http://schemas.microsoft.com/office/drawing/2014/main" id="{035936A9-2BA8-4B88-A864-4FDB9886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9" name="p08-矩形-0339">
            <a:extLst xmlns:a="http://schemas.openxmlformats.org/drawingml/2006/main">
              <a:ext uri="{FF2B5EF4-FFF2-40B4-BE49-F238E27FC236}">
                <a16:creationId xmlns:a16="http://schemas.microsoft.com/office/drawing/2014/main" id="{6434161F-4371-46CB-863A-19F4402E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0" name="p08-矩形-0340">
            <a:extLst xmlns:a="http://schemas.openxmlformats.org/drawingml/2006/main">
              <a:ext uri="{FF2B5EF4-FFF2-40B4-BE49-F238E27FC236}">
                <a16:creationId xmlns:a16="http://schemas.microsoft.com/office/drawing/2014/main" id="{96E46CB2-111A-4287-A490-C40D2A20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41" name="p08-矩形-0341">
            <a:extLst xmlns:a="http://schemas.openxmlformats.org/drawingml/2006/main">
              <a:ext uri="{FF2B5EF4-FFF2-40B4-BE49-F238E27FC236}">
                <a16:creationId xmlns:a16="http://schemas.microsoft.com/office/drawing/2014/main" id="{83AEC7C4-E5BB-4472-8CEC-A3B68C0A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2" name="p08-矩形-0342">
            <a:extLst xmlns:a="http://schemas.openxmlformats.org/drawingml/2006/main">
              <a:ext uri="{FF2B5EF4-FFF2-40B4-BE49-F238E27FC236}">
                <a16:creationId xmlns:a16="http://schemas.microsoft.com/office/drawing/2014/main" id="{EF0ED01E-5670-415C-A231-9D47D479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3" name="p08-矩形-0343">
            <a:extLst xmlns:a="http://schemas.openxmlformats.org/drawingml/2006/main">
              <a:ext uri="{FF2B5EF4-FFF2-40B4-BE49-F238E27FC236}">
                <a16:creationId xmlns:a16="http://schemas.microsoft.com/office/drawing/2014/main" id="{C9EF0573-2436-40F7-BB4B-EC75B8BE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4" name="p08-矩形-0344">
            <a:extLst xmlns:a="http://schemas.openxmlformats.org/drawingml/2006/main">
              <a:ext uri="{FF2B5EF4-FFF2-40B4-BE49-F238E27FC236}">
                <a16:creationId xmlns:a16="http://schemas.microsoft.com/office/drawing/2014/main" id="{CEC6A0F5-D115-48C5-B07C-1B50B513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5" name="p08-矩形-0345">
            <a:extLst xmlns:a="http://schemas.openxmlformats.org/drawingml/2006/main">
              <a:ext uri="{FF2B5EF4-FFF2-40B4-BE49-F238E27FC236}">
                <a16:creationId xmlns:a16="http://schemas.microsoft.com/office/drawing/2014/main" id="{EBDFFB78-17E6-49A1-953E-630D7B4A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6" name="p08-矩形-0346">
            <a:extLst xmlns:a="http://schemas.openxmlformats.org/drawingml/2006/main">
              <a:ext uri="{FF2B5EF4-FFF2-40B4-BE49-F238E27FC236}">
                <a16:creationId xmlns:a16="http://schemas.microsoft.com/office/drawing/2014/main" id="{D5E3A2BE-9D3D-4B77-ACE5-E1921778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7" name="p08-矩形-0347">
            <a:extLst xmlns:a="http://schemas.openxmlformats.org/drawingml/2006/main">
              <a:ext uri="{FF2B5EF4-FFF2-40B4-BE49-F238E27FC236}">
                <a16:creationId xmlns:a16="http://schemas.microsoft.com/office/drawing/2014/main" id="{C8489B0F-BEF3-45F0-9C46-6231C56E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48" name="p08-矩形-0348">
            <a:extLst xmlns:a="http://schemas.openxmlformats.org/drawingml/2006/main">
              <a:ext uri="{FF2B5EF4-FFF2-40B4-BE49-F238E27FC236}">
                <a16:creationId xmlns:a16="http://schemas.microsoft.com/office/drawing/2014/main" id="{53D9D3CC-683E-4A4F-9DF1-7542C21C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61461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9" name="p08-矩形-0349">
            <a:extLst xmlns:a="http://schemas.openxmlformats.org/drawingml/2006/main">
              <a:ext uri="{FF2B5EF4-FFF2-40B4-BE49-F238E27FC236}">
                <a16:creationId xmlns:a16="http://schemas.microsoft.com/office/drawing/2014/main" id="{3142D0DD-C84F-4B18-9509-BC8B9D9D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0" name="p08-矩形-0350">
            <a:extLst xmlns:a="http://schemas.openxmlformats.org/drawingml/2006/main">
              <a:ext uri="{FF2B5EF4-FFF2-40B4-BE49-F238E27FC236}">
                <a16:creationId xmlns:a16="http://schemas.microsoft.com/office/drawing/2014/main" id="{A99EF429-B984-4D08-B69C-BA2372ED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1" name="p08-矩形-0351">
            <a:extLst xmlns:a="http://schemas.openxmlformats.org/drawingml/2006/main">
              <a:ext uri="{FF2B5EF4-FFF2-40B4-BE49-F238E27FC236}">
                <a16:creationId xmlns:a16="http://schemas.microsoft.com/office/drawing/2014/main" id="{C934A074-0E4E-4CB7-9431-14805459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2" name="p08-矩形-0352">
            <a:extLst xmlns:a="http://schemas.openxmlformats.org/drawingml/2006/main">
              <a:ext uri="{FF2B5EF4-FFF2-40B4-BE49-F238E27FC236}">
                <a16:creationId xmlns:a16="http://schemas.microsoft.com/office/drawing/2014/main" id="{7CE90C4F-AC0C-441A-84D2-A3CC7DB9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3" name="p08-矩形-0353">
            <a:extLst xmlns:a="http://schemas.openxmlformats.org/drawingml/2006/main">
              <a:ext uri="{FF2B5EF4-FFF2-40B4-BE49-F238E27FC236}">
                <a16:creationId xmlns:a16="http://schemas.microsoft.com/office/drawing/2014/main" id="{C20B0EC3-924C-4CC8-995C-DD2ACA9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4" name="p08-矩形-0354">
            <a:extLst xmlns:a="http://schemas.openxmlformats.org/drawingml/2006/main">
              <a:ext uri="{FF2B5EF4-FFF2-40B4-BE49-F238E27FC236}">
                <a16:creationId xmlns:a16="http://schemas.microsoft.com/office/drawing/2014/main" id="{19BF63FE-C005-474F-BF11-6CD60EDE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5" name="p08-矩形-0355">
            <a:extLst xmlns:a="http://schemas.openxmlformats.org/drawingml/2006/main">
              <a:ext uri="{FF2B5EF4-FFF2-40B4-BE49-F238E27FC236}">
                <a16:creationId xmlns:a16="http://schemas.microsoft.com/office/drawing/2014/main" id="{E9B8AC72-DCF8-479F-8517-0BD13E19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6" name="p08-矩形-0356">
            <a:extLst xmlns:a="http://schemas.openxmlformats.org/drawingml/2006/main">
              <a:ext uri="{FF2B5EF4-FFF2-40B4-BE49-F238E27FC236}">
                <a16:creationId xmlns:a16="http://schemas.microsoft.com/office/drawing/2014/main" id="{79478C1B-BA4F-4FC0-BCCD-917C08D6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7" name="p08-矩形-0357">
            <a:extLst xmlns:a="http://schemas.openxmlformats.org/drawingml/2006/main">
              <a:ext uri="{FF2B5EF4-FFF2-40B4-BE49-F238E27FC236}">
                <a16:creationId xmlns:a16="http://schemas.microsoft.com/office/drawing/2014/main" id="{38220970-69FF-48C4-9EA2-E034E5D6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58" name="p08-矩形-0358">
            <a:extLst xmlns:a="http://schemas.openxmlformats.org/drawingml/2006/main">
              <a:ext uri="{FF2B5EF4-FFF2-40B4-BE49-F238E27FC236}">
                <a16:creationId xmlns:a16="http://schemas.microsoft.com/office/drawing/2014/main" id="{5CA6A78D-068E-429F-A227-FF36D89B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9" name="p08-矩形-0359">
            <a:extLst xmlns:a="http://schemas.openxmlformats.org/drawingml/2006/main">
              <a:ext uri="{FF2B5EF4-FFF2-40B4-BE49-F238E27FC236}">
                <a16:creationId xmlns:a16="http://schemas.microsoft.com/office/drawing/2014/main" id="{DAD772AB-C6BE-4446-AEE9-4505FF27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60" name="p08-矩形-0360">
            <a:extLst xmlns:a="http://schemas.openxmlformats.org/drawingml/2006/main">
              <a:ext uri="{FF2B5EF4-FFF2-40B4-BE49-F238E27FC236}">
                <a16:creationId xmlns:a16="http://schemas.microsoft.com/office/drawing/2014/main" id="{A603232E-6410-4DA5-8B3E-E95AE394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1" name="p08-矩形-0361">
            <a:extLst xmlns:a="http://schemas.openxmlformats.org/drawingml/2006/main">
              <a:ext uri="{FF2B5EF4-FFF2-40B4-BE49-F238E27FC236}">
                <a16:creationId xmlns:a16="http://schemas.microsoft.com/office/drawing/2014/main" id="{16B1FD14-B148-48FC-9827-ADEC920D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2" name="p08-矩形-0362">
            <a:extLst xmlns:a="http://schemas.openxmlformats.org/drawingml/2006/main">
              <a:ext uri="{FF2B5EF4-FFF2-40B4-BE49-F238E27FC236}">
                <a16:creationId xmlns:a16="http://schemas.microsoft.com/office/drawing/2014/main" id="{DA704BBE-B5FD-4A5A-98B0-6829A620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800350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3" name="p08-矩形-0363">
            <a:extLst xmlns:a="http://schemas.openxmlformats.org/drawingml/2006/main">
              <a:ext uri="{FF2B5EF4-FFF2-40B4-BE49-F238E27FC236}">
                <a16:creationId xmlns:a16="http://schemas.microsoft.com/office/drawing/2014/main" id="{CF449B65-04DA-46F8-842B-4A81D2ED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4" name="p08-矩形-0364">
            <a:extLst xmlns:a="http://schemas.openxmlformats.org/drawingml/2006/main">
              <a:ext uri="{FF2B5EF4-FFF2-40B4-BE49-F238E27FC236}">
                <a16:creationId xmlns:a16="http://schemas.microsoft.com/office/drawing/2014/main" id="{5AA563E0-4426-4F82-9454-0CFC0665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5" name="p08-矩形-0365">
            <a:extLst xmlns:a="http://schemas.openxmlformats.org/drawingml/2006/main">
              <a:ext uri="{FF2B5EF4-FFF2-40B4-BE49-F238E27FC236}">
                <a16:creationId xmlns:a16="http://schemas.microsoft.com/office/drawing/2014/main" id="{629D384C-F6C4-46D4-9E6E-09E03D31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6" name="p08-矩形-0366">
            <a:extLst xmlns:a="http://schemas.openxmlformats.org/drawingml/2006/main">
              <a:ext uri="{FF2B5EF4-FFF2-40B4-BE49-F238E27FC236}">
                <a16:creationId xmlns:a16="http://schemas.microsoft.com/office/drawing/2014/main" id="{7912242A-85A7-491D-AF7D-9C3C3E5E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7" name="p08-矩形-0367">
            <a:extLst xmlns:a="http://schemas.openxmlformats.org/drawingml/2006/main">
              <a:ext uri="{FF2B5EF4-FFF2-40B4-BE49-F238E27FC236}">
                <a16:creationId xmlns:a16="http://schemas.microsoft.com/office/drawing/2014/main" id="{043F45E5-A4DB-4162-B3A7-2793F32B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68" name="p08-矩形-0368">
            <a:extLst xmlns:a="http://schemas.openxmlformats.org/drawingml/2006/main">
              <a:ext uri="{FF2B5EF4-FFF2-40B4-BE49-F238E27FC236}">
                <a16:creationId xmlns:a16="http://schemas.microsoft.com/office/drawing/2014/main" id="{CF3F4DF7-7218-4948-9CB3-35A83563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69" name="p08-矩形-0369">
            <a:extLst xmlns:a="http://schemas.openxmlformats.org/drawingml/2006/main">
              <a:ext uri="{FF2B5EF4-FFF2-40B4-BE49-F238E27FC236}">
                <a16:creationId xmlns:a16="http://schemas.microsoft.com/office/drawing/2014/main" id="{16022247-9463-4BD2-9DA8-4FC0DF28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0" name="p08-矩形-0370">
            <a:extLst xmlns:a="http://schemas.openxmlformats.org/drawingml/2006/main">
              <a:ext uri="{FF2B5EF4-FFF2-40B4-BE49-F238E27FC236}">
                <a16:creationId xmlns:a16="http://schemas.microsoft.com/office/drawing/2014/main" id="{8BC276A7-109F-4915-9A92-C97838E3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1" name="p08-矩形-0371">
            <a:extLst xmlns:a="http://schemas.openxmlformats.org/drawingml/2006/main">
              <a:ext uri="{FF2B5EF4-FFF2-40B4-BE49-F238E27FC236}">
                <a16:creationId xmlns:a16="http://schemas.microsoft.com/office/drawing/2014/main" id="{07C8E7C4-DDCD-48FC-BDF0-36A5FD68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2" name="p08-矩形-0372">
            <a:extLst xmlns:a="http://schemas.openxmlformats.org/drawingml/2006/main">
              <a:ext uri="{FF2B5EF4-FFF2-40B4-BE49-F238E27FC236}">
                <a16:creationId xmlns:a16="http://schemas.microsoft.com/office/drawing/2014/main" id="{B8E8BFC0-8BCC-4B9E-BBFD-4E9915E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73" name="p08-矩形-0373">
            <a:extLst xmlns:a="http://schemas.openxmlformats.org/drawingml/2006/main">
              <a:ext uri="{FF2B5EF4-FFF2-40B4-BE49-F238E27FC236}">
                <a16:creationId xmlns:a16="http://schemas.microsoft.com/office/drawing/2014/main" id="{5FEDFA31-098A-4DBC-8AE2-3A647631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4" name="p08-矩形-0374">
            <a:extLst xmlns:a="http://schemas.openxmlformats.org/drawingml/2006/main">
              <a:ext uri="{FF2B5EF4-FFF2-40B4-BE49-F238E27FC236}">
                <a16:creationId xmlns:a16="http://schemas.microsoft.com/office/drawing/2014/main" id="{7C432299-76FF-4C6D-AC9A-6DACB4B9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5" name="p08-矩形-0375">
            <a:extLst xmlns:a="http://schemas.openxmlformats.org/drawingml/2006/main">
              <a:ext uri="{FF2B5EF4-FFF2-40B4-BE49-F238E27FC236}">
                <a16:creationId xmlns:a16="http://schemas.microsoft.com/office/drawing/2014/main" id="{23540EBF-0950-4EF5-A84D-D54AD794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6" name="p08-矩形-0376">
            <a:extLst xmlns:a="http://schemas.openxmlformats.org/drawingml/2006/main">
              <a:ext uri="{FF2B5EF4-FFF2-40B4-BE49-F238E27FC236}">
                <a16:creationId xmlns:a16="http://schemas.microsoft.com/office/drawing/2014/main" id="{820B7238-6F84-4955-9258-ADF78CFE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2986088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7" name="p08-矩形-0377">
            <a:extLst xmlns:a="http://schemas.openxmlformats.org/drawingml/2006/main">
              <a:ext uri="{FF2B5EF4-FFF2-40B4-BE49-F238E27FC236}">
                <a16:creationId xmlns:a16="http://schemas.microsoft.com/office/drawing/2014/main" id="{052730C8-83A1-4971-998B-AB4E5BDA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8" name="p08-矩形-0378">
            <a:extLst xmlns:a="http://schemas.openxmlformats.org/drawingml/2006/main">
              <a:ext uri="{FF2B5EF4-FFF2-40B4-BE49-F238E27FC236}">
                <a16:creationId xmlns:a16="http://schemas.microsoft.com/office/drawing/2014/main" id="{B093C64D-F239-4156-986F-AED61B8B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9" name="p08-矩形-0379">
            <a:extLst xmlns:a="http://schemas.openxmlformats.org/drawingml/2006/main">
              <a:ext uri="{FF2B5EF4-FFF2-40B4-BE49-F238E27FC236}">
                <a16:creationId xmlns:a16="http://schemas.microsoft.com/office/drawing/2014/main" id="{E062E8EB-ADA0-437B-BDC2-A9A7743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0" name="p08-矩形-0380">
            <a:extLst xmlns:a="http://schemas.openxmlformats.org/drawingml/2006/main">
              <a:ext uri="{FF2B5EF4-FFF2-40B4-BE49-F238E27FC236}">
                <a16:creationId xmlns:a16="http://schemas.microsoft.com/office/drawing/2014/main" id="{3FCFC0F1-3FB0-4160-90CA-37A4B635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1" name="p08-矩形-0381">
            <a:extLst xmlns:a="http://schemas.openxmlformats.org/drawingml/2006/main">
              <a:ext uri="{FF2B5EF4-FFF2-40B4-BE49-F238E27FC236}">
                <a16:creationId xmlns:a16="http://schemas.microsoft.com/office/drawing/2014/main" id="{9BFF4422-CA31-4C75-A3F3-80782ECE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2" name="p08-矩形-0382">
            <a:extLst xmlns:a="http://schemas.openxmlformats.org/drawingml/2006/main">
              <a:ext uri="{FF2B5EF4-FFF2-40B4-BE49-F238E27FC236}">
                <a16:creationId xmlns:a16="http://schemas.microsoft.com/office/drawing/2014/main" id="{3E8AC7BF-57C2-4DE3-B1EE-B1BACC57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3" name="p08-矩形-0383">
            <a:extLst xmlns:a="http://schemas.openxmlformats.org/drawingml/2006/main">
              <a:ext uri="{FF2B5EF4-FFF2-40B4-BE49-F238E27FC236}">
                <a16:creationId xmlns:a16="http://schemas.microsoft.com/office/drawing/2014/main" id="{87B936DE-156E-4E4C-ACF2-80B07ABD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4" name="p08-矩形-0384">
            <a:extLst xmlns:a="http://schemas.openxmlformats.org/drawingml/2006/main">
              <a:ext uri="{FF2B5EF4-FFF2-40B4-BE49-F238E27FC236}">
                <a16:creationId xmlns:a16="http://schemas.microsoft.com/office/drawing/2014/main" id="{4546AFAD-9B95-4E9E-8302-B8546ABC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5" name="p08-矩形-0385">
            <a:extLst xmlns:a="http://schemas.openxmlformats.org/drawingml/2006/main">
              <a:ext uri="{FF2B5EF4-FFF2-40B4-BE49-F238E27FC236}">
                <a16:creationId xmlns:a16="http://schemas.microsoft.com/office/drawing/2014/main" id="{DEF7029A-0749-4A9F-A91A-39861730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6" name="p08-矩形-0386">
            <a:extLst xmlns:a="http://schemas.openxmlformats.org/drawingml/2006/main">
              <a:ext uri="{FF2B5EF4-FFF2-40B4-BE49-F238E27FC236}">
                <a16:creationId xmlns:a16="http://schemas.microsoft.com/office/drawing/2014/main" id="{B7C88A5E-B7F6-48C2-B56D-5277245E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7" name="p08-矩形-0387">
            <a:extLst xmlns:a="http://schemas.openxmlformats.org/drawingml/2006/main">
              <a:ext uri="{FF2B5EF4-FFF2-40B4-BE49-F238E27FC236}">
                <a16:creationId xmlns:a16="http://schemas.microsoft.com/office/drawing/2014/main" id="{78892088-B520-42A0-99F4-59003C08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8" name="p08-矩形-0388">
            <a:extLst xmlns:a="http://schemas.openxmlformats.org/drawingml/2006/main">
              <a:ext uri="{FF2B5EF4-FFF2-40B4-BE49-F238E27FC236}">
                <a16:creationId xmlns:a16="http://schemas.microsoft.com/office/drawing/2014/main" id="{DFEC3818-CDF4-41DF-9890-ABE91EA3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9" name="p08-矩形-0389">
            <a:extLst xmlns:a="http://schemas.openxmlformats.org/drawingml/2006/main">
              <a:ext uri="{FF2B5EF4-FFF2-40B4-BE49-F238E27FC236}">
                <a16:creationId xmlns:a16="http://schemas.microsoft.com/office/drawing/2014/main" id="{EEC01DF1-2925-41AC-A83D-83BAA829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90" name="p08-矩形-0390">
            <a:extLst xmlns:a="http://schemas.openxmlformats.org/drawingml/2006/main">
              <a:ext uri="{FF2B5EF4-FFF2-40B4-BE49-F238E27FC236}">
                <a16:creationId xmlns:a16="http://schemas.microsoft.com/office/drawing/2014/main" id="{F9C33407-E2A2-4B31-8AA0-33EA6CE8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3171825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91" name="p08-矩形-0391">
            <a:extLst xmlns:a="http://schemas.openxmlformats.org/drawingml/2006/main">
              <a:ext uri="{FF2B5EF4-FFF2-40B4-BE49-F238E27FC236}">
                <a16:creationId xmlns:a16="http://schemas.microsoft.com/office/drawing/2014/main" id="{EBF58428-6358-42EB-931B-938246BB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92" name="p08-矩形-0392">
            <a:extLst xmlns:a="http://schemas.openxmlformats.org/drawingml/2006/main">
              <a:ext uri="{FF2B5EF4-FFF2-40B4-BE49-F238E27FC236}">
                <a16:creationId xmlns:a16="http://schemas.microsoft.com/office/drawing/2014/main" id="{1FA0BB44-9482-4C30-92B4-1F291C6F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134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3" name="p08-矩形-0393">
            <a:extLst xmlns:a="http://schemas.openxmlformats.org/drawingml/2006/main">
              <a:ext uri="{FF2B5EF4-FFF2-40B4-BE49-F238E27FC236}">
                <a16:creationId xmlns:a16="http://schemas.microsoft.com/office/drawing/2014/main" id="{247C85FF-4AC2-4982-BA30-8FA4EEAC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9493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94" name="p08-矩形-0394">
            <a:extLst xmlns:a="http://schemas.openxmlformats.org/drawingml/2006/main">
              <a:ext uri="{FF2B5EF4-FFF2-40B4-BE49-F238E27FC236}">
                <a16:creationId xmlns:a16="http://schemas.microsoft.com/office/drawing/2014/main" id="{A3B413CE-15D9-4D29-8258-8145CF42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852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5" name="p08-矩形-0395">
            <a:extLst xmlns:a="http://schemas.openxmlformats.org/drawingml/2006/main">
              <a:ext uri="{FF2B5EF4-FFF2-40B4-BE49-F238E27FC236}">
                <a16:creationId xmlns:a16="http://schemas.microsoft.com/office/drawing/2014/main" id="{5F85EB17-5B9F-4FCC-A719-96C1F91B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11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6" name="p08-矩形-0396">
            <a:extLst xmlns:a="http://schemas.openxmlformats.org/drawingml/2006/main">
              <a:ext uri="{FF2B5EF4-FFF2-40B4-BE49-F238E27FC236}">
                <a16:creationId xmlns:a16="http://schemas.microsoft.com/office/drawing/2014/main" id="{DFB93AA5-7226-4D6F-A171-23A53728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570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97" name="p08-矩形-0397">
            <a:extLst xmlns:a="http://schemas.openxmlformats.org/drawingml/2006/main">
              <a:ext uri="{FF2B5EF4-FFF2-40B4-BE49-F238E27FC236}">
                <a16:creationId xmlns:a16="http://schemas.microsoft.com/office/drawing/2014/main" id="{878791AD-EC87-4CCD-8C67-D2953B99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929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98" name="p08-矩形-0398">
            <a:extLst xmlns:a="http://schemas.openxmlformats.org/drawingml/2006/main">
              <a:ext uri="{FF2B5EF4-FFF2-40B4-BE49-F238E27FC236}">
                <a16:creationId xmlns:a16="http://schemas.microsoft.com/office/drawing/2014/main" id="{744BF62C-9AFD-4C74-9363-CF53E4DE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9" name="p08-矩形-0399">
            <a:extLst xmlns:a="http://schemas.openxmlformats.org/drawingml/2006/main">
              <a:ext uri="{FF2B5EF4-FFF2-40B4-BE49-F238E27FC236}">
                <a16:creationId xmlns:a16="http://schemas.microsoft.com/office/drawing/2014/main" id="{2B92B882-A689-46F7-8887-90F2B0D8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646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00" name="p08-矩形-0400">
            <a:extLst xmlns:a="http://schemas.openxmlformats.org/drawingml/2006/main">
              <a:ext uri="{FF2B5EF4-FFF2-40B4-BE49-F238E27FC236}">
                <a16:creationId xmlns:a16="http://schemas.microsoft.com/office/drawing/2014/main" id="{DEBA4D97-3AD7-4DA4-A186-D8B817F3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005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01" name="p08-矩形-0401">
            <a:extLst xmlns:a="http://schemas.openxmlformats.org/drawingml/2006/main">
              <a:ext uri="{FF2B5EF4-FFF2-40B4-BE49-F238E27FC236}">
                <a16:creationId xmlns:a16="http://schemas.microsoft.com/office/drawing/2014/main" id="{BE9706C5-3722-4E33-A58B-BCE2F4CA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2364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402" name="p08-矩形-0402">
            <a:extLst xmlns:a="http://schemas.openxmlformats.org/drawingml/2006/main">
              <a:ext uri="{FF2B5EF4-FFF2-40B4-BE49-F238E27FC236}">
                <a16:creationId xmlns:a16="http://schemas.microsoft.com/office/drawing/2014/main" id="{5E89BDB9-83BF-4280-88BB-8FB695D5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2723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403" name="p08-矩形-0403">
            <a:extLst xmlns:a="http://schemas.openxmlformats.org/drawingml/2006/main">
              <a:ext uri="{FF2B5EF4-FFF2-40B4-BE49-F238E27FC236}">
                <a16:creationId xmlns:a16="http://schemas.microsoft.com/office/drawing/2014/main" id="{17BA5EC6-183A-443D-A522-EEBEA308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082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404" name="p08-矩形-0404">
            <a:extLst xmlns:a="http://schemas.openxmlformats.org/drawingml/2006/main">
              <a:ext uri="{FF2B5EF4-FFF2-40B4-BE49-F238E27FC236}">
                <a16:creationId xmlns:a16="http://schemas.microsoft.com/office/drawing/2014/main" id="{44720072-FB62-4FE3-9F11-C77DA286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441" y="3357563"/>
            <a:ext cx="140834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405" name="p08-文本-0405">
            <a:extLst xmlns:a="http://schemas.openxmlformats.org/drawingml/2006/main">
              <a:ext uri="{FF2B5EF4-FFF2-40B4-BE49-F238E27FC236}">
                <a16:creationId xmlns:a16="http://schemas.microsoft.com/office/drawing/2014/main" id="{2DEBD74A-B0D8-4B2F-96E4-1207CBD7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8614" y="35932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6" name="p08-文本-0406">
            <a:extLst xmlns:a="http://schemas.openxmlformats.org/drawingml/2006/main">
              <a:ext uri="{FF2B5EF4-FFF2-40B4-BE49-F238E27FC236}">
                <a16:creationId xmlns:a16="http://schemas.microsoft.com/office/drawing/2014/main" id="{F3343AA6-AA85-4273-A066-9DD0EFCE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1127" y="35932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07" name="p08-文本-0407">
            <a:extLst xmlns:a="http://schemas.openxmlformats.org/drawingml/2006/main">
              <a:ext uri="{FF2B5EF4-FFF2-40B4-BE49-F238E27FC236}">
                <a16:creationId xmlns:a16="http://schemas.microsoft.com/office/drawing/2014/main" id="{A9BE6C4E-DDC8-4921-A156-5DF34A4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6942" y="3593255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08" name="p08-文本-0408">
            <a:extLst xmlns:a="http://schemas.openxmlformats.org/drawingml/2006/main">
              <a:ext uri="{FF2B5EF4-FFF2-40B4-BE49-F238E27FC236}">
                <a16:creationId xmlns:a16="http://schemas.microsoft.com/office/drawing/2014/main" id="{7D815191-E6AD-4F1E-B524-C5FC8EA7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1420" y="2050824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9" name="p08-文本-0409">
            <a:extLst xmlns:a="http://schemas.openxmlformats.org/drawingml/2006/main">
              <a:ext uri="{FF2B5EF4-FFF2-40B4-BE49-F238E27FC236}">
                <a16:creationId xmlns:a16="http://schemas.microsoft.com/office/drawing/2014/main" id="{7884E83B-78B3-4A9E-B250-10184044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1420" y="335098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10" name="p08-文本-0410">
            <a:extLst xmlns:a="http://schemas.openxmlformats.org/drawingml/2006/main">
              <a:ext uri="{FF2B5EF4-FFF2-40B4-BE49-F238E27FC236}">
                <a16:creationId xmlns:a16="http://schemas.microsoft.com/office/drawing/2014/main" id="{50808A19-C9AE-430E-9024-834C9FF5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7217"/>
            <a:ext cx="30220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已获得多种样本的结构与响应</a:t>
            </a:r>
          </a:p>
        </p:txBody>
      </p:sp>
      <p:sp>
        <p:nvSpPr>
          <p:cNvPr id="411" name="p08-文本-0411">
            <a:extLst xmlns:a="http://schemas.openxmlformats.org/drawingml/2006/main">
              <a:ext uri="{FF2B5EF4-FFF2-40B4-BE49-F238E27FC236}">
                <a16:creationId xmlns:a16="http://schemas.microsoft.com/office/drawing/2014/main" id="{71E19D98-A4A8-41DF-A5F7-2BC4D35C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06317"/>
            <a:ext cx="3250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同一测量流程下能观察条件差异</a:t>
            </a:r>
          </a:p>
        </p:txBody>
      </p:sp>
      <p:sp>
        <p:nvSpPr>
          <p:cNvPr id="412" name="p08-文本-0412">
            <a:extLst xmlns:a="http://schemas.openxmlformats.org/drawingml/2006/main">
              <a:ext uri="{FF2B5EF4-FFF2-40B4-BE49-F238E27FC236}">
                <a16:creationId xmlns:a16="http://schemas.microsoft.com/office/drawing/2014/main" id="{C3D2BBB9-C1A3-4B10-B27D-5A963C32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5417"/>
            <a:ext cx="30220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局部特征提示可能的作用环节</a:t>
            </a:r>
          </a:p>
        </p:txBody>
      </p:sp>
      <p:sp>
        <p:nvSpPr>
          <p:cNvPr id="413" name="p08-文本-0413">
            <a:extLst xmlns:a="http://schemas.openxmlformats.org/drawingml/2006/main">
              <a:ext uri="{FF2B5EF4-FFF2-40B4-BE49-F238E27FC236}">
                <a16:creationId xmlns:a16="http://schemas.microsoft.com/office/drawing/2014/main" id="{6C9834AC-79E3-4C2A-89DE-1C961EF7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987217"/>
            <a:ext cx="30220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结构差异与条件变化相互叠加</a:t>
            </a:r>
          </a:p>
        </p:txBody>
      </p:sp>
      <p:sp>
        <p:nvSpPr>
          <p:cNvPr id="414" name="p08-文本-0414">
            <a:extLst xmlns:a="http://schemas.openxmlformats.org/drawingml/2006/main">
              <a:ext uri="{FF2B5EF4-FFF2-40B4-BE49-F238E27FC236}">
                <a16:creationId xmlns:a16="http://schemas.microsoft.com/office/drawing/2014/main" id="{8D597736-0F45-4C9C-A413-1CAB17C8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406317"/>
            <a:ext cx="27934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现有证据尚需独立对照解释</a:t>
            </a:r>
          </a:p>
        </p:txBody>
      </p:sp>
      <p:sp>
        <p:nvSpPr>
          <p:cNvPr id="415" name="p08-文本-0415">
            <a:extLst xmlns:a="http://schemas.openxmlformats.org/drawingml/2006/main">
              <a:ext uri="{FF2B5EF4-FFF2-40B4-BE49-F238E27FC236}">
                <a16:creationId xmlns:a16="http://schemas.microsoft.com/office/drawing/2014/main" id="{9CA07104-1BB5-4709-B7C3-F86BD9CB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825417"/>
            <a:ext cx="3250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需要把机制假设落到可检验变量</a:t>
            </a:r>
          </a:p>
        </p:txBody>
      </p:sp>
      <p:sp>
        <p:nvSpPr>
          <p:cNvPr id="416" name="p08-文本-0416">
            <a:extLst xmlns:a="http://schemas.openxmlformats.org/drawingml/2006/main">
              <a:ext uri="{FF2B5EF4-FFF2-40B4-BE49-F238E27FC236}">
                <a16:creationId xmlns:a16="http://schemas.microsoft.com/office/drawing/2014/main" id="{03A3C96F-72D1-4D75-B591-54B9054B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373" y="6062007"/>
            <a:ext cx="54572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后续研究围绕可控制变量，连接观测与机制检验</a:t>
            </a:r>
          </a:p>
        </p:txBody>
      </p:sp>
      <p:sp>
        <p:nvSpPr>
          <p:cNvPr id="417" name="p08-文本-0417">
            <a:extLst xmlns:a="http://schemas.openxmlformats.org/drawingml/2006/main">
              <a:ext uri="{FF2B5EF4-FFF2-40B4-BE49-F238E27FC236}">
                <a16:creationId xmlns:a16="http://schemas.microsoft.com/office/drawing/2014/main" id="{239EA6B3-05B1-45D3-A991-E3D71E28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62132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p09-矩形-0001">
            <a:extLst xmlns:a="http://schemas.openxmlformats.org/drawingml/2006/main">
              <a:ext uri="{FF2B5EF4-FFF2-40B4-BE49-F238E27FC236}">
                <a16:creationId xmlns:a16="http://schemas.microsoft.com/office/drawing/2014/main" id="{885802B8-2576-43B4-AA32-D8883B6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09-矩形-0002">
            <a:extLst xmlns:a="http://schemas.openxmlformats.org/drawingml/2006/main">
              <a:ext uri="{FF2B5EF4-FFF2-40B4-BE49-F238E27FC236}">
                <a16:creationId xmlns:a16="http://schemas.microsoft.com/office/drawing/2014/main" id="{EB71E748-7804-4BF0-9B8C-A5A05A2A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09-文本-0003">
            <a:extLst xmlns:a="http://schemas.openxmlformats.org/drawingml/2006/main">
              <a:ext uri="{FF2B5EF4-FFF2-40B4-BE49-F238E27FC236}">
                <a16:creationId xmlns:a16="http://schemas.microsoft.com/office/drawing/2014/main" id="{82F5B2F7-7E54-443B-B41E-9F864916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把研究挑战逐层转化为方法与验证目标</a:t>
            </a:r>
          </a:p>
        </p:txBody>
      </p:sp>
      <p:sp>
        <p:nvSpPr>
          <p:cNvPr id="4" name="p09-文本-0004">
            <a:extLst xmlns:a="http://schemas.openxmlformats.org/drawingml/2006/main">
              <a:ext uri="{FF2B5EF4-FFF2-40B4-BE49-F238E27FC236}">
                <a16:creationId xmlns:a16="http://schemas.microsoft.com/office/drawing/2014/main" id="{FC32F971-969B-4F35-9FAE-D899E267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8402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三条问题链并行推进，层与层之间保持一一对应</a:t>
            </a:r>
          </a:p>
        </p:txBody>
      </p:sp>
      <p:sp>
        <p:nvSpPr>
          <p:cNvPr id="5" name="p09-线-0005">
            <a:extLst xmlns:a="http://schemas.openxmlformats.org/drawingml/2006/main">
              <a:ext uri="{FF2B5EF4-FFF2-40B4-BE49-F238E27FC236}">
                <a16:creationId xmlns:a16="http://schemas.microsoft.com/office/drawing/2014/main" id="{548CF7C8-7C73-4CC1-9CB8-712D7F02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09-矩形-0006">
            <a:extLst xmlns:a="http://schemas.openxmlformats.org/drawingml/2006/main">
              <a:ext uri="{FF2B5EF4-FFF2-40B4-BE49-F238E27FC236}">
                <a16:creationId xmlns:a16="http://schemas.microsoft.com/office/drawing/2014/main" id="{B0627F4E-797F-4FDA-8F06-43C982D5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11620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09-文本-0007">
            <a:extLst xmlns:a="http://schemas.openxmlformats.org/drawingml/2006/main">
              <a:ext uri="{FF2B5EF4-FFF2-40B4-BE49-F238E27FC236}">
                <a16:creationId xmlns:a16="http://schemas.microsoft.com/office/drawing/2014/main" id="{057B236F-15E7-43A7-A666-9D64559B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25" y="158802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研究挑战</a:t>
            </a:r>
          </a:p>
        </p:txBody>
      </p:sp>
      <p:sp>
        <p:nvSpPr>
          <p:cNvPr id="8" name="p09-矩形-0008">
            <a:extLst xmlns:a="http://schemas.openxmlformats.org/drawingml/2006/main">
              <a:ext uri="{FF2B5EF4-FFF2-40B4-BE49-F238E27FC236}">
                <a16:creationId xmlns:a16="http://schemas.microsoft.com/office/drawing/2014/main" id="{9BA4DFFC-40B2-4EF0-B325-6C3607EB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47925"/>
            <a:ext cx="11620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" name="p09-文本-0009">
            <a:extLst xmlns:a="http://schemas.openxmlformats.org/drawingml/2006/main">
              <a:ext uri="{FF2B5EF4-FFF2-40B4-BE49-F238E27FC236}">
                <a16:creationId xmlns:a16="http://schemas.microsoft.com/office/drawing/2014/main" id="{C5F59B1B-9319-421D-B0B9-A8AD77D9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25" y="262624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关键问题</a:t>
            </a:r>
          </a:p>
        </p:txBody>
      </p:sp>
      <p:sp>
        <p:nvSpPr>
          <p:cNvPr id="10" name="p09-矩形-0010">
            <a:extLst xmlns:a="http://schemas.openxmlformats.org/drawingml/2006/main">
              <a:ext uri="{FF2B5EF4-FFF2-40B4-BE49-F238E27FC236}">
                <a16:creationId xmlns:a16="http://schemas.microsoft.com/office/drawing/2014/main" id="{096B40F3-358B-48CB-845B-1D5391DE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95675"/>
            <a:ext cx="11620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" name="p09-文本-0011">
            <a:extLst xmlns:a="http://schemas.openxmlformats.org/drawingml/2006/main">
              <a:ext uri="{FF2B5EF4-FFF2-40B4-BE49-F238E27FC236}">
                <a16:creationId xmlns:a16="http://schemas.microsoft.com/office/drawing/2014/main" id="{63F0CADC-7924-42B7-966E-73418104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25" y="367399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研究方法</a:t>
            </a:r>
          </a:p>
        </p:txBody>
      </p:sp>
      <p:sp>
        <p:nvSpPr>
          <p:cNvPr id="12" name="p09-矩形-0012">
            <a:extLst xmlns:a="http://schemas.openxmlformats.org/drawingml/2006/main">
              <a:ext uri="{FF2B5EF4-FFF2-40B4-BE49-F238E27FC236}">
                <a16:creationId xmlns:a16="http://schemas.microsoft.com/office/drawing/2014/main" id="{02014608-B517-46DA-B021-96B9FCE5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43525"/>
            <a:ext cx="11620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" name="p09-文本-0013">
            <a:extLst xmlns:a="http://schemas.openxmlformats.org/drawingml/2006/main">
              <a:ext uri="{FF2B5EF4-FFF2-40B4-BE49-F238E27FC236}">
                <a16:creationId xmlns:a16="http://schemas.microsoft.com/office/drawing/2014/main" id="{1E6FD0E5-FC28-4734-B0AC-B2CF0300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25" y="552184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验证目标</a:t>
            </a:r>
          </a:p>
        </p:txBody>
      </p:sp>
      <p:sp>
        <p:nvSpPr>
          <p:cNvPr id="14" name="p09-矩形-0014">
            <a:extLst xmlns:a="http://schemas.openxmlformats.org/drawingml/2006/main">
              <a:ext uri="{FF2B5EF4-FFF2-40B4-BE49-F238E27FC236}">
                <a16:creationId xmlns:a16="http://schemas.microsoft.com/office/drawing/2014/main" id="{E874CDAA-B85F-4E95-B025-3B116870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409700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5" name="p09-文本-0015">
            <a:extLst xmlns:a="http://schemas.openxmlformats.org/drawingml/2006/main">
              <a:ext uri="{FF2B5EF4-FFF2-40B4-BE49-F238E27FC236}">
                <a16:creationId xmlns:a16="http://schemas.microsoft.com/office/drawing/2014/main" id="{74497BF8-D157-4EA7-941F-C8CF9F32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4839" y="1577946"/>
            <a:ext cx="11435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结构非均匀</a:t>
            </a:r>
          </a:p>
        </p:txBody>
      </p:sp>
      <p:sp>
        <p:nvSpPr>
          <p:cNvPr id="16" name="p09-路径-0016">
            <a:extLst xmlns:a="http://schemas.openxmlformats.org/drawingml/2006/main">
              <a:ext uri="{FF2B5EF4-FFF2-40B4-BE49-F238E27FC236}">
                <a16:creationId xmlns:a16="http://schemas.microsoft.com/office/drawing/2014/main" id="{1097CFBD-3108-4E54-8C8C-1F18A418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043" y="2124075"/>
            <a:ext cx="177165" cy="238125"/>
          </a:xfrm>
          <a:custGeom xmlns:a="http://schemas.openxmlformats.org/drawingml/2006/main">
            <a:pathLst>
              <a:path w="177165" h="238125">
                <a:moveTo>
                  <a:pt x="45720" y="0"/>
                </a:moveTo>
                <a:lnTo>
                  <a:pt x="45720" y="95250"/>
                </a:lnTo>
                <a:lnTo>
                  <a:pt x="0" y="95250"/>
                </a:lnTo>
                <a:lnTo>
                  <a:pt x="88583" y="238125"/>
                </a:lnTo>
                <a:lnTo>
                  <a:pt x="177165" y="95250"/>
                </a:lnTo>
                <a:lnTo>
                  <a:pt x="131445" y="95250"/>
                </a:lnTo>
                <a:lnTo>
                  <a:pt x="13144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" name="p09-文本-0017">
            <a:extLst xmlns:a="http://schemas.openxmlformats.org/drawingml/2006/main">
              <a:ext uri="{FF2B5EF4-FFF2-40B4-BE49-F238E27FC236}">
                <a16:creationId xmlns:a16="http://schemas.microsoft.com/office/drawing/2014/main" id="{45AC4DF5-739A-472E-BF02-41BD30B1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375" y="2635774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局部差异来自哪里</a:t>
            </a:r>
          </a:p>
        </p:txBody>
      </p:sp>
      <p:sp>
        <p:nvSpPr>
          <p:cNvPr id="18" name="p09-路径-0018">
            <a:extLst xmlns:a="http://schemas.openxmlformats.org/drawingml/2006/main">
              <a:ext uri="{FF2B5EF4-FFF2-40B4-BE49-F238E27FC236}">
                <a16:creationId xmlns:a16="http://schemas.microsoft.com/office/drawing/2014/main" id="{CDA45091-D81C-42CD-B388-13151143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137" y="3105150"/>
            <a:ext cx="188976" cy="276225"/>
          </a:xfrm>
          <a:custGeom xmlns:a="http://schemas.openxmlformats.org/drawingml/2006/main">
            <a:pathLst>
              <a:path w="188976" h="276225">
                <a:moveTo>
                  <a:pt x="51626" y="0"/>
                </a:moveTo>
                <a:lnTo>
                  <a:pt x="51626" y="123825"/>
                </a:lnTo>
                <a:lnTo>
                  <a:pt x="0" y="123825"/>
                </a:lnTo>
                <a:lnTo>
                  <a:pt x="94488" y="276225"/>
                </a:lnTo>
                <a:lnTo>
                  <a:pt x="188976" y="123825"/>
                </a:lnTo>
                <a:lnTo>
                  <a:pt x="137351" y="123825"/>
                </a:lnTo>
                <a:lnTo>
                  <a:pt x="137351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09-矩形-0019">
            <a:extLst xmlns:a="http://schemas.openxmlformats.org/drawingml/2006/main">
              <a:ext uri="{FF2B5EF4-FFF2-40B4-BE49-F238E27FC236}">
                <a16:creationId xmlns:a16="http://schemas.microsoft.com/office/drawing/2014/main" id="{C5BF4A6F-41D2-489A-9197-88110DE5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95675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0" name="p09-矩形-0020">
            <a:extLst xmlns:a="http://schemas.openxmlformats.org/drawingml/2006/main">
              <a:ext uri="{FF2B5EF4-FFF2-40B4-BE49-F238E27FC236}">
                <a16:creationId xmlns:a16="http://schemas.microsoft.com/office/drawing/2014/main" id="{73F0DD24-72BA-4168-83B4-2A0D4591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90950"/>
            <a:ext cx="2647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1" name="p09-线-0021">
            <a:extLst xmlns:a="http://schemas.openxmlformats.org/drawingml/2006/main">
              <a:ext uri="{FF2B5EF4-FFF2-40B4-BE49-F238E27FC236}">
                <a16:creationId xmlns:a16="http://schemas.microsoft.com/office/drawing/2014/main" id="{C299995F-CB1E-40F0-94AC-4D88E49C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" name="p09-线-0022">
            <a:extLst xmlns:a="http://schemas.openxmlformats.org/drawingml/2006/main">
              <a:ext uri="{FF2B5EF4-FFF2-40B4-BE49-F238E27FC236}">
                <a16:creationId xmlns:a16="http://schemas.microsoft.com/office/drawing/2014/main" id="{B8E4A2AA-F83D-4C6F-8372-7CB1EF18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09-线-0023">
            <a:extLst xmlns:a="http://schemas.openxmlformats.org/drawingml/2006/main">
              <a:ext uri="{FF2B5EF4-FFF2-40B4-BE49-F238E27FC236}">
                <a16:creationId xmlns:a16="http://schemas.microsoft.com/office/drawing/2014/main" id="{9B9A4510-1AD6-4077-9F0D-F6F4D8BA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" name="p09-线-0024">
            <a:extLst xmlns:a="http://schemas.openxmlformats.org/drawingml/2006/main">
              <a:ext uri="{FF2B5EF4-FFF2-40B4-BE49-F238E27FC236}">
                <a16:creationId xmlns:a16="http://schemas.microsoft.com/office/drawing/2014/main" id="{3EFB7B67-BC0D-40C1-AA3F-D9FA00F0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09-线-0025">
            <a:extLst xmlns:a="http://schemas.openxmlformats.org/drawingml/2006/main">
              <a:ext uri="{FF2B5EF4-FFF2-40B4-BE49-F238E27FC236}">
                <a16:creationId xmlns:a16="http://schemas.microsoft.com/office/drawing/2014/main" id="{403DFA62-AD62-4FF8-A0B7-EF8A731F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09-线-0026">
            <a:extLst xmlns:a="http://schemas.openxmlformats.org/drawingml/2006/main">
              <a:ext uri="{FF2B5EF4-FFF2-40B4-BE49-F238E27FC236}">
                <a16:creationId xmlns:a16="http://schemas.microsoft.com/office/drawing/2014/main" id="{BE384EBC-F22C-48E7-B9B5-DEF6B260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" name="p09-线-0027">
            <a:extLst xmlns:a="http://schemas.openxmlformats.org/drawingml/2006/main">
              <a:ext uri="{FF2B5EF4-FFF2-40B4-BE49-F238E27FC236}">
                <a16:creationId xmlns:a16="http://schemas.microsoft.com/office/drawing/2014/main" id="{2D9AD758-D1AD-45C7-A725-68690057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09-线-0028">
            <a:extLst xmlns:a="http://schemas.openxmlformats.org/drawingml/2006/main">
              <a:ext uri="{FF2B5EF4-FFF2-40B4-BE49-F238E27FC236}">
                <a16:creationId xmlns:a16="http://schemas.microsoft.com/office/drawing/2014/main" id="{9DE4EC50-BBC1-4394-A4DE-812D8EB6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09-线-0029">
            <a:extLst xmlns:a="http://schemas.openxmlformats.org/drawingml/2006/main">
              <a:ext uri="{FF2B5EF4-FFF2-40B4-BE49-F238E27FC236}">
                <a16:creationId xmlns:a16="http://schemas.microsoft.com/office/drawing/2014/main" id="{6BB3B070-A14D-4796-8F5E-E217D901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" name="p09-线-0030">
            <a:extLst xmlns:a="http://schemas.openxmlformats.org/drawingml/2006/main">
              <a:ext uri="{FF2B5EF4-FFF2-40B4-BE49-F238E27FC236}">
                <a16:creationId xmlns:a16="http://schemas.microsoft.com/office/drawing/2014/main" id="{CDFB6545-B170-4570-B61E-D795549D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09-线-0031">
            <a:extLst xmlns:a="http://schemas.openxmlformats.org/drawingml/2006/main">
              <a:ext uri="{FF2B5EF4-FFF2-40B4-BE49-F238E27FC236}">
                <a16:creationId xmlns:a16="http://schemas.microsoft.com/office/drawing/2014/main" id="{C6B63BBC-0E99-4A10-89C4-07ADE4E5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09-线-0032">
            <a:extLst xmlns:a="http://schemas.openxmlformats.org/drawingml/2006/main">
              <a:ext uri="{FF2B5EF4-FFF2-40B4-BE49-F238E27FC236}">
                <a16:creationId xmlns:a16="http://schemas.microsoft.com/office/drawing/2014/main" id="{246B6F8E-59EF-42D0-A6D0-A608527D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" name="p09-线-0033">
            <a:extLst xmlns:a="http://schemas.openxmlformats.org/drawingml/2006/main">
              <a:ext uri="{FF2B5EF4-FFF2-40B4-BE49-F238E27FC236}">
                <a16:creationId xmlns:a16="http://schemas.microsoft.com/office/drawing/2014/main" id="{81ADBC3C-8A35-4949-AF7E-C5E6DE50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09-线-0034">
            <a:extLst xmlns:a="http://schemas.openxmlformats.org/drawingml/2006/main">
              <a:ext uri="{FF2B5EF4-FFF2-40B4-BE49-F238E27FC236}">
                <a16:creationId xmlns:a16="http://schemas.microsoft.com/office/drawing/2014/main" id="{132517FA-1589-4B52-8CED-86B16A05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09-线-0035">
            <a:extLst xmlns:a="http://schemas.openxmlformats.org/drawingml/2006/main">
              <a:ext uri="{FF2B5EF4-FFF2-40B4-BE49-F238E27FC236}">
                <a16:creationId xmlns:a16="http://schemas.microsoft.com/office/drawing/2014/main" id="{94F2049C-04A8-4B81-ADEE-6B39A18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" name="p09-线-0036">
            <a:extLst xmlns:a="http://schemas.openxmlformats.org/drawingml/2006/main">
              <a:ext uri="{FF2B5EF4-FFF2-40B4-BE49-F238E27FC236}">
                <a16:creationId xmlns:a16="http://schemas.microsoft.com/office/drawing/2014/main" id="{830F871D-AF29-407A-8712-FC235D7F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09-线-0037">
            <a:extLst xmlns:a="http://schemas.openxmlformats.org/drawingml/2006/main">
              <a:ext uri="{FF2B5EF4-FFF2-40B4-BE49-F238E27FC236}">
                <a16:creationId xmlns:a16="http://schemas.microsoft.com/office/drawing/2014/main" id="{806AC178-E9D9-4E48-8070-410E5D21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09-线-0038">
            <a:extLst xmlns:a="http://schemas.openxmlformats.org/drawingml/2006/main">
              <a:ext uri="{FF2B5EF4-FFF2-40B4-BE49-F238E27FC236}">
                <a16:creationId xmlns:a16="http://schemas.microsoft.com/office/drawing/2014/main" id="{6C04E476-72D5-4550-871D-A5C9F372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" name="p09-线-0039">
            <a:extLst xmlns:a="http://schemas.openxmlformats.org/drawingml/2006/main">
              <a:ext uri="{FF2B5EF4-FFF2-40B4-BE49-F238E27FC236}">
                <a16:creationId xmlns:a16="http://schemas.microsoft.com/office/drawing/2014/main" id="{F3212800-5331-43FC-9861-5FADE753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09-线-0040">
            <a:extLst xmlns:a="http://schemas.openxmlformats.org/drawingml/2006/main">
              <a:ext uri="{FF2B5EF4-FFF2-40B4-BE49-F238E27FC236}">
                <a16:creationId xmlns:a16="http://schemas.microsoft.com/office/drawing/2014/main" id="{50C715CE-E6C0-4F47-8963-F9F192FB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09-线-0041">
            <a:extLst xmlns:a="http://schemas.openxmlformats.org/drawingml/2006/main">
              <a:ext uri="{FF2B5EF4-FFF2-40B4-BE49-F238E27FC236}">
                <a16:creationId xmlns:a16="http://schemas.microsoft.com/office/drawing/2014/main" id="{39179386-691D-4683-93DE-755B3B64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" name="p09-线-0042">
            <a:extLst xmlns:a="http://schemas.openxmlformats.org/drawingml/2006/main">
              <a:ext uri="{FF2B5EF4-FFF2-40B4-BE49-F238E27FC236}">
                <a16:creationId xmlns:a16="http://schemas.microsoft.com/office/drawing/2014/main" id="{A7EA3E1D-E614-4FAB-B46B-95CA5817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09-线-0043">
            <a:extLst xmlns:a="http://schemas.openxmlformats.org/drawingml/2006/main">
              <a:ext uri="{FF2B5EF4-FFF2-40B4-BE49-F238E27FC236}">
                <a16:creationId xmlns:a16="http://schemas.microsoft.com/office/drawing/2014/main" id="{4D994C79-9186-42DC-A622-9FF6F731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09-线-0044">
            <a:extLst xmlns:a="http://schemas.openxmlformats.org/drawingml/2006/main">
              <a:ext uri="{FF2B5EF4-FFF2-40B4-BE49-F238E27FC236}">
                <a16:creationId xmlns:a16="http://schemas.microsoft.com/office/drawing/2014/main" id="{CE58AF41-E18D-434A-8029-BA6A3018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5" name="p09-线-0045">
            <a:extLst xmlns:a="http://schemas.openxmlformats.org/drawingml/2006/main">
              <a:ext uri="{FF2B5EF4-FFF2-40B4-BE49-F238E27FC236}">
                <a16:creationId xmlns:a16="http://schemas.microsoft.com/office/drawing/2014/main" id="{DCB2C55A-B3F1-4EA2-A679-3A322EEE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09-线-0046">
            <a:extLst xmlns:a="http://schemas.openxmlformats.org/drawingml/2006/main">
              <a:ext uri="{FF2B5EF4-FFF2-40B4-BE49-F238E27FC236}">
                <a16:creationId xmlns:a16="http://schemas.microsoft.com/office/drawing/2014/main" id="{5D48A188-D060-48C3-B817-F276B4B9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09-线-0047">
            <a:extLst xmlns:a="http://schemas.openxmlformats.org/drawingml/2006/main">
              <a:ext uri="{FF2B5EF4-FFF2-40B4-BE49-F238E27FC236}">
                <a16:creationId xmlns:a16="http://schemas.microsoft.com/office/drawing/2014/main" id="{F803334F-16EE-4626-A48E-83406BA7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8" name="p09-线-0048">
            <a:extLst xmlns:a="http://schemas.openxmlformats.org/drawingml/2006/main">
              <a:ext uri="{FF2B5EF4-FFF2-40B4-BE49-F238E27FC236}">
                <a16:creationId xmlns:a16="http://schemas.microsoft.com/office/drawing/2014/main" id="{3B9570B0-1EDF-41D4-98C4-135F8547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7909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09-线-0049">
            <a:extLst xmlns:a="http://schemas.openxmlformats.org/drawingml/2006/main">
              <a:ext uri="{FF2B5EF4-FFF2-40B4-BE49-F238E27FC236}">
                <a16:creationId xmlns:a16="http://schemas.microsoft.com/office/drawing/2014/main" id="{C9B2CAFF-A219-4CEF-AE02-9229490B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09-线-0050">
            <a:extLst xmlns:a="http://schemas.openxmlformats.org/drawingml/2006/main">
              <a:ext uri="{FF2B5EF4-FFF2-40B4-BE49-F238E27FC236}">
                <a16:creationId xmlns:a16="http://schemas.microsoft.com/office/drawing/2014/main" id="{C50A579C-F325-4BEC-BCB1-2CD34449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7909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1" name="p09-线-0051">
            <a:extLst xmlns:a="http://schemas.openxmlformats.org/drawingml/2006/main">
              <a:ext uri="{FF2B5EF4-FFF2-40B4-BE49-F238E27FC236}">
                <a16:creationId xmlns:a16="http://schemas.microsoft.com/office/drawing/2014/main" id="{0FE94CCF-6C0F-4E3A-AFF2-8F05EEE9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909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09-线-0052">
            <a:extLst xmlns:a="http://schemas.openxmlformats.org/drawingml/2006/main">
              <a:ext uri="{FF2B5EF4-FFF2-40B4-BE49-F238E27FC236}">
                <a16:creationId xmlns:a16="http://schemas.microsoft.com/office/drawing/2014/main" id="{E2292C8F-8AEA-493D-828A-446913E0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09-线-0053">
            <a:extLst xmlns:a="http://schemas.openxmlformats.org/drawingml/2006/main">
              <a:ext uri="{FF2B5EF4-FFF2-40B4-BE49-F238E27FC236}">
                <a16:creationId xmlns:a16="http://schemas.microsoft.com/office/drawing/2014/main" id="{3A820808-A123-4686-B0FA-4EAA1054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09-线-0054">
            <a:extLst xmlns:a="http://schemas.openxmlformats.org/drawingml/2006/main">
              <a:ext uri="{FF2B5EF4-FFF2-40B4-BE49-F238E27FC236}">
                <a16:creationId xmlns:a16="http://schemas.microsoft.com/office/drawing/2014/main" id="{87B47F0E-0784-427D-BDA4-0FF84A8B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5" name="p09-线-0055">
            <a:extLst xmlns:a="http://schemas.openxmlformats.org/drawingml/2006/main">
              <a:ext uri="{FF2B5EF4-FFF2-40B4-BE49-F238E27FC236}">
                <a16:creationId xmlns:a16="http://schemas.microsoft.com/office/drawing/2014/main" id="{A8F68B42-AA4B-42C9-BE50-2DEA0352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09-线-0056">
            <a:extLst xmlns:a="http://schemas.openxmlformats.org/drawingml/2006/main">
              <a:ext uri="{FF2B5EF4-FFF2-40B4-BE49-F238E27FC236}">
                <a16:creationId xmlns:a16="http://schemas.microsoft.com/office/drawing/2014/main" id="{8A65D4D3-E2E7-44CD-8CEE-0F16D34D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09-线-0057">
            <a:extLst xmlns:a="http://schemas.openxmlformats.org/drawingml/2006/main">
              <a:ext uri="{FF2B5EF4-FFF2-40B4-BE49-F238E27FC236}">
                <a16:creationId xmlns:a16="http://schemas.microsoft.com/office/drawing/2014/main" id="{CF501801-8FBD-41C9-84C7-69C7D1E9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8" name="p09-线-0058">
            <a:extLst xmlns:a="http://schemas.openxmlformats.org/drawingml/2006/main">
              <a:ext uri="{FF2B5EF4-FFF2-40B4-BE49-F238E27FC236}">
                <a16:creationId xmlns:a16="http://schemas.microsoft.com/office/drawing/2014/main" id="{7E2D3746-BB12-4063-A8BC-D9F26DB7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09-线-0059">
            <a:extLst xmlns:a="http://schemas.openxmlformats.org/drawingml/2006/main">
              <a:ext uri="{FF2B5EF4-FFF2-40B4-BE49-F238E27FC236}">
                <a16:creationId xmlns:a16="http://schemas.microsoft.com/office/drawing/2014/main" id="{BBC10D7A-1F97-4BBD-81A1-61C58629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09-线-0060">
            <a:extLst xmlns:a="http://schemas.openxmlformats.org/drawingml/2006/main">
              <a:ext uri="{FF2B5EF4-FFF2-40B4-BE49-F238E27FC236}">
                <a16:creationId xmlns:a16="http://schemas.microsoft.com/office/drawing/2014/main" id="{6D0C12EB-FDDB-4A0A-BEDB-2EDEF2AC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09-线-0061">
            <a:extLst xmlns:a="http://schemas.openxmlformats.org/drawingml/2006/main">
              <a:ext uri="{FF2B5EF4-FFF2-40B4-BE49-F238E27FC236}">
                <a16:creationId xmlns:a16="http://schemas.microsoft.com/office/drawing/2014/main" id="{0DA638CF-DE13-4427-831B-9B2810ED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09-线-0062">
            <a:extLst xmlns:a="http://schemas.openxmlformats.org/drawingml/2006/main">
              <a:ext uri="{FF2B5EF4-FFF2-40B4-BE49-F238E27FC236}">
                <a16:creationId xmlns:a16="http://schemas.microsoft.com/office/drawing/2014/main" id="{4AD1CD11-85F5-4A25-88AF-C6A8944B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09-线-0063">
            <a:extLst xmlns:a="http://schemas.openxmlformats.org/drawingml/2006/main">
              <a:ext uri="{FF2B5EF4-FFF2-40B4-BE49-F238E27FC236}">
                <a16:creationId xmlns:a16="http://schemas.microsoft.com/office/drawing/2014/main" id="{D54BDE8B-9D25-4147-82FA-87E3AA40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09-线-0064">
            <a:extLst xmlns:a="http://schemas.openxmlformats.org/drawingml/2006/main">
              <a:ext uri="{FF2B5EF4-FFF2-40B4-BE49-F238E27FC236}">
                <a16:creationId xmlns:a16="http://schemas.microsoft.com/office/drawing/2014/main" id="{126022A9-43EC-44EF-AAB3-33CEBF22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09-线-0065">
            <a:extLst xmlns:a="http://schemas.openxmlformats.org/drawingml/2006/main">
              <a:ext uri="{FF2B5EF4-FFF2-40B4-BE49-F238E27FC236}">
                <a16:creationId xmlns:a16="http://schemas.microsoft.com/office/drawing/2014/main" id="{278B3D5F-9E3D-4D7E-AD92-41E2AD2B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09-线-0066">
            <a:extLst xmlns:a="http://schemas.openxmlformats.org/drawingml/2006/main">
              <a:ext uri="{FF2B5EF4-FFF2-40B4-BE49-F238E27FC236}">
                <a16:creationId xmlns:a16="http://schemas.microsoft.com/office/drawing/2014/main" id="{AC775E9A-0E59-4BA9-8DA9-FF7B931A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7" name="p09-线-0067">
            <a:extLst xmlns:a="http://schemas.openxmlformats.org/drawingml/2006/main">
              <a:ext uri="{FF2B5EF4-FFF2-40B4-BE49-F238E27FC236}">
                <a16:creationId xmlns:a16="http://schemas.microsoft.com/office/drawing/2014/main" id="{9A0E2530-3728-458B-B8E5-202136F1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09-线-0068">
            <a:extLst xmlns:a="http://schemas.openxmlformats.org/drawingml/2006/main">
              <a:ext uri="{FF2B5EF4-FFF2-40B4-BE49-F238E27FC236}">
                <a16:creationId xmlns:a16="http://schemas.microsoft.com/office/drawing/2014/main" id="{EE817072-BA4A-411B-B906-76E56136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09-线-0069">
            <a:extLst xmlns:a="http://schemas.openxmlformats.org/drawingml/2006/main">
              <a:ext uri="{FF2B5EF4-FFF2-40B4-BE49-F238E27FC236}">
                <a16:creationId xmlns:a16="http://schemas.microsoft.com/office/drawing/2014/main" id="{0F7E444B-336B-4E53-B098-EA7587C1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09-线-0070">
            <a:extLst xmlns:a="http://schemas.openxmlformats.org/drawingml/2006/main">
              <a:ext uri="{FF2B5EF4-FFF2-40B4-BE49-F238E27FC236}">
                <a16:creationId xmlns:a16="http://schemas.microsoft.com/office/drawing/2014/main" id="{02ECDC61-4C45-425C-841A-B6455457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09-线-0071">
            <a:extLst xmlns:a="http://schemas.openxmlformats.org/drawingml/2006/main">
              <a:ext uri="{FF2B5EF4-FFF2-40B4-BE49-F238E27FC236}">
                <a16:creationId xmlns:a16="http://schemas.microsoft.com/office/drawing/2014/main" id="{0DB385D1-2B3B-47FA-A17D-7A475A92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09-线-0072">
            <a:extLst xmlns:a="http://schemas.openxmlformats.org/drawingml/2006/main">
              <a:ext uri="{FF2B5EF4-FFF2-40B4-BE49-F238E27FC236}">
                <a16:creationId xmlns:a16="http://schemas.microsoft.com/office/drawing/2014/main" id="{73E866E6-91C3-452F-A2C1-7E3F52A5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3" name="p09-线-0073">
            <a:extLst xmlns:a="http://schemas.openxmlformats.org/drawingml/2006/main">
              <a:ext uri="{FF2B5EF4-FFF2-40B4-BE49-F238E27FC236}">
                <a16:creationId xmlns:a16="http://schemas.microsoft.com/office/drawing/2014/main" id="{F2633525-29E4-49EE-9848-56D22DAB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09-线-0074">
            <a:extLst xmlns:a="http://schemas.openxmlformats.org/drawingml/2006/main">
              <a:ext uri="{FF2B5EF4-FFF2-40B4-BE49-F238E27FC236}">
                <a16:creationId xmlns:a16="http://schemas.microsoft.com/office/drawing/2014/main" id="{1F30DE13-814D-44F9-B1AD-9047DE2A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09-线-0075">
            <a:extLst xmlns:a="http://schemas.openxmlformats.org/drawingml/2006/main">
              <a:ext uri="{FF2B5EF4-FFF2-40B4-BE49-F238E27FC236}">
                <a16:creationId xmlns:a16="http://schemas.microsoft.com/office/drawing/2014/main" id="{5F549557-AE4C-4C06-ACB0-3AFE1887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6" name="p09-线-0076">
            <a:extLst xmlns:a="http://schemas.openxmlformats.org/drawingml/2006/main">
              <a:ext uri="{FF2B5EF4-FFF2-40B4-BE49-F238E27FC236}">
                <a16:creationId xmlns:a16="http://schemas.microsoft.com/office/drawing/2014/main" id="{1DC6D28D-6A70-4209-9AEC-8B662111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09-线-0077">
            <a:extLst xmlns:a="http://schemas.openxmlformats.org/drawingml/2006/main">
              <a:ext uri="{FF2B5EF4-FFF2-40B4-BE49-F238E27FC236}">
                <a16:creationId xmlns:a16="http://schemas.microsoft.com/office/drawing/2014/main" id="{966FE73B-D300-419A-A300-ACA64525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09-线-0078">
            <a:extLst xmlns:a="http://schemas.openxmlformats.org/drawingml/2006/main">
              <a:ext uri="{FF2B5EF4-FFF2-40B4-BE49-F238E27FC236}">
                <a16:creationId xmlns:a16="http://schemas.microsoft.com/office/drawing/2014/main" id="{9B8FE43F-34E1-4741-9ED8-791E9246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9" name="p09-线-0079">
            <a:extLst xmlns:a="http://schemas.openxmlformats.org/drawingml/2006/main">
              <a:ext uri="{FF2B5EF4-FFF2-40B4-BE49-F238E27FC236}">
                <a16:creationId xmlns:a16="http://schemas.microsoft.com/office/drawing/2014/main" id="{F648F8EF-A385-453B-9C62-27083C66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9084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09-线-0080">
            <a:extLst xmlns:a="http://schemas.openxmlformats.org/drawingml/2006/main">
              <a:ext uri="{FF2B5EF4-FFF2-40B4-BE49-F238E27FC236}">
                <a16:creationId xmlns:a16="http://schemas.microsoft.com/office/drawing/2014/main" id="{E4D4E97E-26BB-45C1-9DE0-142AAEF1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09-线-0081">
            <a:extLst xmlns:a="http://schemas.openxmlformats.org/drawingml/2006/main">
              <a:ext uri="{FF2B5EF4-FFF2-40B4-BE49-F238E27FC236}">
                <a16:creationId xmlns:a16="http://schemas.microsoft.com/office/drawing/2014/main" id="{32646631-4D5C-485B-A6A2-4CFDEA22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39084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2" name="p09-线-0082">
            <a:extLst xmlns:a="http://schemas.openxmlformats.org/drawingml/2006/main">
              <a:ext uri="{FF2B5EF4-FFF2-40B4-BE49-F238E27FC236}">
                <a16:creationId xmlns:a16="http://schemas.microsoft.com/office/drawing/2014/main" id="{5BFB3D38-910F-4CD2-B0B8-C810AB69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084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09-线-0083">
            <a:extLst xmlns:a="http://schemas.openxmlformats.org/drawingml/2006/main">
              <a:ext uri="{FF2B5EF4-FFF2-40B4-BE49-F238E27FC236}">
                <a16:creationId xmlns:a16="http://schemas.microsoft.com/office/drawing/2014/main" id="{08465439-02CE-42D2-ADBF-67C80C2E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09-线-0084">
            <a:extLst xmlns:a="http://schemas.openxmlformats.org/drawingml/2006/main">
              <a:ext uri="{FF2B5EF4-FFF2-40B4-BE49-F238E27FC236}">
                <a16:creationId xmlns:a16="http://schemas.microsoft.com/office/drawing/2014/main" id="{AC808A01-E4C1-4D34-A849-B446A1E7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09-线-0085">
            <a:extLst xmlns:a="http://schemas.openxmlformats.org/drawingml/2006/main">
              <a:ext uri="{FF2B5EF4-FFF2-40B4-BE49-F238E27FC236}">
                <a16:creationId xmlns:a16="http://schemas.microsoft.com/office/drawing/2014/main" id="{A6332D8B-4EB0-4D52-8C40-7AC5D1D3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6" name="p09-线-0086">
            <a:extLst xmlns:a="http://schemas.openxmlformats.org/drawingml/2006/main">
              <a:ext uri="{FF2B5EF4-FFF2-40B4-BE49-F238E27FC236}">
                <a16:creationId xmlns:a16="http://schemas.microsoft.com/office/drawing/2014/main" id="{699DC14D-11CD-456A-B9C0-C7B2B07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09-线-0087">
            <a:extLst xmlns:a="http://schemas.openxmlformats.org/drawingml/2006/main">
              <a:ext uri="{FF2B5EF4-FFF2-40B4-BE49-F238E27FC236}">
                <a16:creationId xmlns:a16="http://schemas.microsoft.com/office/drawing/2014/main" id="{976F18CF-E4A9-4D4C-A857-5CCE4686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09-线-0088">
            <a:extLst xmlns:a="http://schemas.openxmlformats.org/drawingml/2006/main">
              <a:ext uri="{FF2B5EF4-FFF2-40B4-BE49-F238E27FC236}">
                <a16:creationId xmlns:a16="http://schemas.microsoft.com/office/drawing/2014/main" id="{DD6C5D0C-39D7-487D-B1C7-5EF878FB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9" name="p09-线-0089">
            <a:extLst xmlns:a="http://schemas.openxmlformats.org/drawingml/2006/main">
              <a:ext uri="{FF2B5EF4-FFF2-40B4-BE49-F238E27FC236}">
                <a16:creationId xmlns:a16="http://schemas.microsoft.com/office/drawing/2014/main" id="{AA44F4AA-0AFF-41D1-B4EF-72EBC60B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09-线-0090">
            <a:extLst xmlns:a="http://schemas.openxmlformats.org/drawingml/2006/main">
              <a:ext uri="{FF2B5EF4-FFF2-40B4-BE49-F238E27FC236}">
                <a16:creationId xmlns:a16="http://schemas.microsoft.com/office/drawing/2014/main" id="{EF630585-6906-44D0-9C38-92863BC1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09-线-0091">
            <a:extLst xmlns:a="http://schemas.openxmlformats.org/drawingml/2006/main">
              <a:ext uri="{FF2B5EF4-FFF2-40B4-BE49-F238E27FC236}">
                <a16:creationId xmlns:a16="http://schemas.microsoft.com/office/drawing/2014/main" id="{BBEABDB7-6201-4643-965C-BC9847AD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09-线-0092">
            <a:extLst xmlns:a="http://schemas.openxmlformats.org/drawingml/2006/main">
              <a:ext uri="{FF2B5EF4-FFF2-40B4-BE49-F238E27FC236}">
                <a16:creationId xmlns:a16="http://schemas.microsoft.com/office/drawing/2014/main" id="{1878F2E1-1A09-4A90-AE9A-2B1DD79A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09-线-0093">
            <a:extLst xmlns:a="http://schemas.openxmlformats.org/drawingml/2006/main">
              <a:ext uri="{FF2B5EF4-FFF2-40B4-BE49-F238E27FC236}">
                <a16:creationId xmlns:a16="http://schemas.microsoft.com/office/drawing/2014/main" id="{0F6665A7-C362-4D44-85B7-DD773379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09-线-0094">
            <a:extLst xmlns:a="http://schemas.openxmlformats.org/drawingml/2006/main">
              <a:ext uri="{FF2B5EF4-FFF2-40B4-BE49-F238E27FC236}">
                <a16:creationId xmlns:a16="http://schemas.microsoft.com/office/drawing/2014/main" id="{184DC321-6E7D-47DD-A647-6B204F04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09-线-0095">
            <a:extLst xmlns:a="http://schemas.openxmlformats.org/drawingml/2006/main">
              <a:ext uri="{FF2B5EF4-FFF2-40B4-BE49-F238E27FC236}">
                <a16:creationId xmlns:a16="http://schemas.microsoft.com/office/drawing/2014/main" id="{F86FDDE0-B0D6-460A-84CC-EC4C5AE0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09-线-0096">
            <a:extLst xmlns:a="http://schemas.openxmlformats.org/drawingml/2006/main">
              <a:ext uri="{FF2B5EF4-FFF2-40B4-BE49-F238E27FC236}">
                <a16:creationId xmlns:a16="http://schemas.microsoft.com/office/drawing/2014/main" id="{E87D3E96-32DB-423B-A7A8-CC713FE8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09-线-0097">
            <a:extLst xmlns:a="http://schemas.openxmlformats.org/drawingml/2006/main">
              <a:ext uri="{FF2B5EF4-FFF2-40B4-BE49-F238E27FC236}">
                <a16:creationId xmlns:a16="http://schemas.microsoft.com/office/drawing/2014/main" id="{B15CF513-7532-4D10-8DAA-A84FA5D1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09-线-0098">
            <a:extLst xmlns:a="http://schemas.openxmlformats.org/drawingml/2006/main">
              <a:ext uri="{FF2B5EF4-FFF2-40B4-BE49-F238E27FC236}">
                <a16:creationId xmlns:a16="http://schemas.microsoft.com/office/drawing/2014/main" id="{F1DCA6C2-7D7B-42D4-8C2B-A03865B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09-线-0099">
            <a:extLst xmlns:a="http://schemas.openxmlformats.org/drawingml/2006/main">
              <a:ext uri="{FF2B5EF4-FFF2-40B4-BE49-F238E27FC236}">
                <a16:creationId xmlns:a16="http://schemas.microsoft.com/office/drawing/2014/main" id="{E902592D-FCFC-493F-AA39-AAB9966F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09-线-0100">
            <a:extLst xmlns:a="http://schemas.openxmlformats.org/drawingml/2006/main">
              <a:ext uri="{FF2B5EF4-FFF2-40B4-BE49-F238E27FC236}">
                <a16:creationId xmlns:a16="http://schemas.microsoft.com/office/drawing/2014/main" id="{C5695E53-F4BE-426D-8021-21C805B1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09-线-0101">
            <a:extLst xmlns:a="http://schemas.openxmlformats.org/drawingml/2006/main">
              <a:ext uri="{FF2B5EF4-FFF2-40B4-BE49-F238E27FC236}">
                <a16:creationId xmlns:a16="http://schemas.microsoft.com/office/drawing/2014/main" id="{10E46DB3-9A66-4CA2-8C2A-F679524A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09-线-0102">
            <a:extLst xmlns:a="http://schemas.openxmlformats.org/drawingml/2006/main">
              <a:ext uri="{FF2B5EF4-FFF2-40B4-BE49-F238E27FC236}">
                <a16:creationId xmlns:a16="http://schemas.microsoft.com/office/drawing/2014/main" id="{6C54B97C-0142-44BF-AD85-BE8AE0C1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09-线-0103">
            <a:extLst xmlns:a="http://schemas.openxmlformats.org/drawingml/2006/main">
              <a:ext uri="{FF2B5EF4-FFF2-40B4-BE49-F238E27FC236}">
                <a16:creationId xmlns:a16="http://schemas.microsoft.com/office/drawing/2014/main" id="{F410B02D-B647-471B-BDDD-8576328F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09-线-0104">
            <a:extLst xmlns:a="http://schemas.openxmlformats.org/drawingml/2006/main">
              <a:ext uri="{FF2B5EF4-FFF2-40B4-BE49-F238E27FC236}">
                <a16:creationId xmlns:a16="http://schemas.microsoft.com/office/drawing/2014/main" id="{B338617C-F0DA-425C-98DD-3380D148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09-线-0105">
            <a:extLst xmlns:a="http://schemas.openxmlformats.org/drawingml/2006/main">
              <a:ext uri="{FF2B5EF4-FFF2-40B4-BE49-F238E27FC236}">
                <a16:creationId xmlns:a16="http://schemas.microsoft.com/office/drawing/2014/main" id="{BCFE62AF-EC5A-4AAB-B665-E8948A5B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09-线-0106">
            <a:extLst xmlns:a="http://schemas.openxmlformats.org/drawingml/2006/main">
              <a:ext uri="{FF2B5EF4-FFF2-40B4-BE49-F238E27FC236}">
                <a16:creationId xmlns:a16="http://schemas.microsoft.com/office/drawing/2014/main" id="{60134644-C1ED-45EA-9C5F-E031DDBC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09-线-0107">
            <a:extLst xmlns:a="http://schemas.openxmlformats.org/drawingml/2006/main">
              <a:ext uri="{FF2B5EF4-FFF2-40B4-BE49-F238E27FC236}">
                <a16:creationId xmlns:a16="http://schemas.microsoft.com/office/drawing/2014/main" id="{2B7A136C-D713-4E2E-B822-B0A42E66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09-线-0108">
            <a:extLst xmlns:a="http://schemas.openxmlformats.org/drawingml/2006/main">
              <a:ext uri="{FF2B5EF4-FFF2-40B4-BE49-F238E27FC236}">
                <a16:creationId xmlns:a16="http://schemas.microsoft.com/office/drawing/2014/main" id="{6526B72D-560B-4524-B28C-B51A3ED9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09-线-0109">
            <a:extLst xmlns:a="http://schemas.openxmlformats.org/drawingml/2006/main">
              <a:ext uri="{FF2B5EF4-FFF2-40B4-BE49-F238E27FC236}">
                <a16:creationId xmlns:a16="http://schemas.microsoft.com/office/drawing/2014/main" id="{3670E27D-6D8F-42CC-BE5F-D845E3C6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09-线-0110">
            <a:extLst xmlns:a="http://schemas.openxmlformats.org/drawingml/2006/main">
              <a:ext uri="{FF2B5EF4-FFF2-40B4-BE49-F238E27FC236}">
                <a16:creationId xmlns:a16="http://schemas.microsoft.com/office/drawing/2014/main" id="{67BCDEC7-101D-49A6-9B49-4DDC2DE0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0259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09-线-0111">
            <a:extLst xmlns:a="http://schemas.openxmlformats.org/drawingml/2006/main">
              <a:ext uri="{FF2B5EF4-FFF2-40B4-BE49-F238E27FC236}">
                <a16:creationId xmlns:a16="http://schemas.microsoft.com/office/drawing/2014/main" id="{0515F2ED-CE93-4DF8-95DA-3278900E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09-线-0112">
            <a:extLst xmlns:a="http://schemas.openxmlformats.org/drawingml/2006/main">
              <a:ext uri="{FF2B5EF4-FFF2-40B4-BE49-F238E27FC236}">
                <a16:creationId xmlns:a16="http://schemas.microsoft.com/office/drawing/2014/main" id="{DACAE410-6D31-455D-B697-F2D3A8BF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02590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09-线-0113">
            <a:extLst xmlns:a="http://schemas.openxmlformats.org/drawingml/2006/main">
              <a:ext uri="{FF2B5EF4-FFF2-40B4-BE49-F238E27FC236}">
                <a16:creationId xmlns:a16="http://schemas.microsoft.com/office/drawing/2014/main" id="{F613CD1F-1F50-4F44-AC36-A524FEAB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2590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09-线-0114">
            <a:extLst xmlns:a="http://schemas.openxmlformats.org/drawingml/2006/main">
              <a:ext uri="{FF2B5EF4-FFF2-40B4-BE49-F238E27FC236}">
                <a16:creationId xmlns:a16="http://schemas.microsoft.com/office/drawing/2014/main" id="{AD1EEDAE-3F3B-4D58-9B46-EFF8D5C2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09-线-0115">
            <a:extLst xmlns:a="http://schemas.openxmlformats.org/drawingml/2006/main">
              <a:ext uri="{FF2B5EF4-FFF2-40B4-BE49-F238E27FC236}">
                <a16:creationId xmlns:a16="http://schemas.microsoft.com/office/drawing/2014/main" id="{FEED08BF-5036-4FC1-BA53-A71CDD9C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09-线-0116">
            <a:extLst xmlns:a="http://schemas.openxmlformats.org/drawingml/2006/main">
              <a:ext uri="{FF2B5EF4-FFF2-40B4-BE49-F238E27FC236}">
                <a16:creationId xmlns:a16="http://schemas.microsoft.com/office/drawing/2014/main" id="{B8BEC36C-E2CA-46C5-8F15-8EBED307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7" name="p09-线-0117">
            <a:extLst xmlns:a="http://schemas.openxmlformats.org/drawingml/2006/main">
              <a:ext uri="{FF2B5EF4-FFF2-40B4-BE49-F238E27FC236}">
                <a16:creationId xmlns:a16="http://schemas.microsoft.com/office/drawing/2014/main" id="{E95432E6-3CD2-4EEF-8B8D-3F60839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09-线-0118">
            <a:extLst xmlns:a="http://schemas.openxmlformats.org/drawingml/2006/main">
              <a:ext uri="{FF2B5EF4-FFF2-40B4-BE49-F238E27FC236}">
                <a16:creationId xmlns:a16="http://schemas.microsoft.com/office/drawing/2014/main" id="{3D908E7E-13F6-44F5-A4A2-E9027B15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09-线-0119">
            <a:extLst xmlns:a="http://schemas.openxmlformats.org/drawingml/2006/main">
              <a:ext uri="{FF2B5EF4-FFF2-40B4-BE49-F238E27FC236}">
                <a16:creationId xmlns:a16="http://schemas.microsoft.com/office/drawing/2014/main" id="{8B37DD60-B420-4433-ACE8-02465736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0" name="p09-线-0120">
            <a:extLst xmlns:a="http://schemas.openxmlformats.org/drawingml/2006/main">
              <a:ext uri="{FF2B5EF4-FFF2-40B4-BE49-F238E27FC236}">
                <a16:creationId xmlns:a16="http://schemas.microsoft.com/office/drawing/2014/main" id="{C594B3AE-841C-4341-9AE1-44F9E08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09-线-0121">
            <a:extLst xmlns:a="http://schemas.openxmlformats.org/drawingml/2006/main">
              <a:ext uri="{FF2B5EF4-FFF2-40B4-BE49-F238E27FC236}">
                <a16:creationId xmlns:a16="http://schemas.microsoft.com/office/drawing/2014/main" id="{9EE2052C-8218-494D-867F-01B39098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09-线-0122">
            <a:extLst xmlns:a="http://schemas.openxmlformats.org/drawingml/2006/main">
              <a:ext uri="{FF2B5EF4-FFF2-40B4-BE49-F238E27FC236}">
                <a16:creationId xmlns:a16="http://schemas.microsoft.com/office/drawing/2014/main" id="{36AF629E-F1B3-4D2D-BB49-FE56F89B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09-线-0123">
            <a:extLst xmlns:a="http://schemas.openxmlformats.org/drawingml/2006/main">
              <a:ext uri="{FF2B5EF4-FFF2-40B4-BE49-F238E27FC236}">
                <a16:creationId xmlns:a16="http://schemas.microsoft.com/office/drawing/2014/main" id="{F9FEA505-8F9E-41AD-89CA-964C2D72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09-线-0124">
            <a:extLst xmlns:a="http://schemas.openxmlformats.org/drawingml/2006/main">
              <a:ext uri="{FF2B5EF4-FFF2-40B4-BE49-F238E27FC236}">
                <a16:creationId xmlns:a16="http://schemas.microsoft.com/office/drawing/2014/main" id="{0B3DE621-BC90-415D-BFAC-22D8A2D5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09-线-0125">
            <a:extLst xmlns:a="http://schemas.openxmlformats.org/drawingml/2006/main">
              <a:ext uri="{FF2B5EF4-FFF2-40B4-BE49-F238E27FC236}">
                <a16:creationId xmlns:a16="http://schemas.microsoft.com/office/drawing/2014/main" id="{0077DD79-1E71-4ED3-939A-FF3D6378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09-线-0126">
            <a:extLst xmlns:a="http://schemas.openxmlformats.org/drawingml/2006/main">
              <a:ext uri="{FF2B5EF4-FFF2-40B4-BE49-F238E27FC236}">
                <a16:creationId xmlns:a16="http://schemas.microsoft.com/office/drawing/2014/main" id="{732FE42E-BCAA-4EA1-B2B6-B4FD2C9A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09-线-0127">
            <a:extLst xmlns:a="http://schemas.openxmlformats.org/drawingml/2006/main">
              <a:ext uri="{FF2B5EF4-FFF2-40B4-BE49-F238E27FC236}">
                <a16:creationId xmlns:a16="http://schemas.microsoft.com/office/drawing/2014/main" id="{B93CA517-FA6F-42B7-82A6-26E9C59F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09-线-0128">
            <a:extLst xmlns:a="http://schemas.openxmlformats.org/drawingml/2006/main">
              <a:ext uri="{FF2B5EF4-FFF2-40B4-BE49-F238E27FC236}">
                <a16:creationId xmlns:a16="http://schemas.microsoft.com/office/drawing/2014/main" id="{AFE1EBC3-8203-4BFD-8C23-5643A2F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09-线-0129">
            <a:extLst xmlns:a="http://schemas.openxmlformats.org/drawingml/2006/main">
              <a:ext uri="{FF2B5EF4-FFF2-40B4-BE49-F238E27FC236}">
                <a16:creationId xmlns:a16="http://schemas.microsoft.com/office/drawing/2014/main" id="{401AC074-6651-4935-A473-50A26A8D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09-线-0130">
            <a:extLst xmlns:a="http://schemas.openxmlformats.org/drawingml/2006/main">
              <a:ext uri="{FF2B5EF4-FFF2-40B4-BE49-F238E27FC236}">
                <a16:creationId xmlns:a16="http://schemas.microsoft.com/office/drawing/2014/main" id="{0B071DCD-2CE0-4D02-B7D6-43DFB9A1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09-线-0131">
            <a:extLst xmlns:a="http://schemas.openxmlformats.org/drawingml/2006/main">
              <a:ext uri="{FF2B5EF4-FFF2-40B4-BE49-F238E27FC236}">
                <a16:creationId xmlns:a16="http://schemas.microsoft.com/office/drawing/2014/main" id="{72F03449-AF55-47D3-8A9E-F287A00C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09-线-0132">
            <a:extLst xmlns:a="http://schemas.openxmlformats.org/drawingml/2006/main">
              <a:ext uri="{FF2B5EF4-FFF2-40B4-BE49-F238E27FC236}">
                <a16:creationId xmlns:a16="http://schemas.microsoft.com/office/drawing/2014/main" id="{4398FA6A-4A60-4069-A048-5BD2E317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09-线-0133">
            <a:extLst xmlns:a="http://schemas.openxmlformats.org/drawingml/2006/main">
              <a:ext uri="{FF2B5EF4-FFF2-40B4-BE49-F238E27FC236}">
                <a16:creationId xmlns:a16="http://schemas.microsoft.com/office/drawing/2014/main" id="{3CD560A2-018C-4F9B-93AA-501722C2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09-线-0134">
            <a:extLst xmlns:a="http://schemas.openxmlformats.org/drawingml/2006/main">
              <a:ext uri="{FF2B5EF4-FFF2-40B4-BE49-F238E27FC236}">
                <a16:creationId xmlns:a16="http://schemas.microsoft.com/office/drawing/2014/main" id="{8D9618A7-D62E-46F8-A58B-53809EB1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09-线-0135">
            <a:extLst xmlns:a="http://schemas.openxmlformats.org/drawingml/2006/main">
              <a:ext uri="{FF2B5EF4-FFF2-40B4-BE49-F238E27FC236}">
                <a16:creationId xmlns:a16="http://schemas.microsoft.com/office/drawing/2014/main" id="{1004606E-1F5C-4A2A-87F3-83BA5402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09-线-0136">
            <a:extLst xmlns:a="http://schemas.openxmlformats.org/drawingml/2006/main">
              <a:ext uri="{FF2B5EF4-FFF2-40B4-BE49-F238E27FC236}">
                <a16:creationId xmlns:a16="http://schemas.microsoft.com/office/drawing/2014/main" id="{BC7299A7-50F0-49FB-8D60-936EDF65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09-线-0137">
            <a:extLst xmlns:a="http://schemas.openxmlformats.org/drawingml/2006/main">
              <a:ext uri="{FF2B5EF4-FFF2-40B4-BE49-F238E27FC236}">
                <a16:creationId xmlns:a16="http://schemas.microsoft.com/office/drawing/2014/main" id="{574E4CCD-8B93-4D28-874A-AD98B027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09-线-0138">
            <a:extLst xmlns:a="http://schemas.openxmlformats.org/drawingml/2006/main">
              <a:ext uri="{FF2B5EF4-FFF2-40B4-BE49-F238E27FC236}">
                <a16:creationId xmlns:a16="http://schemas.microsoft.com/office/drawing/2014/main" id="{BD8F3515-3C73-4508-86F4-A00B44D9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09-线-0139">
            <a:extLst xmlns:a="http://schemas.openxmlformats.org/drawingml/2006/main">
              <a:ext uri="{FF2B5EF4-FFF2-40B4-BE49-F238E27FC236}">
                <a16:creationId xmlns:a16="http://schemas.microsoft.com/office/drawing/2014/main" id="{E4AD7633-80BF-445E-A20B-81EFB196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09-线-0140">
            <a:extLst xmlns:a="http://schemas.openxmlformats.org/drawingml/2006/main">
              <a:ext uri="{FF2B5EF4-FFF2-40B4-BE49-F238E27FC236}">
                <a16:creationId xmlns:a16="http://schemas.microsoft.com/office/drawing/2014/main" id="{85ABC878-F62B-45CC-BE9D-AFBB9EB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09-线-0141">
            <a:extLst xmlns:a="http://schemas.openxmlformats.org/drawingml/2006/main">
              <a:ext uri="{FF2B5EF4-FFF2-40B4-BE49-F238E27FC236}">
                <a16:creationId xmlns:a16="http://schemas.microsoft.com/office/drawing/2014/main" id="{987C74DC-7B5D-4F10-8C68-BB9934E0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14337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09-线-0142">
            <a:extLst xmlns:a="http://schemas.openxmlformats.org/drawingml/2006/main">
              <a:ext uri="{FF2B5EF4-FFF2-40B4-BE49-F238E27FC236}">
                <a16:creationId xmlns:a16="http://schemas.microsoft.com/office/drawing/2014/main" id="{18EAF2FC-7CEA-4EE4-9DA5-BF0D51CF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09-线-0143">
            <a:extLst xmlns:a="http://schemas.openxmlformats.org/drawingml/2006/main">
              <a:ext uri="{FF2B5EF4-FFF2-40B4-BE49-F238E27FC236}">
                <a16:creationId xmlns:a16="http://schemas.microsoft.com/office/drawing/2014/main" id="{A3778EF8-02FC-41FF-AFF1-AA35CDA0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14337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09-线-0144">
            <a:extLst xmlns:a="http://schemas.openxmlformats.org/drawingml/2006/main">
              <a:ext uri="{FF2B5EF4-FFF2-40B4-BE49-F238E27FC236}">
                <a16:creationId xmlns:a16="http://schemas.microsoft.com/office/drawing/2014/main" id="{D8FE621C-FFBF-415F-AE26-61D9E61C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4337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09-线-0145">
            <a:extLst xmlns:a="http://schemas.openxmlformats.org/drawingml/2006/main">
              <a:ext uri="{FF2B5EF4-FFF2-40B4-BE49-F238E27FC236}">
                <a16:creationId xmlns:a16="http://schemas.microsoft.com/office/drawing/2014/main" id="{CCC130C8-91F6-48AE-A510-A0FAB8BD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09-线-0146">
            <a:extLst xmlns:a="http://schemas.openxmlformats.org/drawingml/2006/main">
              <a:ext uri="{FF2B5EF4-FFF2-40B4-BE49-F238E27FC236}">
                <a16:creationId xmlns:a16="http://schemas.microsoft.com/office/drawing/2014/main" id="{C4C9FFC8-9BBD-4762-981D-50289EF5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09-线-0147">
            <a:extLst xmlns:a="http://schemas.openxmlformats.org/drawingml/2006/main">
              <a:ext uri="{FF2B5EF4-FFF2-40B4-BE49-F238E27FC236}">
                <a16:creationId xmlns:a16="http://schemas.microsoft.com/office/drawing/2014/main" id="{47C09B2F-CAB4-4C39-824B-CC887960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8" name="p09-线-0148">
            <a:extLst xmlns:a="http://schemas.openxmlformats.org/drawingml/2006/main">
              <a:ext uri="{FF2B5EF4-FFF2-40B4-BE49-F238E27FC236}">
                <a16:creationId xmlns:a16="http://schemas.microsoft.com/office/drawing/2014/main" id="{D8890A8A-21CD-4559-A51F-6BE2F631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09-线-0149">
            <a:extLst xmlns:a="http://schemas.openxmlformats.org/drawingml/2006/main">
              <a:ext uri="{FF2B5EF4-FFF2-40B4-BE49-F238E27FC236}">
                <a16:creationId xmlns:a16="http://schemas.microsoft.com/office/drawing/2014/main" id="{D1C08F31-A293-4E99-B3D7-38C5BC85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09-线-0150">
            <a:extLst xmlns:a="http://schemas.openxmlformats.org/drawingml/2006/main">
              <a:ext uri="{FF2B5EF4-FFF2-40B4-BE49-F238E27FC236}">
                <a16:creationId xmlns:a16="http://schemas.microsoft.com/office/drawing/2014/main" id="{5BF4D466-6593-49F3-BC4C-EFCC386F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1" name="p09-线-0151">
            <a:extLst xmlns:a="http://schemas.openxmlformats.org/drawingml/2006/main">
              <a:ext uri="{FF2B5EF4-FFF2-40B4-BE49-F238E27FC236}">
                <a16:creationId xmlns:a16="http://schemas.microsoft.com/office/drawing/2014/main" id="{AB0BD990-871C-41AE-9895-480EDD3A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09-线-0152">
            <a:extLst xmlns:a="http://schemas.openxmlformats.org/drawingml/2006/main">
              <a:ext uri="{FF2B5EF4-FFF2-40B4-BE49-F238E27FC236}">
                <a16:creationId xmlns:a16="http://schemas.microsoft.com/office/drawing/2014/main" id="{5E8A26FF-3A31-485C-A853-22E29764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09-线-0153">
            <a:extLst xmlns:a="http://schemas.openxmlformats.org/drawingml/2006/main">
              <a:ext uri="{FF2B5EF4-FFF2-40B4-BE49-F238E27FC236}">
                <a16:creationId xmlns:a16="http://schemas.microsoft.com/office/drawing/2014/main" id="{B0981F6D-06B6-456A-911C-E391A273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09-线-0154">
            <a:extLst xmlns:a="http://schemas.openxmlformats.org/drawingml/2006/main">
              <a:ext uri="{FF2B5EF4-FFF2-40B4-BE49-F238E27FC236}">
                <a16:creationId xmlns:a16="http://schemas.microsoft.com/office/drawing/2014/main" id="{E2108FBE-D493-4F45-B4CA-A967A824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09-线-0155">
            <a:extLst xmlns:a="http://schemas.openxmlformats.org/drawingml/2006/main">
              <a:ext uri="{FF2B5EF4-FFF2-40B4-BE49-F238E27FC236}">
                <a16:creationId xmlns:a16="http://schemas.microsoft.com/office/drawing/2014/main" id="{3BF6E289-717B-459F-A218-9FF9585E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09-线-0156">
            <a:extLst xmlns:a="http://schemas.openxmlformats.org/drawingml/2006/main">
              <a:ext uri="{FF2B5EF4-FFF2-40B4-BE49-F238E27FC236}">
                <a16:creationId xmlns:a16="http://schemas.microsoft.com/office/drawing/2014/main" id="{250C08C3-63B0-47CC-8850-503F853D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09-线-0157">
            <a:extLst xmlns:a="http://schemas.openxmlformats.org/drawingml/2006/main">
              <a:ext uri="{FF2B5EF4-FFF2-40B4-BE49-F238E27FC236}">
                <a16:creationId xmlns:a16="http://schemas.microsoft.com/office/drawing/2014/main" id="{35EB6A62-F3E0-4563-9E2F-8E3E68F5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09-线-0158">
            <a:extLst xmlns:a="http://schemas.openxmlformats.org/drawingml/2006/main">
              <a:ext uri="{FF2B5EF4-FFF2-40B4-BE49-F238E27FC236}">
                <a16:creationId xmlns:a16="http://schemas.microsoft.com/office/drawing/2014/main" id="{D5C552DB-CCAD-4DEF-9ECF-F737A4A1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09-线-0159">
            <a:extLst xmlns:a="http://schemas.openxmlformats.org/drawingml/2006/main">
              <a:ext uri="{FF2B5EF4-FFF2-40B4-BE49-F238E27FC236}">
                <a16:creationId xmlns:a16="http://schemas.microsoft.com/office/drawing/2014/main" id="{57E17561-C9FF-4C24-AC67-38779009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09-线-0160">
            <a:extLst xmlns:a="http://schemas.openxmlformats.org/drawingml/2006/main">
              <a:ext uri="{FF2B5EF4-FFF2-40B4-BE49-F238E27FC236}">
                <a16:creationId xmlns:a16="http://schemas.microsoft.com/office/drawing/2014/main" id="{A4563568-852C-48F7-B9B6-ECCAFF07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09-线-0161">
            <a:extLst xmlns:a="http://schemas.openxmlformats.org/drawingml/2006/main">
              <a:ext uri="{FF2B5EF4-FFF2-40B4-BE49-F238E27FC236}">
                <a16:creationId xmlns:a16="http://schemas.microsoft.com/office/drawing/2014/main" id="{63208033-A0D8-459A-85BF-77B383BC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09-线-0162">
            <a:extLst xmlns:a="http://schemas.openxmlformats.org/drawingml/2006/main">
              <a:ext uri="{FF2B5EF4-FFF2-40B4-BE49-F238E27FC236}">
                <a16:creationId xmlns:a16="http://schemas.microsoft.com/office/drawing/2014/main" id="{B9BC26E2-63B4-4486-BC9F-FC4C25D6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09-线-0163">
            <a:extLst xmlns:a="http://schemas.openxmlformats.org/drawingml/2006/main">
              <a:ext uri="{FF2B5EF4-FFF2-40B4-BE49-F238E27FC236}">
                <a16:creationId xmlns:a16="http://schemas.microsoft.com/office/drawing/2014/main" id="{114E86D2-FD7C-45EF-A6BE-FC8A008E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09-线-0164">
            <a:extLst xmlns:a="http://schemas.openxmlformats.org/drawingml/2006/main">
              <a:ext uri="{FF2B5EF4-FFF2-40B4-BE49-F238E27FC236}">
                <a16:creationId xmlns:a16="http://schemas.microsoft.com/office/drawing/2014/main" id="{A9F452A0-89F3-4360-91E0-390A9002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09-线-0165">
            <a:extLst xmlns:a="http://schemas.openxmlformats.org/drawingml/2006/main">
              <a:ext uri="{FF2B5EF4-FFF2-40B4-BE49-F238E27FC236}">
                <a16:creationId xmlns:a16="http://schemas.microsoft.com/office/drawing/2014/main" id="{6B37A2BC-460A-459A-84FB-13B73DBB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09-线-0166">
            <a:extLst xmlns:a="http://schemas.openxmlformats.org/drawingml/2006/main">
              <a:ext uri="{FF2B5EF4-FFF2-40B4-BE49-F238E27FC236}">
                <a16:creationId xmlns:a16="http://schemas.microsoft.com/office/drawing/2014/main" id="{6ADB8A4F-12A1-4938-A5E1-706CC0CC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09-线-0167">
            <a:extLst xmlns:a="http://schemas.openxmlformats.org/drawingml/2006/main">
              <a:ext uri="{FF2B5EF4-FFF2-40B4-BE49-F238E27FC236}">
                <a16:creationId xmlns:a16="http://schemas.microsoft.com/office/drawing/2014/main" id="{991DA2D6-3708-4964-A813-68D36434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09-线-0168">
            <a:extLst xmlns:a="http://schemas.openxmlformats.org/drawingml/2006/main">
              <a:ext uri="{FF2B5EF4-FFF2-40B4-BE49-F238E27FC236}">
                <a16:creationId xmlns:a16="http://schemas.microsoft.com/office/drawing/2014/main" id="{9ED83845-6D92-44BE-876B-0083DAF7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09-线-0169">
            <a:extLst xmlns:a="http://schemas.openxmlformats.org/drawingml/2006/main">
              <a:ext uri="{FF2B5EF4-FFF2-40B4-BE49-F238E27FC236}">
                <a16:creationId xmlns:a16="http://schemas.microsoft.com/office/drawing/2014/main" id="{D645E282-2FED-461C-9261-98D2DDD6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09-线-0170">
            <a:extLst xmlns:a="http://schemas.openxmlformats.org/drawingml/2006/main">
              <a:ext uri="{FF2B5EF4-FFF2-40B4-BE49-F238E27FC236}">
                <a16:creationId xmlns:a16="http://schemas.microsoft.com/office/drawing/2014/main" id="{F581430B-EBEB-4C37-A360-CDFE38D6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09-线-0171">
            <a:extLst xmlns:a="http://schemas.openxmlformats.org/drawingml/2006/main">
              <a:ext uri="{FF2B5EF4-FFF2-40B4-BE49-F238E27FC236}">
                <a16:creationId xmlns:a16="http://schemas.microsoft.com/office/drawing/2014/main" id="{4FF96E70-F6D0-4698-9CAC-655A108A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09-线-0172">
            <a:extLst xmlns:a="http://schemas.openxmlformats.org/drawingml/2006/main">
              <a:ext uri="{FF2B5EF4-FFF2-40B4-BE49-F238E27FC236}">
                <a16:creationId xmlns:a16="http://schemas.microsoft.com/office/drawing/2014/main" id="{E39D7F50-7038-4193-8614-9BF1BCD5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26085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09-线-0173">
            <a:extLst xmlns:a="http://schemas.openxmlformats.org/drawingml/2006/main">
              <a:ext uri="{FF2B5EF4-FFF2-40B4-BE49-F238E27FC236}">
                <a16:creationId xmlns:a16="http://schemas.microsoft.com/office/drawing/2014/main" id="{3236C087-50CC-4374-B5EB-FF888FA2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09-线-0174">
            <a:extLst xmlns:a="http://schemas.openxmlformats.org/drawingml/2006/main">
              <a:ext uri="{FF2B5EF4-FFF2-40B4-BE49-F238E27FC236}">
                <a16:creationId xmlns:a16="http://schemas.microsoft.com/office/drawing/2014/main" id="{4FFBF79F-0EA7-42C6-89A9-C1D582D5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260850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09-线-0175">
            <a:extLst xmlns:a="http://schemas.openxmlformats.org/drawingml/2006/main">
              <a:ext uri="{FF2B5EF4-FFF2-40B4-BE49-F238E27FC236}">
                <a16:creationId xmlns:a16="http://schemas.microsoft.com/office/drawing/2014/main" id="{92B3451B-0C83-446F-87DA-D386DC14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60850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09-线-0176">
            <a:extLst xmlns:a="http://schemas.openxmlformats.org/drawingml/2006/main">
              <a:ext uri="{FF2B5EF4-FFF2-40B4-BE49-F238E27FC236}">
                <a16:creationId xmlns:a16="http://schemas.microsoft.com/office/drawing/2014/main" id="{E07547AD-1EE3-4D22-8535-E7951090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09-线-0177">
            <a:extLst xmlns:a="http://schemas.openxmlformats.org/drawingml/2006/main">
              <a:ext uri="{FF2B5EF4-FFF2-40B4-BE49-F238E27FC236}">
                <a16:creationId xmlns:a16="http://schemas.microsoft.com/office/drawing/2014/main" id="{541E3A1F-07ED-4E2D-96EE-4CAA3C5D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09-线-0178">
            <a:extLst xmlns:a="http://schemas.openxmlformats.org/drawingml/2006/main">
              <a:ext uri="{FF2B5EF4-FFF2-40B4-BE49-F238E27FC236}">
                <a16:creationId xmlns:a16="http://schemas.microsoft.com/office/drawing/2014/main" id="{84915C95-305E-462F-8F93-3FF64979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9" name="p09-线-0179">
            <a:extLst xmlns:a="http://schemas.openxmlformats.org/drawingml/2006/main">
              <a:ext uri="{FF2B5EF4-FFF2-40B4-BE49-F238E27FC236}">
                <a16:creationId xmlns:a16="http://schemas.microsoft.com/office/drawing/2014/main" id="{351A08DC-15FC-46DA-8C0A-770DFAAF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09-线-0180">
            <a:extLst xmlns:a="http://schemas.openxmlformats.org/drawingml/2006/main">
              <a:ext uri="{FF2B5EF4-FFF2-40B4-BE49-F238E27FC236}">
                <a16:creationId xmlns:a16="http://schemas.microsoft.com/office/drawing/2014/main" id="{74E44B03-76EF-49A1-BFEB-291FD341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09-线-0181">
            <a:extLst xmlns:a="http://schemas.openxmlformats.org/drawingml/2006/main">
              <a:ext uri="{FF2B5EF4-FFF2-40B4-BE49-F238E27FC236}">
                <a16:creationId xmlns:a16="http://schemas.microsoft.com/office/drawing/2014/main" id="{99C39BDF-4776-4A84-BD37-A236664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2" name="p09-线-0182">
            <a:extLst xmlns:a="http://schemas.openxmlformats.org/drawingml/2006/main">
              <a:ext uri="{FF2B5EF4-FFF2-40B4-BE49-F238E27FC236}">
                <a16:creationId xmlns:a16="http://schemas.microsoft.com/office/drawing/2014/main" id="{22355EF0-C8B8-40DE-8C5F-DD90443A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09-线-0183">
            <a:extLst xmlns:a="http://schemas.openxmlformats.org/drawingml/2006/main">
              <a:ext uri="{FF2B5EF4-FFF2-40B4-BE49-F238E27FC236}">
                <a16:creationId xmlns:a16="http://schemas.microsoft.com/office/drawing/2014/main" id="{1B9105F3-6E70-4C98-98FF-47AFA8DD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09-线-0184">
            <a:extLst xmlns:a="http://schemas.openxmlformats.org/drawingml/2006/main">
              <a:ext uri="{FF2B5EF4-FFF2-40B4-BE49-F238E27FC236}">
                <a16:creationId xmlns:a16="http://schemas.microsoft.com/office/drawing/2014/main" id="{68E397F3-69EC-49E7-9C23-31825DD3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09-线-0185">
            <a:extLst xmlns:a="http://schemas.openxmlformats.org/drawingml/2006/main">
              <a:ext uri="{FF2B5EF4-FFF2-40B4-BE49-F238E27FC236}">
                <a16:creationId xmlns:a16="http://schemas.microsoft.com/office/drawing/2014/main" id="{58E6E54E-118B-4D06-936A-FC39AB08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09-线-0186">
            <a:extLst xmlns:a="http://schemas.openxmlformats.org/drawingml/2006/main">
              <a:ext uri="{FF2B5EF4-FFF2-40B4-BE49-F238E27FC236}">
                <a16:creationId xmlns:a16="http://schemas.microsoft.com/office/drawing/2014/main" id="{E0040AFE-0EE7-44F1-8F99-3C7D8808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09-线-0187">
            <a:extLst xmlns:a="http://schemas.openxmlformats.org/drawingml/2006/main">
              <a:ext uri="{FF2B5EF4-FFF2-40B4-BE49-F238E27FC236}">
                <a16:creationId xmlns:a16="http://schemas.microsoft.com/office/drawing/2014/main" id="{F4BE2CE5-217F-4894-82E8-01180AEE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09-线-0188">
            <a:extLst xmlns:a="http://schemas.openxmlformats.org/drawingml/2006/main">
              <a:ext uri="{FF2B5EF4-FFF2-40B4-BE49-F238E27FC236}">
                <a16:creationId xmlns:a16="http://schemas.microsoft.com/office/drawing/2014/main" id="{CE6522F6-5F1F-4E3B-AE02-08E9D504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09-线-0189">
            <a:extLst xmlns:a="http://schemas.openxmlformats.org/drawingml/2006/main">
              <a:ext uri="{FF2B5EF4-FFF2-40B4-BE49-F238E27FC236}">
                <a16:creationId xmlns:a16="http://schemas.microsoft.com/office/drawing/2014/main" id="{BC34D4A6-08B1-4AAE-B799-34359726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09-线-0190">
            <a:extLst xmlns:a="http://schemas.openxmlformats.org/drawingml/2006/main">
              <a:ext uri="{FF2B5EF4-FFF2-40B4-BE49-F238E27FC236}">
                <a16:creationId xmlns:a16="http://schemas.microsoft.com/office/drawing/2014/main" id="{F2BA2050-0243-4561-8502-229BEFCF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09-线-0191">
            <a:extLst xmlns:a="http://schemas.openxmlformats.org/drawingml/2006/main">
              <a:ext uri="{FF2B5EF4-FFF2-40B4-BE49-F238E27FC236}">
                <a16:creationId xmlns:a16="http://schemas.microsoft.com/office/drawing/2014/main" id="{CD139766-4716-4992-BF2B-B6491667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09-线-0192">
            <a:extLst xmlns:a="http://schemas.openxmlformats.org/drawingml/2006/main">
              <a:ext uri="{FF2B5EF4-FFF2-40B4-BE49-F238E27FC236}">
                <a16:creationId xmlns:a16="http://schemas.microsoft.com/office/drawing/2014/main" id="{9683E024-BCFB-42DC-842B-A4C9C307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09-线-0193">
            <a:extLst xmlns:a="http://schemas.openxmlformats.org/drawingml/2006/main">
              <a:ext uri="{FF2B5EF4-FFF2-40B4-BE49-F238E27FC236}">
                <a16:creationId xmlns:a16="http://schemas.microsoft.com/office/drawing/2014/main" id="{89242774-47C1-4AA7-9578-6CCB8DFD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09-线-0194">
            <a:extLst xmlns:a="http://schemas.openxmlformats.org/drawingml/2006/main">
              <a:ext uri="{FF2B5EF4-FFF2-40B4-BE49-F238E27FC236}">
                <a16:creationId xmlns:a16="http://schemas.microsoft.com/office/drawing/2014/main" id="{DC4C2CE0-D461-4838-9061-ADB5E3C6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09-线-0195">
            <a:extLst xmlns:a="http://schemas.openxmlformats.org/drawingml/2006/main">
              <a:ext uri="{FF2B5EF4-FFF2-40B4-BE49-F238E27FC236}">
                <a16:creationId xmlns:a16="http://schemas.microsoft.com/office/drawing/2014/main" id="{24350C5D-C85B-47D3-A8DE-C080DFE2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09-线-0196">
            <a:extLst xmlns:a="http://schemas.openxmlformats.org/drawingml/2006/main">
              <a:ext uri="{FF2B5EF4-FFF2-40B4-BE49-F238E27FC236}">
                <a16:creationId xmlns:a16="http://schemas.microsoft.com/office/drawing/2014/main" id="{C3F9C3F6-3CCB-41F3-A840-88C4A4B6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7" name="p09-线-0197">
            <a:extLst xmlns:a="http://schemas.openxmlformats.org/drawingml/2006/main">
              <a:ext uri="{FF2B5EF4-FFF2-40B4-BE49-F238E27FC236}">
                <a16:creationId xmlns:a16="http://schemas.microsoft.com/office/drawing/2014/main" id="{5BCCEC11-B802-4127-997C-18F694E2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09-线-0198">
            <a:extLst xmlns:a="http://schemas.openxmlformats.org/drawingml/2006/main">
              <a:ext uri="{FF2B5EF4-FFF2-40B4-BE49-F238E27FC236}">
                <a16:creationId xmlns:a16="http://schemas.microsoft.com/office/drawing/2014/main" id="{D8796FE5-0148-4EC6-8874-A4E1186E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09-线-0199">
            <a:extLst xmlns:a="http://schemas.openxmlformats.org/drawingml/2006/main">
              <a:ext uri="{FF2B5EF4-FFF2-40B4-BE49-F238E27FC236}">
                <a16:creationId xmlns:a16="http://schemas.microsoft.com/office/drawing/2014/main" id="{F50C00C2-10D5-4113-85E4-80340555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0" name="p09-线-0200">
            <a:extLst xmlns:a="http://schemas.openxmlformats.org/drawingml/2006/main">
              <a:ext uri="{FF2B5EF4-FFF2-40B4-BE49-F238E27FC236}">
                <a16:creationId xmlns:a16="http://schemas.microsoft.com/office/drawing/2014/main" id="{D35CBF5C-D299-4868-BE2D-284E67C0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09-线-0201">
            <a:extLst xmlns:a="http://schemas.openxmlformats.org/drawingml/2006/main">
              <a:ext uri="{FF2B5EF4-FFF2-40B4-BE49-F238E27FC236}">
                <a16:creationId xmlns:a16="http://schemas.microsoft.com/office/drawing/2014/main" id="{0CBD49C2-2EA5-42BE-BE18-A0CC5199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09-线-0202">
            <a:extLst xmlns:a="http://schemas.openxmlformats.org/drawingml/2006/main">
              <a:ext uri="{FF2B5EF4-FFF2-40B4-BE49-F238E27FC236}">
                <a16:creationId xmlns:a16="http://schemas.microsoft.com/office/drawing/2014/main" id="{F09CADFE-F1B3-49D5-876D-7282BCCE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3" name="p09-线-0203">
            <a:extLst xmlns:a="http://schemas.openxmlformats.org/drawingml/2006/main">
              <a:ext uri="{FF2B5EF4-FFF2-40B4-BE49-F238E27FC236}">
                <a16:creationId xmlns:a16="http://schemas.microsoft.com/office/drawing/2014/main" id="{B167FFD4-92C4-4333-A659-C390F29D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378325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09-线-0204">
            <a:extLst xmlns:a="http://schemas.openxmlformats.org/drawingml/2006/main">
              <a:ext uri="{FF2B5EF4-FFF2-40B4-BE49-F238E27FC236}">
                <a16:creationId xmlns:a16="http://schemas.microsoft.com/office/drawing/2014/main" id="{9539FF90-BEDB-432D-B815-6F7379B3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09-线-0205">
            <a:extLst xmlns:a="http://schemas.openxmlformats.org/drawingml/2006/main">
              <a:ext uri="{FF2B5EF4-FFF2-40B4-BE49-F238E27FC236}">
                <a16:creationId xmlns:a16="http://schemas.microsoft.com/office/drawing/2014/main" id="{48DC0FBF-BC38-4189-AF48-B911E638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378325"/>
            <a:ext cx="264795" cy="117475"/>
          </a:xfrm>
          <a:custGeom xmlns:a="http://schemas.openxmlformats.org/drawingml/2006/main">
            <a:pathLst>
              <a:path w="264795" h="117475">
                <a:moveTo>
                  <a:pt x="0" y="0"/>
                </a:moveTo>
                <a:lnTo>
                  <a:pt x="264795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6" name="p09-线-0206">
            <a:extLst xmlns:a="http://schemas.openxmlformats.org/drawingml/2006/main">
              <a:ext uri="{FF2B5EF4-FFF2-40B4-BE49-F238E27FC236}">
                <a16:creationId xmlns:a16="http://schemas.microsoft.com/office/drawing/2014/main" id="{1B809697-B734-466B-AC87-8A0579D2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378325"/>
            <a:ext cx="95" cy="117475"/>
          </a:xfrm>
          <a:custGeom xmlns:a="http://schemas.openxmlformats.org/drawingml/2006/main">
            <a:pathLst>
              <a:path w="95" h="117475">
                <a:moveTo>
                  <a:pt x="0" y="0"/>
                </a:moveTo>
                <a:lnTo>
                  <a:pt x="0" y="11747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09-线-0207">
            <a:extLst xmlns:a="http://schemas.openxmlformats.org/drawingml/2006/main">
              <a:ext uri="{FF2B5EF4-FFF2-40B4-BE49-F238E27FC236}">
                <a16:creationId xmlns:a16="http://schemas.microsoft.com/office/drawing/2014/main" id="{F37FEDA4-1771-4AB8-A617-2F6D197F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09-线-0208">
            <a:extLst xmlns:a="http://schemas.openxmlformats.org/drawingml/2006/main">
              <a:ext uri="{FF2B5EF4-FFF2-40B4-BE49-F238E27FC236}">
                <a16:creationId xmlns:a16="http://schemas.microsoft.com/office/drawing/2014/main" id="{FFCED8BF-A3F4-40E5-9E39-6788C2CB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445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09-线-0209">
            <a:extLst xmlns:a="http://schemas.openxmlformats.org/drawingml/2006/main">
              <a:ext uri="{FF2B5EF4-FFF2-40B4-BE49-F238E27FC236}">
                <a16:creationId xmlns:a16="http://schemas.microsoft.com/office/drawing/2014/main" id="{E07C85E8-68B4-4B03-B2C9-64C53A66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240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09-线-0210">
            <a:extLst xmlns:a="http://schemas.openxmlformats.org/drawingml/2006/main">
              <a:ext uri="{FF2B5EF4-FFF2-40B4-BE49-F238E27FC236}">
                <a16:creationId xmlns:a16="http://schemas.microsoft.com/office/drawing/2014/main" id="{FE3AF808-B173-467D-8088-455EADC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035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09-线-0211">
            <a:extLst xmlns:a="http://schemas.openxmlformats.org/drawingml/2006/main">
              <a:ext uri="{FF2B5EF4-FFF2-40B4-BE49-F238E27FC236}">
                <a16:creationId xmlns:a16="http://schemas.microsoft.com/office/drawing/2014/main" id="{30C04126-157E-4516-B7D3-C736B719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830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09-线-0212">
            <a:extLst xmlns:a="http://schemas.openxmlformats.org/drawingml/2006/main">
              <a:ext uri="{FF2B5EF4-FFF2-40B4-BE49-F238E27FC236}">
                <a16:creationId xmlns:a16="http://schemas.microsoft.com/office/drawing/2014/main" id="{34489CFC-B71F-4939-AE09-776AB7D2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09-线-0213">
            <a:extLst xmlns:a="http://schemas.openxmlformats.org/drawingml/2006/main">
              <a:ext uri="{FF2B5EF4-FFF2-40B4-BE49-F238E27FC236}">
                <a16:creationId xmlns:a16="http://schemas.microsoft.com/office/drawing/2014/main" id="{1CD2046D-4844-4E14-B932-17DDA73A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420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09-线-0214">
            <a:extLst xmlns:a="http://schemas.openxmlformats.org/drawingml/2006/main">
              <a:ext uri="{FF2B5EF4-FFF2-40B4-BE49-F238E27FC236}">
                <a16:creationId xmlns:a16="http://schemas.microsoft.com/office/drawing/2014/main" id="{0FCFEB5D-5871-4414-87BC-21FE7992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215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09-线-0215">
            <a:extLst xmlns:a="http://schemas.openxmlformats.org/drawingml/2006/main">
              <a:ext uri="{FF2B5EF4-FFF2-40B4-BE49-F238E27FC236}">
                <a16:creationId xmlns:a16="http://schemas.microsoft.com/office/drawing/2014/main" id="{B9305B8E-9719-4A5E-8B59-650BE6D0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6" name="p09-线-0216">
            <a:extLst xmlns:a="http://schemas.openxmlformats.org/drawingml/2006/main">
              <a:ext uri="{FF2B5EF4-FFF2-40B4-BE49-F238E27FC236}">
                <a16:creationId xmlns:a16="http://schemas.microsoft.com/office/drawing/2014/main" id="{FC50B614-9ACD-4E12-92D7-C719C396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4495800"/>
            <a:ext cx="264795" cy="95"/>
          </a:xfrm>
          <a:custGeom xmlns:a="http://schemas.openxmlformats.org/drawingml/2006/main">
            <a:pathLst>
              <a:path w="264795" h="95">
                <a:moveTo>
                  <a:pt x="0" y="0"/>
                </a:moveTo>
                <a:lnTo>
                  <a:pt x="2647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09-椭圆-0217">
            <a:extLst xmlns:a="http://schemas.openxmlformats.org/drawingml/2006/main">
              <a:ext uri="{FF2B5EF4-FFF2-40B4-BE49-F238E27FC236}">
                <a16:creationId xmlns:a16="http://schemas.microsoft.com/office/drawing/2014/main" id="{49F84B84-D48F-4971-BB93-1F5D71ED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755" y="3974148"/>
            <a:ext cx="129380" cy="1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8" name="p09-椭圆-0218">
            <a:extLst xmlns:a="http://schemas.openxmlformats.org/drawingml/2006/main">
              <a:ext uri="{FF2B5EF4-FFF2-40B4-BE49-F238E27FC236}">
                <a16:creationId xmlns:a16="http://schemas.microsoft.com/office/drawing/2014/main" id="{4D2150AA-8721-40A8-9C6A-A5C7B4E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115" y="3981964"/>
            <a:ext cx="109840" cy="87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9" name="p09-椭圆-0219">
            <a:extLst xmlns:a="http://schemas.openxmlformats.org/drawingml/2006/main">
              <a:ext uri="{FF2B5EF4-FFF2-40B4-BE49-F238E27FC236}">
                <a16:creationId xmlns:a16="http://schemas.microsoft.com/office/drawing/2014/main" id="{DB272ECF-5436-4D6C-BC66-ED7C4BA8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354" y="3970483"/>
            <a:ext cx="138543" cy="1108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0" name="p09-椭圆-0220">
            <a:extLst xmlns:a="http://schemas.openxmlformats.org/drawingml/2006/main">
              <a:ext uri="{FF2B5EF4-FFF2-40B4-BE49-F238E27FC236}">
                <a16:creationId xmlns:a16="http://schemas.microsoft.com/office/drawing/2014/main" id="{EC2DA156-4FE0-45AE-B7EA-A46D3ECB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118" y="3972223"/>
            <a:ext cx="134193" cy="1073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1" name="p09-椭圆-0221">
            <a:extLst xmlns:a="http://schemas.openxmlformats.org/drawingml/2006/main">
              <a:ext uri="{FF2B5EF4-FFF2-40B4-BE49-F238E27FC236}">
                <a16:creationId xmlns:a16="http://schemas.microsoft.com/office/drawing/2014/main" id="{8A76AFFA-B3FF-4930-A05E-3190A9C9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250" y="3982256"/>
            <a:ext cx="109111" cy="8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2" name="p09-椭圆-0222">
            <a:extLst xmlns:a="http://schemas.openxmlformats.org/drawingml/2006/main">
              <a:ext uri="{FF2B5EF4-FFF2-40B4-BE49-F238E27FC236}">
                <a16:creationId xmlns:a16="http://schemas.microsoft.com/office/drawing/2014/main" id="{9F5E01CA-E841-4A93-9B8A-5F90B049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525" y="4216914"/>
            <a:ext cx="109840" cy="87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3" name="p09-椭圆-0223">
            <a:extLst xmlns:a="http://schemas.openxmlformats.org/drawingml/2006/main">
              <a:ext uri="{FF2B5EF4-FFF2-40B4-BE49-F238E27FC236}">
                <a16:creationId xmlns:a16="http://schemas.microsoft.com/office/drawing/2014/main" id="{7E11692E-C180-49BC-9AB6-CCBB2341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764" y="4205433"/>
            <a:ext cx="138543" cy="1108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09-椭圆-0224">
            <a:extLst xmlns:a="http://schemas.openxmlformats.org/drawingml/2006/main">
              <a:ext uri="{FF2B5EF4-FFF2-40B4-BE49-F238E27FC236}">
                <a16:creationId xmlns:a16="http://schemas.microsoft.com/office/drawing/2014/main" id="{1365FC2E-052D-4C5A-AA8D-6C3ABFA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528" y="4207173"/>
            <a:ext cx="134193" cy="1073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09-椭圆-0225">
            <a:extLst xmlns:a="http://schemas.openxmlformats.org/drawingml/2006/main">
              <a:ext uri="{FF2B5EF4-FFF2-40B4-BE49-F238E27FC236}">
                <a16:creationId xmlns:a16="http://schemas.microsoft.com/office/drawing/2014/main" id="{B196EC65-E18E-4D4B-83BA-F346C537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1660" y="4217206"/>
            <a:ext cx="109111" cy="8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6" name="p09-椭圆-0226">
            <a:extLst xmlns:a="http://schemas.openxmlformats.org/drawingml/2006/main">
              <a:ext uri="{FF2B5EF4-FFF2-40B4-BE49-F238E27FC236}">
                <a16:creationId xmlns:a16="http://schemas.microsoft.com/office/drawing/2014/main" id="{A7D8BD8A-7D8A-492B-BEA9-C466F912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8637" y="4207116"/>
            <a:ext cx="134336" cy="107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7" name="p09-路径-0227">
            <a:extLst xmlns:a="http://schemas.openxmlformats.org/drawingml/2006/main">
              <a:ext uri="{FF2B5EF4-FFF2-40B4-BE49-F238E27FC236}">
                <a16:creationId xmlns:a16="http://schemas.microsoft.com/office/drawing/2014/main" id="{73BB621A-9CAA-4B92-91A9-D1BC9652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078200"/>
            <a:ext cx="2495550" cy="124426"/>
          </a:xfrm>
          <a:custGeom xmlns:a="http://schemas.openxmlformats.org/drawingml/2006/main">
            <a:pathLst>
              <a:path w="2495550" h="124426">
                <a:moveTo>
                  <a:pt x="0" y="51078"/>
                </a:moveTo>
                <a:lnTo>
                  <a:pt x="67932" y="34453"/>
                </a:lnTo>
                <a:lnTo>
                  <a:pt x="137035" y="21414"/>
                </a:lnTo>
                <a:lnTo>
                  <a:pt x="207255" y="11705"/>
                </a:lnTo>
                <a:lnTo>
                  <a:pt x="278541" y="5070"/>
                </a:lnTo>
                <a:lnTo>
                  <a:pt x="350841" y="1253"/>
                </a:lnTo>
                <a:lnTo>
                  <a:pt x="424102" y="0"/>
                </a:lnTo>
                <a:lnTo>
                  <a:pt x="498273" y="1054"/>
                </a:lnTo>
                <a:lnTo>
                  <a:pt x="573301" y="4161"/>
                </a:lnTo>
                <a:lnTo>
                  <a:pt x="725720" y="15508"/>
                </a:lnTo>
                <a:lnTo>
                  <a:pt x="880942" y="31997"/>
                </a:lnTo>
                <a:lnTo>
                  <a:pt x="1198126" y="72223"/>
                </a:lnTo>
                <a:lnTo>
                  <a:pt x="1359254" y="91871"/>
                </a:lnTo>
                <a:lnTo>
                  <a:pt x="1521516" y="108484"/>
                </a:lnTo>
                <a:lnTo>
                  <a:pt x="1684496" y="120017"/>
                </a:lnTo>
                <a:lnTo>
                  <a:pt x="1766124" y="123240"/>
                </a:lnTo>
                <a:lnTo>
                  <a:pt x="1847776" y="124426"/>
                </a:lnTo>
                <a:lnTo>
                  <a:pt x="1929397" y="123320"/>
                </a:lnTo>
                <a:lnTo>
                  <a:pt x="2010938" y="119666"/>
                </a:lnTo>
                <a:lnTo>
                  <a:pt x="2092345" y="113209"/>
                </a:lnTo>
                <a:lnTo>
                  <a:pt x="2173566" y="103693"/>
                </a:lnTo>
                <a:lnTo>
                  <a:pt x="2254549" y="90863"/>
                </a:lnTo>
                <a:lnTo>
                  <a:pt x="2335242" y="74464"/>
                </a:lnTo>
                <a:lnTo>
                  <a:pt x="2415593" y="54238"/>
                </a:lnTo>
                <a:lnTo>
                  <a:pt x="2495550" y="2993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28" name="p09-文本-0228">
            <a:extLst xmlns:a="http://schemas.openxmlformats.org/drawingml/2006/main">
              <a:ext uri="{FF2B5EF4-FFF2-40B4-BE49-F238E27FC236}">
                <a16:creationId xmlns:a16="http://schemas.microsoft.com/office/drawing/2014/main" id="{2481C007-C3C4-4352-B5DD-0C106E0D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48085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统一结构描述</a:t>
            </a:r>
          </a:p>
        </p:txBody>
      </p:sp>
      <p:sp>
        <p:nvSpPr>
          <p:cNvPr id="229" name="p09-路径-0229">
            <a:extLst xmlns:a="http://schemas.openxmlformats.org/drawingml/2006/main">
              <a:ext uri="{FF2B5EF4-FFF2-40B4-BE49-F238E27FC236}">
                <a16:creationId xmlns:a16="http://schemas.microsoft.com/office/drawing/2014/main" id="{ED9DA369-F741-4622-AECE-41DC0D8A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5172075"/>
            <a:ext cx="85725" cy="104775"/>
          </a:xfrm>
          <a:custGeom xmlns:a="http://schemas.openxmlformats.org/drawingml/2006/main">
            <a:pathLst>
              <a:path w="85725" h="104775">
                <a:moveTo>
                  <a:pt x="0" y="0"/>
                </a:moveTo>
                <a:lnTo>
                  <a:pt x="0" y="41910"/>
                </a:lnTo>
                <a:lnTo>
                  <a:pt x="3905" y="41910"/>
                </a:lnTo>
                <a:lnTo>
                  <a:pt x="42863" y="104775"/>
                </a:lnTo>
                <a:lnTo>
                  <a:pt x="81820" y="41910"/>
                </a:lnTo>
                <a:lnTo>
                  <a:pt x="85725" y="41910"/>
                </a:lnTo>
                <a:lnTo>
                  <a:pt x="8572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0" name="p09-矩形-0230">
            <a:extLst xmlns:a="http://schemas.openxmlformats.org/drawingml/2006/main">
              <a:ext uri="{FF2B5EF4-FFF2-40B4-BE49-F238E27FC236}">
                <a16:creationId xmlns:a16="http://schemas.microsoft.com/office/drawing/2014/main" id="{382BDB26-16F5-4A6A-A892-BD7F6089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343525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31" name="p09-文本-0231">
            <a:extLst xmlns:a="http://schemas.openxmlformats.org/drawingml/2006/main">
              <a:ext uri="{FF2B5EF4-FFF2-40B4-BE49-F238E27FC236}">
                <a16:creationId xmlns:a16="http://schemas.microsoft.com/office/drawing/2014/main" id="{C30A4580-75C8-4674-A4AC-94EB6A89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925" y="552184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识别可控因素</a:t>
            </a:r>
          </a:p>
        </p:txBody>
      </p:sp>
      <p:sp>
        <p:nvSpPr>
          <p:cNvPr id="232" name="p09-矩形-0232">
            <a:extLst xmlns:a="http://schemas.openxmlformats.org/drawingml/2006/main">
              <a:ext uri="{FF2B5EF4-FFF2-40B4-BE49-F238E27FC236}">
                <a16:creationId xmlns:a16="http://schemas.microsoft.com/office/drawing/2014/main" id="{E6DA82C0-C2D5-4A59-B5D2-B0295A34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409700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33" name="p09-文本-0233">
            <a:extLst xmlns:a="http://schemas.openxmlformats.org/drawingml/2006/main">
              <a:ext uri="{FF2B5EF4-FFF2-40B4-BE49-F238E27FC236}">
                <a16:creationId xmlns:a16="http://schemas.microsoft.com/office/drawing/2014/main" id="{8337C1F4-5276-44C4-9F0C-A4B64933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052" y="1577946"/>
            <a:ext cx="13626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响应相互叠加</a:t>
            </a:r>
          </a:p>
        </p:txBody>
      </p:sp>
      <p:sp>
        <p:nvSpPr>
          <p:cNvPr id="234" name="p09-路径-0234">
            <a:extLst xmlns:a="http://schemas.openxmlformats.org/drawingml/2006/main">
              <a:ext uri="{FF2B5EF4-FFF2-40B4-BE49-F238E27FC236}">
                <a16:creationId xmlns:a16="http://schemas.microsoft.com/office/drawing/2014/main" id="{126C2306-BD00-4168-B5FF-84936B73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793" y="2124075"/>
            <a:ext cx="177165" cy="238125"/>
          </a:xfrm>
          <a:custGeom xmlns:a="http://schemas.openxmlformats.org/drawingml/2006/main">
            <a:pathLst>
              <a:path w="177165" h="238125">
                <a:moveTo>
                  <a:pt x="45720" y="0"/>
                </a:moveTo>
                <a:lnTo>
                  <a:pt x="45720" y="95250"/>
                </a:lnTo>
                <a:lnTo>
                  <a:pt x="0" y="95250"/>
                </a:lnTo>
                <a:lnTo>
                  <a:pt x="88582" y="238125"/>
                </a:lnTo>
                <a:lnTo>
                  <a:pt x="177165" y="95250"/>
                </a:lnTo>
                <a:lnTo>
                  <a:pt x="131445" y="95250"/>
                </a:lnTo>
                <a:lnTo>
                  <a:pt x="13144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5" name="p09-文本-0235">
            <a:extLst xmlns:a="http://schemas.openxmlformats.org/drawingml/2006/main">
              <a:ext uri="{FF2B5EF4-FFF2-40B4-BE49-F238E27FC236}">
                <a16:creationId xmlns:a16="http://schemas.microsoft.com/office/drawing/2014/main" id="{C2A43179-F006-4DBA-9FF5-147BD0B2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125" y="2635774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哪一过程主导变化</a:t>
            </a:r>
          </a:p>
        </p:txBody>
      </p:sp>
      <p:sp>
        <p:nvSpPr>
          <p:cNvPr id="236" name="p09-路径-0236">
            <a:extLst xmlns:a="http://schemas.openxmlformats.org/drawingml/2006/main">
              <a:ext uri="{FF2B5EF4-FFF2-40B4-BE49-F238E27FC236}">
                <a16:creationId xmlns:a16="http://schemas.microsoft.com/office/drawing/2014/main" id="{AFC9B4A8-EABA-4D0D-960B-923017F0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887" y="3105150"/>
            <a:ext cx="188976" cy="276225"/>
          </a:xfrm>
          <a:custGeom xmlns:a="http://schemas.openxmlformats.org/drawingml/2006/main">
            <a:pathLst>
              <a:path w="188976" h="276225">
                <a:moveTo>
                  <a:pt x="51625" y="0"/>
                </a:moveTo>
                <a:lnTo>
                  <a:pt x="51625" y="123825"/>
                </a:lnTo>
                <a:lnTo>
                  <a:pt x="0" y="123825"/>
                </a:lnTo>
                <a:lnTo>
                  <a:pt x="94488" y="276225"/>
                </a:lnTo>
                <a:lnTo>
                  <a:pt x="188976" y="123825"/>
                </a:lnTo>
                <a:lnTo>
                  <a:pt x="137350" y="123825"/>
                </a:lnTo>
                <a:lnTo>
                  <a:pt x="137350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7" name="p09-矩形-0237">
            <a:extLst xmlns:a="http://schemas.openxmlformats.org/drawingml/2006/main">
              <a:ext uri="{FF2B5EF4-FFF2-40B4-BE49-F238E27FC236}">
                <a16:creationId xmlns:a16="http://schemas.microsoft.com/office/drawing/2014/main" id="{0F784F8D-17CE-43A0-95A0-CCF9C04E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95675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38" name="p09-线-0238">
            <a:extLst xmlns:a="http://schemas.openxmlformats.org/drawingml/2006/main">
              <a:ext uri="{FF2B5EF4-FFF2-40B4-BE49-F238E27FC236}">
                <a16:creationId xmlns:a16="http://schemas.microsoft.com/office/drawing/2014/main" id="{95A02106-FC38-446B-BA29-2DDAA615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95800"/>
            <a:ext cx="2647950" cy="95"/>
          </a:xfrm>
          <a:custGeom xmlns:a="http://schemas.openxmlformats.org/drawingml/2006/main">
            <a:pathLst>
              <a:path w="2647950" h="9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9" name="p09-路径-0239">
            <a:extLst xmlns:a="http://schemas.openxmlformats.org/drawingml/2006/main">
              <a:ext uri="{FF2B5EF4-FFF2-40B4-BE49-F238E27FC236}">
                <a16:creationId xmlns:a16="http://schemas.microsoft.com/office/drawing/2014/main" id="{D1B294C8-CF36-4699-ABA3-B542F4E9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155758"/>
            <a:ext cx="2647950" cy="255270"/>
          </a:xfrm>
          <a:custGeom xmlns:a="http://schemas.openxmlformats.org/drawingml/2006/main">
            <a:pathLst>
              <a:path w="2647950" h="255270">
                <a:moveTo>
                  <a:pt x="0" y="255270"/>
                </a:moveTo>
                <a:lnTo>
                  <a:pt x="18097" y="255270"/>
                </a:lnTo>
                <a:lnTo>
                  <a:pt x="35243" y="255270"/>
                </a:lnTo>
                <a:lnTo>
                  <a:pt x="53340" y="255270"/>
                </a:lnTo>
                <a:lnTo>
                  <a:pt x="70485" y="255270"/>
                </a:lnTo>
                <a:lnTo>
                  <a:pt x="88582" y="255270"/>
                </a:lnTo>
                <a:lnTo>
                  <a:pt x="105728" y="255270"/>
                </a:lnTo>
                <a:lnTo>
                  <a:pt x="123825" y="255270"/>
                </a:lnTo>
                <a:lnTo>
                  <a:pt x="140970" y="255270"/>
                </a:lnTo>
                <a:lnTo>
                  <a:pt x="159068" y="255270"/>
                </a:lnTo>
                <a:lnTo>
                  <a:pt x="176213" y="255270"/>
                </a:lnTo>
                <a:lnTo>
                  <a:pt x="194310" y="255270"/>
                </a:lnTo>
                <a:lnTo>
                  <a:pt x="211455" y="255270"/>
                </a:lnTo>
                <a:lnTo>
                  <a:pt x="229553" y="255270"/>
                </a:lnTo>
                <a:lnTo>
                  <a:pt x="246697" y="255270"/>
                </a:lnTo>
                <a:lnTo>
                  <a:pt x="264795" y="255270"/>
                </a:lnTo>
                <a:lnTo>
                  <a:pt x="282893" y="255270"/>
                </a:lnTo>
                <a:lnTo>
                  <a:pt x="300038" y="255270"/>
                </a:lnTo>
                <a:lnTo>
                  <a:pt x="318135" y="255270"/>
                </a:lnTo>
                <a:lnTo>
                  <a:pt x="335280" y="255270"/>
                </a:lnTo>
                <a:lnTo>
                  <a:pt x="353378" y="255270"/>
                </a:lnTo>
                <a:lnTo>
                  <a:pt x="370522" y="255270"/>
                </a:lnTo>
                <a:lnTo>
                  <a:pt x="388620" y="255270"/>
                </a:lnTo>
                <a:lnTo>
                  <a:pt x="405765" y="255270"/>
                </a:lnTo>
                <a:lnTo>
                  <a:pt x="423863" y="255270"/>
                </a:lnTo>
                <a:lnTo>
                  <a:pt x="441007" y="255270"/>
                </a:lnTo>
                <a:lnTo>
                  <a:pt x="459105" y="250508"/>
                </a:lnTo>
                <a:lnTo>
                  <a:pt x="476250" y="232410"/>
                </a:lnTo>
                <a:lnTo>
                  <a:pt x="494347" y="184785"/>
                </a:lnTo>
                <a:lnTo>
                  <a:pt x="511493" y="115252"/>
                </a:lnTo>
                <a:lnTo>
                  <a:pt x="529590" y="79058"/>
                </a:lnTo>
                <a:lnTo>
                  <a:pt x="547688" y="115252"/>
                </a:lnTo>
                <a:lnTo>
                  <a:pt x="564832" y="184785"/>
                </a:lnTo>
                <a:lnTo>
                  <a:pt x="582930" y="232410"/>
                </a:lnTo>
                <a:lnTo>
                  <a:pt x="600075" y="250508"/>
                </a:lnTo>
                <a:lnTo>
                  <a:pt x="618172" y="255270"/>
                </a:lnTo>
                <a:lnTo>
                  <a:pt x="635318" y="255270"/>
                </a:lnTo>
                <a:lnTo>
                  <a:pt x="653415" y="255270"/>
                </a:lnTo>
                <a:lnTo>
                  <a:pt x="670560" y="255270"/>
                </a:lnTo>
                <a:lnTo>
                  <a:pt x="688657" y="255270"/>
                </a:lnTo>
                <a:lnTo>
                  <a:pt x="705803" y="255270"/>
                </a:lnTo>
                <a:lnTo>
                  <a:pt x="723900" y="255270"/>
                </a:lnTo>
                <a:lnTo>
                  <a:pt x="741045" y="255270"/>
                </a:lnTo>
                <a:lnTo>
                  <a:pt x="759143" y="255270"/>
                </a:lnTo>
                <a:lnTo>
                  <a:pt x="776288" y="255270"/>
                </a:lnTo>
                <a:lnTo>
                  <a:pt x="794385" y="255270"/>
                </a:lnTo>
                <a:lnTo>
                  <a:pt x="812482" y="255270"/>
                </a:lnTo>
                <a:lnTo>
                  <a:pt x="829628" y="255270"/>
                </a:lnTo>
                <a:lnTo>
                  <a:pt x="847725" y="255270"/>
                </a:lnTo>
                <a:lnTo>
                  <a:pt x="864870" y="255270"/>
                </a:lnTo>
                <a:lnTo>
                  <a:pt x="882968" y="255270"/>
                </a:lnTo>
                <a:lnTo>
                  <a:pt x="900113" y="255270"/>
                </a:lnTo>
                <a:lnTo>
                  <a:pt x="918210" y="255270"/>
                </a:lnTo>
                <a:lnTo>
                  <a:pt x="935355" y="255270"/>
                </a:lnTo>
                <a:lnTo>
                  <a:pt x="953453" y="255270"/>
                </a:lnTo>
                <a:lnTo>
                  <a:pt x="970597" y="255270"/>
                </a:lnTo>
                <a:lnTo>
                  <a:pt x="988695" y="255270"/>
                </a:lnTo>
                <a:lnTo>
                  <a:pt x="1005840" y="255270"/>
                </a:lnTo>
                <a:lnTo>
                  <a:pt x="1023938" y="255270"/>
                </a:lnTo>
                <a:lnTo>
                  <a:pt x="1041082" y="255270"/>
                </a:lnTo>
                <a:lnTo>
                  <a:pt x="1059180" y="253365"/>
                </a:lnTo>
                <a:lnTo>
                  <a:pt x="1077278" y="247650"/>
                </a:lnTo>
                <a:lnTo>
                  <a:pt x="1094422" y="235267"/>
                </a:lnTo>
                <a:lnTo>
                  <a:pt x="1112520" y="207645"/>
                </a:lnTo>
                <a:lnTo>
                  <a:pt x="1129665" y="161925"/>
                </a:lnTo>
                <a:lnTo>
                  <a:pt x="1147763" y="100965"/>
                </a:lnTo>
                <a:lnTo>
                  <a:pt x="1164907" y="40005"/>
                </a:lnTo>
                <a:lnTo>
                  <a:pt x="1183005" y="0"/>
                </a:lnTo>
                <a:lnTo>
                  <a:pt x="1200150" y="0"/>
                </a:lnTo>
                <a:lnTo>
                  <a:pt x="1218247" y="40005"/>
                </a:lnTo>
                <a:lnTo>
                  <a:pt x="1235393" y="100965"/>
                </a:lnTo>
                <a:lnTo>
                  <a:pt x="1253490" y="161925"/>
                </a:lnTo>
                <a:lnTo>
                  <a:pt x="1270635" y="207645"/>
                </a:lnTo>
                <a:lnTo>
                  <a:pt x="1288732" y="235267"/>
                </a:lnTo>
                <a:lnTo>
                  <a:pt x="1305878" y="247650"/>
                </a:lnTo>
                <a:lnTo>
                  <a:pt x="1323975" y="253365"/>
                </a:lnTo>
                <a:lnTo>
                  <a:pt x="1342072" y="255270"/>
                </a:lnTo>
                <a:lnTo>
                  <a:pt x="1359218" y="255270"/>
                </a:lnTo>
                <a:lnTo>
                  <a:pt x="1377315" y="255270"/>
                </a:lnTo>
                <a:lnTo>
                  <a:pt x="1394460" y="255270"/>
                </a:lnTo>
                <a:lnTo>
                  <a:pt x="1412557" y="255270"/>
                </a:lnTo>
                <a:lnTo>
                  <a:pt x="1429703" y="255270"/>
                </a:lnTo>
                <a:lnTo>
                  <a:pt x="1447800" y="255270"/>
                </a:lnTo>
                <a:lnTo>
                  <a:pt x="1464945" y="255270"/>
                </a:lnTo>
                <a:lnTo>
                  <a:pt x="1483043" y="255270"/>
                </a:lnTo>
                <a:lnTo>
                  <a:pt x="1500188" y="255270"/>
                </a:lnTo>
                <a:lnTo>
                  <a:pt x="1518285" y="255270"/>
                </a:lnTo>
                <a:lnTo>
                  <a:pt x="1535430" y="255270"/>
                </a:lnTo>
                <a:lnTo>
                  <a:pt x="1553528" y="255270"/>
                </a:lnTo>
                <a:lnTo>
                  <a:pt x="1570672" y="255270"/>
                </a:lnTo>
                <a:lnTo>
                  <a:pt x="1588770" y="255270"/>
                </a:lnTo>
                <a:lnTo>
                  <a:pt x="1606868" y="255270"/>
                </a:lnTo>
                <a:lnTo>
                  <a:pt x="1624013" y="255270"/>
                </a:lnTo>
                <a:lnTo>
                  <a:pt x="1642110" y="255270"/>
                </a:lnTo>
                <a:lnTo>
                  <a:pt x="1659255" y="255270"/>
                </a:lnTo>
                <a:lnTo>
                  <a:pt x="1677353" y="255270"/>
                </a:lnTo>
                <a:lnTo>
                  <a:pt x="1694497" y="255270"/>
                </a:lnTo>
                <a:lnTo>
                  <a:pt x="1712595" y="255270"/>
                </a:lnTo>
                <a:lnTo>
                  <a:pt x="1729740" y="255270"/>
                </a:lnTo>
                <a:lnTo>
                  <a:pt x="1747838" y="255270"/>
                </a:lnTo>
                <a:lnTo>
                  <a:pt x="1764982" y="255270"/>
                </a:lnTo>
                <a:lnTo>
                  <a:pt x="1783080" y="255270"/>
                </a:lnTo>
                <a:lnTo>
                  <a:pt x="1800225" y="255270"/>
                </a:lnTo>
                <a:lnTo>
                  <a:pt x="1818322" y="255270"/>
                </a:lnTo>
                <a:lnTo>
                  <a:pt x="1835468" y="246697"/>
                </a:lnTo>
                <a:lnTo>
                  <a:pt x="1853565" y="200977"/>
                </a:lnTo>
                <a:lnTo>
                  <a:pt x="1871663" y="122872"/>
                </a:lnTo>
                <a:lnTo>
                  <a:pt x="1888807" y="122872"/>
                </a:lnTo>
                <a:lnTo>
                  <a:pt x="1906905" y="200977"/>
                </a:lnTo>
                <a:lnTo>
                  <a:pt x="1924050" y="246697"/>
                </a:lnTo>
                <a:lnTo>
                  <a:pt x="1942147" y="255270"/>
                </a:lnTo>
                <a:lnTo>
                  <a:pt x="1959293" y="255270"/>
                </a:lnTo>
                <a:lnTo>
                  <a:pt x="1977390" y="255270"/>
                </a:lnTo>
                <a:lnTo>
                  <a:pt x="1994535" y="255270"/>
                </a:lnTo>
                <a:lnTo>
                  <a:pt x="2012632" y="255270"/>
                </a:lnTo>
                <a:lnTo>
                  <a:pt x="2029778" y="255270"/>
                </a:lnTo>
                <a:lnTo>
                  <a:pt x="2047875" y="255270"/>
                </a:lnTo>
                <a:lnTo>
                  <a:pt x="2065020" y="255270"/>
                </a:lnTo>
                <a:lnTo>
                  <a:pt x="2083118" y="255270"/>
                </a:lnTo>
                <a:lnTo>
                  <a:pt x="2100263" y="255270"/>
                </a:lnTo>
                <a:lnTo>
                  <a:pt x="2118360" y="255270"/>
                </a:lnTo>
                <a:lnTo>
                  <a:pt x="2136457" y="255270"/>
                </a:lnTo>
                <a:lnTo>
                  <a:pt x="2153603" y="255270"/>
                </a:lnTo>
                <a:lnTo>
                  <a:pt x="2171700" y="255270"/>
                </a:lnTo>
                <a:lnTo>
                  <a:pt x="2188845" y="255270"/>
                </a:lnTo>
                <a:lnTo>
                  <a:pt x="2206943" y="253365"/>
                </a:lnTo>
                <a:lnTo>
                  <a:pt x="2224088" y="248602"/>
                </a:lnTo>
                <a:lnTo>
                  <a:pt x="2242185" y="236220"/>
                </a:lnTo>
                <a:lnTo>
                  <a:pt x="2259330" y="210502"/>
                </a:lnTo>
                <a:lnTo>
                  <a:pt x="2277428" y="178117"/>
                </a:lnTo>
                <a:lnTo>
                  <a:pt x="2294573" y="153352"/>
                </a:lnTo>
                <a:lnTo>
                  <a:pt x="2312670" y="153352"/>
                </a:lnTo>
                <a:lnTo>
                  <a:pt x="2329815" y="178117"/>
                </a:lnTo>
                <a:lnTo>
                  <a:pt x="2347913" y="210502"/>
                </a:lnTo>
                <a:lnTo>
                  <a:pt x="2365057" y="236220"/>
                </a:lnTo>
                <a:lnTo>
                  <a:pt x="2383155" y="248602"/>
                </a:lnTo>
                <a:lnTo>
                  <a:pt x="2401253" y="253365"/>
                </a:lnTo>
                <a:lnTo>
                  <a:pt x="2418398" y="255270"/>
                </a:lnTo>
                <a:lnTo>
                  <a:pt x="2436495" y="255270"/>
                </a:lnTo>
                <a:lnTo>
                  <a:pt x="2453640" y="255270"/>
                </a:lnTo>
                <a:lnTo>
                  <a:pt x="2471738" y="255270"/>
                </a:lnTo>
                <a:lnTo>
                  <a:pt x="2488882" y="255270"/>
                </a:lnTo>
                <a:lnTo>
                  <a:pt x="2506980" y="255270"/>
                </a:lnTo>
                <a:lnTo>
                  <a:pt x="2524125" y="255270"/>
                </a:lnTo>
                <a:lnTo>
                  <a:pt x="2542223" y="255270"/>
                </a:lnTo>
                <a:lnTo>
                  <a:pt x="2559368" y="255270"/>
                </a:lnTo>
                <a:lnTo>
                  <a:pt x="2577465" y="255270"/>
                </a:lnTo>
                <a:lnTo>
                  <a:pt x="2594610" y="255270"/>
                </a:lnTo>
                <a:lnTo>
                  <a:pt x="2612707" y="255270"/>
                </a:lnTo>
                <a:lnTo>
                  <a:pt x="2629853" y="255270"/>
                </a:lnTo>
                <a:lnTo>
                  <a:pt x="2647950" y="25527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240" name="p09-路径-0240">
            <a:extLst xmlns:a="http://schemas.openxmlformats.org/drawingml/2006/main">
              <a:ext uri="{FF2B5EF4-FFF2-40B4-BE49-F238E27FC236}">
                <a16:creationId xmlns:a16="http://schemas.microsoft.com/office/drawing/2014/main" id="{C6AE605F-D17D-4059-BCBD-43EEA9AE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039553"/>
            <a:ext cx="2647950" cy="259080"/>
          </a:xfrm>
          <a:custGeom xmlns:a="http://schemas.openxmlformats.org/drawingml/2006/main">
            <a:pathLst>
              <a:path w="2647950" h="259080">
                <a:moveTo>
                  <a:pt x="0" y="259080"/>
                </a:moveTo>
                <a:lnTo>
                  <a:pt x="18097" y="259080"/>
                </a:lnTo>
                <a:lnTo>
                  <a:pt x="35243" y="259080"/>
                </a:lnTo>
                <a:lnTo>
                  <a:pt x="53340" y="259080"/>
                </a:lnTo>
                <a:lnTo>
                  <a:pt x="70485" y="259080"/>
                </a:lnTo>
                <a:lnTo>
                  <a:pt x="88582" y="259080"/>
                </a:lnTo>
                <a:lnTo>
                  <a:pt x="105728" y="259080"/>
                </a:lnTo>
                <a:lnTo>
                  <a:pt x="123825" y="259080"/>
                </a:lnTo>
                <a:lnTo>
                  <a:pt x="140970" y="259080"/>
                </a:lnTo>
                <a:lnTo>
                  <a:pt x="159068" y="259080"/>
                </a:lnTo>
                <a:lnTo>
                  <a:pt x="176213" y="259080"/>
                </a:lnTo>
                <a:lnTo>
                  <a:pt x="194310" y="259080"/>
                </a:lnTo>
                <a:lnTo>
                  <a:pt x="211455" y="259080"/>
                </a:lnTo>
                <a:lnTo>
                  <a:pt x="229553" y="259080"/>
                </a:lnTo>
                <a:lnTo>
                  <a:pt x="246697" y="259080"/>
                </a:lnTo>
                <a:lnTo>
                  <a:pt x="264795" y="259080"/>
                </a:lnTo>
                <a:lnTo>
                  <a:pt x="282893" y="259080"/>
                </a:lnTo>
                <a:lnTo>
                  <a:pt x="300038" y="259080"/>
                </a:lnTo>
                <a:lnTo>
                  <a:pt x="318135" y="259080"/>
                </a:lnTo>
                <a:lnTo>
                  <a:pt x="335280" y="259080"/>
                </a:lnTo>
                <a:lnTo>
                  <a:pt x="353378" y="259080"/>
                </a:lnTo>
                <a:lnTo>
                  <a:pt x="370522" y="259080"/>
                </a:lnTo>
                <a:lnTo>
                  <a:pt x="388620" y="259080"/>
                </a:lnTo>
                <a:lnTo>
                  <a:pt x="405765" y="259080"/>
                </a:lnTo>
                <a:lnTo>
                  <a:pt x="423863" y="259080"/>
                </a:lnTo>
                <a:lnTo>
                  <a:pt x="441007" y="259080"/>
                </a:lnTo>
                <a:lnTo>
                  <a:pt x="459105" y="258127"/>
                </a:lnTo>
                <a:lnTo>
                  <a:pt x="476250" y="255270"/>
                </a:lnTo>
                <a:lnTo>
                  <a:pt x="494347" y="241935"/>
                </a:lnTo>
                <a:lnTo>
                  <a:pt x="511493" y="200025"/>
                </a:lnTo>
                <a:lnTo>
                  <a:pt x="529590" y="131445"/>
                </a:lnTo>
                <a:lnTo>
                  <a:pt x="547688" y="83820"/>
                </a:lnTo>
                <a:lnTo>
                  <a:pt x="564832" y="106680"/>
                </a:lnTo>
                <a:lnTo>
                  <a:pt x="582930" y="174307"/>
                </a:lnTo>
                <a:lnTo>
                  <a:pt x="600075" y="229552"/>
                </a:lnTo>
                <a:lnTo>
                  <a:pt x="618172" y="252413"/>
                </a:lnTo>
                <a:lnTo>
                  <a:pt x="635318" y="258127"/>
                </a:lnTo>
                <a:lnTo>
                  <a:pt x="653415" y="259080"/>
                </a:lnTo>
                <a:lnTo>
                  <a:pt x="670560" y="259080"/>
                </a:lnTo>
                <a:lnTo>
                  <a:pt x="688657" y="259080"/>
                </a:lnTo>
                <a:lnTo>
                  <a:pt x="705803" y="259080"/>
                </a:lnTo>
                <a:lnTo>
                  <a:pt x="723900" y="259080"/>
                </a:lnTo>
                <a:lnTo>
                  <a:pt x="741045" y="259080"/>
                </a:lnTo>
                <a:lnTo>
                  <a:pt x="759143" y="259080"/>
                </a:lnTo>
                <a:lnTo>
                  <a:pt x="776288" y="259080"/>
                </a:lnTo>
                <a:lnTo>
                  <a:pt x="794385" y="259080"/>
                </a:lnTo>
                <a:lnTo>
                  <a:pt x="812482" y="259080"/>
                </a:lnTo>
                <a:lnTo>
                  <a:pt x="829628" y="259080"/>
                </a:lnTo>
                <a:lnTo>
                  <a:pt x="847725" y="259080"/>
                </a:lnTo>
                <a:lnTo>
                  <a:pt x="864870" y="259080"/>
                </a:lnTo>
                <a:lnTo>
                  <a:pt x="882968" y="259080"/>
                </a:lnTo>
                <a:lnTo>
                  <a:pt x="900113" y="259080"/>
                </a:lnTo>
                <a:lnTo>
                  <a:pt x="918210" y="259080"/>
                </a:lnTo>
                <a:lnTo>
                  <a:pt x="935355" y="259080"/>
                </a:lnTo>
                <a:lnTo>
                  <a:pt x="953453" y="259080"/>
                </a:lnTo>
                <a:lnTo>
                  <a:pt x="970597" y="259080"/>
                </a:lnTo>
                <a:lnTo>
                  <a:pt x="988695" y="259080"/>
                </a:lnTo>
                <a:lnTo>
                  <a:pt x="1005840" y="259080"/>
                </a:lnTo>
                <a:lnTo>
                  <a:pt x="1023938" y="259080"/>
                </a:lnTo>
                <a:lnTo>
                  <a:pt x="1041082" y="259080"/>
                </a:lnTo>
                <a:lnTo>
                  <a:pt x="1059180" y="258127"/>
                </a:lnTo>
                <a:lnTo>
                  <a:pt x="1077278" y="257175"/>
                </a:lnTo>
                <a:lnTo>
                  <a:pt x="1094422" y="252413"/>
                </a:lnTo>
                <a:lnTo>
                  <a:pt x="1112520" y="241935"/>
                </a:lnTo>
                <a:lnTo>
                  <a:pt x="1129665" y="218122"/>
                </a:lnTo>
                <a:lnTo>
                  <a:pt x="1147763" y="176213"/>
                </a:lnTo>
                <a:lnTo>
                  <a:pt x="1164907" y="117157"/>
                </a:lnTo>
                <a:lnTo>
                  <a:pt x="1183005" y="54292"/>
                </a:lnTo>
                <a:lnTo>
                  <a:pt x="1200150" y="8572"/>
                </a:lnTo>
                <a:lnTo>
                  <a:pt x="1218247" y="0"/>
                </a:lnTo>
                <a:lnTo>
                  <a:pt x="1235393" y="32385"/>
                </a:lnTo>
                <a:lnTo>
                  <a:pt x="1253490" y="91440"/>
                </a:lnTo>
                <a:lnTo>
                  <a:pt x="1270635" y="154305"/>
                </a:lnTo>
                <a:lnTo>
                  <a:pt x="1288732" y="203835"/>
                </a:lnTo>
                <a:lnTo>
                  <a:pt x="1305878" y="234315"/>
                </a:lnTo>
                <a:lnTo>
                  <a:pt x="1323975" y="249555"/>
                </a:lnTo>
                <a:lnTo>
                  <a:pt x="1342072" y="256222"/>
                </a:lnTo>
                <a:lnTo>
                  <a:pt x="1359218" y="258127"/>
                </a:lnTo>
                <a:lnTo>
                  <a:pt x="1377315" y="259080"/>
                </a:lnTo>
                <a:lnTo>
                  <a:pt x="1394460" y="259080"/>
                </a:lnTo>
                <a:lnTo>
                  <a:pt x="1412557" y="259080"/>
                </a:lnTo>
                <a:lnTo>
                  <a:pt x="1429703" y="259080"/>
                </a:lnTo>
                <a:lnTo>
                  <a:pt x="1447800" y="259080"/>
                </a:lnTo>
                <a:lnTo>
                  <a:pt x="1464945" y="259080"/>
                </a:lnTo>
                <a:lnTo>
                  <a:pt x="1483043" y="259080"/>
                </a:lnTo>
                <a:lnTo>
                  <a:pt x="1500188" y="259080"/>
                </a:lnTo>
                <a:lnTo>
                  <a:pt x="1518285" y="259080"/>
                </a:lnTo>
                <a:lnTo>
                  <a:pt x="1535430" y="259080"/>
                </a:lnTo>
                <a:lnTo>
                  <a:pt x="1553528" y="259080"/>
                </a:lnTo>
                <a:lnTo>
                  <a:pt x="1570672" y="259080"/>
                </a:lnTo>
                <a:lnTo>
                  <a:pt x="1588770" y="259080"/>
                </a:lnTo>
                <a:lnTo>
                  <a:pt x="1606868" y="259080"/>
                </a:lnTo>
                <a:lnTo>
                  <a:pt x="1624013" y="259080"/>
                </a:lnTo>
                <a:lnTo>
                  <a:pt x="1642110" y="259080"/>
                </a:lnTo>
                <a:lnTo>
                  <a:pt x="1659255" y="259080"/>
                </a:lnTo>
                <a:lnTo>
                  <a:pt x="1677353" y="259080"/>
                </a:lnTo>
                <a:lnTo>
                  <a:pt x="1694497" y="259080"/>
                </a:lnTo>
                <a:lnTo>
                  <a:pt x="1712595" y="259080"/>
                </a:lnTo>
                <a:lnTo>
                  <a:pt x="1729740" y="259080"/>
                </a:lnTo>
                <a:lnTo>
                  <a:pt x="1747838" y="259080"/>
                </a:lnTo>
                <a:lnTo>
                  <a:pt x="1764982" y="259080"/>
                </a:lnTo>
                <a:lnTo>
                  <a:pt x="1783080" y="259080"/>
                </a:lnTo>
                <a:lnTo>
                  <a:pt x="1800225" y="259080"/>
                </a:lnTo>
                <a:lnTo>
                  <a:pt x="1818322" y="259080"/>
                </a:lnTo>
                <a:lnTo>
                  <a:pt x="1835468" y="258127"/>
                </a:lnTo>
                <a:lnTo>
                  <a:pt x="1853565" y="253365"/>
                </a:lnTo>
                <a:lnTo>
                  <a:pt x="1871663" y="218122"/>
                </a:lnTo>
                <a:lnTo>
                  <a:pt x="1888807" y="140017"/>
                </a:lnTo>
                <a:lnTo>
                  <a:pt x="1906905" y="116205"/>
                </a:lnTo>
                <a:lnTo>
                  <a:pt x="1924050" y="188595"/>
                </a:lnTo>
                <a:lnTo>
                  <a:pt x="1942147" y="244792"/>
                </a:lnTo>
                <a:lnTo>
                  <a:pt x="1959293" y="258127"/>
                </a:lnTo>
                <a:lnTo>
                  <a:pt x="1977390" y="259080"/>
                </a:lnTo>
                <a:lnTo>
                  <a:pt x="1994535" y="259080"/>
                </a:lnTo>
                <a:lnTo>
                  <a:pt x="2012632" y="259080"/>
                </a:lnTo>
                <a:lnTo>
                  <a:pt x="2029778" y="259080"/>
                </a:lnTo>
                <a:lnTo>
                  <a:pt x="2047875" y="259080"/>
                </a:lnTo>
                <a:lnTo>
                  <a:pt x="2065020" y="259080"/>
                </a:lnTo>
                <a:lnTo>
                  <a:pt x="2083118" y="259080"/>
                </a:lnTo>
                <a:lnTo>
                  <a:pt x="2100263" y="259080"/>
                </a:lnTo>
                <a:lnTo>
                  <a:pt x="2118360" y="259080"/>
                </a:lnTo>
                <a:lnTo>
                  <a:pt x="2136457" y="259080"/>
                </a:lnTo>
                <a:lnTo>
                  <a:pt x="2153603" y="259080"/>
                </a:lnTo>
                <a:lnTo>
                  <a:pt x="2171700" y="259080"/>
                </a:lnTo>
                <a:lnTo>
                  <a:pt x="2188845" y="259080"/>
                </a:lnTo>
                <a:lnTo>
                  <a:pt x="2206943" y="259080"/>
                </a:lnTo>
                <a:lnTo>
                  <a:pt x="2224088" y="258127"/>
                </a:lnTo>
                <a:lnTo>
                  <a:pt x="2242185" y="253365"/>
                </a:lnTo>
                <a:lnTo>
                  <a:pt x="2259330" y="242888"/>
                </a:lnTo>
                <a:lnTo>
                  <a:pt x="2277428" y="220027"/>
                </a:lnTo>
                <a:lnTo>
                  <a:pt x="2294573" y="187642"/>
                </a:lnTo>
                <a:lnTo>
                  <a:pt x="2312670" y="160020"/>
                </a:lnTo>
                <a:lnTo>
                  <a:pt x="2329815" y="154305"/>
                </a:lnTo>
                <a:lnTo>
                  <a:pt x="2347913" y="175260"/>
                </a:lnTo>
                <a:lnTo>
                  <a:pt x="2365057" y="207645"/>
                </a:lnTo>
                <a:lnTo>
                  <a:pt x="2383155" y="235267"/>
                </a:lnTo>
                <a:lnTo>
                  <a:pt x="2401253" y="250507"/>
                </a:lnTo>
                <a:lnTo>
                  <a:pt x="2418398" y="256222"/>
                </a:lnTo>
                <a:lnTo>
                  <a:pt x="2436495" y="258127"/>
                </a:lnTo>
                <a:lnTo>
                  <a:pt x="2453640" y="259080"/>
                </a:lnTo>
                <a:lnTo>
                  <a:pt x="2471738" y="259080"/>
                </a:lnTo>
                <a:lnTo>
                  <a:pt x="2488882" y="259080"/>
                </a:lnTo>
                <a:lnTo>
                  <a:pt x="2506980" y="259080"/>
                </a:lnTo>
                <a:lnTo>
                  <a:pt x="2524125" y="259080"/>
                </a:lnTo>
                <a:lnTo>
                  <a:pt x="2542223" y="259080"/>
                </a:lnTo>
                <a:lnTo>
                  <a:pt x="2559368" y="259080"/>
                </a:lnTo>
                <a:lnTo>
                  <a:pt x="2577465" y="259080"/>
                </a:lnTo>
                <a:lnTo>
                  <a:pt x="2594610" y="259080"/>
                </a:lnTo>
                <a:lnTo>
                  <a:pt x="2612707" y="259080"/>
                </a:lnTo>
                <a:lnTo>
                  <a:pt x="2629853" y="259080"/>
                </a:lnTo>
                <a:lnTo>
                  <a:pt x="2647950" y="25908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241" name="p09-路径-0241">
            <a:extLst xmlns:a="http://schemas.openxmlformats.org/drawingml/2006/main">
              <a:ext uri="{FF2B5EF4-FFF2-40B4-BE49-F238E27FC236}">
                <a16:creationId xmlns:a16="http://schemas.microsoft.com/office/drawing/2014/main" id="{9B868A78-1BDC-49BA-9A45-12CEF5DF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925253"/>
            <a:ext cx="2647950" cy="260032"/>
          </a:xfrm>
          <a:custGeom xmlns:a="http://schemas.openxmlformats.org/drawingml/2006/main">
            <a:pathLst>
              <a:path w="2647950" h="260032">
                <a:moveTo>
                  <a:pt x="0" y="260032"/>
                </a:moveTo>
                <a:lnTo>
                  <a:pt x="18097" y="260032"/>
                </a:lnTo>
                <a:lnTo>
                  <a:pt x="35243" y="260032"/>
                </a:lnTo>
                <a:lnTo>
                  <a:pt x="53340" y="260032"/>
                </a:lnTo>
                <a:lnTo>
                  <a:pt x="70485" y="260032"/>
                </a:lnTo>
                <a:lnTo>
                  <a:pt x="88582" y="260032"/>
                </a:lnTo>
                <a:lnTo>
                  <a:pt x="105728" y="260032"/>
                </a:lnTo>
                <a:lnTo>
                  <a:pt x="123825" y="260032"/>
                </a:lnTo>
                <a:lnTo>
                  <a:pt x="140970" y="260032"/>
                </a:lnTo>
                <a:lnTo>
                  <a:pt x="159068" y="260032"/>
                </a:lnTo>
                <a:lnTo>
                  <a:pt x="176213" y="260032"/>
                </a:lnTo>
                <a:lnTo>
                  <a:pt x="194310" y="260032"/>
                </a:lnTo>
                <a:lnTo>
                  <a:pt x="211455" y="260032"/>
                </a:lnTo>
                <a:lnTo>
                  <a:pt x="229553" y="260032"/>
                </a:lnTo>
                <a:lnTo>
                  <a:pt x="246697" y="260032"/>
                </a:lnTo>
                <a:lnTo>
                  <a:pt x="264795" y="260032"/>
                </a:lnTo>
                <a:lnTo>
                  <a:pt x="282893" y="260032"/>
                </a:lnTo>
                <a:lnTo>
                  <a:pt x="300038" y="260032"/>
                </a:lnTo>
                <a:lnTo>
                  <a:pt x="318135" y="260032"/>
                </a:lnTo>
                <a:lnTo>
                  <a:pt x="335280" y="260032"/>
                </a:lnTo>
                <a:lnTo>
                  <a:pt x="353378" y="260032"/>
                </a:lnTo>
                <a:lnTo>
                  <a:pt x="370522" y="260032"/>
                </a:lnTo>
                <a:lnTo>
                  <a:pt x="388620" y="260032"/>
                </a:lnTo>
                <a:lnTo>
                  <a:pt x="405765" y="260032"/>
                </a:lnTo>
                <a:lnTo>
                  <a:pt x="423863" y="260032"/>
                </a:lnTo>
                <a:lnTo>
                  <a:pt x="441007" y="260032"/>
                </a:lnTo>
                <a:lnTo>
                  <a:pt x="459105" y="260032"/>
                </a:lnTo>
                <a:lnTo>
                  <a:pt x="476250" y="260032"/>
                </a:lnTo>
                <a:lnTo>
                  <a:pt x="494347" y="258127"/>
                </a:lnTo>
                <a:lnTo>
                  <a:pt x="511493" y="247650"/>
                </a:lnTo>
                <a:lnTo>
                  <a:pt x="529590" y="212407"/>
                </a:lnTo>
                <a:lnTo>
                  <a:pt x="547688" y="147638"/>
                </a:lnTo>
                <a:lnTo>
                  <a:pt x="564832" y="90488"/>
                </a:lnTo>
                <a:lnTo>
                  <a:pt x="582930" y="98107"/>
                </a:lnTo>
                <a:lnTo>
                  <a:pt x="600075" y="161925"/>
                </a:lnTo>
                <a:lnTo>
                  <a:pt x="618172" y="221932"/>
                </a:lnTo>
                <a:lnTo>
                  <a:pt x="635318" y="251460"/>
                </a:lnTo>
                <a:lnTo>
                  <a:pt x="653415" y="259080"/>
                </a:lnTo>
                <a:lnTo>
                  <a:pt x="670560" y="260032"/>
                </a:lnTo>
                <a:lnTo>
                  <a:pt x="688657" y="260032"/>
                </a:lnTo>
                <a:lnTo>
                  <a:pt x="705803" y="260032"/>
                </a:lnTo>
                <a:lnTo>
                  <a:pt x="723900" y="260032"/>
                </a:lnTo>
                <a:lnTo>
                  <a:pt x="741045" y="260032"/>
                </a:lnTo>
                <a:lnTo>
                  <a:pt x="759143" y="260032"/>
                </a:lnTo>
                <a:lnTo>
                  <a:pt x="776288" y="260032"/>
                </a:lnTo>
                <a:lnTo>
                  <a:pt x="794385" y="260032"/>
                </a:lnTo>
                <a:lnTo>
                  <a:pt x="812482" y="260032"/>
                </a:lnTo>
                <a:lnTo>
                  <a:pt x="829628" y="260032"/>
                </a:lnTo>
                <a:lnTo>
                  <a:pt x="847725" y="260032"/>
                </a:lnTo>
                <a:lnTo>
                  <a:pt x="864870" y="260032"/>
                </a:lnTo>
                <a:lnTo>
                  <a:pt x="882968" y="260032"/>
                </a:lnTo>
                <a:lnTo>
                  <a:pt x="900113" y="260032"/>
                </a:lnTo>
                <a:lnTo>
                  <a:pt x="918210" y="260032"/>
                </a:lnTo>
                <a:lnTo>
                  <a:pt x="935355" y="260032"/>
                </a:lnTo>
                <a:lnTo>
                  <a:pt x="953453" y="260032"/>
                </a:lnTo>
                <a:lnTo>
                  <a:pt x="970597" y="260032"/>
                </a:lnTo>
                <a:lnTo>
                  <a:pt x="988695" y="260032"/>
                </a:lnTo>
                <a:lnTo>
                  <a:pt x="1005840" y="260032"/>
                </a:lnTo>
                <a:lnTo>
                  <a:pt x="1023938" y="260032"/>
                </a:lnTo>
                <a:lnTo>
                  <a:pt x="1041082" y="260032"/>
                </a:lnTo>
                <a:lnTo>
                  <a:pt x="1059180" y="260032"/>
                </a:lnTo>
                <a:lnTo>
                  <a:pt x="1077278" y="260032"/>
                </a:lnTo>
                <a:lnTo>
                  <a:pt x="1094422" y="259080"/>
                </a:lnTo>
                <a:lnTo>
                  <a:pt x="1112520" y="255270"/>
                </a:lnTo>
                <a:lnTo>
                  <a:pt x="1129665" y="246697"/>
                </a:lnTo>
                <a:lnTo>
                  <a:pt x="1147763" y="225742"/>
                </a:lnTo>
                <a:lnTo>
                  <a:pt x="1164907" y="187642"/>
                </a:lnTo>
                <a:lnTo>
                  <a:pt x="1183005" y="131445"/>
                </a:lnTo>
                <a:lnTo>
                  <a:pt x="1200150" y="67627"/>
                </a:lnTo>
                <a:lnTo>
                  <a:pt x="1218247" y="17145"/>
                </a:lnTo>
                <a:lnTo>
                  <a:pt x="1235393" y="0"/>
                </a:lnTo>
                <a:lnTo>
                  <a:pt x="1253490" y="24765"/>
                </a:lnTo>
                <a:lnTo>
                  <a:pt x="1270635" y="80010"/>
                </a:lnTo>
                <a:lnTo>
                  <a:pt x="1288732" y="143827"/>
                </a:lnTo>
                <a:lnTo>
                  <a:pt x="1305878" y="197167"/>
                </a:lnTo>
                <a:lnTo>
                  <a:pt x="1323975" y="231457"/>
                </a:lnTo>
                <a:lnTo>
                  <a:pt x="1342072" y="248602"/>
                </a:lnTo>
                <a:lnTo>
                  <a:pt x="1359218" y="256222"/>
                </a:lnTo>
                <a:lnTo>
                  <a:pt x="1377315" y="259080"/>
                </a:lnTo>
                <a:lnTo>
                  <a:pt x="1394460" y="260032"/>
                </a:lnTo>
                <a:lnTo>
                  <a:pt x="1412557" y="260032"/>
                </a:lnTo>
                <a:lnTo>
                  <a:pt x="1429703" y="260032"/>
                </a:lnTo>
                <a:lnTo>
                  <a:pt x="1447800" y="260032"/>
                </a:lnTo>
                <a:lnTo>
                  <a:pt x="1464945" y="260032"/>
                </a:lnTo>
                <a:lnTo>
                  <a:pt x="1483043" y="260032"/>
                </a:lnTo>
                <a:lnTo>
                  <a:pt x="1500188" y="260032"/>
                </a:lnTo>
                <a:lnTo>
                  <a:pt x="1518285" y="260032"/>
                </a:lnTo>
                <a:lnTo>
                  <a:pt x="1535430" y="260032"/>
                </a:lnTo>
                <a:lnTo>
                  <a:pt x="1553528" y="260032"/>
                </a:lnTo>
                <a:lnTo>
                  <a:pt x="1570672" y="260032"/>
                </a:lnTo>
                <a:lnTo>
                  <a:pt x="1588770" y="260032"/>
                </a:lnTo>
                <a:lnTo>
                  <a:pt x="1606868" y="260032"/>
                </a:lnTo>
                <a:lnTo>
                  <a:pt x="1624013" y="260032"/>
                </a:lnTo>
                <a:lnTo>
                  <a:pt x="1642110" y="260032"/>
                </a:lnTo>
                <a:lnTo>
                  <a:pt x="1659255" y="260032"/>
                </a:lnTo>
                <a:lnTo>
                  <a:pt x="1677353" y="260032"/>
                </a:lnTo>
                <a:lnTo>
                  <a:pt x="1694497" y="260032"/>
                </a:lnTo>
                <a:lnTo>
                  <a:pt x="1712595" y="260032"/>
                </a:lnTo>
                <a:lnTo>
                  <a:pt x="1729740" y="260032"/>
                </a:lnTo>
                <a:lnTo>
                  <a:pt x="1747838" y="260032"/>
                </a:lnTo>
                <a:lnTo>
                  <a:pt x="1764982" y="260032"/>
                </a:lnTo>
                <a:lnTo>
                  <a:pt x="1783080" y="260032"/>
                </a:lnTo>
                <a:lnTo>
                  <a:pt x="1800225" y="260032"/>
                </a:lnTo>
                <a:lnTo>
                  <a:pt x="1818322" y="260032"/>
                </a:lnTo>
                <a:lnTo>
                  <a:pt x="1835468" y="260032"/>
                </a:lnTo>
                <a:lnTo>
                  <a:pt x="1853565" y="260032"/>
                </a:lnTo>
                <a:lnTo>
                  <a:pt x="1871663" y="257175"/>
                </a:lnTo>
                <a:lnTo>
                  <a:pt x="1888807" y="230505"/>
                </a:lnTo>
                <a:lnTo>
                  <a:pt x="1906905" y="157163"/>
                </a:lnTo>
                <a:lnTo>
                  <a:pt x="1924050" y="113347"/>
                </a:lnTo>
                <a:lnTo>
                  <a:pt x="1942147" y="174307"/>
                </a:lnTo>
                <a:lnTo>
                  <a:pt x="1959293" y="240030"/>
                </a:lnTo>
                <a:lnTo>
                  <a:pt x="1977390" y="258127"/>
                </a:lnTo>
                <a:lnTo>
                  <a:pt x="1994535" y="260032"/>
                </a:lnTo>
                <a:lnTo>
                  <a:pt x="2012632" y="260032"/>
                </a:lnTo>
                <a:lnTo>
                  <a:pt x="2029778" y="260032"/>
                </a:lnTo>
                <a:lnTo>
                  <a:pt x="2047875" y="260032"/>
                </a:lnTo>
                <a:lnTo>
                  <a:pt x="2065020" y="260032"/>
                </a:lnTo>
                <a:lnTo>
                  <a:pt x="2083118" y="260032"/>
                </a:lnTo>
                <a:lnTo>
                  <a:pt x="2100263" y="260032"/>
                </a:lnTo>
                <a:lnTo>
                  <a:pt x="2118360" y="260032"/>
                </a:lnTo>
                <a:lnTo>
                  <a:pt x="2136457" y="260032"/>
                </a:lnTo>
                <a:lnTo>
                  <a:pt x="2153603" y="260032"/>
                </a:lnTo>
                <a:lnTo>
                  <a:pt x="2171700" y="260032"/>
                </a:lnTo>
                <a:lnTo>
                  <a:pt x="2188845" y="260032"/>
                </a:lnTo>
                <a:lnTo>
                  <a:pt x="2206943" y="260032"/>
                </a:lnTo>
                <a:lnTo>
                  <a:pt x="2224088" y="260032"/>
                </a:lnTo>
                <a:lnTo>
                  <a:pt x="2242185" y="259080"/>
                </a:lnTo>
                <a:lnTo>
                  <a:pt x="2259330" y="256222"/>
                </a:lnTo>
                <a:lnTo>
                  <a:pt x="2277428" y="247650"/>
                </a:lnTo>
                <a:lnTo>
                  <a:pt x="2294573" y="226695"/>
                </a:lnTo>
                <a:lnTo>
                  <a:pt x="2312670" y="196215"/>
                </a:lnTo>
                <a:lnTo>
                  <a:pt x="2329815" y="165735"/>
                </a:lnTo>
                <a:lnTo>
                  <a:pt x="2347913" y="155257"/>
                </a:lnTo>
                <a:lnTo>
                  <a:pt x="2365057" y="170497"/>
                </a:lnTo>
                <a:lnTo>
                  <a:pt x="2383155" y="202882"/>
                </a:lnTo>
                <a:lnTo>
                  <a:pt x="2401253" y="232410"/>
                </a:lnTo>
                <a:lnTo>
                  <a:pt x="2418398" y="249555"/>
                </a:lnTo>
                <a:lnTo>
                  <a:pt x="2436495" y="257175"/>
                </a:lnTo>
                <a:lnTo>
                  <a:pt x="2453640" y="260032"/>
                </a:lnTo>
                <a:lnTo>
                  <a:pt x="2471738" y="260032"/>
                </a:lnTo>
                <a:lnTo>
                  <a:pt x="2488882" y="260032"/>
                </a:lnTo>
                <a:lnTo>
                  <a:pt x="2506980" y="260032"/>
                </a:lnTo>
                <a:lnTo>
                  <a:pt x="2524125" y="260032"/>
                </a:lnTo>
                <a:lnTo>
                  <a:pt x="2542223" y="260032"/>
                </a:lnTo>
                <a:lnTo>
                  <a:pt x="2559368" y="260032"/>
                </a:lnTo>
                <a:lnTo>
                  <a:pt x="2577465" y="260032"/>
                </a:lnTo>
                <a:lnTo>
                  <a:pt x="2594610" y="260032"/>
                </a:lnTo>
                <a:lnTo>
                  <a:pt x="2612707" y="260032"/>
                </a:lnTo>
                <a:lnTo>
                  <a:pt x="2629853" y="260032"/>
                </a:lnTo>
                <a:lnTo>
                  <a:pt x="2647950" y="26003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242" name="p09-文本-0242">
            <a:extLst xmlns:a="http://schemas.openxmlformats.org/drawingml/2006/main">
              <a:ext uri="{FF2B5EF4-FFF2-40B4-BE49-F238E27FC236}">
                <a16:creationId xmlns:a16="http://schemas.microsoft.com/office/drawing/2014/main" id="{DC48A606-F204-44F9-8522-944EC3EC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39" y="4545202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243" name="p09-文本-0243">
            <a:extLst xmlns:a="http://schemas.openxmlformats.org/drawingml/2006/main">
              <a:ext uri="{FF2B5EF4-FFF2-40B4-BE49-F238E27FC236}">
                <a16:creationId xmlns:a16="http://schemas.microsoft.com/office/drawing/2014/main" id="{4ACF111C-90E2-44E6-9396-21CD8756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8085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分离响应特征</a:t>
            </a:r>
          </a:p>
        </p:txBody>
      </p:sp>
      <p:sp>
        <p:nvSpPr>
          <p:cNvPr id="244" name="p09-路径-0244">
            <a:extLst xmlns:a="http://schemas.openxmlformats.org/drawingml/2006/main">
              <a:ext uri="{FF2B5EF4-FFF2-40B4-BE49-F238E27FC236}">
                <a16:creationId xmlns:a16="http://schemas.microsoft.com/office/drawing/2014/main" id="{A6C8C032-0027-43F4-907E-690A2FAB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7513" y="5172075"/>
            <a:ext cx="85725" cy="104775"/>
          </a:xfrm>
          <a:custGeom xmlns:a="http://schemas.openxmlformats.org/drawingml/2006/main">
            <a:pathLst>
              <a:path w="85725" h="104775">
                <a:moveTo>
                  <a:pt x="0" y="0"/>
                </a:moveTo>
                <a:lnTo>
                  <a:pt x="0" y="41910"/>
                </a:lnTo>
                <a:lnTo>
                  <a:pt x="3905" y="41910"/>
                </a:lnTo>
                <a:lnTo>
                  <a:pt x="42863" y="104775"/>
                </a:lnTo>
                <a:lnTo>
                  <a:pt x="81820" y="41910"/>
                </a:lnTo>
                <a:lnTo>
                  <a:pt x="85725" y="41910"/>
                </a:lnTo>
                <a:lnTo>
                  <a:pt x="8572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5" name="p09-矩形-0245">
            <a:extLst xmlns:a="http://schemas.openxmlformats.org/drawingml/2006/main">
              <a:ext uri="{FF2B5EF4-FFF2-40B4-BE49-F238E27FC236}">
                <a16:creationId xmlns:a16="http://schemas.microsoft.com/office/drawing/2014/main" id="{D3956182-3480-4373-AEB4-13E32549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343525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46" name="p09-文本-0246">
            <a:extLst xmlns:a="http://schemas.openxmlformats.org/drawingml/2006/main">
              <a:ext uri="{FF2B5EF4-FFF2-40B4-BE49-F238E27FC236}">
                <a16:creationId xmlns:a16="http://schemas.microsoft.com/office/drawing/2014/main" id="{CEF18B5F-2B25-4E7D-89AC-C822A013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8675" y="552184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检验机制解释</a:t>
            </a:r>
          </a:p>
        </p:txBody>
      </p:sp>
      <p:sp>
        <p:nvSpPr>
          <p:cNvPr id="247" name="p09-矩形-0247">
            <a:extLst xmlns:a="http://schemas.openxmlformats.org/drawingml/2006/main">
              <a:ext uri="{FF2B5EF4-FFF2-40B4-BE49-F238E27FC236}">
                <a16:creationId xmlns:a16="http://schemas.microsoft.com/office/drawing/2014/main" id="{47574B6C-1F28-4D60-B43B-F6B457A8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09700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48" name="p09-文本-0248">
            <a:extLst xmlns:a="http://schemas.openxmlformats.org/drawingml/2006/main">
              <a:ext uri="{FF2B5EF4-FFF2-40B4-BE49-F238E27FC236}">
                <a16:creationId xmlns:a16="http://schemas.microsoft.com/office/drawing/2014/main" id="{88293D80-BB7B-4A67-ABA1-2044428F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802" y="1577946"/>
            <a:ext cx="13626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条件外推不明</a:t>
            </a:r>
          </a:p>
        </p:txBody>
      </p:sp>
      <p:sp>
        <p:nvSpPr>
          <p:cNvPr id="249" name="p09-路径-0249">
            <a:extLst xmlns:a="http://schemas.openxmlformats.org/drawingml/2006/main">
              <a:ext uri="{FF2B5EF4-FFF2-40B4-BE49-F238E27FC236}">
                <a16:creationId xmlns:a16="http://schemas.microsoft.com/office/drawing/2014/main" id="{7F270923-1DBE-4ECF-B927-736B301F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5543" y="2124075"/>
            <a:ext cx="177165" cy="238125"/>
          </a:xfrm>
          <a:custGeom xmlns:a="http://schemas.openxmlformats.org/drawingml/2006/main">
            <a:pathLst>
              <a:path w="177165" h="238125">
                <a:moveTo>
                  <a:pt x="45720" y="0"/>
                </a:moveTo>
                <a:lnTo>
                  <a:pt x="45720" y="95250"/>
                </a:lnTo>
                <a:lnTo>
                  <a:pt x="0" y="95250"/>
                </a:lnTo>
                <a:lnTo>
                  <a:pt x="88582" y="238125"/>
                </a:lnTo>
                <a:lnTo>
                  <a:pt x="177165" y="95250"/>
                </a:lnTo>
                <a:lnTo>
                  <a:pt x="131445" y="95250"/>
                </a:lnTo>
                <a:lnTo>
                  <a:pt x="13144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0" name="p09-文本-0250">
            <a:extLst xmlns:a="http://schemas.openxmlformats.org/drawingml/2006/main">
              <a:ext uri="{FF2B5EF4-FFF2-40B4-BE49-F238E27FC236}">
                <a16:creationId xmlns:a16="http://schemas.microsoft.com/office/drawing/2014/main" id="{2942AE48-5F8E-4AA2-85F0-293802CC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2875" y="2635774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结论可适用到哪里</a:t>
            </a:r>
          </a:p>
        </p:txBody>
      </p:sp>
      <p:sp>
        <p:nvSpPr>
          <p:cNvPr id="251" name="p09-路径-0251">
            <a:extLst xmlns:a="http://schemas.openxmlformats.org/drawingml/2006/main">
              <a:ext uri="{FF2B5EF4-FFF2-40B4-BE49-F238E27FC236}">
                <a16:creationId xmlns:a16="http://schemas.microsoft.com/office/drawing/2014/main" id="{2EAD87F8-A8D8-4976-A0D3-3DB45E30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637" y="3105150"/>
            <a:ext cx="188976" cy="276225"/>
          </a:xfrm>
          <a:custGeom xmlns:a="http://schemas.openxmlformats.org/drawingml/2006/main">
            <a:pathLst>
              <a:path w="188976" h="276225">
                <a:moveTo>
                  <a:pt x="51626" y="0"/>
                </a:moveTo>
                <a:lnTo>
                  <a:pt x="51626" y="123825"/>
                </a:lnTo>
                <a:lnTo>
                  <a:pt x="0" y="123825"/>
                </a:lnTo>
                <a:lnTo>
                  <a:pt x="94488" y="276225"/>
                </a:lnTo>
                <a:lnTo>
                  <a:pt x="188976" y="123825"/>
                </a:lnTo>
                <a:lnTo>
                  <a:pt x="137351" y="123825"/>
                </a:lnTo>
                <a:lnTo>
                  <a:pt x="137351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2" name="p09-矩形-0252">
            <a:extLst xmlns:a="http://schemas.openxmlformats.org/drawingml/2006/main">
              <a:ext uri="{FF2B5EF4-FFF2-40B4-BE49-F238E27FC236}">
                <a16:creationId xmlns:a16="http://schemas.microsoft.com/office/drawing/2014/main" id="{327C9427-9CF3-4992-A131-C02FECC9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95675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53" name="p09-文本-0253">
            <a:extLst xmlns:a="http://schemas.openxmlformats.org/drawingml/2006/main">
              <a:ext uri="{FF2B5EF4-FFF2-40B4-BE49-F238E27FC236}">
                <a16:creationId xmlns:a16="http://schemas.microsoft.com/office/drawing/2014/main" id="{DA46AECA-BF15-4B39-ABA2-2D31FE5A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5460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54" name="p09-线-0254">
            <a:extLst xmlns:a="http://schemas.openxmlformats.org/drawingml/2006/main">
              <a:ext uri="{FF2B5EF4-FFF2-40B4-BE49-F238E27FC236}">
                <a16:creationId xmlns:a16="http://schemas.microsoft.com/office/drawing/2014/main" id="{DF062E40-4A7F-4ED0-920E-3C300276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95800"/>
            <a:ext cx="2647950" cy="95"/>
          </a:xfrm>
          <a:custGeom xmlns:a="http://schemas.openxmlformats.org/drawingml/2006/main">
            <a:pathLst>
              <a:path w="2647950" h="9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55" name="p09-线-0255">
            <a:extLst xmlns:a="http://schemas.openxmlformats.org/drawingml/2006/main">
              <a:ext uri="{FF2B5EF4-FFF2-40B4-BE49-F238E27FC236}">
                <a16:creationId xmlns:a16="http://schemas.microsoft.com/office/drawing/2014/main" id="{F37E0247-1918-4806-9E75-78BC140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19550"/>
            <a:ext cx="95" cy="476250"/>
          </a:xfrm>
          <a:custGeom xmlns:a="http://schemas.openxmlformats.org/drawingml/2006/main">
            <a:pathLst>
              <a:path w="95" h="476250">
                <a:moveTo>
                  <a:pt x="0" y="0"/>
                </a:moveTo>
                <a:lnTo>
                  <a:pt x="0" y="47625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56" name="p09-线-0256">
            <a:extLst xmlns:a="http://schemas.openxmlformats.org/drawingml/2006/main">
              <a:ext uri="{FF2B5EF4-FFF2-40B4-BE49-F238E27FC236}">
                <a16:creationId xmlns:a16="http://schemas.microsoft.com/office/drawing/2014/main" id="{35B6FDC1-B292-49DC-B939-47286DBE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38613"/>
            <a:ext cx="2647950" cy="95"/>
          </a:xfrm>
          <a:custGeom xmlns:a="http://schemas.openxmlformats.org/drawingml/2006/main">
            <a:pathLst>
              <a:path w="2647950" h="9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7" name="p09-线-0257">
            <a:extLst xmlns:a="http://schemas.openxmlformats.org/drawingml/2006/main">
              <a:ext uri="{FF2B5EF4-FFF2-40B4-BE49-F238E27FC236}">
                <a16:creationId xmlns:a16="http://schemas.microsoft.com/office/drawing/2014/main" id="{8DACEEFD-5D91-4D96-8F3E-546DADA3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57675"/>
            <a:ext cx="2647950" cy="95"/>
          </a:xfrm>
          <a:custGeom xmlns:a="http://schemas.openxmlformats.org/drawingml/2006/main">
            <a:pathLst>
              <a:path w="2647950" h="9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8" name="p09-线-0258">
            <a:extLst xmlns:a="http://schemas.openxmlformats.org/drawingml/2006/main">
              <a:ext uri="{FF2B5EF4-FFF2-40B4-BE49-F238E27FC236}">
                <a16:creationId xmlns:a16="http://schemas.microsoft.com/office/drawing/2014/main" id="{AA5D5BAB-63EB-42C9-B746-CDC924F3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76738"/>
            <a:ext cx="2647950" cy="95"/>
          </a:xfrm>
          <a:custGeom xmlns:a="http://schemas.openxmlformats.org/drawingml/2006/main">
            <a:pathLst>
              <a:path w="2647950" h="9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9" name="p09-路径-0259">
            <a:extLst xmlns:a="http://schemas.openxmlformats.org/drawingml/2006/main">
              <a:ext uri="{FF2B5EF4-FFF2-40B4-BE49-F238E27FC236}">
                <a16:creationId xmlns:a16="http://schemas.microsoft.com/office/drawing/2014/main" id="{C912A60D-4F85-4FDC-B458-B7ECC261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00513"/>
            <a:ext cx="2647950" cy="267653"/>
          </a:xfrm>
          <a:custGeom xmlns:a="http://schemas.openxmlformats.org/drawingml/2006/main">
            <a:pathLst>
              <a:path w="2647950" h="267653">
                <a:moveTo>
                  <a:pt x="0" y="0"/>
                </a:moveTo>
                <a:lnTo>
                  <a:pt x="88582" y="20003"/>
                </a:lnTo>
                <a:lnTo>
                  <a:pt x="176213" y="39053"/>
                </a:lnTo>
                <a:lnTo>
                  <a:pt x="264795" y="56197"/>
                </a:lnTo>
                <a:lnTo>
                  <a:pt x="353378" y="72390"/>
                </a:lnTo>
                <a:lnTo>
                  <a:pt x="441007" y="87630"/>
                </a:lnTo>
                <a:lnTo>
                  <a:pt x="529590" y="101917"/>
                </a:lnTo>
                <a:lnTo>
                  <a:pt x="618172" y="115253"/>
                </a:lnTo>
                <a:lnTo>
                  <a:pt x="705803" y="127635"/>
                </a:lnTo>
                <a:lnTo>
                  <a:pt x="794385" y="140017"/>
                </a:lnTo>
                <a:lnTo>
                  <a:pt x="882968" y="150495"/>
                </a:lnTo>
                <a:lnTo>
                  <a:pt x="970598" y="160972"/>
                </a:lnTo>
                <a:lnTo>
                  <a:pt x="1059180" y="170497"/>
                </a:lnTo>
                <a:lnTo>
                  <a:pt x="1147763" y="179070"/>
                </a:lnTo>
                <a:lnTo>
                  <a:pt x="1235393" y="187642"/>
                </a:lnTo>
                <a:lnTo>
                  <a:pt x="1323975" y="195263"/>
                </a:lnTo>
                <a:lnTo>
                  <a:pt x="1412557" y="202883"/>
                </a:lnTo>
                <a:lnTo>
                  <a:pt x="1500188" y="209550"/>
                </a:lnTo>
                <a:lnTo>
                  <a:pt x="1588770" y="216217"/>
                </a:lnTo>
                <a:lnTo>
                  <a:pt x="1677352" y="221933"/>
                </a:lnTo>
                <a:lnTo>
                  <a:pt x="1764982" y="227647"/>
                </a:lnTo>
                <a:lnTo>
                  <a:pt x="1853565" y="233363"/>
                </a:lnTo>
                <a:lnTo>
                  <a:pt x="1942148" y="238125"/>
                </a:lnTo>
                <a:lnTo>
                  <a:pt x="2029777" y="242888"/>
                </a:lnTo>
                <a:lnTo>
                  <a:pt x="2118360" y="246697"/>
                </a:lnTo>
                <a:lnTo>
                  <a:pt x="2206943" y="251460"/>
                </a:lnTo>
                <a:lnTo>
                  <a:pt x="2294573" y="255270"/>
                </a:lnTo>
                <a:lnTo>
                  <a:pt x="2383155" y="258128"/>
                </a:lnTo>
                <a:lnTo>
                  <a:pt x="2471738" y="261938"/>
                </a:lnTo>
                <a:lnTo>
                  <a:pt x="2559368" y="264795"/>
                </a:lnTo>
                <a:lnTo>
                  <a:pt x="2647950" y="26765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60" name="p09-椭圆-0260">
            <a:extLst xmlns:a="http://schemas.openxmlformats.org/drawingml/2006/main">
              <a:ext uri="{FF2B5EF4-FFF2-40B4-BE49-F238E27FC236}">
                <a16:creationId xmlns:a16="http://schemas.microsoft.com/office/drawing/2014/main" id="{DAF27473-E8A6-46EA-B6AC-4180069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480" y="40738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1" name="p09-椭圆-0261">
            <a:extLst xmlns:a="http://schemas.openxmlformats.org/drawingml/2006/main">
              <a:ext uri="{FF2B5EF4-FFF2-40B4-BE49-F238E27FC236}">
                <a16:creationId xmlns:a16="http://schemas.microsoft.com/office/drawing/2014/main" id="{4FFFB464-FBA4-4A41-8D0F-426F7CC2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070" y="417589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2" name="p09-椭圆-0262">
            <a:extLst xmlns:a="http://schemas.openxmlformats.org/drawingml/2006/main">
              <a:ext uri="{FF2B5EF4-FFF2-40B4-BE49-F238E27FC236}">
                <a16:creationId xmlns:a16="http://schemas.microsoft.com/office/drawing/2014/main" id="{9D2D486E-325B-44B3-BC08-E45AF42C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2660" y="42443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3" name="p09-椭圆-0263">
            <a:extLst xmlns:a="http://schemas.openxmlformats.org/drawingml/2006/main">
              <a:ext uri="{FF2B5EF4-FFF2-40B4-BE49-F238E27FC236}">
                <a16:creationId xmlns:a16="http://schemas.microsoft.com/office/drawing/2014/main" id="{35820806-CCFD-4EA7-A47F-251D58D7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29016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4" name="p09-椭圆-0264">
            <a:extLst xmlns:a="http://schemas.openxmlformats.org/drawingml/2006/main">
              <a:ext uri="{FF2B5EF4-FFF2-40B4-BE49-F238E27FC236}">
                <a16:creationId xmlns:a16="http://schemas.microsoft.com/office/drawing/2014/main" id="{F14E51DF-EC27-459A-BC05-62089E08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43209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5" name="p09-椭圆-0265">
            <a:extLst xmlns:a="http://schemas.openxmlformats.org/drawingml/2006/main">
              <a:ext uri="{FF2B5EF4-FFF2-40B4-BE49-F238E27FC236}">
                <a16:creationId xmlns:a16="http://schemas.microsoft.com/office/drawing/2014/main" id="{43ED0735-C045-4361-8D62-A53153F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1430" y="43415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6" name="p09-路径-0266">
            <a:extLst xmlns:a="http://schemas.openxmlformats.org/drawingml/2006/main">
              <a:ext uri="{FF2B5EF4-FFF2-40B4-BE49-F238E27FC236}">
                <a16:creationId xmlns:a16="http://schemas.microsoft.com/office/drawing/2014/main" id="{1C47543D-88FB-4EA3-AD0D-7810E2E7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00513"/>
            <a:ext cx="2647950" cy="294322"/>
          </a:xfrm>
          <a:custGeom xmlns:a="http://schemas.openxmlformats.org/drawingml/2006/main">
            <a:pathLst>
              <a:path w="2647950" h="294322">
                <a:moveTo>
                  <a:pt x="0" y="0"/>
                </a:moveTo>
                <a:lnTo>
                  <a:pt x="88582" y="29528"/>
                </a:lnTo>
                <a:lnTo>
                  <a:pt x="176213" y="56197"/>
                </a:lnTo>
                <a:lnTo>
                  <a:pt x="264795" y="80010"/>
                </a:lnTo>
                <a:lnTo>
                  <a:pt x="353378" y="101917"/>
                </a:lnTo>
                <a:lnTo>
                  <a:pt x="441007" y="121920"/>
                </a:lnTo>
                <a:lnTo>
                  <a:pt x="529590" y="140017"/>
                </a:lnTo>
                <a:lnTo>
                  <a:pt x="618172" y="156210"/>
                </a:lnTo>
                <a:lnTo>
                  <a:pt x="705803" y="170497"/>
                </a:lnTo>
                <a:lnTo>
                  <a:pt x="794385" y="183833"/>
                </a:lnTo>
                <a:lnTo>
                  <a:pt x="882968" y="195263"/>
                </a:lnTo>
                <a:lnTo>
                  <a:pt x="970598" y="206692"/>
                </a:lnTo>
                <a:lnTo>
                  <a:pt x="1059180" y="216217"/>
                </a:lnTo>
                <a:lnTo>
                  <a:pt x="1147763" y="224790"/>
                </a:lnTo>
                <a:lnTo>
                  <a:pt x="1235393" y="233363"/>
                </a:lnTo>
                <a:lnTo>
                  <a:pt x="1323975" y="240030"/>
                </a:lnTo>
                <a:lnTo>
                  <a:pt x="1412557" y="246697"/>
                </a:lnTo>
                <a:lnTo>
                  <a:pt x="1500188" y="253365"/>
                </a:lnTo>
                <a:lnTo>
                  <a:pt x="1588770" y="258128"/>
                </a:lnTo>
                <a:lnTo>
                  <a:pt x="1677352" y="262890"/>
                </a:lnTo>
                <a:lnTo>
                  <a:pt x="1764982" y="267653"/>
                </a:lnTo>
                <a:lnTo>
                  <a:pt x="1853565" y="271463"/>
                </a:lnTo>
                <a:lnTo>
                  <a:pt x="1942148" y="275272"/>
                </a:lnTo>
                <a:lnTo>
                  <a:pt x="2029777" y="278130"/>
                </a:lnTo>
                <a:lnTo>
                  <a:pt x="2118360" y="281940"/>
                </a:lnTo>
                <a:lnTo>
                  <a:pt x="2206943" y="283845"/>
                </a:lnTo>
                <a:lnTo>
                  <a:pt x="2294573" y="286703"/>
                </a:lnTo>
                <a:lnTo>
                  <a:pt x="2383155" y="288608"/>
                </a:lnTo>
                <a:lnTo>
                  <a:pt x="2471738" y="290513"/>
                </a:lnTo>
                <a:lnTo>
                  <a:pt x="2559368" y="292417"/>
                </a:lnTo>
                <a:lnTo>
                  <a:pt x="2647950" y="29432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67" name="p09-椭圆-0267">
            <a:extLst xmlns:a="http://schemas.openxmlformats.org/drawingml/2006/main">
              <a:ext uri="{FF2B5EF4-FFF2-40B4-BE49-F238E27FC236}">
                <a16:creationId xmlns:a16="http://schemas.microsoft.com/office/drawing/2014/main" id="{981810CF-86DB-4D9C-8062-02DEBC20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480" y="40738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8" name="p09-椭圆-0268">
            <a:extLst xmlns:a="http://schemas.openxmlformats.org/drawingml/2006/main">
              <a:ext uri="{FF2B5EF4-FFF2-40B4-BE49-F238E27FC236}">
                <a16:creationId xmlns:a16="http://schemas.microsoft.com/office/drawing/2014/main" id="{2162A7E5-A219-4FD8-8AE1-9A5CA53B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070" y="421351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9" name="p09-椭圆-0269">
            <a:extLst xmlns:a="http://schemas.openxmlformats.org/drawingml/2006/main">
              <a:ext uri="{FF2B5EF4-FFF2-40B4-BE49-F238E27FC236}">
                <a16:creationId xmlns:a16="http://schemas.microsoft.com/office/drawing/2014/main" id="{40F706DE-55C4-4E66-A05F-CE97AD7B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2660" y="429016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0" name="p09-椭圆-0270">
            <a:extLst xmlns:a="http://schemas.openxmlformats.org/drawingml/2006/main">
              <a:ext uri="{FF2B5EF4-FFF2-40B4-BE49-F238E27FC236}">
                <a16:creationId xmlns:a16="http://schemas.microsoft.com/office/drawing/2014/main" id="{DEC55F71-2904-4899-A0F4-3F9C6030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3223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1" name="p09-椭圆-0271">
            <a:extLst xmlns:a="http://schemas.openxmlformats.org/drawingml/2006/main">
              <a:ext uri="{FF2B5EF4-FFF2-40B4-BE49-F238E27FC236}">
                <a16:creationId xmlns:a16="http://schemas.microsoft.com/office/drawing/2014/main" id="{E9C8A5EA-525F-495F-89F1-C8D5BE96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435532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2" name="p09-椭圆-0272">
            <a:extLst xmlns:a="http://schemas.openxmlformats.org/drawingml/2006/main">
              <a:ext uri="{FF2B5EF4-FFF2-40B4-BE49-F238E27FC236}">
                <a16:creationId xmlns:a16="http://schemas.microsoft.com/office/drawing/2014/main" id="{AB3D578D-81F5-4CBF-95CE-0E05F808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1430" y="436799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3" name="p09-路径-0273">
            <a:extLst xmlns:a="http://schemas.openxmlformats.org/drawingml/2006/main">
              <a:ext uri="{FF2B5EF4-FFF2-40B4-BE49-F238E27FC236}">
                <a16:creationId xmlns:a16="http://schemas.microsoft.com/office/drawing/2014/main" id="{52E07E94-BD90-4EC5-8E2F-6AC4AC0A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00513"/>
            <a:ext cx="2647950" cy="303847"/>
          </a:xfrm>
          <a:custGeom xmlns:a="http://schemas.openxmlformats.org/drawingml/2006/main">
            <a:pathLst>
              <a:path w="2647950" h="303847">
                <a:moveTo>
                  <a:pt x="0" y="0"/>
                </a:moveTo>
                <a:lnTo>
                  <a:pt x="88582" y="39053"/>
                </a:lnTo>
                <a:lnTo>
                  <a:pt x="176213" y="72390"/>
                </a:lnTo>
                <a:lnTo>
                  <a:pt x="264795" y="101917"/>
                </a:lnTo>
                <a:lnTo>
                  <a:pt x="353378" y="127635"/>
                </a:lnTo>
                <a:lnTo>
                  <a:pt x="441007" y="150495"/>
                </a:lnTo>
                <a:lnTo>
                  <a:pt x="529590" y="170497"/>
                </a:lnTo>
                <a:lnTo>
                  <a:pt x="618172" y="187642"/>
                </a:lnTo>
                <a:lnTo>
                  <a:pt x="705803" y="202883"/>
                </a:lnTo>
                <a:lnTo>
                  <a:pt x="794385" y="216217"/>
                </a:lnTo>
                <a:lnTo>
                  <a:pt x="882968" y="227647"/>
                </a:lnTo>
                <a:lnTo>
                  <a:pt x="970598" y="238125"/>
                </a:lnTo>
                <a:lnTo>
                  <a:pt x="1059180" y="246697"/>
                </a:lnTo>
                <a:lnTo>
                  <a:pt x="1147763" y="255270"/>
                </a:lnTo>
                <a:lnTo>
                  <a:pt x="1235393" y="261938"/>
                </a:lnTo>
                <a:lnTo>
                  <a:pt x="1323975" y="267653"/>
                </a:lnTo>
                <a:lnTo>
                  <a:pt x="1412557" y="273367"/>
                </a:lnTo>
                <a:lnTo>
                  <a:pt x="1500188" y="277178"/>
                </a:lnTo>
                <a:lnTo>
                  <a:pt x="1588770" y="281940"/>
                </a:lnTo>
                <a:lnTo>
                  <a:pt x="1677352" y="284797"/>
                </a:lnTo>
                <a:lnTo>
                  <a:pt x="1764982" y="287655"/>
                </a:lnTo>
                <a:lnTo>
                  <a:pt x="1853565" y="290513"/>
                </a:lnTo>
                <a:lnTo>
                  <a:pt x="1942148" y="293370"/>
                </a:lnTo>
                <a:lnTo>
                  <a:pt x="2029777" y="295275"/>
                </a:lnTo>
                <a:lnTo>
                  <a:pt x="2118360" y="297180"/>
                </a:lnTo>
                <a:lnTo>
                  <a:pt x="2206943" y="298133"/>
                </a:lnTo>
                <a:lnTo>
                  <a:pt x="2294573" y="300038"/>
                </a:lnTo>
                <a:lnTo>
                  <a:pt x="2383155" y="300990"/>
                </a:lnTo>
                <a:lnTo>
                  <a:pt x="2471738" y="301942"/>
                </a:lnTo>
                <a:lnTo>
                  <a:pt x="2559368" y="302895"/>
                </a:lnTo>
                <a:lnTo>
                  <a:pt x="2647950" y="303847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74" name="p09-椭圆-0274">
            <a:extLst xmlns:a="http://schemas.openxmlformats.org/drawingml/2006/main">
              <a:ext uri="{FF2B5EF4-FFF2-40B4-BE49-F238E27FC236}">
                <a16:creationId xmlns:a16="http://schemas.microsoft.com/office/drawing/2014/main" id="{682FC904-D441-4F9A-A950-77965A88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480" y="407384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5" name="p09-椭圆-0275">
            <a:extLst xmlns:a="http://schemas.openxmlformats.org/drawingml/2006/main">
              <a:ext uri="{FF2B5EF4-FFF2-40B4-BE49-F238E27FC236}">
                <a16:creationId xmlns:a16="http://schemas.microsoft.com/office/drawing/2014/main" id="{394298E0-9B77-4D6E-BB44-17BE0583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070" y="42443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6" name="p09-椭圆-0276">
            <a:extLst xmlns:a="http://schemas.openxmlformats.org/drawingml/2006/main">
              <a:ext uri="{FF2B5EF4-FFF2-40B4-BE49-F238E27FC236}">
                <a16:creationId xmlns:a16="http://schemas.microsoft.com/office/drawing/2014/main" id="{18A83B3B-0088-4BE5-8C01-2687D69A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2660" y="43209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7" name="p09-椭圆-0277">
            <a:extLst xmlns:a="http://schemas.openxmlformats.org/drawingml/2006/main">
              <a:ext uri="{FF2B5EF4-FFF2-40B4-BE49-F238E27FC236}">
                <a16:creationId xmlns:a16="http://schemas.microsoft.com/office/drawing/2014/main" id="{741113B7-7520-46F7-9C1E-559522B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5532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8" name="p09-椭圆-0278">
            <a:extLst xmlns:a="http://schemas.openxmlformats.org/drawingml/2006/main">
              <a:ext uri="{FF2B5EF4-FFF2-40B4-BE49-F238E27FC236}">
                <a16:creationId xmlns:a16="http://schemas.microsoft.com/office/drawing/2014/main" id="{F916D780-5B93-4F19-B6EF-4A33DDB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437078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9" name="p09-椭圆-0279">
            <a:extLst xmlns:a="http://schemas.openxmlformats.org/drawingml/2006/main">
              <a:ext uri="{FF2B5EF4-FFF2-40B4-BE49-F238E27FC236}">
                <a16:creationId xmlns:a16="http://schemas.microsoft.com/office/drawing/2014/main" id="{BDF645CC-E993-46B0-9803-3AF654D9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1430" y="437773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80" name="p09-文本-0280">
            <a:extLst xmlns:a="http://schemas.openxmlformats.org/drawingml/2006/main">
              <a:ext uri="{FF2B5EF4-FFF2-40B4-BE49-F238E27FC236}">
                <a16:creationId xmlns:a16="http://schemas.microsoft.com/office/drawing/2014/main" id="{F456F72A-275E-4901-BFDB-9C2586CB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92827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81" name="p09-线-0281">
            <a:extLst xmlns:a="http://schemas.openxmlformats.org/drawingml/2006/main">
              <a:ext uri="{FF2B5EF4-FFF2-40B4-BE49-F238E27FC236}">
                <a16:creationId xmlns:a16="http://schemas.microsoft.com/office/drawing/2014/main" id="{666291BC-433E-4F3E-AE00-470B2327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576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82" name="p09-文本-0282">
            <a:extLst xmlns:a="http://schemas.openxmlformats.org/drawingml/2006/main">
              <a:ext uri="{FF2B5EF4-FFF2-40B4-BE49-F238E27FC236}">
                <a16:creationId xmlns:a16="http://schemas.microsoft.com/office/drawing/2014/main" id="{ED1C4FDA-0739-44DB-9ABE-62962CD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6470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83" name="p09-线-0283">
            <a:extLst xmlns:a="http://schemas.openxmlformats.org/drawingml/2006/main">
              <a:ext uri="{FF2B5EF4-FFF2-40B4-BE49-F238E27FC236}">
                <a16:creationId xmlns:a16="http://schemas.microsoft.com/office/drawing/2014/main" id="{3776F056-F83E-4969-9CF0-ED3E56DD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950" y="38576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84" name="p09-文本-0284">
            <a:extLst xmlns:a="http://schemas.openxmlformats.org/drawingml/2006/main">
              <a:ext uri="{FF2B5EF4-FFF2-40B4-BE49-F238E27FC236}">
                <a16:creationId xmlns:a16="http://schemas.microsoft.com/office/drawing/2014/main" id="{DCD7C634-0145-406D-BC8A-ACE5AA2D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8550" y="376470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5" name="p09-线-0285">
            <a:extLst xmlns:a="http://schemas.openxmlformats.org/drawingml/2006/main">
              <a:ext uri="{FF2B5EF4-FFF2-40B4-BE49-F238E27FC236}">
                <a16:creationId xmlns:a16="http://schemas.microsoft.com/office/drawing/2014/main" id="{7BBE8AC3-EFC1-4F5D-9E2D-E7A536F2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2600" y="38576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86" name="p09-文本-0286">
            <a:extLst xmlns:a="http://schemas.openxmlformats.org/drawingml/2006/main">
              <a:ext uri="{FF2B5EF4-FFF2-40B4-BE49-F238E27FC236}">
                <a16:creationId xmlns:a16="http://schemas.microsoft.com/office/drawing/2014/main" id="{3D5C7905-8C7D-46AC-838B-98E793CB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1200" y="376470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87" name="p09-文本-0287">
            <a:extLst xmlns:a="http://schemas.openxmlformats.org/drawingml/2006/main">
              <a:ext uri="{FF2B5EF4-FFF2-40B4-BE49-F238E27FC236}">
                <a16:creationId xmlns:a16="http://schemas.microsoft.com/office/drawing/2014/main" id="{76B94373-53B5-4E61-9AAB-D73CE6D1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1670" y="48085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扩展条件验证</a:t>
            </a:r>
          </a:p>
        </p:txBody>
      </p:sp>
      <p:sp>
        <p:nvSpPr>
          <p:cNvPr id="288" name="p09-路径-0288">
            <a:extLst xmlns:a="http://schemas.openxmlformats.org/drawingml/2006/main">
              <a:ext uri="{FF2B5EF4-FFF2-40B4-BE49-F238E27FC236}">
                <a16:creationId xmlns:a16="http://schemas.microsoft.com/office/drawing/2014/main" id="{8469A9CC-4588-4841-9C9E-CB72D15C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263" y="5172075"/>
            <a:ext cx="85725" cy="104775"/>
          </a:xfrm>
          <a:custGeom xmlns:a="http://schemas.openxmlformats.org/drawingml/2006/main">
            <a:pathLst>
              <a:path w="85725" h="104775">
                <a:moveTo>
                  <a:pt x="0" y="0"/>
                </a:moveTo>
                <a:lnTo>
                  <a:pt x="0" y="41910"/>
                </a:lnTo>
                <a:lnTo>
                  <a:pt x="3905" y="41910"/>
                </a:lnTo>
                <a:lnTo>
                  <a:pt x="42863" y="104775"/>
                </a:lnTo>
                <a:lnTo>
                  <a:pt x="81820" y="41910"/>
                </a:lnTo>
                <a:lnTo>
                  <a:pt x="85725" y="41910"/>
                </a:lnTo>
                <a:lnTo>
                  <a:pt x="8572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9" name="p09-矩形-0289">
            <a:extLst xmlns:a="http://schemas.openxmlformats.org/drawingml/2006/main">
              <a:ext uri="{FF2B5EF4-FFF2-40B4-BE49-F238E27FC236}">
                <a16:creationId xmlns:a16="http://schemas.microsoft.com/office/drawing/2014/main" id="{7BD1DCFB-9EE3-4A8C-BE51-46E6D23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43525"/>
            <a:ext cx="31051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90" name="p09-文本-0290">
            <a:extLst xmlns:a="http://schemas.openxmlformats.org/drawingml/2006/main">
              <a:ext uri="{FF2B5EF4-FFF2-40B4-BE49-F238E27FC236}">
                <a16:creationId xmlns:a16="http://schemas.microsoft.com/office/drawing/2014/main" id="{68C268D9-9DF0-4F55-B3B3-8CAC8AC7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2425" y="552184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确定适用范围</a:t>
            </a:r>
          </a:p>
        </p:txBody>
      </p:sp>
      <p:sp>
        <p:nvSpPr>
          <p:cNvPr id="291" name="p09-文本-0291">
            <a:extLst xmlns:a="http://schemas.openxmlformats.org/drawingml/2006/main">
              <a:ext uri="{FF2B5EF4-FFF2-40B4-BE49-F238E27FC236}">
                <a16:creationId xmlns:a16="http://schemas.microsoft.com/office/drawing/2014/main" id="{9D56B533-11E2-4A61-81BE-88FEEE02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32368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1" name="p10-矩形-0001">
            <a:extLst xmlns:a="http://schemas.openxmlformats.org/drawingml/2006/main">
              <a:ext uri="{FF2B5EF4-FFF2-40B4-BE49-F238E27FC236}">
                <a16:creationId xmlns:a16="http://schemas.microsoft.com/office/drawing/2014/main" id="{ACD927D3-4051-4B20-9F03-3A17E249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0-矩形-0002">
            <a:extLst xmlns:a="http://schemas.openxmlformats.org/drawingml/2006/main">
              <a:ext uri="{FF2B5EF4-FFF2-40B4-BE49-F238E27FC236}">
                <a16:creationId xmlns:a16="http://schemas.microsoft.com/office/drawing/2014/main" id="{8FFDCE24-9548-4E66-AC64-76558FE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0-文本-0003">
            <a:extLst xmlns:a="http://schemas.openxmlformats.org/drawingml/2006/main">
              <a:ext uri="{FF2B5EF4-FFF2-40B4-BE49-F238E27FC236}">
                <a16:creationId xmlns:a16="http://schemas.microsoft.com/office/drawing/2014/main" id="{44673522-332B-4305-825B-CEFB0A55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研究路线将每一步输出交给下一步检验</a:t>
            </a:r>
          </a:p>
        </p:txBody>
      </p:sp>
      <p:sp>
        <p:nvSpPr>
          <p:cNvPr id="4" name="p10-文本-0004">
            <a:extLst xmlns:a="http://schemas.openxmlformats.org/drawingml/2006/main">
              <a:ext uri="{FF2B5EF4-FFF2-40B4-BE49-F238E27FC236}">
                <a16:creationId xmlns:a16="http://schemas.microsoft.com/office/drawing/2014/main" id="{315851DC-960D-4947-B8F0-27A88E82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结构采集形成输入，特征分析提出候选，独立测量回传证据</a:t>
            </a:r>
          </a:p>
        </p:txBody>
      </p:sp>
      <p:sp>
        <p:nvSpPr>
          <p:cNvPr id="5" name="p10-线-0005">
            <a:extLst xmlns:a="http://schemas.openxmlformats.org/drawingml/2006/main">
              <a:ext uri="{FF2B5EF4-FFF2-40B4-BE49-F238E27FC236}">
                <a16:creationId xmlns:a16="http://schemas.microsoft.com/office/drawing/2014/main" id="{068DB48F-1C37-4731-9BA9-A40A57E0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0-矩形-0006">
            <a:extLst xmlns:a="http://schemas.openxmlformats.org/drawingml/2006/main">
              <a:ext uri="{FF2B5EF4-FFF2-40B4-BE49-F238E27FC236}">
                <a16:creationId xmlns:a16="http://schemas.microsoft.com/office/drawing/2014/main" id="{6E467330-B64D-410E-99D2-44E9E4A0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2486025" cy="3705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" name="p10-矩形-0007">
            <a:extLst xmlns:a="http://schemas.openxmlformats.org/drawingml/2006/main">
              <a:ext uri="{FF2B5EF4-FFF2-40B4-BE49-F238E27FC236}">
                <a16:creationId xmlns:a16="http://schemas.microsoft.com/office/drawing/2014/main" id="{65D24D53-78F9-4BFC-A147-18264D44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10-文本-0008">
            <a:extLst xmlns:a="http://schemas.openxmlformats.org/drawingml/2006/main">
              <a:ext uri="{FF2B5EF4-FFF2-40B4-BE49-F238E27FC236}">
                <a16:creationId xmlns:a16="http://schemas.microsoft.com/office/drawing/2014/main" id="{E285992A-5D43-4EFD-8652-8E41AE74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210" y="164077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结构采集</a:t>
            </a:r>
          </a:p>
        </p:txBody>
      </p:sp>
      <p:sp>
        <p:nvSpPr>
          <p:cNvPr id="9" name="p10-矩形-0009">
            <a:extLst xmlns:a="http://schemas.openxmlformats.org/drawingml/2006/main">
              <a:ext uri="{FF2B5EF4-FFF2-40B4-BE49-F238E27FC236}">
                <a16:creationId xmlns:a16="http://schemas.microsoft.com/office/drawing/2014/main" id="{58D285D4-2D9C-4B1A-AE8F-1E1F2427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62175"/>
            <a:ext cx="2028825" cy="1259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10" name="p10-椭圆-0010">
            <a:extLst xmlns:a="http://schemas.openxmlformats.org/drawingml/2006/main">
              <a:ext uri="{FF2B5EF4-FFF2-40B4-BE49-F238E27FC236}">
                <a16:creationId xmlns:a16="http://schemas.microsoft.com/office/drawing/2014/main" id="{A89B9C7D-582A-4F5D-A69E-CBC469CC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8" y="222885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1" name="p10-椭圆-0011">
            <a:extLst xmlns:a="http://schemas.openxmlformats.org/drawingml/2006/main">
              <a:ext uri="{FF2B5EF4-FFF2-40B4-BE49-F238E27FC236}">
                <a16:creationId xmlns:a16="http://schemas.microsoft.com/office/drawing/2014/main" id="{DE19CA01-4B06-474C-BFE9-E29F3097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028" y="2656519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2" name="p10-椭圆-0012">
            <a:extLst xmlns:a="http://schemas.openxmlformats.org/drawingml/2006/main">
              <a:ext uri="{FF2B5EF4-FFF2-40B4-BE49-F238E27FC236}">
                <a16:creationId xmlns:a16="http://schemas.microsoft.com/office/drawing/2014/main" id="{98FF7EDA-B302-4011-9CE6-BA1FA83F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543" y="3084188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3" name="p10-椭圆-0013">
            <a:extLst xmlns:a="http://schemas.openxmlformats.org/drawingml/2006/main">
              <a:ext uri="{FF2B5EF4-FFF2-40B4-BE49-F238E27FC236}">
                <a16:creationId xmlns:a16="http://schemas.microsoft.com/office/drawing/2014/main" id="{C3666B22-9EDF-45A2-BDDA-64FA0B41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283" y="2442580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4" name="p10-椭圆-0014">
            <a:extLst xmlns:a="http://schemas.openxmlformats.org/drawingml/2006/main">
              <a:ext uri="{FF2B5EF4-FFF2-40B4-BE49-F238E27FC236}">
                <a16:creationId xmlns:a16="http://schemas.microsoft.com/office/drawing/2014/main" id="{8E1944F4-0A1C-4CB2-8A1E-5D4B59CF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798" y="2870249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5" name="p10-椭圆-0015">
            <a:extLst xmlns:a="http://schemas.openxmlformats.org/drawingml/2006/main">
              <a:ext uri="{FF2B5EF4-FFF2-40B4-BE49-F238E27FC236}">
                <a16:creationId xmlns:a16="http://schemas.microsoft.com/office/drawing/2014/main" id="{A49EF929-51B5-477F-A2B6-04121A7A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614" y="230484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6" name="p10-椭圆-0016">
            <a:extLst xmlns:a="http://schemas.openxmlformats.org/drawingml/2006/main">
              <a:ext uri="{FF2B5EF4-FFF2-40B4-BE49-F238E27FC236}">
                <a16:creationId xmlns:a16="http://schemas.microsoft.com/office/drawing/2014/main" id="{4F1631E7-71E8-4C32-9705-8EC80D11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354" y="2732510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7" name="p10-椭圆-0017">
            <a:extLst xmlns:a="http://schemas.openxmlformats.org/drawingml/2006/main">
              <a:ext uri="{FF2B5EF4-FFF2-40B4-BE49-F238E27FC236}">
                <a16:creationId xmlns:a16="http://schemas.microsoft.com/office/drawing/2014/main" id="{5494543E-5A58-497C-9AD8-AE931533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869" y="3160179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8" name="p10-椭圆-0018">
            <a:extLst xmlns:a="http://schemas.openxmlformats.org/drawingml/2006/main">
              <a:ext uri="{FF2B5EF4-FFF2-40B4-BE49-F238E27FC236}">
                <a16:creationId xmlns:a16="http://schemas.microsoft.com/office/drawing/2014/main" id="{8E4D2391-2311-4116-BFA4-5128DBE8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609" y="2518571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9" name="p10-椭圆-0019">
            <a:extLst xmlns:a="http://schemas.openxmlformats.org/drawingml/2006/main">
              <a:ext uri="{FF2B5EF4-FFF2-40B4-BE49-F238E27FC236}">
                <a16:creationId xmlns:a16="http://schemas.microsoft.com/office/drawing/2014/main" id="{DB7FE2A2-6866-4D37-9663-04B76C2D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125" y="2946240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0" name="p10-椭圆-0020">
            <a:extLst xmlns:a="http://schemas.openxmlformats.org/drawingml/2006/main">
              <a:ext uri="{FF2B5EF4-FFF2-40B4-BE49-F238E27FC236}">
                <a16:creationId xmlns:a16="http://schemas.microsoft.com/office/drawing/2014/main" id="{9FA8A4D6-DC11-4841-871E-C2CF99F6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940" y="2380832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1" name="p10-椭圆-0021">
            <a:extLst xmlns:a="http://schemas.openxmlformats.org/drawingml/2006/main">
              <a:ext uri="{FF2B5EF4-FFF2-40B4-BE49-F238E27FC236}">
                <a16:creationId xmlns:a16="http://schemas.microsoft.com/office/drawing/2014/main" id="{36E3838E-F7DB-462A-A9AB-418EE6F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680" y="2808501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2" name="p10-椭圆-0022">
            <a:extLst xmlns:a="http://schemas.openxmlformats.org/drawingml/2006/main">
              <a:ext uri="{FF2B5EF4-FFF2-40B4-BE49-F238E27FC236}">
                <a16:creationId xmlns:a16="http://schemas.microsoft.com/office/drawing/2014/main" id="{265FB553-535C-4751-9093-66DCDB31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195" y="3236170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3" name="p10-椭圆-0023">
            <a:extLst xmlns:a="http://schemas.openxmlformats.org/drawingml/2006/main">
              <a:ext uri="{FF2B5EF4-FFF2-40B4-BE49-F238E27FC236}">
                <a16:creationId xmlns:a16="http://schemas.microsoft.com/office/drawing/2014/main" id="{8938BEAA-8A7E-40D5-9ACA-936DE403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11" y="2594562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4" name="p10-椭圆-0024">
            <a:extLst xmlns:a="http://schemas.openxmlformats.org/drawingml/2006/main">
              <a:ext uri="{FF2B5EF4-FFF2-40B4-BE49-F238E27FC236}">
                <a16:creationId xmlns:a16="http://schemas.microsoft.com/office/drawing/2014/main" id="{F37C3C17-7F3C-4E52-9495-A5F8A82E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451" y="3022231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5" name="p10-椭圆-0025">
            <a:extLst xmlns:a="http://schemas.openxmlformats.org/drawingml/2006/main">
              <a:ext uri="{FF2B5EF4-FFF2-40B4-BE49-F238E27FC236}">
                <a16:creationId xmlns:a16="http://schemas.microsoft.com/office/drawing/2014/main" id="{BF796BDC-1131-44AC-894D-67E3B90F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266" y="245682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6" name="p10-椭圆-0026">
            <a:extLst xmlns:a="http://schemas.openxmlformats.org/drawingml/2006/main">
              <a:ext uri="{FF2B5EF4-FFF2-40B4-BE49-F238E27FC236}">
                <a16:creationId xmlns:a16="http://schemas.microsoft.com/office/drawing/2014/main" id="{6F1611AA-975B-42AB-9793-64FBA0AF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006" y="2884492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7" name="p10-椭圆-0027">
            <a:extLst xmlns:a="http://schemas.openxmlformats.org/drawingml/2006/main">
              <a:ext uri="{FF2B5EF4-FFF2-40B4-BE49-F238E27FC236}">
                <a16:creationId xmlns:a16="http://schemas.microsoft.com/office/drawing/2014/main" id="{0864CC65-E5DF-41CD-B94B-21E56CB5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522" y="2242885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10-椭圆-0028">
            <a:extLst xmlns:a="http://schemas.openxmlformats.org/drawingml/2006/main">
              <a:ext uri="{FF2B5EF4-FFF2-40B4-BE49-F238E27FC236}">
                <a16:creationId xmlns:a16="http://schemas.microsoft.com/office/drawing/2014/main" id="{423656C0-D5AD-42AD-A2E5-12669C07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037" y="267055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10-椭圆-0029">
            <a:extLst xmlns:a="http://schemas.openxmlformats.org/drawingml/2006/main">
              <a:ext uri="{FF2B5EF4-FFF2-40B4-BE49-F238E27FC236}">
                <a16:creationId xmlns:a16="http://schemas.microsoft.com/office/drawing/2014/main" id="{28E36BCC-4259-421F-B51C-B9D0881C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777" y="309822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10-椭圆-0030">
            <a:extLst xmlns:a="http://schemas.openxmlformats.org/drawingml/2006/main">
              <a:ext uri="{FF2B5EF4-FFF2-40B4-BE49-F238E27FC236}">
                <a16:creationId xmlns:a16="http://schemas.microsoft.com/office/drawing/2014/main" id="{D95502AC-FC63-4658-819B-9020EE37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592" y="253281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10-椭圆-0031">
            <a:extLst xmlns:a="http://schemas.openxmlformats.org/drawingml/2006/main">
              <a:ext uri="{FF2B5EF4-FFF2-40B4-BE49-F238E27FC236}">
                <a16:creationId xmlns:a16="http://schemas.microsoft.com/office/drawing/2014/main" id="{A833FBAA-2F08-4F83-B3A3-A9FB97F9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333" y="296048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10-椭圆-0032">
            <a:extLst xmlns:a="http://schemas.openxmlformats.org/drawingml/2006/main">
              <a:ext uri="{FF2B5EF4-FFF2-40B4-BE49-F238E27FC236}">
                <a16:creationId xmlns:a16="http://schemas.microsoft.com/office/drawing/2014/main" id="{C313B38F-0733-4B73-9CCC-DA9117D1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4848" y="231887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10-椭圆-0033">
            <a:extLst xmlns:a="http://schemas.openxmlformats.org/drawingml/2006/main">
              <a:ext uri="{FF2B5EF4-FFF2-40B4-BE49-F238E27FC236}">
                <a16:creationId xmlns:a16="http://schemas.microsoft.com/office/drawing/2014/main" id="{78708177-4604-40F6-8D98-A39CA549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363" y="274654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10-椭圆-0034">
            <a:extLst xmlns:a="http://schemas.openxmlformats.org/drawingml/2006/main">
              <a:ext uri="{FF2B5EF4-FFF2-40B4-BE49-F238E27FC236}">
                <a16:creationId xmlns:a16="http://schemas.microsoft.com/office/drawing/2014/main" id="{EF2DF078-45EB-4F76-BF38-9BB4443E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103" y="317421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10-椭圆-0035">
            <a:extLst xmlns:a="http://schemas.openxmlformats.org/drawingml/2006/main">
              <a:ext uri="{FF2B5EF4-FFF2-40B4-BE49-F238E27FC236}">
                <a16:creationId xmlns:a16="http://schemas.microsoft.com/office/drawing/2014/main" id="{14D87DE4-AA46-4488-9F8E-0FBC536A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918" y="260880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10-椭圆-0036">
            <a:extLst xmlns:a="http://schemas.openxmlformats.org/drawingml/2006/main">
              <a:ext uri="{FF2B5EF4-FFF2-40B4-BE49-F238E27FC236}">
                <a16:creationId xmlns:a16="http://schemas.microsoft.com/office/drawing/2014/main" id="{A76868D3-A500-4176-B6FB-64D6FE39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434" y="303647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10-椭圆-0037">
            <a:extLst xmlns:a="http://schemas.openxmlformats.org/drawingml/2006/main">
              <a:ext uri="{FF2B5EF4-FFF2-40B4-BE49-F238E27FC236}">
                <a16:creationId xmlns:a16="http://schemas.microsoft.com/office/drawing/2014/main" id="{CD9294DD-5040-4D9A-A915-46213400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174" y="239486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10-椭圆-0038">
            <a:extLst xmlns:a="http://schemas.openxmlformats.org/drawingml/2006/main">
              <a:ext uri="{FF2B5EF4-FFF2-40B4-BE49-F238E27FC236}">
                <a16:creationId xmlns:a16="http://schemas.microsoft.com/office/drawing/2014/main" id="{615A7087-A662-43E4-A6B5-4C3B93A6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689" y="2822536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10-椭圆-0039">
            <a:extLst xmlns:a="http://schemas.openxmlformats.org/drawingml/2006/main">
              <a:ext uri="{FF2B5EF4-FFF2-40B4-BE49-F238E27FC236}">
                <a16:creationId xmlns:a16="http://schemas.microsoft.com/office/drawing/2014/main" id="{766030D2-9754-47AF-B3C9-D4AD9A32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429" y="218092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10-椭圆-0040">
            <a:extLst xmlns:a="http://schemas.openxmlformats.org/drawingml/2006/main">
              <a:ext uri="{FF2B5EF4-FFF2-40B4-BE49-F238E27FC236}">
                <a16:creationId xmlns:a16="http://schemas.microsoft.com/office/drawing/2014/main" id="{BBC54262-5F28-4A45-AB45-DC42421D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245" y="2684797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10-椭圆-0041">
            <a:extLst xmlns:a="http://schemas.openxmlformats.org/drawingml/2006/main">
              <a:ext uri="{FF2B5EF4-FFF2-40B4-BE49-F238E27FC236}">
                <a16:creationId xmlns:a16="http://schemas.microsoft.com/office/drawing/2014/main" id="{26855ABD-F6AD-43BC-BC69-2468210B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760" y="3112466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10-椭圆-0042">
            <a:extLst xmlns:a="http://schemas.openxmlformats.org/drawingml/2006/main">
              <a:ext uri="{FF2B5EF4-FFF2-40B4-BE49-F238E27FC236}">
                <a16:creationId xmlns:a16="http://schemas.microsoft.com/office/drawing/2014/main" id="{9B2CEE7C-6EE6-48E9-9240-5A5076AF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9500" y="2470858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10-椭圆-0043">
            <a:extLst xmlns:a="http://schemas.openxmlformats.org/drawingml/2006/main">
              <a:ext uri="{FF2B5EF4-FFF2-40B4-BE49-F238E27FC236}">
                <a16:creationId xmlns:a16="http://schemas.microsoft.com/office/drawing/2014/main" id="{872CD9D8-1874-49FA-9C18-2D4AADCA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015" y="2898527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10-椭圆-0044">
            <a:extLst xmlns:a="http://schemas.openxmlformats.org/drawingml/2006/main">
              <a:ext uri="{FF2B5EF4-FFF2-40B4-BE49-F238E27FC236}">
                <a16:creationId xmlns:a16="http://schemas.microsoft.com/office/drawing/2014/main" id="{A3B09540-F8D8-441C-B20C-7DA58976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531" y="2256919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10-椭圆-0045">
            <a:extLst xmlns:a="http://schemas.openxmlformats.org/drawingml/2006/main">
              <a:ext uri="{FF2B5EF4-FFF2-40B4-BE49-F238E27FC236}">
                <a16:creationId xmlns:a16="http://schemas.microsoft.com/office/drawing/2014/main" id="{A15E920A-C304-447E-A092-75402332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571" y="2760788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10-椭圆-0046">
            <a:extLst xmlns:a="http://schemas.openxmlformats.org/drawingml/2006/main">
              <a:ext uri="{FF2B5EF4-FFF2-40B4-BE49-F238E27FC236}">
                <a16:creationId xmlns:a16="http://schemas.microsoft.com/office/drawing/2014/main" id="{79295399-7902-4258-A65B-39AE0240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86" y="3188457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10-椭圆-0047">
            <a:extLst xmlns:a="http://schemas.openxmlformats.org/drawingml/2006/main">
              <a:ext uri="{FF2B5EF4-FFF2-40B4-BE49-F238E27FC236}">
                <a16:creationId xmlns:a16="http://schemas.microsoft.com/office/drawing/2014/main" id="{5C9E9F87-67BE-4B84-B140-DC43966A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1826" y="2546849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10-线-0048">
            <a:extLst xmlns:a="http://schemas.openxmlformats.org/drawingml/2006/main">
              <a:ext uri="{FF2B5EF4-FFF2-40B4-BE49-F238E27FC236}">
                <a16:creationId xmlns:a16="http://schemas.microsoft.com/office/drawing/2014/main" id="{BA7F37C8-A66F-4242-9AE8-AD9A2FEB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260027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9" name="p10-文本-0049">
            <a:extLst xmlns:a="http://schemas.openxmlformats.org/drawingml/2006/main">
              <a:ext uri="{FF2B5EF4-FFF2-40B4-BE49-F238E27FC236}">
                <a16:creationId xmlns:a16="http://schemas.microsoft.com/office/drawing/2014/main" id="{5768F90C-BEDE-45E5-A48F-92DE1544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2684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50" name="p10-文本-0050">
            <a:extLst xmlns:a="http://schemas.openxmlformats.org/drawingml/2006/main">
              <a:ext uri="{FF2B5EF4-FFF2-40B4-BE49-F238E27FC236}">
                <a16:creationId xmlns:a16="http://schemas.microsoft.com/office/drawing/2014/main" id="{1A353903-9A44-4A14-887C-250C29D5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9103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记录样本与条件</a:t>
            </a:r>
          </a:p>
        </p:txBody>
      </p:sp>
      <p:sp>
        <p:nvSpPr>
          <p:cNvPr id="51" name="p10-文本-0051">
            <a:extLst xmlns:a="http://schemas.openxmlformats.org/drawingml/2006/main">
              <a:ext uri="{FF2B5EF4-FFF2-40B4-BE49-F238E27FC236}">
                <a16:creationId xmlns:a16="http://schemas.microsoft.com/office/drawing/2014/main" id="{874B29F6-E22E-438D-B7DE-BFCDAF36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5803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得到可比较图像</a:t>
            </a:r>
          </a:p>
        </p:txBody>
      </p:sp>
      <p:sp>
        <p:nvSpPr>
          <p:cNvPr id="52" name="p10-文本-0052">
            <a:extLst xmlns:a="http://schemas.openxmlformats.org/drawingml/2006/main">
              <a:ext uri="{FF2B5EF4-FFF2-40B4-BE49-F238E27FC236}">
                <a16:creationId xmlns:a16="http://schemas.microsoft.com/office/drawing/2014/main" id="{59A72835-342A-4175-895F-439B899E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2058" y="4932406"/>
            <a:ext cx="994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结构参数表</a:t>
            </a:r>
          </a:p>
        </p:txBody>
      </p:sp>
      <p:sp>
        <p:nvSpPr>
          <p:cNvPr id="53" name="p10-路径-0053">
            <a:extLst xmlns:a="http://schemas.openxmlformats.org/drawingml/2006/main">
              <a:ext uri="{FF2B5EF4-FFF2-40B4-BE49-F238E27FC236}">
                <a16:creationId xmlns:a16="http://schemas.microsoft.com/office/drawing/2014/main" id="{1EFAE6C1-0820-4F72-A3E8-79EC8CC5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266504"/>
            <a:ext cx="257175" cy="153543"/>
          </a:xfrm>
          <a:custGeom xmlns:a="http://schemas.openxmlformats.org/drawingml/2006/main">
            <a:pathLst>
              <a:path w="257175" h="153543">
                <a:moveTo>
                  <a:pt x="0" y="119634"/>
                </a:moveTo>
                <a:lnTo>
                  <a:pt x="133350" y="119634"/>
                </a:lnTo>
                <a:lnTo>
                  <a:pt x="133350" y="153543"/>
                </a:lnTo>
                <a:lnTo>
                  <a:pt x="257175" y="76772"/>
                </a:lnTo>
                <a:lnTo>
                  <a:pt x="133350" y="0"/>
                </a:lnTo>
                <a:lnTo>
                  <a:pt x="133350" y="33909"/>
                </a:lnTo>
                <a:lnTo>
                  <a:pt x="0" y="33909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4" name="p10-矩形-0054">
            <a:extLst xmlns:a="http://schemas.openxmlformats.org/drawingml/2006/main">
              <a:ext uri="{FF2B5EF4-FFF2-40B4-BE49-F238E27FC236}">
                <a16:creationId xmlns:a16="http://schemas.microsoft.com/office/drawing/2014/main" id="{E1B3CA2C-0046-4F93-91B3-1B7D91B8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619250"/>
            <a:ext cx="2486025" cy="3705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55" name="p10-矩形-0055">
            <a:extLst xmlns:a="http://schemas.openxmlformats.org/drawingml/2006/main">
              <a:ext uri="{FF2B5EF4-FFF2-40B4-BE49-F238E27FC236}">
                <a16:creationId xmlns:a16="http://schemas.microsoft.com/office/drawing/2014/main" id="{C7C50B29-229A-461D-816C-6D8AF278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6192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6" name="p10-文本-0056">
            <a:extLst xmlns:a="http://schemas.openxmlformats.org/drawingml/2006/main">
              <a:ext uri="{FF2B5EF4-FFF2-40B4-BE49-F238E27FC236}">
                <a16:creationId xmlns:a16="http://schemas.microsoft.com/office/drawing/2014/main" id="{CE671508-1AD4-4F24-96F2-5E22482D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435" y="164077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特征提取</a:t>
            </a:r>
          </a:p>
        </p:txBody>
      </p:sp>
      <p:sp>
        <p:nvSpPr>
          <p:cNvPr id="57" name="p10-矩形-0057">
            <a:extLst xmlns:a="http://schemas.openxmlformats.org/drawingml/2006/main">
              <a:ext uri="{FF2B5EF4-FFF2-40B4-BE49-F238E27FC236}">
                <a16:creationId xmlns:a16="http://schemas.microsoft.com/office/drawing/2014/main" id="{79CA1B29-7225-4895-94EC-E8C42F03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8" name="p10-矩形-0058">
            <a:extLst xmlns:a="http://schemas.openxmlformats.org/drawingml/2006/main">
              <a:ext uri="{FF2B5EF4-FFF2-40B4-BE49-F238E27FC236}">
                <a16:creationId xmlns:a16="http://schemas.microsoft.com/office/drawing/2014/main" id="{113827E0-923A-4881-89F8-E76C9103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9" name="p10-矩形-0059">
            <a:extLst xmlns:a="http://schemas.openxmlformats.org/drawingml/2006/main">
              <a:ext uri="{FF2B5EF4-FFF2-40B4-BE49-F238E27FC236}">
                <a16:creationId xmlns:a16="http://schemas.microsoft.com/office/drawing/2014/main" id="{67A88A27-79C0-4AE0-96F5-51D6A1B4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0" name="p10-矩形-0060">
            <a:extLst xmlns:a="http://schemas.openxmlformats.org/drawingml/2006/main">
              <a:ext uri="{FF2B5EF4-FFF2-40B4-BE49-F238E27FC236}">
                <a16:creationId xmlns:a16="http://schemas.microsoft.com/office/drawing/2014/main" id="{B6D27070-47AD-4CA1-BC8C-7024801D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1" name="p10-矩形-0061">
            <a:extLst xmlns:a="http://schemas.openxmlformats.org/drawingml/2006/main">
              <a:ext uri="{FF2B5EF4-FFF2-40B4-BE49-F238E27FC236}">
                <a16:creationId xmlns:a16="http://schemas.microsoft.com/office/drawing/2014/main" id="{ED539F2A-5A86-4F82-AE60-4745B102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2" name="p10-矩形-0062">
            <a:extLst xmlns:a="http://schemas.openxmlformats.org/drawingml/2006/main">
              <a:ext uri="{FF2B5EF4-FFF2-40B4-BE49-F238E27FC236}">
                <a16:creationId xmlns:a16="http://schemas.microsoft.com/office/drawing/2014/main" id="{98D5386C-94CE-4274-A15C-A253FDBE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3" name="p10-矩形-0063">
            <a:extLst xmlns:a="http://schemas.openxmlformats.org/drawingml/2006/main">
              <a:ext uri="{FF2B5EF4-FFF2-40B4-BE49-F238E27FC236}">
                <a16:creationId xmlns:a16="http://schemas.microsoft.com/office/drawing/2014/main" id="{6F73DF71-7BF5-450C-9C55-9CF6E916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4" name="p10-矩形-0064">
            <a:extLst xmlns:a="http://schemas.openxmlformats.org/drawingml/2006/main">
              <a:ext uri="{FF2B5EF4-FFF2-40B4-BE49-F238E27FC236}">
                <a16:creationId xmlns:a16="http://schemas.microsoft.com/office/drawing/2014/main" id="{6E073F6E-78E3-4598-B09B-5B1CCD82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5" name="p10-矩形-0065">
            <a:extLst xmlns:a="http://schemas.openxmlformats.org/drawingml/2006/main">
              <a:ext uri="{FF2B5EF4-FFF2-40B4-BE49-F238E27FC236}">
                <a16:creationId xmlns:a16="http://schemas.microsoft.com/office/drawing/2014/main" id="{A502544D-95DD-48BC-868A-E23F1DDD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6" name="p10-矩形-0066">
            <a:extLst xmlns:a="http://schemas.openxmlformats.org/drawingml/2006/main">
              <a:ext uri="{FF2B5EF4-FFF2-40B4-BE49-F238E27FC236}">
                <a16:creationId xmlns:a16="http://schemas.microsoft.com/office/drawing/2014/main" id="{6CB2FC68-02F0-47EA-9739-3E8F1940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7" name="p10-矩形-0067">
            <a:extLst xmlns:a="http://schemas.openxmlformats.org/drawingml/2006/main">
              <a:ext uri="{FF2B5EF4-FFF2-40B4-BE49-F238E27FC236}">
                <a16:creationId xmlns:a16="http://schemas.microsoft.com/office/drawing/2014/main" id="{01E4E1E1-4BD4-4523-8F2B-530AE91B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8" name="p10-矩形-0068">
            <a:extLst xmlns:a="http://schemas.openxmlformats.org/drawingml/2006/main">
              <a:ext uri="{FF2B5EF4-FFF2-40B4-BE49-F238E27FC236}">
                <a16:creationId xmlns:a16="http://schemas.microsoft.com/office/drawing/2014/main" id="{950F2946-16FB-49F9-A70A-EC30D00D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9" name="p10-矩形-0069">
            <a:extLst xmlns:a="http://schemas.openxmlformats.org/drawingml/2006/main">
              <a:ext uri="{FF2B5EF4-FFF2-40B4-BE49-F238E27FC236}">
                <a16:creationId xmlns:a16="http://schemas.microsoft.com/office/drawing/2014/main" id="{37EDC29F-0E75-429E-94F0-19C77D37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0" name="p10-矩形-0070">
            <a:extLst xmlns:a="http://schemas.openxmlformats.org/drawingml/2006/main">
              <a:ext uri="{FF2B5EF4-FFF2-40B4-BE49-F238E27FC236}">
                <a16:creationId xmlns:a16="http://schemas.microsoft.com/office/drawing/2014/main" id="{753A8F2B-C61D-46EE-AB1B-B1ECE55A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16217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1" name="p10-矩形-0071">
            <a:extLst xmlns:a="http://schemas.openxmlformats.org/drawingml/2006/main">
              <a:ext uri="{FF2B5EF4-FFF2-40B4-BE49-F238E27FC236}">
                <a16:creationId xmlns:a16="http://schemas.microsoft.com/office/drawing/2014/main" id="{AE7EB037-3AA9-4A43-9B36-6DD942C2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2" name="p10-矩形-0072">
            <a:extLst xmlns:a="http://schemas.openxmlformats.org/drawingml/2006/main">
              <a:ext uri="{FF2B5EF4-FFF2-40B4-BE49-F238E27FC236}">
                <a16:creationId xmlns:a16="http://schemas.microsoft.com/office/drawing/2014/main" id="{4391322E-EFBE-4FA8-B669-0C27D855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3" name="p10-矩形-0073">
            <a:extLst xmlns:a="http://schemas.openxmlformats.org/drawingml/2006/main">
              <a:ext uri="{FF2B5EF4-FFF2-40B4-BE49-F238E27FC236}">
                <a16:creationId xmlns:a16="http://schemas.microsoft.com/office/drawing/2014/main" id="{38154DF6-F63B-4423-930C-7E1E1425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4" name="p10-矩形-0074">
            <a:extLst xmlns:a="http://schemas.openxmlformats.org/drawingml/2006/main">
              <a:ext uri="{FF2B5EF4-FFF2-40B4-BE49-F238E27FC236}">
                <a16:creationId xmlns:a16="http://schemas.microsoft.com/office/drawing/2014/main" id="{FAB8E0A7-4CCA-435E-A647-F355825D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5" name="p10-矩形-0075">
            <a:extLst xmlns:a="http://schemas.openxmlformats.org/drawingml/2006/main">
              <a:ext uri="{FF2B5EF4-FFF2-40B4-BE49-F238E27FC236}">
                <a16:creationId xmlns:a16="http://schemas.microsoft.com/office/drawing/2014/main" id="{C814D42F-7828-4B25-922D-4D9561CB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6" name="p10-矩形-0076">
            <a:extLst xmlns:a="http://schemas.openxmlformats.org/drawingml/2006/main">
              <a:ext uri="{FF2B5EF4-FFF2-40B4-BE49-F238E27FC236}">
                <a16:creationId xmlns:a16="http://schemas.microsoft.com/office/drawing/2014/main" id="{9F3C93EF-9F85-48E9-97E6-D74250D1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7" name="p10-矩形-0077">
            <a:extLst xmlns:a="http://schemas.openxmlformats.org/drawingml/2006/main">
              <a:ext uri="{FF2B5EF4-FFF2-40B4-BE49-F238E27FC236}">
                <a16:creationId xmlns:a16="http://schemas.microsoft.com/office/drawing/2014/main" id="{AD514D9F-553C-4754-BE3B-A5073524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8" name="p10-矩形-0078">
            <a:extLst xmlns:a="http://schemas.openxmlformats.org/drawingml/2006/main">
              <a:ext uri="{FF2B5EF4-FFF2-40B4-BE49-F238E27FC236}">
                <a16:creationId xmlns:a16="http://schemas.microsoft.com/office/drawing/2014/main" id="{E6C02E24-EBEC-4426-A3F7-7445697C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9" name="p10-矩形-0079">
            <a:extLst xmlns:a="http://schemas.openxmlformats.org/drawingml/2006/main">
              <a:ext uri="{FF2B5EF4-FFF2-40B4-BE49-F238E27FC236}">
                <a16:creationId xmlns:a16="http://schemas.microsoft.com/office/drawing/2014/main" id="{C6EEB1A2-28B7-4A1A-A86E-4811D53F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0" name="p10-矩形-0080">
            <a:extLst xmlns:a="http://schemas.openxmlformats.org/drawingml/2006/main">
              <a:ext uri="{FF2B5EF4-FFF2-40B4-BE49-F238E27FC236}">
                <a16:creationId xmlns:a16="http://schemas.microsoft.com/office/drawing/2014/main" id="{656294F5-3768-4C2E-A7EF-AEE5CE18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1" name="p10-矩形-0081">
            <a:extLst xmlns:a="http://schemas.openxmlformats.org/drawingml/2006/main">
              <a:ext uri="{FF2B5EF4-FFF2-40B4-BE49-F238E27FC236}">
                <a16:creationId xmlns:a16="http://schemas.microsoft.com/office/drawing/2014/main" id="{FF42B93F-F047-412E-AC5F-A609E6E4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82" name="p10-矩形-0082">
            <a:extLst xmlns:a="http://schemas.openxmlformats.org/drawingml/2006/main">
              <a:ext uri="{FF2B5EF4-FFF2-40B4-BE49-F238E27FC236}">
                <a16:creationId xmlns:a16="http://schemas.microsoft.com/office/drawing/2014/main" id="{99AEFDB5-3B21-451B-B6EF-90D047DA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3" name="p10-矩形-0083">
            <a:extLst xmlns:a="http://schemas.openxmlformats.org/drawingml/2006/main">
              <a:ext uri="{FF2B5EF4-FFF2-40B4-BE49-F238E27FC236}">
                <a16:creationId xmlns:a16="http://schemas.microsoft.com/office/drawing/2014/main" id="{6DE9F0FC-C370-44F9-A01D-9E69D8B5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4" name="p10-矩形-0084">
            <a:extLst xmlns:a="http://schemas.openxmlformats.org/drawingml/2006/main">
              <a:ext uri="{FF2B5EF4-FFF2-40B4-BE49-F238E27FC236}">
                <a16:creationId xmlns:a16="http://schemas.microsoft.com/office/drawing/2014/main" id="{69878283-26A8-402A-BA38-C5C824D2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31964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5" name="p10-矩形-0085">
            <a:extLst xmlns:a="http://schemas.openxmlformats.org/drawingml/2006/main">
              <a:ext uri="{FF2B5EF4-FFF2-40B4-BE49-F238E27FC236}">
                <a16:creationId xmlns:a16="http://schemas.microsoft.com/office/drawing/2014/main" id="{29E611AA-199E-43FA-83ED-F93CF740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6" name="p10-矩形-0086">
            <a:extLst xmlns:a="http://schemas.openxmlformats.org/drawingml/2006/main">
              <a:ext uri="{FF2B5EF4-FFF2-40B4-BE49-F238E27FC236}">
                <a16:creationId xmlns:a16="http://schemas.microsoft.com/office/drawing/2014/main" id="{376062FC-AA58-44A3-BEC0-C7E483C9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7" name="p10-矩形-0087">
            <a:extLst xmlns:a="http://schemas.openxmlformats.org/drawingml/2006/main">
              <a:ext uri="{FF2B5EF4-FFF2-40B4-BE49-F238E27FC236}">
                <a16:creationId xmlns:a16="http://schemas.microsoft.com/office/drawing/2014/main" id="{7E82FA19-3FEE-46DC-88D0-10181DF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8" name="p10-矩形-0088">
            <a:extLst xmlns:a="http://schemas.openxmlformats.org/drawingml/2006/main">
              <a:ext uri="{FF2B5EF4-FFF2-40B4-BE49-F238E27FC236}">
                <a16:creationId xmlns:a16="http://schemas.microsoft.com/office/drawing/2014/main" id="{EAAC17D0-AC24-4975-A4DC-DF4C4574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9" name="p10-矩形-0089">
            <a:extLst xmlns:a="http://schemas.openxmlformats.org/drawingml/2006/main">
              <a:ext uri="{FF2B5EF4-FFF2-40B4-BE49-F238E27FC236}">
                <a16:creationId xmlns:a16="http://schemas.microsoft.com/office/drawing/2014/main" id="{04EFA3C5-1B20-4FB0-B019-28570484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0" name="p10-矩形-0090">
            <a:extLst xmlns:a="http://schemas.openxmlformats.org/drawingml/2006/main">
              <a:ext uri="{FF2B5EF4-FFF2-40B4-BE49-F238E27FC236}">
                <a16:creationId xmlns:a16="http://schemas.microsoft.com/office/drawing/2014/main" id="{46D7B697-FF61-4890-A2B3-F6A7C3E0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1" name="p10-矩形-0091">
            <a:extLst xmlns:a="http://schemas.openxmlformats.org/drawingml/2006/main">
              <a:ext uri="{FF2B5EF4-FFF2-40B4-BE49-F238E27FC236}">
                <a16:creationId xmlns:a16="http://schemas.microsoft.com/office/drawing/2014/main" id="{E375C02D-9022-4F53-A740-C76FE542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2" name="p10-矩形-0092">
            <a:extLst xmlns:a="http://schemas.openxmlformats.org/drawingml/2006/main">
              <a:ext uri="{FF2B5EF4-FFF2-40B4-BE49-F238E27FC236}">
                <a16:creationId xmlns:a16="http://schemas.microsoft.com/office/drawing/2014/main" id="{A76D8B55-B990-4736-90D3-897C800A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3" name="p10-矩形-0093">
            <a:extLst xmlns:a="http://schemas.openxmlformats.org/drawingml/2006/main">
              <a:ext uri="{FF2B5EF4-FFF2-40B4-BE49-F238E27FC236}">
                <a16:creationId xmlns:a16="http://schemas.microsoft.com/office/drawing/2014/main" id="{D2E36AA5-66C4-4557-BB87-7F965EE5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4" name="p10-矩形-0094">
            <a:extLst xmlns:a="http://schemas.openxmlformats.org/drawingml/2006/main">
              <a:ext uri="{FF2B5EF4-FFF2-40B4-BE49-F238E27FC236}">
                <a16:creationId xmlns:a16="http://schemas.microsoft.com/office/drawing/2014/main" id="{BC704ED1-7E65-4890-A960-F3015309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95" name="p10-矩形-0095">
            <a:extLst xmlns:a="http://schemas.openxmlformats.org/drawingml/2006/main">
              <a:ext uri="{FF2B5EF4-FFF2-40B4-BE49-F238E27FC236}">
                <a16:creationId xmlns:a16="http://schemas.microsoft.com/office/drawing/2014/main" id="{41AA3DD2-6894-46C5-8D7E-C69AAEE5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96" name="p10-矩形-0096">
            <a:extLst xmlns:a="http://schemas.openxmlformats.org/drawingml/2006/main">
              <a:ext uri="{FF2B5EF4-FFF2-40B4-BE49-F238E27FC236}">
                <a16:creationId xmlns:a16="http://schemas.microsoft.com/office/drawing/2014/main" id="{A33AB47D-A1F6-42AD-8D0D-4916EEE5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97" name="p10-矩形-0097">
            <a:extLst xmlns:a="http://schemas.openxmlformats.org/drawingml/2006/main">
              <a:ext uri="{FF2B5EF4-FFF2-40B4-BE49-F238E27FC236}">
                <a16:creationId xmlns:a16="http://schemas.microsoft.com/office/drawing/2014/main" id="{2B374C50-2A4C-447C-B47D-937C26D1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8" name="p10-矩形-0098">
            <a:extLst xmlns:a="http://schemas.openxmlformats.org/drawingml/2006/main">
              <a:ext uri="{FF2B5EF4-FFF2-40B4-BE49-F238E27FC236}">
                <a16:creationId xmlns:a16="http://schemas.microsoft.com/office/drawing/2014/main" id="{9A73AF8C-AEB3-4A13-9922-4837475C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47711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9" name="p10-矩形-0099">
            <a:extLst xmlns:a="http://schemas.openxmlformats.org/drawingml/2006/main">
              <a:ext uri="{FF2B5EF4-FFF2-40B4-BE49-F238E27FC236}">
                <a16:creationId xmlns:a16="http://schemas.microsoft.com/office/drawing/2014/main" id="{3044BFE7-6AD7-42CF-8E6E-2E36E99B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0" name="p10-矩形-0100">
            <a:extLst xmlns:a="http://schemas.openxmlformats.org/drawingml/2006/main">
              <a:ext uri="{FF2B5EF4-FFF2-40B4-BE49-F238E27FC236}">
                <a16:creationId xmlns:a16="http://schemas.microsoft.com/office/drawing/2014/main" id="{0AD11E5A-24D8-4CE8-B422-827C6397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1" name="p10-矩形-0101">
            <a:extLst xmlns:a="http://schemas.openxmlformats.org/drawingml/2006/main">
              <a:ext uri="{FF2B5EF4-FFF2-40B4-BE49-F238E27FC236}">
                <a16:creationId xmlns:a16="http://schemas.microsoft.com/office/drawing/2014/main" id="{B61575B8-00B0-4139-8C7D-052014E6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2" name="p10-矩形-0102">
            <a:extLst xmlns:a="http://schemas.openxmlformats.org/drawingml/2006/main">
              <a:ext uri="{FF2B5EF4-FFF2-40B4-BE49-F238E27FC236}">
                <a16:creationId xmlns:a16="http://schemas.microsoft.com/office/drawing/2014/main" id="{E954E26B-1A9E-4E5D-865A-867BC6FD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3" name="p10-矩形-0103">
            <a:extLst xmlns:a="http://schemas.openxmlformats.org/drawingml/2006/main">
              <a:ext uri="{FF2B5EF4-FFF2-40B4-BE49-F238E27FC236}">
                <a16:creationId xmlns:a16="http://schemas.microsoft.com/office/drawing/2014/main" id="{B6A6FABE-F9E6-482C-8C45-145BF464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4" name="p10-矩形-0104">
            <a:extLst xmlns:a="http://schemas.openxmlformats.org/drawingml/2006/main">
              <a:ext uri="{FF2B5EF4-FFF2-40B4-BE49-F238E27FC236}">
                <a16:creationId xmlns:a16="http://schemas.microsoft.com/office/drawing/2014/main" id="{C5A49968-5B24-4F4A-B6DE-2CECD60A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5" name="p10-矩形-0105">
            <a:extLst xmlns:a="http://schemas.openxmlformats.org/drawingml/2006/main">
              <a:ext uri="{FF2B5EF4-FFF2-40B4-BE49-F238E27FC236}">
                <a16:creationId xmlns:a16="http://schemas.microsoft.com/office/drawing/2014/main" id="{EE9DE051-158C-4F0E-AB69-6BCF096C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6" name="p10-矩形-0106">
            <a:extLst xmlns:a="http://schemas.openxmlformats.org/drawingml/2006/main">
              <a:ext uri="{FF2B5EF4-FFF2-40B4-BE49-F238E27FC236}">
                <a16:creationId xmlns:a16="http://schemas.microsoft.com/office/drawing/2014/main" id="{FA232199-969C-434D-8F92-02374D6E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7" name="p10-矩形-0107">
            <a:extLst xmlns:a="http://schemas.openxmlformats.org/drawingml/2006/main">
              <a:ext uri="{FF2B5EF4-FFF2-40B4-BE49-F238E27FC236}">
                <a16:creationId xmlns:a16="http://schemas.microsoft.com/office/drawing/2014/main" id="{7DB35A3B-D0E3-4242-8D02-BA0B974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08" name="p10-矩形-0108">
            <a:extLst xmlns:a="http://schemas.openxmlformats.org/drawingml/2006/main">
              <a:ext uri="{FF2B5EF4-FFF2-40B4-BE49-F238E27FC236}">
                <a16:creationId xmlns:a16="http://schemas.microsoft.com/office/drawing/2014/main" id="{1088AC15-BE36-438C-94FE-AF5BB7B3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09" name="p10-矩形-0109">
            <a:extLst xmlns:a="http://schemas.openxmlformats.org/drawingml/2006/main">
              <a:ext uri="{FF2B5EF4-FFF2-40B4-BE49-F238E27FC236}">
                <a16:creationId xmlns:a16="http://schemas.microsoft.com/office/drawing/2014/main" id="{0207612E-DA9B-4E8A-A2CB-6BD5F8AA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0" name="p10-矩形-0110">
            <a:extLst xmlns:a="http://schemas.openxmlformats.org/drawingml/2006/main">
              <a:ext uri="{FF2B5EF4-FFF2-40B4-BE49-F238E27FC236}">
                <a16:creationId xmlns:a16="http://schemas.microsoft.com/office/drawing/2014/main" id="{3AD2EB20-646A-4CFB-9737-69A380C8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11" name="p10-矩形-0111">
            <a:extLst xmlns:a="http://schemas.openxmlformats.org/drawingml/2006/main">
              <a:ext uri="{FF2B5EF4-FFF2-40B4-BE49-F238E27FC236}">
                <a16:creationId xmlns:a16="http://schemas.microsoft.com/office/drawing/2014/main" id="{3077A6DA-6509-4374-8CDF-E82D9AA0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12" name="p10-矩形-0112">
            <a:extLst xmlns:a="http://schemas.openxmlformats.org/drawingml/2006/main">
              <a:ext uri="{FF2B5EF4-FFF2-40B4-BE49-F238E27FC236}">
                <a16:creationId xmlns:a16="http://schemas.microsoft.com/office/drawing/2014/main" id="{9922AC79-C074-43BF-A994-9F1E5C47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634591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3" name="p10-矩形-0113">
            <a:extLst xmlns:a="http://schemas.openxmlformats.org/drawingml/2006/main">
              <a:ext uri="{FF2B5EF4-FFF2-40B4-BE49-F238E27FC236}">
                <a16:creationId xmlns:a16="http://schemas.microsoft.com/office/drawing/2014/main" id="{17B7E36B-734E-4C03-99C0-44D49566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4" name="p10-矩形-0114">
            <a:extLst xmlns:a="http://schemas.openxmlformats.org/drawingml/2006/main">
              <a:ext uri="{FF2B5EF4-FFF2-40B4-BE49-F238E27FC236}">
                <a16:creationId xmlns:a16="http://schemas.microsoft.com/office/drawing/2014/main" id="{47DC2B14-85DF-4FF6-9F2D-6DDCA687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5" name="p10-矩形-0115">
            <a:extLst xmlns:a="http://schemas.openxmlformats.org/drawingml/2006/main">
              <a:ext uri="{FF2B5EF4-FFF2-40B4-BE49-F238E27FC236}">
                <a16:creationId xmlns:a16="http://schemas.microsoft.com/office/drawing/2014/main" id="{8F6EFA7F-CDA1-4501-B2FB-95183E74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6" name="p10-矩形-0116">
            <a:extLst xmlns:a="http://schemas.openxmlformats.org/drawingml/2006/main">
              <a:ext uri="{FF2B5EF4-FFF2-40B4-BE49-F238E27FC236}">
                <a16:creationId xmlns:a16="http://schemas.microsoft.com/office/drawing/2014/main" id="{331D2843-8194-4585-9E45-084B8E81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7" name="p10-矩形-0117">
            <a:extLst xmlns:a="http://schemas.openxmlformats.org/drawingml/2006/main">
              <a:ext uri="{FF2B5EF4-FFF2-40B4-BE49-F238E27FC236}">
                <a16:creationId xmlns:a16="http://schemas.microsoft.com/office/drawing/2014/main" id="{C5F55B39-A505-439C-B49C-3319C863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8" name="p10-矩形-0118">
            <a:extLst xmlns:a="http://schemas.openxmlformats.org/drawingml/2006/main">
              <a:ext uri="{FF2B5EF4-FFF2-40B4-BE49-F238E27FC236}">
                <a16:creationId xmlns:a16="http://schemas.microsoft.com/office/drawing/2014/main" id="{56EA22AB-C8DE-411E-92FB-BE168F9E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9" name="p10-矩形-0119">
            <a:extLst xmlns:a="http://schemas.openxmlformats.org/drawingml/2006/main">
              <a:ext uri="{FF2B5EF4-FFF2-40B4-BE49-F238E27FC236}">
                <a16:creationId xmlns:a16="http://schemas.microsoft.com/office/drawing/2014/main" id="{7A5DE957-7900-45D5-9D25-1254C4D0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20" name="p10-矩形-0120">
            <a:extLst xmlns:a="http://schemas.openxmlformats.org/drawingml/2006/main">
              <a:ext uri="{FF2B5EF4-FFF2-40B4-BE49-F238E27FC236}">
                <a16:creationId xmlns:a16="http://schemas.microsoft.com/office/drawing/2014/main" id="{D1CC4341-5D79-4916-9CF0-773E7AD2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1" name="p10-矩形-0121">
            <a:extLst xmlns:a="http://schemas.openxmlformats.org/drawingml/2006/main">
              <a:ext uri="{FF2B5EF4-FFF2-40B4-BE49-F238E27FC236}">
                <a16:creationId xmlns:a16="http://schemas.microsoft.com/office/drawing/2014/main" id="{EE95A4C5-A58C-47FD-83D2-31374BAA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22" name="p10-矩形-0122">
            <a:extLst xmlns:a="http://schemas.openxmlformats.org/drawingml/2006/main">
              <a:ext uri="{FF2B5EF4-FFF2-40B4-BE49-F238E27FC236}">
                <a16:creationId xmlns:a16="http://schemas.microsoft.com/office/drawing/2014/main" id="{220D52D9-93FB-4577-B244-336C7CC0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23" name="p10-矩形-0123">
            <a:extLst xmlns:a="http://schemas.openxmlformats.org/drawingml/2006/main">
              <a:ext uri="{FF2B5EF4-FFF2-40B4-BE49-F238E27FC236}">
                <a16:creationId xmlns:a16="http://schemas.microsoft.com/office/drawing/2014/main" id="{1B56BBE2-ECB1-490A-8A12-63D30B69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24" name="p10-矩形-0124">
            <a:extLst xmlns:a="http://schemas.openxmlformats.org/drawingml/2006/main">
              <a:ext uri="{FF2B5EF4-FFF2-40B4-BE49-F238E27FC236}">
                <a16:creationId xmlns:a16="http://schemas.microsoft.com/office/drawing/2014/main" id="{F015667E-172C-4E15-9D24-4FD38142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25" name="p10-矩形-0125">
            <a:extLst xmlns:a="http://schemas.openxmlformats.org/drawingml/2006/main">
              <a:ext uri="{FF2B5EF4-FFF2-40B4-BE49-F238E27FC236}">
                <a16:creationId xmlns:a16="http://schemas.microsoft.com/office/drawing/2014/main" id="{5F363F30-AF40-4B6B-9C44-2095DBB6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6" name="p10-矩形-0126">
            <a:extLst xmlns:a="http://schemas.openxmlformats.org/drawingml/2006/main">
              <a:ext uri="{FF2B5EF4-FFF2-40B4-BE49-F238E27FC236}">
                <a16:creationId xmlns:a16="http://schemas.microsoft.com/office/drawing/2014/main" id="{ED58F429-9457-4D49-9930-07111E7D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792063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7" name="p10-矩形-0127">
            <a:extLst xmlns:a="http://schemas.openxmlformats.org/drawingml/2006/main">
              <a:ext uri="{FF2B5EF4-FFF2-40B4-BE49-F238E27FC236}">
                <a16:creationId xmlns:a16="http://schemas.microsoft.com/office/drawing/2014/main" id="{D56132E7-3ADD-42F4-9A7A-338E515F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8" name="p10-矩形-0128">
            <a:extLst xmlns:a="http://schemas.openxmlformats.org/drawingml/2006/main">
              <a:ext uri="{FF2B5EF4-FFF2-40B4-BE49-F238E27FC236}">
                <a16:creationId xmlns:a16="http://schemas.microsoft.com/office/drawing/2014/main" id="{16137950-A852-43B8-8A08-3589E0E8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9" name="p10-矩形-0129">
            <a:extLst xmlns:a="http://schemas.openxmlformats.org/drawingml/2006/main">
              <a:ext uri="{FF2B5EF4-FFF2-40B4-BE49-F238E27FC236}">
                <a16:creationId xmlns:a16="http://schemas.microsoft.com/office/drawing/2014/main" id="{F5CE3AF2-6EC0-4B22-91CC-4BB48AB4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30" name="p10-矩形-0130">
            <a:extLst xmlns:a="http://schemas.openxmlformats.org/drawingml/2006/main">
              <a:ext uri="{FF2B5EF4-FFF2-40B4-BE49-F238E27FC236}">
                <a16:creationId xmlns:a16="http://schemas.microsoft.com/office/drawing/2014/main" id="{E5441A48-15DD-4B33-ACD7-8724F606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31" name="p10-矩形-0131">
            <a:extLst xmlns:a="http://schemas.openxmlformats.org/drawingml/2006/main">
              <a:ext uri="{FF2B5EF4-FFF2-40B4-BE49-F238E27FC236}">
                <a16:creationId xmlns:a16="http://schemas.microsoft.com/office/drawing/2014/main" id="{95820187-7A0C-410F-973F-C5F470AD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32" name="p10-矩形-0132">
            <a:extLst xmlns:a="http://schemas.openxmlformats.org/drawingml/2006/main">
              <a:ext uri="{FF2B5EF4-FFF2-40B4-BE49-F238E27FC236}">
                <a16:creationId xmlns:a16="http://schemas.microsoft.com/office/drawing/2014/main" id="{CB58F6E7-33B8-414D-B756-BFBCCCD9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33" name="p10-矩形-0133">
            <a:extLst xmlns:a="http://schemas.openxmlformats.org/drawingml/2006/main">
              <a:ext uri="{FF2B5EF4-FFF2-40B4-BE49-F238E27FC236}">
                <a16:creationId xmlns:a16="http://schemas.microsoft.com/office/drawing/2014/main" id="{957E3499-5A3B-451C-93CD-1A669D8D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34" name="p10-矩形-0134">
            <a:extLst xmlns:a="http://schemas.openxmlformats.org/drawingml/2006/main">
              <a:ext uri="{FF2B5EF4-FFF2-40B4-BE49-F238E27FC236}">
                <a16:creationId xmlns:a16="http://schemas.microsoft.com/office/drawing/2014/main" id="{CEFAA3E8-5B09-44D9-9615-5FA8BCF9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35" name="p10-矩形-0135">
            <a:extLst xmlns:a="http://schemas.openxmlformats.org/drawingml/2006/main">
              <a:ext uri="{FF2B5EF4-FFF2-40B4-BE49-F238E27FC236}">
                <a16:creationId xmlns:a16="http://schemas.microsoft.com/office/drawing/2014/main" id="{5F8F22F9-BBF9-48AA-9916-76ECA9C2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6" name="p10-矩形-0136">
            <a:extLst xmlns:a="http://schemas.openxmlformats.org/drawingml/2006/main">
              <a:ext uri="{FF2B5EF4-FFF2-40B4-BE49-F238E27FC236}">
                <a16:creationId xmlns:a16="http://schemas.microsoft.com/office/drawing/2014/main" id="{707D30A3-D850-4487-9A8B-2CFC0CB9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37" name="p10-矩形-0137">
            <a:extLst xmlns:a="http://schemas.openxmlformats.org/drawingml/2006/main">
              <a:ext uri="{FF2B5EF4-FFF2-40B4-BE49-F238E27FC236}">
                <a16:creationId xmlns:a16="http://schemas.microsoft.com/office/drawing/2014/main" id="{D97DCFCA-F02A-42F2-8AE5-BF9B2E95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8" name="p10-矩形-0138">
            <a:extLst xmlns:a="http://schemas.openxmlformats.org/drawingml/2006/main">
              <a:ext uri="{FF2B5EF4-FFF2-40B4-BE49-F238E27FC236}">
                <a16:creationId xmlns:a16="http://schemas.microsoft.com/office/drawing/2014/main" id="{FA8EB401-2D2F-4144-8E59-9BEEB585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39" name="p10-矩形-0139">
            <a:extLst xmlns:a="http://schemas.openxmlformats.org/drawingml/2006/main">
              <a:ext uri="{FF2B5EF4-FFF2-40B4-BE49-F238E27FC236}">
                <a16:creationId xmlns:a16="http://schemas.microsoft.com/office/drawing/2014/main" id="{6F40022A-A09B-4F53-AF5A-E8B54E0E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40" name="p10-矩形-0140">
            <a:extLst xmlns:a="http://schemas.openxmlformats.org/drawingml/2006/main">
              <a:ext uri="{FF2B5EF4-FFF2-40B4-BE49-F238E27FC236}">
                <a16:creationId xmlns:a16="http://schemas.microsoft.com/office/drawing/2014/main" id="{A64DCBCF-F5CF-4DA1-8BBC-1FBEBB62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2949535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41" name="p10-矩形-0141">
            <a:extLst xmlns:a="http://schemas.openxmlformats.org/drawingml/2006/main">
              <a:ext uri="{FF2B5EF4-FFF2-40B4-BE49-F238E27FC236}">
                <a16:creationId xmlns:a16="http://schemas.microsoft.com/office/drawing/2014/main" id="{CADB914E-DDF4-4EF1-BBE7-149C2E41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42" name="p10-矩形-0142">
            <a:extLst xmlns:a="http://schemas.openxmlformats.org/drawingml/2006/main">
              <a:ext uri="{FF2B5EF4-FFF2-40B4-BE49-F238E27FC236}">
                <a16:creationId xmlns:a16="http://schemas.microsoft.com/office/drawing/2014/main" id="{5EE5D6F2-CBE6-443B-A3EE-A92FD868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43" name="p10-矩形-0143">
            <a:extLst xmlns:a="http://schemas.openxmlformats.org/drawingml/2006/main">
              <a:ext uri="{FF2B5EF4-FFF2-40B4-BE49-F238E27FC236}">
                <a16:creationId xmlns:a16="http://schemas.microsoft.com/office/drawing/2014/main" id="{F1EF4758-EE86-416E-A110-754C6BBF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44" name="p10-矩形-0144">
            <a:extLst xmlns:a="http://schemas.openxmlformats.org/drawingml/2006/main">
              <a:ext uri="{FF2B5EF4-FFF2-40B4-BE49-F238E27FC236}">
                <a16:creationId xmlns:a16="http://schemas.microsoft.com/office/drawing/2014/main" id="{AC12DEBE-4B77-4AAB-9884-3D4B2D0F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5" name="p10-矩形-0145">
            <a:extLst xmlns:a="http://schemas.openxmlformats.org/drawingml/2006/main">
              <a:ext uri="{FF2B5EF4-FFF2-40B4-BE49-F238E27FC236}">
                <a16:creationId xmlns:a16="http://schemas.microsoft.com/office/drawing/2014/main" id="{045B131C-4EE2-4DD8-BDCC-E7213148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6" name="p10-矩形-0146">
            <a:extLst xmlns:a="http://schemas.openxmlformats.org/drawingml/2006/main">
              <a:ext uri="{FF2B5EF4-FFF2-40B4-BE49-F238E27FC236}">
                <a16:creationId xmlns:a16="http://schemas.microsoft.com/office/drawing/2014/main" id="{433EDF52-6518-4F47-9529-02E6FE30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7" name="p10-矩形-0147">
            <a:extLst xmlns:a="http://schemas.openxmlformats.org/drawingml/2006/main">
              <a:ext uri="{FF2B5EF4-FFF2-40B4-BE49-F238E27FC236}">
                <a16:creationId xmlns:a16="http://schemas.microsoft.com/office/drawing/2014/main" id="{0D0458BD-F448-403C-86C7-D6922C27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48" name="p10-矩形-0148">
            <a:extLst xmlns:a="http://schemas.openxmlformats.org/drawingml/2006/main">
              <a:ext uri="{FF2B5EF4-FFF2-40B4-BE49-F238E27FC236}">
                <a16:creationId xmlns:a16="http://schemas.microsoft.com/office/drawing/2014/main" id="{0729560E-BE21-4F84-B76D-DD048687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49" name="p10-矩形-0149">
            <a:extLst xmlns:a="http://schemas.openxmlformats.org/drawingml/2006/main">
              <a:ext uri="{FF2B5EF4-FFF2-40B4-BE49-F238E27FC236}">
                <a16:creationId xmlns:a16="http://schemas.microsoft.com/office/drawing/2014/main" id="{CBF29448-1A44-426D-9128-42C387A1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50" name="p10-矩形-0150">
            <a:extLst xmlns:a="http://schemas.openxmlformats.org/drawingml/2006/main">
              <a:ext uri="{FF2B5EF4-FFF2-40B4-BE49-F238E27FC236}">
                <a16:creationId xmlns:a16="http://schemas.microsoft.com/office/drawing/2014/main" id="{C0D4BFED-6D0E-4E0D-A3E3-266C9E62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51" name="p10-矩形-0151">
            <a:extLst xmlns:a="http://schemas.openxmlformats.org/drawingml/2006/main">
              <a:ext uri="{FF2B5EF4-FFF2-40B4-BE49-F238E27FC236}">
                <a16:creationId xmlns:a16="http://schemas.microsoft.com/office/drawing/2014/main" id="{D5ED889F-3F1A-4394-9F99-92594F75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52" name="p10-矩形-0152">
            <a:extLst xmlns:a="http://schemas.openxmlformats.org/drawingml/2006/main">
              <a:ext uri="{FF2B5EF4-FFF2-40B4-BE49-F238E27FC236}">
                <a16:creationId xmlns:a16="http://schemas.microsoft.com/office/drawing/2014/main" id="{23CF28D2-D696-4C23-8D92-8A316389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53" name="p10-矩形-0153">
            <a:extLst xmlns:a="http://schemas.openxmlformats.org/drawingml/2006/main">
              <a:ext uri="{FF2B5EF4-FFF2-40B4-BE49-F238E27FC236}">
                <a16:creationId xmlns:a16="http://schemas.microsoft.com/office/drawing/2014/main" id="{83153314-7433-4EB1-856C-7C212131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54" name="p10-矩形-0154">
            <a:extLst xmlns:a="http://schemas.openxmlformats.org/drawingml/2006/main">
              <a:ext uri="{FF2B5EF4-FFF2-40B4-BE49-F238E27FC236}">
                <a16:creationId xmlns:a16="http://schemas.microsoft.com/office/drawing/2014/main" id="{CE2A8E6F-E388-460D-8774-A11FAA30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3107007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55" name="p10-矩形-0155">
            <a:extLst xmlns:a="http://schemas.openxmlformats.org/drawingml/2006/main">
              <a:ext uri="{FF2B5EF4-FFF2-40B4-BE49-F238E27FC236}">
                <a16:creationId xmlns:a16="http://schemas.microsoft.com/office/drawing/2014/main" id="{38690E9A-D358-4374-83CE-6A5B567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56" name="p10-矩形-0156">
            <a:extLst xmlns:a="http://schemas.openxmlformats.org/drawingml/2006/main">
              <a:ext uri="{FF2B5EF4-FFF2-40B4-BE49-F238E27FC236}">
                <a16:creationId xmlns:a16="http://schemas.microsoft.com/office/drawing/2014/main" id="{6B8D1B46-57D1-4F10-9084-62BD9543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91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57" name="p10-矩形-0157">
            <a:extLst xmlns:a="http://schemas.openxmlformats.org/drawingml/2006/main">
              <a:ext uri="{FF2B5EF4-FFF2-40B4-BE49-F238E27FC236}">
                <a16:creationId xmlns:a16="http://schemas.microsoft.com/office/drawing/2014/main" id="{7553E804-A57F-4F21-B17A-A24CC106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58" name="p10-矩形-0158">
            <a:extLst xmlns:a="http://schemas.openxmlformats.org/drawingml/2006/main">
              <a:ext uri="{FF2B5EF4-FFF2-40B4-BE49-F238E27FC236}">
                <a16:creationId xmlns:a16="http://schemas.microsoft.com/office/drawing/2014/main" id="{549CB265-C859-4C8E-8E0E-C5976519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823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59" name="p10-矩形-0159">
            <a:extLst xmlns:a="http://schemas.openxmlformats.org/drawingml/2006/main">
              <a:ext uri="{FF2B5EF4-FFF2-40B4-BE49-F238E27FC236}">
                <a16:creationId xmlns:a16="http://schemas.microsoft.com/office/drawing/2014/main" id="{ECF1107F-737E-4B80-992D-30742929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739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60" name="p10-矩形-0160">
            <a:extLst xmlns:a="http://schemas.openxmlformats.org/drawingml/2006/main">
              <a:ext uri="{FF2B5EF4-FFF2-40B4-BE49-F238E27FC236}">
                <a16:creationId xmlns:a16="http://schemas.microsoft.com/office/drawing/2014/main" id="{D2D752F8-99A5-4230-8D30-E1FFEA3F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55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61" name="p10-矩形-0161">
            <a:extLst xmlns:a="http://schemas.openxmlformats.org/drawingml/2006/main">
              <a:ext uri="{FF2B5EF4-FFF2-40B4-BE49-F238E27FC236}">
                <a16:creationId xmlns:a16="http://schemas.microsoft.com/office/drawing/2014/main" id="{14EC74EC-6BBF-4B4E-8765-6C3CD6E7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571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62" name="p10-矩形-0162">
            <a:extLst xmlns:a="http://schemas.openxmlformats.org/drawingml/2006/main">
              <a:ext uri="{FF2B5EF4-FFF2-40B4-BE49-F238E27FC236}">
                <a16:creationId xmlns:a16="http://schemas.microsoft.com/office/drawing/2014/main" id="{7F0BE281-0F6C-49C6-A359-64944282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3" name="p10-矩形-0163">
            <a:extLst xmlns:a="http://schemas.openxmlformats.org/drawingml/2006/main">
              <a:ext uri="{FF2B5EF4-FFF2-40B4-BE49-F238E27FC236}">
                <a16:creationId xmlns:a16="http://schemas.microsoft.com/office/drawing/2014/main" id="{4161D03A-B226-49D4-926E-9F9BC6B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404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64" name="p10-矩形-0164">
            <a:extLst xmlns:a="http://schemas.openxmlformats.org/drawingml/2006/main">
              <a:ext uri="{FF2B5EF4-FFF2-40B4-BE49-F238E27FC236}">
                <a16:creationId xmlns:a16="http://schemas.microsoft.com/office/drawing/2014/main" id="{E1FD46CF-415A-4610-9F7E-FCE2006A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320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5" name="p10-矩形-0165">
            <a:extLst xmlns:a="http://schemas.openxmlformats.org/drawingml/2006/main">
              <a:ext uri="{FF2B5EF4-FFF2-40B4-BE49-F238E27FC236}">
                <a16:creationId xmlns:a16="http://schemas.microsoft.com/office/drawing/2014/main" id="{215686A6-EB61-46EB-84FC-F606F2D2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236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66" name="p10-矩形-0166">
            <a:extLst xmlns:a="http://schemas.openxmlformats.org/drawingml/2006/main">
              <a:ext uri="{FF2B5EF4-FFF2-40B4-BE49-F238E27FC236}">
                <a16:creationId xmlns:a16="http://schemas.microsoft.com/office/drawing/2014/main" id="{B3259573-50F8-466F-BB8B-4BE28A80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152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67" name="p10-矩形-0167">
            <a:extLst xmlns:a="http://schemas.openxmlformats.org/drawingml/2006/main">
              <a:ext uri="{FF2B5EF4-FFF2-40B4-BE49-F238E27FC236}">
                <a16:creationId xmlns:a16="http://schemas.microsoft.com/office/drawing/2014/main" id="{4EA6E252-A46A-45FB-A344-CA969EE7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068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68" name="p10-矩形-0168">
            <a:extLst xmlns:a="http://schemas.openxmlformats.org/drawingml/2006/main">
              <a:ext uri="{FF2B5EF4-FFF2-40B4-BE49-F238E27FC236}">
                <a16:creationId xmlns:a16="http://schemas.microsoft.com/office/drawing/2014/main" id="{5D2C6BFF-05CA-4BD2-B92E-47569407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1984" y="3264479"/>
            <a:ext cx="135391" cy="147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69" name="p10-文本-0169">
            <a:extLst xmlns:a="http://schemas.openxmlformats.org/drawingml/2006/main">
              <a:ext uri="{FF2B5EF4-FFF2-40B4-BE49-F238E27FC236}">
                <a16:creationId xmlns:a16="http://schemas.microsoft.com/office/drawing/2014/main" id="{FD1910E0-73FE-4CFF-BF51-8507DA85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193" y="347190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0" name="p10-文本-0170">
            <a:extLst xmlns:a="http://schemas.openxmlformats.org/drawingml/2006/main">
              <a:ext uri="{FF2B5EF4-FFF2-40B4-BE49-F238E27FC236}">
                <a16:creationId xmlns:a16="http://schemas.microsoft.com/office/drawing/2014/main" id="{DEF730BD-CF6E-4F63-91E2-16CC18C9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605" y="347190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71" name="p10-文本-0171">
            <a:extLst xmlns:a="http://schemas.openxmlformats.org/drawingml/2006/main">
              <a:ext uri="{FF2B5EF4-FFF2-40B4-BE49-F238E27FC236}">
                <a16:creationId xmlns:a16="http://schemas.microsoft.com/office/drawing/2014/main" id="{F7CCFE06-7749-42CA-9646-CAC23DCA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2764" y="3471907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72" name="p10-文本-0172">
            <a:extLst xmlns:a="http://schemas.openxmlformats.org/drawingml/2006/main">
              <a:ext uri="{FF2B5EF4-FFF2-40B4-BE49-F238E27FC236}">
                <a16:creationId xmlns:a16="http://schemas.microsoft.com/office/drawing/2014/main" id="{63B52489-B94E-4477-B5C3-6B262B8A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720" y="2136661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3" name="p10-文本-0173">
            <a:extLst xmlns:a="http://schemas.openxmlformats.org/drawingml/2006/main">
              <a:ext uri="{FF2B5EF4-FFF2-40B4-BE49-F238E27FC236}">
                <a16:creationId xmlns:a16="http://schemas.microsoft.com/office/drawing/2014/main" id="{A069818D-F82A-49BF-B882-EF672E08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0720" y="3238966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74" name="p10-文本-0174">
            <a:extLst xmlns:a="http://schemas.openxmlformats.org/drawingml/2006/main">
              <a:ext uri="{FF2B5EF4-FFF2-40B4-BE49-F238E27FC236}">
                <a16:creationId xmlns:a16="http://schemas.microsoft.com/office/drawing/2014/main" id="{4B4F5211-1210-49B2-B54F-0BB5B5A8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799103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统一测量与归一化</a:t>
            </a:r>
          </a:p>
        </p:txBody>
      </p:sp>
      <p:sp>
        <p:nvSpPr>
          <p:cNvPr id="175" name="p10-文本-0175">
            <a:extLst xmlns:a="http://schemas.openxmlformats.org/drawingml/2006/main">
              <a:ext uri="{FF2B5EF4-FFF2-40B4-BE49-F238E27FC236}">
                <a16:creationId xmlns:a16="http://schemas.microsoft.com/office/drawing/2014/main" id="{08E30DDA-1A9D-401F-BB04-773B6C92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065803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保留关键解释变量</a:t>
            </a:r>
          </a:p>
        </p:txBody>
      </p:sp>
      <p:sp>
        <p:nvSpPr>
          <p:cNvPr id="176" name="p10-文本-0176">
            <a:extLst xmlns:a="http://schemas.openxmlformats.org/drawingml/2006/main">
              <a:ext uri="{FF2B5EF4-FFF2-40B4-BE49-F238E27FC236}">
                <a16:creationId xmlns:a16="http://schemas.microsoft.com/office/drawing/2014/main" id="{266C3673-E65E-474F-AB2F-F9F00226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162" y="4932406"/>
            <a:ext cx="139065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条件—特征矩阵</a:t>
            </a:r>
          </a:p>
        </p:txBody>
      </p:sp>
      <p:sp>
        <p:nvSpPr>
          <p:cNvPr id="177" name="p10-路径-0177">
            <a:extLst xmlns:a="http://schemas.openxmlformats.org/drawingml/2006/main">
              <a:ext uri="{FF2B5EF4-FFF2-40B4-BE49-F238E27FC236}">
                <a16:creationId xmlns:a16="http://schemas.microsoft.com/office/drawing/2014/main" id="{CF7FAC1D-446D-44FE-8DFF-A8B213B0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266504"/>
            <a:ext cx="257175" cy="153543"/>
          </a:xfrm>
          <a:custGeom xmlns:a="http://schemas.openxmlformats.org/drawingml/2006/main">
            <a:pathLst>
              <a:path w="257175" h="153543">
                <a:moveTo>
                  <a:pt x="0" y="119634"/>
                </a:moveTo>
                <a:lnTo>
                  <a:pt x="133350" y="119634"/>
                </a:lnTo>
                <a:lnTo>
                  <a:pt x="133350" y="153543"/>
                </a:lnTo>
                <a:lnTo>
                  <a:pt x="257175" y="76772"/>
                </a:lnTo>
                <a:lnTo>
                  <a:pt x="133350" y="0"/>
                </a:lnTo>
                <a:lnTo>
                  <a:pt x="133350" y="33909"/>
                </a:lnTo>
                <a:lnTo>
                  <a:pt x="0" y="33909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8" name="p10-矩形-0178">
            <a:extLst xmlns:a="http://schemas.openxmlformats.org/drawingml/2006/main">
              <a:ext uri="{FF2B5EF4-FFF2-40B4-BE49-F238E27FC236}">
                <a16:creationId xmlns:a16="http://schemas.microsoft.com/office/drawing/2014/main" id="{2FDE15BB-9BE9-43AF-ACB8-04A61E75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2486025" cy="3705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79" name="p10-矩形-0179">
            <a:extLst xmlns:a="http://schemas.openxmlformats.org/drawingml/2006/main">
              <a:ext uri="{FF2B5EF4-FFF2-40B4-BE49-F238E27FC236}">
                <a16:creationId xmlns:a16="http://schemas.microsoft.com/office/drawing/2014/main" id="{52EF7E32-E46A-410B-9B74-4BAEF5A8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0" name="p10-文本-0180">
            <a:extLst xmlns:a="http://schemas.openxmlformats.org/drawingml/2006/main">
              <a:ext uri="{FF2B5EF4-FFF2-40B4-BE49-F238E27FC236}">
                <a16:creationId xmlns:a16="http://schemas.microsoft.com/office/drawing/2014/main" id="{FB876EBF-E383-494A-8514-F98FE429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660" y="164077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候选筛选</a:t>
            </a:r>
          </a:p>
        </p:txBody>
      </p:sp>
      <p:sp>
        <p:nvSpPr>
          <p:cNvPr id="181" name="p10-线-0181">
            <a:extLst xmlns:a="http://schemas.openxmlformats.org/drawingml/2006/main">
              <a:ext uri="{FF2B5EF4-FFF2-40B4-BE49-F238E27FC236}">
                <a16:creationId xmlns:a16="http://schemas.microsoft.com/office/drawing/2014/main" id="{04824B6B-9C05-4B4A-8BF0-6FFC0913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21952"/>
            <a:ext cx="2028825" cy="95"/>
          </a:xfrm>
          <a:custGeom xmlns:a="http://schemas.openxmlformats.org/drawingml/2006/main">
            <a:pathLst>
              <a:path w="2028825" h="95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82" name="p10-线-0182">
            <a:extLst xmlns:a="http://schemas.openxmlformats.org/drawingml/2006/main">
              <a:ext uri="{FF2B5EF4-FFF2-40B4-BE49-F238E27FC236}">
                <a16:creationId xmlns:a16="http://schemas.microsoft.com/office/drawing/2014/main" id="{1CFE8430-8D18-40AA-8747-36C9F245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62175"/>
            <a:ext cx="95" cy="1259777"/>
          </a:xfrm>
          <a:custGeom xmlns:a="http://schemas.openxmlformats.org/drawingml/2006/main">
            <a:pathLst>
              <a:path w="95" h="1259777">
                <a:moveTo>
                  <a:pt x="0" y="0"/>
                </a:moveTo>
                <a:lnTo>
                  <a:pt x="0" y="1259777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83" name="p10-矩形-0183">
            <a:extLst xmlns:a="http://schemas.openxmlformats.org/drawingml/2006/main">
              <a:ext uri="{FF2B5EF4-FFF2-40B4-BE49-F238E27FC236}">
                <a16:creationId xmlns:a16="http://schemas.microsoft.com/office/drawing/2014/main" id="{E27970EF-6D8B-481B-ABE2-E0BA2DC6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813" y="2943236"/>
            <a:ext cx="253603" cy="478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4" name="p10-线-0184">
            <a:extLst xmlns:a="http://schemas.openxmlformats.org/drawingml/2006/main">
              <a:ext uri="{FF2B5EF4-FFF2-40B4-BE49-F238E27FC236}">
                <a16:creationId xmlns:a16="http://schemas.microsoft.com/office/drawing/2014/main" id="{ED26CA22-055F-41FB-9366-EDB79C9D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4615" y="2867036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85" name="p10-线-0185">
            <a:extLst xmlns:a="http://schemas.openxmlformats.org/drawingml/2006/main">
              <a:ext uri="{FF2B5EF4-FFF2-40B4-BE49-F238E27FC236}">
                <a16:creationId xmlns:a16="http://schemas.microsoft.com/office/drawing/2014/main" id="{70E6E11D-68DA-44E3-8C54-6E447769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7465" y="2867036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86" name="p10-文本-0186">
            <a:extLst xmlns:a="http://schemas.openxmlformats.org/drawingml/2006/main">
              <a:ext uri="{FF2B5EF4-FFF2-40B4-BE49-F238E27FC236}">
                <a16:creationId xmlns:a16="http://schemas.microsoft.com/office/drawing/2014/main" id="{A6228DAD-E25D-4A68-A410-FA49AD00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8654" y="3490403"/>
            <a:ext cx="131921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87" name="p10-矩形-0187">
            <a:extLst xmlns:a="http://schemas.openxmlformats.org/drawingml/2006/main">
              <a:ext uri="{FF2B5EF4-FFF2-40B4-BE49-F238E27FC236}">
                <a16:creationId xmlns:a16="http://schemas.microsoft.com/office/drawing/2014/main" id="{EC5A7333-4A0B-4969-A4D7-ADA9890A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020" y="2527510"/>
            <a:ext cx="253603" cy="8944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188" name="p10-线-0188">
            <a:extLst xmlns:a="http://schemas.openxmlformats.org/drawingml/2006/main">
              <a:ext uri="{FF2B5EF4-FFF2-40B4-BE49-F238E27FC236}">
                <a16:creationId xmlns:a16="http://schemas.microsoft.com/office/drawing/2014/main" id="{B4154A2A-29F3-481A-AE49-33C5E1BE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821" y="2451310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89" name="p10-线-0189">
            <a:extLst xmlns:a="http://schemas.openxmlformats.org/drawingml/2006/main">
              <a:ext uri="{FF2B5EF4-FFF2-40B4-BE49-F238E27FC236}">
                <a16:creationId xmlns:a16="http://schemas.microsoft.com/office/drawing/2014/main" id="{508A7C20-5CE6-41D1-AB43-1983B729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671" y="2451310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0" name="p10-文本-0190">
            <a:extLst xmlns:a="http://schemas.openxmlformats.org/drawingml/2006/main">
              <a:ext uri="{FF2B5EF4-FFF2-40B4-BE49-F238E27FC236}">
                <a16:creationId xmlns:a16="http://schemas.microsoft.com/office/drawing/2014/main" id="{06E71FED-CE51-40E5-B740-82AA0597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956" y="3490403"/>
            <a:ext cx="121729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91" name="p10-矩形-0191">
            <a:extLst xmlns:a="http://schemas.openxmlformats.org/drawingml/2006/main">
              <a:ext uri="{FF2B5EF4-FFF2-40B4-BE49-F238E27FC236}">
                <a16:creationId xmlns:a16="http://schemas.microsoft.com/office/drawing/2014/main" id="{36A0B493-B7D8-40B4-B73E-ACF4CFD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226" y="2640890"/>
            <a:ext cx="253603" cy="7810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192" name="p10-线-0192">
            <a:extLst xmlns:a="http://schemas.openxmlformats.org/drawingml/2006/main">
              <a:ext uri="{FF2B5EF4-FFF2-40B4-BE49-F238E27FC236}">
                <a16:creationId xmlns:a16="http://schemas.microsoft.com/office/drawing/2014/main" id="{1C2AB14B-4BA1-4AE2-9AE5-FF3BD693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27" y="2564690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3" name="p10-线-0193">
            <a:extLst xmlns:a="http://schemas.openxmlformats.org/drawingml/2006/main">
              <a:ext uri="{FF2B5EF4-FFF2-40B4-BE49-F238E27FC236}">
                <a16:creationId xmlns:a16="http://schemas.microsoft.com/office/drawing/2014/main" id="{A8086DB4-703F-4DBB-87F6-2DA31D1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877" y="2564690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4" name="p10-文本-0194">
            <a:extLst xmlns:a="http://schemas.openxmlformats.org/drawingml/2006/main">
              <a:ext uri="{FF2B5EF4-FFF2-40B4-BE49-F238E27FC236}">
                <a16:creationId xmlns:a16="http://schemas.microsoft.com/office/drawing/2014/main" id="{BC615FD3-9FE1-4D08-8B8D-B30137E1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353" y="3490403"/>
            <a:ext cx="127349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95" name="p10-矩形-0195">
            <a:extLst xmlns:a="http://schemas.openxmlformats.org/drawingml/2006/main">
              <a:ext uri="{FF2B5EF4-FFF2-40B4-BE49-F238E27FC236}">
                <a16:creationId xmlns:a16="http://schemas.microsoft.com/office/drawing/2014/main" id="{76B8B691-532B-4482-A4D1-AB7F740D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9432" y="2351141"/>
            <a:ext cx="253603" cy="1070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96" name="p10-线-0196">
            <a:extLst xmlns:a="http://schemas.openxmlformats.org/drawingml/2006/main">
              <a:ext uri="{FF2B5EF4-FFF2-40B4-BE49-F238E27FC236}">
                <a16:creationId xmlns:a16="http://schemas.microsoft.com/office/drawing/2014/main" id="{E14D06D6-9C8C-44F5-8DE4-9A8FD6F2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234" y="2274941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7" name="p10-线-0197">
            <a:extLst xmlns:a="http://schemas.openxmlformats.org/drawingml/2006/main">
              <a:ext uri="{FF2B5EF4-FFF2-40B4-BE49-F238E27FC236}">
                <a16:creationId xmlns:a16="http://schemas.microsoft.com/office/drawing/2014/main" id="{DB09B714-148E-444B-ACAE-16DB7943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4" y="2274941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8" name="p10-文本-0198">
            <a:extLst xmlns:a="http://schemas.openxmlformats.org/drawingml/2006/main">
              <a:ext uri="{FF2B5EF4-FFF2-40B4-BE49-F238E27FC236}">
                <a16:creationId xmlns:a16="http://schemas.microsoft.com/office/drawing/2014/main" id="{75DDF786-D058-43A8-9C9C-534CB171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415" y="3490403"/>
            <a:ext cx="139636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199" name="p10-文本-0199">
            <a:extLst xmlns:a="http://schemas.openxmlformats.org/drawingml/2006/main">
              <a:ext uri="{FF2B5EF4-FFF2-40B4-BE49-F238E27FC236}">
                <a16:creationId xmlns:a16="http://schemas.microsoft.com/office/drawing/2014/main" id="{A2319DAA-21AC-4BE0-8020-2F5B3D7F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258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相对指标</a:t>
            </a:r>
          </a:p>
        </p:txBody>
      </p:sp>
      <p:sp>
        <p:nvSpPr>
          <p:cNvPr id="200" name="p10-文本-0200">
            <a:extLst xmlns:a="http://schemas.openxmlformats.org/drawingml/2006/main">
              <a:ext uri="{FF2B5EF4-FFF2-40B4-BE49-F238E27FC236}">
                <a16:creationId xmlns:a16="http://schemas.microsoft.com/office/drawing/2014/main" id="{5832C0B3-E751-418D-B0D2-417EBF80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99103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比较效果与约束</a:t>
            </a:r>
          </a:p>
        </p:txBody>
      </p:sp>
      <p:sp>
        <p:nvSpPr>
          <p:cNvPr id="201" name="p10-文本-0201">
            <a:extLst xmlns:a="http://schemas.openxmlformats.org/drawingml/2006/main">
              <a:ext uri="{FF2B5EF4-FFF2-40B4-BE49-F238E27FC236}">
                <a16:creationId xmlns:a16="http://schemas.microsoft.com/office/drawing/2014/main" id="{6DE846B1-35CC-4740-8839-827E74B9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65803"/>
            <a:ext cx="16685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优先选择可检验对象</a:t>
            </a:r>
          </a:p>
        </p:txBody>
      </p:sp>
      <p:sp>
        <p:nvSpPr>
          <p:cNvPr id="202" name="p10-文本-0202">
            <a:extLst xmlns:a="http://schemas.openxmlformats.org/drawingml/2006/main">
              <a:ext uri="{FF2B5EF4-FFF2-40B4-BE49-F238E27FC236}">
                <a16:creationId xmlns:a16="http://schemas.microsoft.com/office/drawing/2014/main" id="{366CC20E-F28F-48DE-89E7-FF4E0FC3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258" y="49324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优先验证集合</a:t>
            </a:r>
          </a:p>
        </p:txBody>
      </p:sp>
      <p:sp>
        <p:nvSpPr>
          <p:cNvPr id="203" name="p10-路径-0203">
            <a:extLst xmlns:a="http://schemas.openxmlformats.org/drawingml/2006/main">
              <a:ext uri="{FF2B5EF4-FFF2-40B4-BE49-F238E27FC236}">
                <a16:creationId xmlns:a16="http://schemas.microsoft.com/office/drawing/2014/main" id="{65035C4A-40C4-430B-A8DA-6880AE8A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266504"/>
            <a:ext cx="257175" cy="153543"/>
          </a:xfrm>
          <a:custGeom xmlns:a="http://schemas.openxmlformats.org/drawingml/2006/main">
            <a:pathLst>
              <a:path w="257175" h="153543">
                <a:moveTo>
                  <a:pt x="0" y="119634"/>
                </a:moveTo>
                <a:lnTo>
                  <a:pt x="133350" y="119634"/>
                </a:lnTo>
                <a:lnTo>
                  <a:pt x="133350" y="153543"/>
                </a:lnTo>
                <a:lnTo>
                  <a:pt x="257175" y="76772"/>
                </a:lnTo>
                <a:lnTo>
                  <a:pt x="133350" y="0"/>
                </a:lnTo>
                <a:lnTo>
                  <a:pt x="133350" y="33909"/>
                </a:lnTo>
                <a:lnTo>
                  <a:pt x="0" y="33909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4" name="p10-矩形-0204">
            <a:extLst xmlns:a="http://schemas.openxmlformats.org/drawingml/2006/main">
              <a:ext uri="{FF2B5EF4-FFF2-40B4-BE49-F238E27FC236}">
                <a16:creationId xmlns:a16="http://schemas.microsoft.com/office/drawing/2014/main" id="{1E0AAC16-7E7C-4C9C-860D-7C349050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19250"/>
            <a:ext cx="2486025" cy="3705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05" name="p10-矩形-0205">
            <a:extLst xmlns:a="http://schemas.openxmlformats.org/drawingml/2006/main">
              <a:ext uri="{FF2B5EF4-FFF2-40B4-BE49-F238E27FC236}">
                <a16:creationId xmlns:a16="http://schemas.microsoft.com/office/drawing/2014/main" id="{B8B8B3C8-1251-4638-834B-88753B2C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192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6" name="p10-文本-0206">
            <a:extLst xmlns:a="http://schemas.openxmlformats.org/drawingml/2006/main">
              <a:ext uri="{FF2B5EF4-FFF2-40B4-BE49-F238E27FC236}">
                <a16:creationId xmlns:a16="http://schemas.microsoft.com/office/drawing/2014/main" id="{BEDE8A78-E382-42E9-907B-A5DC8975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885" y="164077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实验反馈</a:t>
            </a:r>
          </a:p>
        </p:txBody>
      </p:sp>
      <p:sp>
        <p:nvSpPr>
          <p:cNvPr id="207" name="p10-矩形-0207">
            <a:extLst xmlns:a="http://schemas.openxmlformats.org/drawingml/2006/main">
              <a:ext uri="{FF2B5EF4-FFF2-40B4-BE49-F238E27FC236}">
                <a16:creationId xmlns:a16="http://schemas.microsoft.com/office/drawing/2014/main" id="{C188760D-AE42-499A-8C01-C4F25EDB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162175"/>
            <a:ext cx="2028825" cy="1259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208" name="p10-椭圆-0208">
            <a:extLst xmlns:a="http://schemas.openxmlformats.org/drawingml/2006/main">
              <a:ext uri="{FF2B5EF4-FFF2-40B4-BE49-F238E27FC236}">
                <a16:creationId xmlns:a16="http://schemas.microsoft.com/office/drawing/2014/main" id="{D7AFEDFA-635E-4456-9375-89D90FAC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09" name="p10-椭圆-0209">
            <a:extLst xmlns:a="http://schemas.openxmlformats.org/drawingml/2006/main">
              <a:ext uri="{FF2B5EF4-FFF2-40B4-BE49-F238E27FC236}">
                <a16:creationId xmlns:a16="http://schemas.microsoft.com/office/drawing/2014/main" id="{65564C94-F10D-4F95-A5EC-B8B03277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0" name="p10-椭圆-0210">
            <a:extLst xmlns:a="http://schemas.openxmlformats.org/drawingml/2006/main">
              <a:ext uri="{FF2B5EF4-FFF2-40B4-BE49-F238E27FC236}">
                <a16:creationId xmlns:a16="http://schemas.microsoft.com/office/drawing/2014/main" id="{9D00D36A-F586-475D-BA48-9AC42E3C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1" name="p10-椭圆-0211">
            <a:extLst xmlns:a="http://schemas.openxmlformats.org/drawingml/2006/main">
              <a:ext uri="{FF2B5EF4-FFF2-40B4-BE49-F238E27FC236}">
                <a16:creationId xmlns:a16="http://schemas.microsoft.com/office/drawing/2014/main" id="{0ED32443-4730-48D4-9594-E4548DE5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2" name="p10-椭圆-0212">
            <a:extLst xmlns:a="http://schemas.openxmlformats.org/drawingml/2006/main">
              <a:ext uri="{FF2B5EF4-FFF2-40B4-BE49-F238E27FC236}">
                <a16:creationId xmlns:a16="http://schemas.microsoft.com/office/drawing/2014/main" id="{D06859B6-11EA-4A3E-98DC-797EE087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3" name="p10-椭圆-0213">
            <a:extLst xmlns:a="http://schemas.openxmlformats.org/drawingml/2006/main">
              <a:ext uri="{FF2B5EF4-FFF2-40B4-BE49-F238E27FC236}">
                <a16:creationId xmlns:a16="http://schemas.microsoft.com/office/drawing/2014/main" id="{9860DF6F-997F-4480-A73B-85291A72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4" name="p10-椭圆-0214">
            <a:extLst xmlns:a="http://schemas.openxmlformats.org/drawingml/2006/main">
              <a:ext uri="{FF2B5EF4-FFF2-40B4-BE49-F238E27FC236}">
                <a16:creationId xmlns:a16="http://schemas.microsoft.com/office/drawing/2014/main" id="{9B3C0A86-480C-422F-B304-46C950CE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5" name="p10-椭圆-0215">
            <a:extLst xmlns:a="http://schemas.openxmlformats.org/drawingml/2006/main">
              <a:ext uri="{FF2B5EF4-FFF2-40B4-BE49-F238E27FC236}">
                <a16:creationId xmlns:a16="http://schemas.microsoft.com/office/drawing/2014/main" id="{AA56E0BF-4E77-46C1-A762-B43BD5B7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6" name="p10-椭圆-0216">
            <a:extLst xmlns:a="http://schemas.openxmlformats.org/drawingml/2006/main">
              <a:ext uri="{FF2B5EF4-FFF2-40B4-BE49-F238E27FC236}">
                <a16:creationId xmlns:a16="http://schemas.microsoft.com/office/drawing/2014/main" id="{A8C33971-9E24-4743-B8EE-0FA3F7B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7" name="p10-椭圆-0217">
            <a:extLst xmlns:a="http://schemas.openxmlformats.org/drawingml/2006/main">
              <a:ext uri="{FF2B5EF4-FFF2-40B4-BE49-F238E27FC236}">
                <a16:creationId xmlns:a16="http://schemas.microsoft.com/office/drawing/2014/main" id="{2D029360-B9F8-49E0-A49A-730586F7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8" name="p10-椭圆-0218">
            <a:extLst xmlns:a="http://schemas.openxmlformats.org/drawingml/2006/main">
              <a:ext uri="{FF2B5EF4-FFF2-40B4-BE49-F238E27FC236}">
                <a16:creationId xmlns:a16="http://schemas.microsoft.com/office/drawing/2014/main" id="{9DB85628-8014-411E-9957-8CD483F8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9" name="p10-椭圆-0219">
            <a:extLst xmlns:a="http://schemas.openxmlformats.org/drawingml/2006/main">
              <a:ext uri="{FF2B5EF4-FFF2-40B4-BE49-F238E27FC236}">
                <a16:creationId xmlns:a16="http://schemas.microsoft.com/office/drawing/2014/main" id="{B04659C8-AD5F-4C67-9F39-46A8731F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2448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0" name="p10-椭圆-0220">
            <a:extLst xmlns:a="http://schemas.openxmlformats.org/drawingml/2006/main">
              <a:ext uri="{FF2B5EF4-FFF2-40B4-BE49-F238E27FC236}">
                <a16:creationId xmlns:a16="http://schemas.microsoft.com/office/drawing/2014/main" id="{938CE4E8-47A5-4B9A-8BA7-E544A99A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1" name="p10-椭圆-0221">
            <a:extLst xmlns:a="http://schemas.openxmlformats.org/drawingml/2006/main">
              <a:ext uri="{FF2B5EF4-FFF2-40B4-BE49-F238E27FC236}">
                <a16:creationId xmlns:a16="http://schemas.microsoft.com/office/drawing/2014/main" id="{AE8E2E34-841A-4328-AB8C-1237D796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2" name="p10-椭圆-0222">
            <a:extLst xmlns:a="http://schemas.openxmlformats.org/drawingml/2006/main">
              <a:ext uri="{FF2B5EF4-FFF2-40B4-BE49-F238E27FC236}">
                <a16:creationId xmlns:a16="http://schemas.microsoft.com/office/drawing/2014/main" id="{28D4CA44-C9B6-4165-BC04-CC6D3313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3" name="p10-椭圆-0223">
            <a:extLst xmlns:a="http://schemas.openxmlformats.org/drawingml/2006/main">
              <a:ext uri="{FF2B5EF4-FFF2-40B4-BE49-F238E27FC236}">
                <a16:creationId xmlns:a16="http://schemas.microsoft.com/office/drawing/2014/main" id="{6ADD926C-74F1-46E5-A4B2-C40FB2F9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4" name="p10-椭圆-0224">
            <a:extLst xmlns:a="http://schemas.openxmlformats.org/drawingml/2006/main">
              <a:ext uri="{FF2B5EF4-FFF2-40B4-BE49-F238E27FC236}">
                <a16:creationId xmlns:a16="http://schemas.microsoft.com/office/drawing/2014/main" id="{3C0D889B-7C74-4026-9C0E-61ED1687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5" name="p10-椭圆-0225">
            <a:extLst xmlns:a="http://schemas.openxmlformats.org/drawingml/2006/main">
              <a:ext uri="{FF2B5EF4-FFF2-40B4-BE49-F238E27FC236}">
                <a16:creationId xmlns:a16="http://schemas.microsoft.com/office/drawing/2014/main" id="{78209F2C-297D-435E-B57D-77F2FB04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6" name="p10-椭圆-0226">
            <a:extLst xmlns:a="http://schemas.openxmlformats.org/drawingml/2006/main">
              <a:ext uri="{FF2B5EF4-FFF2-40B4-BE49-F238E27FC236}">
                <a16:creationId xmlns:a16="http://schemas.microsoft.com/office/drawing/2014/main" id="{59E7D5A2-B693-4A39-8EF9-84B17F80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7" name="p10-椭圆-0227">
            <a:extLst xmlns:a="http://schemas.openxmlformats.org/drawingml/2006/main">
              <a:ext uri="{FF2B5EF4-FFF2-40B4-BE49-F238E27FC236}">
                <a16:creationId xmlns:a16="http://schemas.microsoft.com/office/drawing/2014/main" id="{9A63D94F-6B7F-44C5-9928-FF142ED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28" name="p10-椭圆-0228">
            <a:extLst xmlns:a="http://schemas.openxmlformats.org/drawingml/2006/main">
              <a:ext uri="{FF2B5EF4-FFF2-40B4-BE49-F238E27FC236}">
                <a16:creationId xmlns:a16="http://schemas.microsoft.com/office/drawing/2014/main" id="{9FDCA653-69BD-4ADE-951D-F3CF9CC1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9" name="p10-椭圆-0229">
            <a:extLst xmlns:a="http://schemas.openxmlformats.org/drawingml/2006/main">
              <a:ext uri="{FF2B5EF4-FFF2-40B4-BE49-F238E27FC236}">
                <a16:creationId xmlns:a16="http://schemas.microsoft.com/office/drawing/2014/main" id="{5F9A12A9-56A4-4B3B-A4FC-128B1C6A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0" name="p10-椭圆-0230">
            <a:extLst xmlns:a="http://schemas.openxmlformats.org/drawingml/2006/main">
              <a:ext uri="{FF2B5EF4-FFF2-40B4-BE49-F238E27FC236}">
                <a16:creationId xmlns:a16="http://schemas.microsoft.com/office/drawing/2014/main" id="{9AA7C627-D878-4924-BB86-19437BAF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1" name="p10-椭圆-0231">
            <a:extLst xmlns:a="http://schemas.openxmlformats.org/drawingml/2006/main">
              <a:ext uri="{FF2B5EF4-FFF2-40B4-BE49-F238E27FC236}">
                <a16:creationId xmlns:a16="http://schemas.microsoft.com/office/drawing/2014/main" id="{0A40FD11-E7FD-4560-93C9-BA4C9B22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3848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2" name="p10-椭圆-0232">
            <a:extLst xmlns:a="http://schemas.openxmlformats.org/drawingml/2006/main">
              <a:ext uri="{FF2B5EF4-FFF2-40B4-BE49-F238E27FC236}">
                <a16:creationId xmlns:a16="http://schemas.microsoft.com/office/drawing/2014/main" id="{18F6F25B-74C3-411D-A7C6-F20C393D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3" name="p10-椭圆-0233">
            <a:extLst xmlns:a="http://schemas.openxmlformats.org/drawingml/2006/main">
              <a:ext uri="{FF2B5EF4-FFF2-40B4-BE49-F238E27FC236}">
                <a16:creationId xmlns:a16="http://schemas.microsoft.com/office/drawing/2014/main" id="{D4E33132-C6C2-494D-82FF-D3926859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4" name="p10-椭圆-0234">
            <a:extLst xmlns:a="http://schemas.openxmlformats.org/drawingml/2006/main">
              <a:ext uri="{FF2B5EF4-FFF2-40B4-BE49-F238E27FC236}">
                <a16:creationId xmlns:a16="http://schemas.microsoft.com/office/drawing/2014/main" id="{64CDCC31-5CD4-4784-919D-569936E9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5" name="p10-椭圆-0235">
            <a:extLst xmlns:a="http://schemas.openxmlformats.org/drawingml/2006/main">
              <a:ext uri="{FF2B5EF4-FFF2-40B4-BE49-F238E27FC236}">
                <a16:creationId xmlns:a16="http://schemas.microsoft.com/office/drawing/2014/main" id="{D7210CF9-0880-413C-978D-2AEDFA13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6" name="p10-椭圆-0236">
            <a:extLst xmlns:a="http://schemas.openxmlformats.org/drawingml/2006/main">
              <a:ext uri="{FF2B5EF4-FFF2-40B4-BE49-F238E27FC236}">
                <a16:creationId xmlns:a16="http://schemas.microsoft.com/office/drawing/2014/main" id="{FC667EF9-796A-4312-B63D-CC31D891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7" name="p10-椭圆-0237">
            <a:extLst xmlns:a="http://schemas.openxmlformats.org/drawingml/2006/main">
              <a:ext uri="{FF2B5EF4-FFF2-40B4-BE49-F238E27FC236}">
                <a16:creationId xmlns:a16="http://schemas.microsoft.com/office/drawing/2014/main" id="{B3665663-DE19-4BD1-A18C-52765647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8" name="p10-椭圆-0238">
            <a:extLst xmlns:a="http://schemas.openxmlformats.org/drawingml/2006/main">
              <a:ext uri="{FF2B5EF4-FFF2-40B4-BE49-F238E27FC236}">
                <a16:creationId xmlns:a16="http://schemas.microsoft.com/office/drawing/2014/main" id="{F049D2B5-EEC9-4283-9C4F-62D150D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9" name="p10-椭圆-0239">
            <a:extLst xmlns:a="http://schemas.openxmlformats.org/drawingml/2006/main">
              <a:ext uri="{FF2B5EF4-FFF2-40B4-BE49-F238E27FC236}">
                <a16:creationId xmlns:a16="http://schemas.microsoft.com/office/drawing/2014/main" id="{E878EF65-1374-43BB-A937-1AF4F007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40" name="p10-椭圆-0240">
            <a:extLst xmlns:a="http://schemas.openxmlformats.org/drawingml/2006/main">
              <a:ext uri="{FF2B5EF4-FFF2-40B4-BE49-F238E27FC236}">
                <a16:creationId xmlns:a16="http://schemas.microsoft.com/office/drawing/2014/main" id="{FF4FF7A5-3FD2-466D-A2F2-8C581574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41" name="p10-椭圆-0241">
            <a:extLst xmlns:a="http://schemas.openxmlformats.org/drawingml/2006/main">
              <a:ext uri="{FF2B5EF4-FFF2-40B4-BE49-F238E27FC236}">
                <a16:creationId xmlns:a16="http://schemas.microsoft.com/office/drawing/2014/main" id="{A4380043-7A91-4AF6-AB96-A1B77F27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42" name="p10-椭圆-0242">
            <a:extLst xmlns:a="http://schemas.openxmlformats.org/drawingml/2006/main">
              <a:ext uri="{FF2B5EF4-FFF2-40B4-BE49-F238E27FC236}">
                <a16:creationId xmlns:a16="http://schemas.microsoft.com/office/drawing/2014/main" id="{65461397-0317-472A-AA3D-2F0CE7B2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43" name="p10-椭圆-0243">
            <a:extLst xmlns:a="http://schemas.openxmlformats.org/drawingml/2006/main">
              <a:ext uri="{FF2B5EF4-FFF2-40B4-BE49-F238E27FC236}">
                <a16:creationId xmlns:a16="http://schemas.microsoft.com/office/drawing/2014/main" id="{5B7AE68C-0746-4113-9949-56DD7D36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52483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44" name="p10-椭圆-0244">
            <a:extLst xmlns:a="http://schemas.openxmlformats.org/drawingml/2006/main">
              <a:ext uri="{FF2B5EF4-FFF2-40B4-BE49-F238E27FC236}">
                <a16:creationId xmlns:a16="http://schemas.microsoft.com/office/drawing/2014/main" id="{C9BEB410-9590-40FA-B954-13524B20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45" name="p10-椭圆-0245">
            <a:extLst xmlns:a="http://schemas.openxmlformats.org/drawingml/2006/main">
              <a:ext uri="{FF2B5EF4-FFF2-40B4-BE49-F238E27FC236}">
                <a16:creationId xmlns:a16="http://schemas.microsoft.com/office/drawing/2014/main" id="{E6570534-C902-45AC-B80F-C34BA59F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46" name="p10-椭圆-0246">
            <a:extLst xmlns:a="http://schemas.openxmlformats.org/drawingml/2006/main">
              <a:ext uri="{FF2B5EF4-FFF2-40B4-BE49-F238E27FC236}">
                <a16:creationId xmlns:a16="http://schemas.microsoft.com/office/drawing/2014/main" id="{3930D23C-6542-4116-941C-B40E45C5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47" name="p10-椭圆-0247">
            <a:extLst xmlns:a="http://schemas.openxmlformats.org/drawingml/2006/main">
              <a:ext uri="{FF2B5EF4-FFF2-40B4-BE49-F238E27FC236}">
                <a16:creationId xmlns:a16="http://schemas.microsoft.com/office/drawing/2014/main" id="{DFC913E3-7181-4A31-BE55-76D4943F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48" name="p10-椭圆-0248">
            <a:extLst xmlns:a="http://schemas.openxmlformats.org/drawingml/2006/main">
              <a:ext uri="{FF2B5EF4-FFF2-40B4-BE49-F238E27FC236}">
                <a16:creationId xmlns:a16="http://schemas.microsoft.com/office/drawing/2014/main" id="{E654C68B-134F-4E64-8532-62F02294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49" name="p10-椭圆-0249">
            <a:extLst xmlns:a="http://schemas.openxmlformats.org/drawingml/2006/main">
              <a:ext uri="{FF2B5EF4-FFF2-40B4-BE49-F238E27FC236}">
                <a16:creationId xmlns:a16="http://schemas.microsoft.com/office/drawing/2014/main" id="{D119A2AB-945B-489E-BAEB-07C33A24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50" name="p10-椭圆-0250">
            <a:extLst xmlns:a="http://schemas.openxmlformats.org/drawingml/2006/main">
              <a:ext uri="{FF2B5EF4-FFF2-40B4-BE49-F238E27FC236}">
                <a16:creationId xmlns:a16="http://schemas.microsoft.com/office/drawing/2014/main" id="{B7AC18CA-5F78-4C64-87F4-F83C9DE7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51" name="p10-椭圆-0251">
            <a:extLst xmlns:a="http://schemas.openxmlformats.org/drawingml/2006/main">
              <a:ext uri="{FF2B5EF4-FFF2-40B4-BE49-F238E27FC236}">
                <a16:creationId xmlns:a16="http://schemas.microsoft.com/office/drawing/2014/main" id="{7B467D0C-FD2F-4383-A181-B0DB9241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52" name="p10-椭圆-0252">
            <a:extLst xmlns:a="http://schemas.openxmlformats.org/drawingml/2006/main">
              <a:ext uri="{FF2B5EF4-FFF2-40B4-BE49-F238E27FC236}">
                <a16:creationId xmlns:a16="http://schemas.microsoft.com/office/drawing/2014/main" id="{AA3B5C49-BFF4-4B03-8AD2-A3789766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53" name="p10-椭圆-0253">
            <a:extLst xmlns:a="http://schemas.openxmlformats.org/drawingml/2006/main">
              <a:ext uri="{FF2B5EF4-FFF2-40B4-BE49-F238E27FC236}">
                <a16:creationId xmlns:a16="http://schemas.microsoft.com/office/drawing/2014/main" id="{91F49D54-C288-4469-B437-F425EC3A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54" name="p10-椭圆-0254">
            <a:extLst xmlns:a="http://schemas.openxmlformats.org/drawingml/2006/main">
              <a:ext uri="{FF2B5EF4-FFF2-40B4-BE49-F238E27FC236}">
                <a16:creationId xmlns:a16="http://schemas.microsoft.com/office/drawing/2014/main" id="{565739DC-098F-4EDE-818B-45F4A222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55" name="p10-椭圆-0255">
            <a:extLst xmlns:a="http://schemas.openxmlformats.org/drawingml/2006/main">
              <a:ext uri="{FF2B5EF4-FFF2-40B4-BE49-F238E27FC236}">
                <a16:creationId xmlns:a16="http://schemas.microsoft.com/office/drawing/2014/main" id="{447A1B08-A138-4D5E-B032-D097B9B8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66481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56" name="p10-椭圆-0256">
            <a:extLst xmlns:a="http://schemas.openxmlformats.org/drawingml/2006/main">
              <a:ext uri="{FF2B5EF4-FFF2-40B4-BE49-F238E27FC236}">
                <a16:creationId xmlns:a16="http://schemas.microsoft.com/office/drawing/2014/main" id="{1DE2735C-6A3E-436A-A397-9BFA4EF8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57" name="p10-椭圆-0257">
            <a:extLst xmlns:a="http://schemas.openxmlformats.org/drawingml/2006/main">
              <a:ext uri="{FF2B5EF4-FFF2-40B4-BE49-F238E27FC236}">
                <a16:creationId xmlns:a16="http://schemas.microsoft.com/office/drawing/2014/main" id="{30F60165-17CA-40E6-92DE-56A7272B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58" name="p10-椭圆-0258">
            <a:extLst xmlns:a="http://schemas.openxmlformats.org/drawingml/2006/main">
              <a:ext uri="{FF2B5EF4-FFF2-40B4-BE49-F238E27FC236}">
                <a16:creationId xmlns:a16="http://schemas.microsoft.com/office/drawing/2014/main" id="{381288FF-10A0-44CD-9102-304C139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59" name="p10-椭圆-0259">
            <a:extLst xmlns:a="http://schemas.openxmlformats.org/drawingml/2006/main">
              <a:ext uri="{FF2B5EF4-FFF2-40B4-BE49-F238E27FC236}">
                <a16:creationId xmlns:a16="http://schemas.microsoft.com/office/drawing/2014/main" id="{6CEF617C-0B7E-4D5C-A558-82F85184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60" name="p10-椭圆-0260">
            <a:extLst xmlns:a="http://schemas.openxmlformats.org/drawingml/2006/main">
              <a:ext uri="{FF2B5EF4-FFF2-40B4-BE49-F238E27FC236}">
                <a16:creationId xmlns:a16="http://schemas.microsoft.com/office/drawing/2014/main" id="{2DEAF3AD-789F-437C-8319-30272F36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61" name="p10-椭圆-0261">
            <a:extLst xmlns:a="http://schemas.openxmlformats.org/drawingml/2006/main">
              <a:ext uri="{FF2B5EF4-FFF2-40B4-BE49-F238E27FC236}">
                <a16:creationId xmlns:a16="http://schemas.microsoft.com/office/drawing/2014/main" id="{CA7EF6B7-11FF-4A23-B6F3-93695500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62" name="p10-椭圆-0262">
            <a:extLst xmlns:a="http://schemas.openxmlformats.org/drawingml/2006/main">
              <a:ext uri="{FF2B5EF4-FFF2-40B4-BE49-F238E27FC236}">
                <a16:creationId xmlns:a16="http://schemas.microsoft.com/office/drawing/2014/main" id="{2310A6A3-CE56-42B7-868D-84FB0E6A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63" name="p10-椭圆-0263">
            <a:extLst xmlns:a="http://schemas.openxmlformats.org/drawingml/2006/main">
              <a:ext uri="{FF2B5EF4-FFF2-40B4-BE49-F238E27FC236}">
                <a16:creationId xmlns:a16="http://schemas.microsoft.com/office/drawing/2014/main" id="{C817D985-C09A-47B9-BAC9-0AF76DDC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64" name="p10-椭圆-0264">
            <a:extLst xmlns:a="http://schemas.openxmlformats.org/drawingml/2006/main">
              <a:ext uri="{FF2B5EF4-FFF2-40B4-BE49-F238E27FC236}">
                <a16:creationId xmlns:a16="http://schemas.microsoft.com/office/drawing/2014/main" id="{A4D6BDAB-4E8D-41EE-A6D0-40BB7E32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65" name="p10-椭圆-0265">
            <a:extLst xmlns:a="http://schemas.openxmlformats.org/drawingml/2006/main">
              <a:ext uri="{FF2B5EF4-FFF2-40B4-BE49-F238E27FC236}">
                <a16:creationId xmlns:a16="http://schemas.microsoft.com/office/drawing/2014/main" id="{5479A303-B8BC-4EA9-B756-07D23D4F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66" name="p10-椭圆-0266">
            <a:extLst xmlns:a="http://schemas.openxmlformats.org/drawingml/2006/main">
              <a:ext uri="{FF2B5EF4-FFF2-40B4-BE49-F238E27FC236}">
                <a16:creationId xmlns:a16="http://schemas.microsoft.com/office/drawing/2014/main" id="{A5FFA15B-3920-4C48-8F4A-7A64D86E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67" name="p10-椭圆-0267">
            <a:extLst xmlns:a="http://schemas.openxmlformats.org/drawingml/2006/main">
              <a:ext uri="{FF2B5EF4-FFF2-40B4-BE49-F238E27FC236}">
                <a16:creationId xmlns:a16="http://schemas.microsoft.com/office/drawing/2014/main" id="{A2310C6A-CB23-45CE-8A99-AB042543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804788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68" name="p10-椭圆-0268">
            <a:extLst xmlns:a="http://schemas.openxmlformats.org/drawingml/2006/main">
              <a:ext uri="{FF2B5EF4-FFF2-40B4-BE49-F238E27FC236}">
                <a16:creationId xmlns:a16="http://schemas.microsoft.com/office/drawing/2014/main" id="{22C167EF-F4FF-45A1-B43B-6492D755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69" name="p10-椭圆-0269">
            <a:extLst xmlns:a="http://schemas.openxmlformats.org/drawingml/2006/main">
              <a:ext uri="{FF2B5EF4-FFF2-40B4-BE49-F238E27FC236}">
                <a16:creationId xmlns:a16="http://schemas.microsoft.com/office/drawing/2014/main" id="{1C4EED57-A178-47EB-B644-EC2DA32A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0" name="p10-椭圆-0270">
            <a:extLst xmlns:a="http://schemas.openxmlformats.org/drawingml/2006/main">
              <a:ext uri="{FF2B5EF4-FFF2-40B4-BE49-F238E27FC236}">
                <a16:creationId xmlns:a16="http://schemas.microsoft.com/office/drawing/2014/main" id="{6670264D-62CF-4EA8-AD0D-0F4AD997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1" name="p10-椭圆-0271">
            <a:extLst xmlns:a="http://schemas.openxmlformats.org/drawingml/2006/main">
              <a:ext uri="{FF2B5EF4-FFF2-40B4-BE49-F238E27FC236}">
                <a16:creationId xmlns:a16="http://schemas.microsoft.com/office/drawing/2014/main" id="{7D2B6C92-33CB-491C-9B1C-580CF1BA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2" name="p10-椭圆-0272">
            <a:extLst xmlns:a="http://schemas.openxmlformats.org/drawingml/2006/main">
              <a:ext uri="{FF2B5EF4-FFF2-40B4-BE49-F238E27FC236}">
                <a16:creationId xmlns:a16="http://schemas.microsoft.com/office/drawing/2014/main" id="{E0313A55-F2D3-4E05-86B4-534825FE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73" name="p10-椭圆-0273">
            <a:extLst xmlns:a="http://schemas.openxmlformats.org/drawingml/2006/main">
              <a:ext uri="{FF2B5EF4-FFF2-40B4-BE49-F238E27FC236}">
                <a16:creationId xmlns:a16="http://schemas.microsoft.com/office/drawing/2014/main" id="{DA805414-B383-4421-BFFA-5325207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4" name="p10-椭圆-0274">
            <a:extLst xmlns:a="http://schemas.openxmlformats.org/drawingml/2006/main">
              <a:ext uri="{FF2B5EF4-FFF2-40B4-BE49-F238E27FC236}">
                <a16:creationId xmlns:a16="http://schemas.microsoft.com/office/drawing/2014/main" id="{4A420C47-9938-498A-8533-0F4D7794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5" name="p10-椭圆-0275">
            <a:extLst xmlns:a="http://schemas.openxmlformats.org/drawingml/2006/main">
              <a:ext uri="{FF2B5EF4-FFF2-40B4-BE49-F238E27FC236}">
                <a16:creationId xmlns:a16="http://schemas.microsoft.com/office/drawing/2014/main" id="{B759BBEE-622E-492C-8B9F-67C43DB6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76" name="p10-椭圆-0276">
            <a:extLst xmlns:a="http://schemas.openxmlformats.org/drawingml/2006/main">
              <a:ext uri="{FF2B5EF4-FFF2-40B4-BE49-F238E27FC236}">
                <a16:creationId xmlns:a16="http://schemas.microsoft.com/office/drawing/2014/main" id="{99782CA2-8672-4A4C-B2F8-377E76C5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77" name="p10-椭圆-0277">
            <a:extLst xmlns:a="http://schemas.openxmlformats.org/drawingml/2006/main">
              <a:ext uri="{FF2B5EF4-FFF2-40B4-BE49-F238E27FC236}">
                <a16:creationId xmlns:a16="http://schemas.microsoft.com/office/drawing/2014/main" id="{24FA7EED-DACD-4FD7-BAE0-2D047DF7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8" name="p10-椭圆-0278">
            <a:extLst xmlns:a="http://schemas.openxmlformats.org/drawingml/2006/main">
              <a:ext uri="{FF2B5EF4-FFF2-40B4-BE49-F238E27FC236}">
                <a16:creationId xmlns:a16="http://schemas.microsoft.com/office/drawing/2014/main" id="{3269EC5C-3E72-4303-9F35-52F22C85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79" name="p10-椭圆-0279">
            <a:extLst xmlns:a="http://schemas.openxmlformats.org/drawingml/2006/main">
              <a:ext uri="{FF2B5EF4-FFF2-40B4-BE49-F238E27FC236}">
                <a16:creationId xmlns:a16="http://schemas.microsoft.com/office/drawing/2014/main" id="{9375C3AF-E971-4CE2-AC45-DFC2A2D2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2944763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0" name="p10-椭圆-0280">
            <a:extLst xmlns:a="http://schemas.openxmlformats.org/drawingml/2006/main">
              <a:ext uri="{FF2B5EF4-FFF2-40B4-BE49-F238E27FC236}">
                <a16:creationId xmlns:a16="http://schemas.microsoft.com/office/drawing/2014/main" id="{1516D776-354D-41D4-8AE5-551DEFC0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81" name="p10-椭圆-0281">
            <a:extLst xmlns:a="http://schemas.openxmlformats.org/drawingml/2006/main">
              <a:ext uri="{FF2B5EF4-FFF2-40B4-BE49-F238E27FC236}">
                <a16:creationId xmlns:a16="http://schemas.microsoft.com/office/drawing/2014/main" id="{8C9EC1EE-22E3-4E9A-942C-DE972541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2" name="p10-椭圆-0282">
            <a:extLst xmlns:a="http://schemas.openxmlformats.org/drawingml/2006/main">
              <a:ext uri="{FF2B5EF4-FFF2-40B4-BE49-F238E27FC236}">
                <a16:creationId xmlns:a16="http://schemas.microsoft.com/office/drawing/2014/main" id="{5EC51EA1-710B-4773-92B2-F69129E4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3" name="p10-椭圆-0283">
            <a:extLst xmlns:a="http://schemas.openxmlformats.org/drawingml/2006/main">
              <a:ext uri="{FF2B5EF4-FFF2-40B4-BE49-F238E27FC236}">
                <a16:creationId xmlns:a16="http://schemas.microsoft.com/office/drawing/2014/main" id="{F5BBC155-9663-4D6E-8720-1C7474E2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84" name="p10-椭圆-0284">
            <a:extLst xmlns:a="http://schemas.openxmlformats.org/drawingml/2006/main">
              <a:ext uri="{FF2B5EF4-FFF2-40B4-BE49-F238E27FC236}">
                <a16:creationId xmlns:a16="http://schemas.microsoft.com/office/drawing/2014/main" id="{6D4DD720-C619-445A-8DB6-B26BD930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85" name="p10-椭圆-0285">
            <a:extLst xmlns:a="http://schemas.openxmlformats.org/drawingml/2006/main">
              <a:ext uri="{FF2B5EF4-FFF2-40B4-BE49-F238E27FC236}">
                <a16:creationId xmlns:a16="http://schemas.microsoft.com/office/drawing/2014/main" id="{4C7080F2-3A41-415B-B4F9-591DD1A1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6" name="p10-椭圆-0286">
            <a:extLst xmlns:a="http://schemas.openxmlformats.org/drawingml/2006/main">
              <a:ext uri="{FF2B5EF4-FFF2-40B4-BE49-F238E27FC236}">
                <a16:creationId xmlns:a16="http://schemas.microsoft.com/office/drawing/2014/main" id="{A12DA7EC-B8DA-4429-820E-E90CAF15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87" name="p10-椭圆-0287">
            <a:extLst xmlns:a="http://schemas.openxmlformats.org/drawingml/2006/main">
              <a:ext uri="{FF2B5EF4-FFF2-40B4-BE49-F238E27FC236}">
                <a16:creationId xmlns:a16="http://schemas.microsoft.com/office/drawing/2014/main" id="{B5F94D1F-F452-4CE1-AC71-F9635B3C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88" name="p10-椭圆-0288">
            <a:extLst xmlns:a="http://schemas.openxmlformats.org/drawingml/2006/main">
              <a:ext uri="{FF2B5EF4-FFF2-40B4-BE49-F238E27FC236}">
                <a16:creationId xmlns:a16="http://schemas.microsoft.com/office/drawing/2014/main" id="{104BF9D7-7BDC-42D7-99E0-D899B732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89" name="p10-椭圆-0289">
            <a:extLst xmlns:a="http://schemas.openxmlformats.org/drawingml/2006/main">
              <a:ext uri="{FF2B5EF4-FFF2-40B4-BE49-F238E27FC236}">
                <a16:creationId xmlns:a16="http://schemas.microsoft.com/office/drawing/2014/main" id="{553AD5E5-6CF5-401B-B9CB-2FCD37D0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0" name="p10-椭圆-0290">
            <a:extLst xmlns:a="http://schemas.openxmlformats.org/drawingml/2006/main">
              <a:ext uri="{FF2B5EF4-FFF2-40B4-BE49-F238E27FC236}">
                <a16:creationId xmlns:a16="http://schemas.microsoft.com/office/drawing/2014/main" id="{D16B8295-7D39-4B6A-A075-353C8FCE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1" name="p10-椭圆-0291">
            <a:extLst xmlns:a="http://schemas.openxmlformats.org/drawingml/2006/main">
              <a:ext uri="{FF2B5EF4-FFF2-40B4-BE49-F238E27FC236}">
                <a16:creationId xmlns:a16="http://schemas.microsoft.com/office/drawing/2014/main" id="{7BD47BDC-4572-425B-9D6C-FB5CCF0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3084739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92" name="p10-椭圆-0292">
            <a:extLst xmlns:a="http://schemas.openxmlformats.org/drawingml/2006/main">
              <a:ext uri="{FF2B5EF4-FFF2-40B4-BE49-F238E27FC236}">
                <a16:creationId xmlns:a16="http://schemas.microsoft.com/office/drawing/2014/main" id="{B9C76D6E-A997-4EB2-AC70-8E3D4547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3326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3" name="p10-椭圆-0293">
            <a:extLst xmlns:a="http://schemas.openxmlformats.org/drawingml/2006/main">
              <a:ext uri="{FF2B5EF4-FFF2-40B4-BE49-F238E27FC236}">
                <a16:creationId xmlns:a16="http://schemas.microsoft.com/office/drawing/2014/main" id="{216CA883-A5B5-4EBD-8C9A-40E2BA7F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389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94" name="p10-椭圆-0294">
            <a:extLst xmlns:a="http://schemas.openxmlformats.org/drawingml/2006/main">
              <a:ext uri="{FF2B5EF4-FFF2-40B4-BE49-F238E27FC236}">
                <a16:creationId xmlns:a16="http://schemas.microsoft.com/office/drawing/2014/main" id="{FA0355C0-535B-43FC-8E85-F4C5A97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5453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95" name="p10-椭圆-0295">
            <a:extLst xmlns:a="http://schemas.openxmlformats.org/drawingml/2006/main">
              <a:ext uri="{FF2B5EF4-FFF2-40B4-BE49-F238E27FC236}">
                <a16:creationId xmlns:a16="http://schemas.microsoft.com/office/drawing/2014/main" id="{39A8E3F1-4ECF-4497-A56F-C7750829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516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96" name="p10-椭圆-0296">
            <a:extLst xmlns:a="http://schemas.openxmlformats.org/drawingml/2006/main">
              <a:ext uri="{FF2B5EF4-FFF2-40B4-BE49-F238E27FC236}">
                <a16:creationId xmlns:a16="http://schemas.microsoft.com/office/drawing/2014/main" id="{987BF393-FD18-42DB-BE8E-62AF64D5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580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7" name="p10-椭圆-0297">
            <a:extLst xmlns:a="http://schemas.openxmlformats.org/drawingml/2006/main">
              <a:ext uri="{FF2B5EF4-FFF2-40B4-BE49-F238E27FC236}">
                <a16:creationId xmlns:a16="http://schemas.microsoft.com/office/drawing/2014/main" id="{470B47BE-9A99-4F5A-980D-71CE717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3643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98" name="p10-椭圆-0298">
            <a:extLst xmlns:a="http://schemas.openxmlformats.org/drawingml/2006/main">
              <a:ext uri="{FF2B5EF4-FFF2-40B4-BE49-F238E27FC236}">
                <a16:creationId xmlns:a16="http://schemas.microsoft.com/office/drawing/2014/main" id="{3B8B6CBE-23BA-47AE-93EA-48102575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707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99" name="p10-椭圆-0299">
            <a:extLst xmlns:a="http://schemas.openxmlformats.org/drawingml/2006/main">
              <a:ext uri="{FF2B5EF4-FFF2-40B4-BE49-F238E27FC236}">
                <a16:creationId xmlns:a16="http://schemas.microsoft.com/office/drawing/2014/main" id="{48286924-2CDC-4F99-AAAC-3F571084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70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00" name="p10-椭圆-0300">
            <a:extLst xmlns:a="http://schemas.openxmlformats.org/drawingml/2006/main">
              <a:ext uri="{FF2B5EF4-FFF2-40B4-BE49-F238E27FC236}">
                <a16:creationId xmlns:a16="http://schemas.microsoft.com/office/drawing/2014/main" id="{15322524-06AA-4F45-8F6B-CFC0C766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834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01" name="p10-椭圆-0301">
            <a:extLst xmlns:a="http://schemas.openxmlformats.org/drawingml/2006/main">
              <a:ext uri="{FF2B5EF4-FFF2-40B4-BE49-F238E27FC236}">
                <a16:creationId xmlns:a16="http://schemas.microsoft.com/office/drawing/2014/main" id="{6E59F2B8-3132-432C-9614-21CB5E7E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7897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302" name="p10-椭圆-0302">
            <a:extLst xmlns:a="http://schemas.openxmlformats.org/drawingml/2006/main">
              <a:ext uri="{FF2B5EF4-FFF2-40B4-BE49-F238E27FC236}">
                <a16:creationId xmlns:a16="http://schemas.microsoft.com/office/drawing/2014/main" id="{D1D53816-2B47-4A83-887E-39973E8D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3961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303" name="p10-椭圆-0303">
            <a:extLst xmlns:a="http://schemas.openxmlformats.org/drawingml/2006/main">
              <a:ext uri="{FF2B5EF4-FFF2-40B4-BE49-F238E27FC236}">
                <a16:creationId xmlns:a16="http://schemas.microsoft.com/office/drawing/2014/main" id="{FD0B6BE1-6EA2-4433-B627-0D5FD642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0024" y="3224714"/>
            <a:ext cx="114525" cy="114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304" name="p10-文本-0304">
            <a:extLst xmlns:a="http://schemas.openxmlformats.org/drawingml/2006/main">
              <a:ext uri="{FF2B5EF4-FFF2-40B4-BE49-F238E27FC236}">
                <a16:creationId xmlns:a16="http://schemas.microsoft.com/office/drawing/2014/main" id="{ADCBD187-7C3F-4B79-A68B-1F6AA6E8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799103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独立制备与测量</a:t>
            </a:r>
          </a:p>
        </p:txBody>
      </p:sp>
      <p:sp>
        <p:nvSpPr>
          <p:cNvPr id="305" name="p10-文本-0305">
            <a:extLst xmlns:a="http://schemas.openxmlformats.org/drawingml/2006/main">
              <a:ext uri="{FF2B5EF4-FFF2-40B4-BE49-F238E27FC236}">
                <a16:creationId xmlns:a16="http://schemas.microsoft.com/office/drawing/2014/main" id="{D9D23F51-3F37-4430-8530-FB19749C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065803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记录偏差并回传</a:t>
            </a:r>
          </a:p>
        </p:txBody>
      </p:sp>
      <p:sp>
        <p:nvSpPr>
          <p:cNvPr id="306" name="p10-文本-0306">
            <a:extLst xmlns:a="http://schemas.openxmlformats.org/drawingml/2006/main">
              <a:ext uri="{FF2B5EF4-FFF2-40B4-BE49-F238E27FC236}">
                <a16:creationId xmlns:a16="http://schemas.microsoft.com/office/drawing/2014/main" id="{18DC74B3-FBE9-4952-80B6-2F9901DA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6483" y="49324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更新后的证据</a:t>
            </a:r>
          </a:p>
        </p:txBody>
      </p:sp>
      <p:sp>
        <p:nvSpPr>
          <p:cNvPr id="307" name="p10-矩形-0307">
            <a:extLst xmlns:a="http://schemas.openxmlformats.org/drawingml/2006/main">
              <a:ext uri="{FF2B5EF4-FFF2-40B4-BE49-F238E27FC236}">
                <a16:creationId xmlns:a16="http://schemas.microsoft.com/office/drawing/2014/main" id="{6A8859FE-D655-4B1A-B0EE-280B6907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619750"/>
            <a:ext cx="112109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308" name="p10-文本-0308">
            <a:extLst xmlns:a="http://schemas.openxmlformats.org/drawingml/2006/main">
              <a:ext uri="{FF2B5EF4-FFF2-40B4-BE49-F238E27FC236}">
                <a16:creationId xmlns:a16="http://schemas.microsoft.com/office/drawing/2014/main" id="{509F6CE7-295C-4D23-9CEB-8B26DFB3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3195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贯穿全程的约束</a:t>
            </a:r>
          </a:p>
        </p:txBody>
      </p:sp>
      <p:sp>
        <p:nvSpPr>
          <p:cNvPr id="309" name="p10-文本-0309">
            <a:extLst xmlns:a="http://schemas.openxmlformats.org/drawingml/2006/main">
              <a:ext uri="{FF2B5EF4-FFF2-40B4-BE49-F238E27FC236}">
                <a16:creationId xmlns:a16="http://schemas.microsoft.com/office/drawing/2014/main" id="{6F9880B6-3110-4F7F-9978-B461B440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5711796"/>
            <a:ext cx="5053775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可追溯样本  ·  一致的评价基准  ·  可复核的数据处理</a:t>
            </a:r>
          </a:p>
        </p:txBody>
      </p:sp>
      <p:sp>
        <p:nvSpPr>
          <p:cNvPr id="310" name="p10-文本-0310">
            <a:extLst xmlns:a="http://schemas.openxmlformats.org/drawingml/2006/main">
              <a:ext uri="{FF2B5EF4-FFF2-40B4-BE49-F238E27FC236}">
                <a16:creationId xmlns:a16="http://schemas.microsoft.com/office/drawing/2014/main" id="{70F1826C-4DB8-4602-AB2C-9F06ECD0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226086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1" name="p11-矩形-0001">
            <a:extLst xmlns:a="http://schemas.openxmlformats.org/drawingml/2006/main">
              <a:ext uri="{FF2B5EF4-FFF2-40B4-BE49-F238E27FC236}">
                <a16:creationId xmlns:a16="http://schemas.microsoft.com/office/drawing/2014/main" id="{D77A1FDF-25A3-4765-89CA-B6820B1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1-矩形-0002">
            <a:extLst xmlns:a="http://schemas.openxmlformats.org/drawingml/2006/main">
              <a:ext uri="{FF2B5EF4-FFF2-40B4-BE49-F238E27FC236}">
                <a16:creationId xmlns:a16="http://schemas.microsoft.com/office/drawing/2014/main" id="{1A3CE665-7CA7-4889-86D1-31E1C5E6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1-文本-0003">
            <a:extLst xmlns:a="http://schemas.openxmlformats.org/drawingml/2006/main">
              <a:ext uri="{FF2B5EF4-FFF2-40B4-BE49-F238E27FC236}">
                <a16:creationId xmlns:a16="http://schemas.microsoft.com/office/drawing/2014/main" id="{3D3C95E1-F80D-4588-A4CA-55E3E28E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多种线索并行发现候选，再以统一标准筛选</a:t>
            </a:r>
          </a:p>
        </p:txBody>
      </p:sp>
      <p:sp>
        <p:nvSpPr>
          <p:cNvPr id="4" name="p11-文本-0004">
            <a:extLst xmlns:a="http://schemas.openxmlformats.org/drawingml/2006/main">
              <a:ext uri="{FF2B5EF4-FFF2-40B4-BE49-F238E27FC236}">
                <a16:creationId xmlns:a16="http://schemas.microsoft.com/office/drawing/2014/main" id="{DBDE015A-B51B-40E4-B3B1-7A6AB7B1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4783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并行方法扩大覆盖，后续验证共享评价尺度</a:t>
            </a:r>
          </a:p>
        </p:txBody>
      </p:sp>
      <p:sp>
        <p:nvSpPr>
          <p:cNvPr id="5" name="p11-线-0005">
            <a:extLst xmlns:a="http://schemas.openxmlformats.org/drawingml/2006/main">
              <a:ext uri="{FF2B5EF4-FFF2-40B4-BE49-F238E27FC236}">
                <a16:creationId xmlns:a16="http://schemas.microsoft.com/office/drawing/2014/main" id="{1AD85E4E-7EFD-4070-82B1-CE190467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1-矩形-0006">
            <a:extLst xmlns:a="http://schemas.openxmlformats.org/drawingml/2006/main">
              <a:ext uri="{FF2B5EF4-FFF2-40B4-BE49-F238E27FC236}">
                <a16:creationId xmlns:a16="http://schemas.microsoft.com/office/drawing/2014/main" id="{5BAC6569-88AB-4453-B3E2-D5D9464D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906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11-文本-0007">
            <a:extLst xmlns:a="http://schemas.openxmlformats.org/drawingml/2006/main">
              <a:ext uri="{FF2B5EF4-FFF2-40B4-BE49-F238E27FC236}">
                <a16:creationId xmlns:a16="http://schemas.microsoft.com/office/drawing/2014/main" id="{A908D2B1-6F5E-4CEF-8871-319F4275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22" y="1412174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已知模式检索</a:t>
            </a:r>
          </a:p>
        </p:txBody>
      </p:sp>
      <p:sp>
        <p:nvSpPr>
          <p:cNvPr id="8" name="p11-线-0008">
            <a:extLst xmlns:a="http://schemas.openxmlformats.org/drawingml/2006/main">
              <a:ext uri="{FF2B5EF4-FFF2-40B4-BE49-F238E27FC236}">
                <a16:creationId xmlns:a16="http://schemas.microsoft.com/office/drawing/2014/main" id="{9D89E5CA-1598-452D-B276-6A206607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95575"/>
            <a:ext cx="1447800" cy="95"/>
          </a:xfrm>
          <a:custGeom xmlns:a="http://schemas.openxmlformats.org/drawingml/2006/main">
            <a:pathLst>
              <a:path w="1447800" h="95">
                <a:moveTo>
                  <a:pt x="0" y="0"/>
                </a:moveTo>
                <a:lnTo>
                  <a:pt x="1447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9" name="p11-路径-0009">
            <a:extLst xmlns:a="http://schemas.openxmlformats.org/drawingml/2006/main">
              <a:ext uri="{FF2B5EF4-FFF2-40B4-BE49-F238E27FC236}">
                <a16:creationId xmlns:a16="http://schemas.microsoft.com/office/drawing/2014/main" id="{B2727348-9B4F-46C3-9FF8-B6AC79D6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309813"/>
            <a:ext cx="1447800" cy="289560"/>
          </a:xfrm>
          <a:custGeom xmlns:a="http://schemas.openxmlformats.org/drawingml/2006/main">
            <a:pathLst>
              <a:path w="1447800" h="289560">
                <a:moveTo>
                  <a:pt x="0" y="289560"/>
                </a:moveTo>
                <a:lnTo>
                  <a:pt x="9525" y="289560"/>
                </a:lnTo>
                <a:lnTo>
                  <a:pt x="19050" y="289560"/>
                </a:lnTo>
                <a:lnTo>
                  <a:pt x="28575" y="289560"/>
                </a:lnTo>
                <a:lnTo>
                  <a:pt x="39052" y="289560"/>
                </a:lnTo>
                <a:lnTo>
                  <a:pt x="48577" y="289560"/>
                </a:lnTo>
                <a:lnTo>
                  <a:pt x="58102" y="289560"/>
                </a:lnTo>
                <a:lnTo>
                  <a:pt x="67627" y="289560"/>
                </a:lnTo>
                <a:lnTo>
                  <a:pt x="77152" y="289560"/>
                </a:lnTo>
                <a:lnTo>
                  <a:pt x="86677" y="289560"/>
                </a:lnTo>
                <a:lnTo>
                  <a:pt x="96202" y="289560"/>
                </a:lnTo>
                <a:lnTo>
                  <a:pt x="105727" y="289560"/>
                </a:lnTo>
                <a:lnTo>
                  <a:pt x="116205" y="289560"/>
                </a:lnTo>
                <a:lnTo>
                  <a:pt x="125730" y="289560"/>
                </a:lnTo>
                <a:lnTo>
                  <a:pt x="135255" y="289560"/>
                </a:lnTo>
                <a:lnTo>
                  <a:pt x="144780" y="289560"/>
                </a:lnTo>
                <a:lnTo>
                  <a:pt x="154305" y="289560"/>
                </a:lnTo>
                <a:lnTo>
                  <a:pt x="163830" y="289560"/>
                </a:lnTo>
                <a:lnTo>
                  <a:pt x="173355" y="289560"/>
                </a:lnTo>
                <a:lnTo>
                  <a:pt x="183832" y="289560"/>
                </a:lnTo>
                <a:lnTo>
                  <a:pt x="193357" y="289560"/>
                </a:lnTo>
                <a:lnTo>
                  <a:pt x="202882" y="289560"/>
                </a:lnTo>
                <a:lnTo>
                  <a:pt x="212407" y="289560"/>
                </a:lnTo>
                <a:lnTo>
                  <a:pt x="221932" y="289560"/>
                </a:lnTo>
                <a:lnTo>
                  <a:pt x="231457" y="289560"/>
                </a:lnTo>
                <a:lnTo>
                  <a:pt x="240982" y="288608"/>
                </a:lnTo>
                <a:lnTo>
                  <a:pt x="250507" y="284797"/>
                </a:lnTo>
                <a:lnTo>
                  <a:pt x="260985" y="263842"/>
                </a:lnTo>
                <a:lnTo>
                  <a:pt x="270510" y="208597"/>
                </a:lnTo>
                <a:lnTo>
                  <a:pt x="280035" y="130492"/>
                </a:lnTo>
                <a:lnTo>
                  <a:pt x="289560" y="89535"/>
                </a:lnTo>
                <a:lnTo>
                  <a:pt x="299085" y="130492"/>
                </a:lnTo>
                <a:lnTo>
                  <a:pt x="308610" y="208597"/>
                </a:lnTo>
                <a:lnTo>
                  <a:pt x="318135" y="263842"/>
                </a:lnTo>
                <a:lnTo>
                  <a:pt x="328613" y="284797"/>
                </a:lnTo>
                <a:lnTo>
                  <a:pt x="338138" y="288608"/>
                </a:lnTo>
                <a:lnTo>
                  <a:pt x="347663" y="289560"/>
                </a:lnTo>
                <a:lnTo>
                  <a:pt x="357188" y="289560"/>
                </a:lnTo>
                <a:lnTo>
                  <a:pt x="366713" y="289560"/>
                </a:lnTo>
                <a:lnTo>
                  <a:pt x="376238" y="289560"/>
                </a:lnTo>
                <a:lnTo>
                  <a:pt x="385763" y="289560"/>
                </a:lnTo>
                <a:lnTo>
                  <a:pt x="395288" y="289560"/>
                </a:lnTo>
                <a:lnTo>
                  <a:pt x="405765" y="289560"/>
                </a:lnTo>
                <a:lnTo>
                  <a:pt x="415290" y="289560"/>
                </a:lnTo>
                <a:lnTo>
                  <a:pt x="424815" y="289560"/>
                </a:lnTo>
                <a:lnTo>
                  <a:pt x="434340" y="289560"/>
                </a:lnTo>
                <a:lnTo>
                  <a:pt x="443865" y="289560"/>
                </a:lnTo>
                <a:lnTo>
                  <a:pt x="453390" y="289560"/>
                </a:lnTo>
                <a:lnTo>
                  <a:pt x="462915" y="289560"/>
                </a:lnTo>
                <a:lnTo>
                  <a:pt x="473393" y="289560"/>
                </a:lnTo>
                <a:lnTo>
                  <a:pt x="482918" y="289560"/>
                </a:lnTo>
                <a:lnTo>
                  <a:pt x="492443" y="289560"/>
                </a:lnTo>
                <a:lnTo>
                  <a:pt x="501968" y="289560"/>
                </a:lnTo>
                <a:lnTo>
                  <a:pt x="511493" y="289560"/>
                </a:lnTo>
                <a:lnTo>
                  <a:pt x="521018" y="289560"/>
                </a:lnTo>
                <a:lnTo>
                  <a:pt x="530543" y="289560"/>
                </a:lnTo>
                <a:lnTo>
                  <a:pt x="540068" y="289560"/>
                </a:lnTo>
                <a:lnTo>
                  <a:pt x="550545" y="289560"/>
                </a:lnTo>
                <a:lnTo>
                  <a:pt x="560070" y="289560"/>
                </a:lnTo>
                <a:lnTo>
                  <a:pt x="569595" y="288608"/>
                </a:lnTo>
                <a:lnTo>
                  <a:pt x="579120" y="286703"/>
                </a:lnTo>
                <a:lnTo>
                  <a:pt x="588645" y="280988"/>
                </a:lnTo>
                <a:lnTo>
                  <a:pt x="598170" y="266700"/>
                </a:lnTo>
                <a:lnTo>
                  <a:pt x="607695" y="235267"/>
                </a:lnTo>
                <a:lnTo>
                  <a:pt x="618173" y="183833"/>
                </a:lnTo>
                <a:lnTo>
                  <a:pt x="627698" y="114300"/>
                </a:lnTo>
                <a:lnTo>
                  <a:pt x="637223" y="44767"/>
                </a:lnTo>
                <a:lnTo>
                  <a:pt x="646748" y="0"/>
                </a:lnTo>
                <a:lnTo>
                  <a:pt x="656273" y="0"/>
                </a:lnTo>
                <a:lnTo>
                  <a:pt x="665798" y="44767"/>
                </a:lnTo>
                <a:lnTo>
                  <a:pt x="675323" y="114300"/>
                </a:lnTo>
                <a:lnTo>
                  <a:pt x="684848" y="183833"/>
                </a:lnTo>
                <a:lnTo>
                  <a:pt x="695325" y="235267"/>
                </a:lnTo>
                <a:lnTo>
                  <a:pt x="704850" y="266700"/>
                </a:lnTo>
                <a:lnTo>
                  <a:pt x="714375" y="280988"/>
                </a:lnTo>
                <a:lnTo>
                  <a:pt x="723900" y="286703"/>
                </a:lnTo>
                <a:lnTo>
                  <a:pt x="733425" y="288608"/>
                </a:lnTo>
                <a:lnTo>
                  <a:pt x="742950" y="289560"/>
                </a:lnTo>
                <a:lnTo>
                  <a:pt x="752475" y="289560"/>
                </a:lnTo>
                <a:lnTo>
                  <a:pt x="762953" y="289560"/>
                </a:lnTo>
                <a:lnTo>
                  <a:pt x="772478" y="289560"/>
                </a:lnTo>
                <a:lnTo>
                  <a:pt x="782003" y="289560"/>
                </a:lnTo>
                <a:lnTo>
                  <a:pt x="791528" y="289560"/>
                </a:lnTo>
                <a:lnTo>
                  <a:pt x="801053" y="289560"/>
                </a:lnTo>
                <a:lnTo>
                  <a:pt x="810578" y="289560"/>
                </a:lnTo>
                <a:lnTo>
                  <a:pt x="820103" y="289560"/>
                </a:lnTo>
                <a:lnTo>
                  <a:pt x="829628" y="289560"/>
                </a:lnTo>
                <a:lnTo>
                  <a:pt x="840105" y="289560"/>
                </a:lnTo>
                <a:lnTo>
                  <a:pt x="849630" y="289560"/>
                </a:lnTo>
                <a:lnTo>
                  <a:pt x="859155" y="289560"/>
                </a:lnTo>
                <a:lnTo>
                  <a:pt x="868680" y="289560"/>
                </a:lnTo>
                <a:lnTo>
                  <a:pt x="878205" y="289560"/>
                </a:lnTo>
                <a:lnTo>
                  <a:pt x="887730" y="289560"/>
                </a:lnTo>
                <a:lnTo>
                  <a:pt x="897255" y="289560"/>
                </a:lnTo>
                <a:lnTo>
                  <a:pt x="907733" y="289560"/>
                </a:lnTo>
                <a:lnTo>
                  <a:pt x="917258" y="289560"/>
                </a:lnTo>
                <a:lnTo>
                  <a:pt x="926783" y="289560"/>
                </a:lnTo>
                <a:lnTo>
                  <a:pt x="936308" y="289560"/>
                </a:lnTo>
                <a:lnTo>
                  <a:pt x="945833" y="289560"/>
                </a:lnTo>
                <a:lnTo>
                  <a:pt x="955358" y="289560"/>
                </a:lnTo>
                <a:lnTo>
                  <a:pt x="964883" y="289560"/>
                </a:lnTo>
                <a:lnTo>
                  <a:pt x="974408" y="289560"/>
                </a:lnTo>
                <a:lnTo>
                  <a:pt x="984885" y="289560"/>
                </a:lnTo>
                <a:lnTo>
                  <a:pt x="994410" y="288608"/>
                </a:lnTo>
                <a:lnTo>
                  <a:pt x="1003935" y="279083"/>
                </a:lnTo>
                <a:lnTo>
                  <a:pt x="1013460" y="227647"/>
                </a:lnTo>
                <a:lnTo>
                  <a:pt x="1022985" y="139065"/>
                </a:lnTo>
                <a:lnTo>
                  <a:pt x="1032510" y="139065"/>
                </a:lnTo>
                <a:lnTo>
                  <a:pt x="1042035" y="227647"/>
                </a:lnTo>
                <a:lnTo>
                  <a:pt x="1052513" y="279083"/>
                </a:lnTo>
                <a:lnTo>
                  <a:pt x="1062038" y="288608"/>
                </a:lnTo>
                <a:lnTo>
                  <a:pt x="1071563" y="289560"/>
                </a:lnTo>
                <a:lnTo>
                  <a:pt x="1081088" y="289560"/>
                </a:lnTo>
                <a:lnTo>
                  <a:pt x="1090613" y="289560"/>
                </a:lnTo>
                <a:lnTo>
                  <a:pt x="1100138" y="289560"/>
                </a:lnTo>
                <a:lnTo>
                  <a:pt x="1109663" y="289560"/>
                </a:lnTo>
                <a:lnTo>
                  <a:pt x="1119188" y="289560"/>
                </a:lnTo>
                <a:lnTo>
                  <a:pt x="1129665" y="289560"/>
                </a:lnTo>
                <a:lnTo>
                  <a:pt x="1139190" y="289560"/>
                </a:lnTo>
                <a:lnTo>
                  <a:pt x="1148715" y="289560"/>
                </a:lnTo>
                <a:lnTo>
                  <a:pt x="1158240" y="289560"/>
                </a:lnTo>
                <a:lnTo>
                  <a:pt x="1167765" y="289560"/>
                </a:lnTo>
                <a:lnTo>
                  <a:pt x="1177290" y="289560"/>
                </a:lnTo>
                <a:lnTo>
                  <a:pt x="1186815" y="289560"/>
                </a:lnTo>
                <a:lnTo>
                  <a:pt x="1197293" y="289560"/>
                </a:lnTo>
                <a:lnTo>
                  <a:pt x="1206818" y="287655"/>
                </a:lnTo>
                <a:lnTo>
                  <a:pt x="1216343" y="281940"/>
                </a:lnTo>
                <a:lnTo>
                  <a:pt x="1225868" y="267653"/>
                </a:lnTo>
                <a:lnTo>
                  <a:pt x="1235393" y="239078"/>
                </a:lnTo>
                <a:lnTo>
                  <a:pt x="1244918" y="201930"/>
                </a:lnTo>
                <a:lnTo>
                  <a:pt x="1254443" y="173355"/>
                </a:lnTo>
                <a:lnTo>
                  <a:pt x="1263968" y="173355"/>
                </a:lnTo>
                <a:lnTo>
                  <a:pt x="1274445" y="201930"/>
                </a:lnTo>
                <a:lnTo>
                  <a:pt x="1283970" y="239078"/>
                </a:lnTo>
                <a:lnTo>
                  <a:pt x="1293495" y="267653"/>
                </a:lnTo>
                <a:lnTo>
                  <a:pt x="1303020" y="281940"/>
                </a:lnTo>
                <a:lnTo>
                  <a:pt x="1312545" y="287655"/>
                </a:lnTo>
                <a:lnTo>
                  <a:pt x="1322070" y="289560"/>
                </a:lnTo>
                <a:lnTo>
                  <a:pt x="1331595" y="289560"/>
                </a:lnTo>
                <a:lnTo>
                  <a:pt x="1342073" y="289560"/>
                </a:lnTo>
                <a:lnTo>
                  <a:pt x="1351598" y="289560"/>
                </a:lnTo>
                <a:lnTo>
                  <a:pt x="1361123" y="289560"/>
                </a:lnTo>
                <a:lnTo>
                  <a:pt x="1370648" y="289560"/>
                </a:lnTo>
                <a:lnTo>
                  <a:pt x="1380173" y="289560"/>
                </a:lnTo>
                <a:lnTo>
                  <a:pt x="1389698" y="289560"/>
                </a:lnTo>
                <a:lnTo>
                  <a:pt x="1399223" y="289560"/>
                </a:lnTo>
                <a:lnTo>
                  <a:pt x="1408748" y="289560"/>
                </a:lnTo>
                <a:lnTo>
                  <a:pt x="1419225" y="289560"/>
                </a:lnTo>
                <a:lnTo>
                  <a:pt x="1428750" y="289560"/>
                </a:lnTo>
                <a:lnTo>
                  <a:pt x="1438275" y="289560"/>
                </a:lnTo>
                <a:lnTo>
                  <a:pt x="1447800" y="28956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10" name="p11-路径-0010">
            <a:extLst xmlns:a="http://schemas.openxmlformats.org/drawingml/2006/main">
              <a:ext uri="{FF2B5EF4-FFF2-40B4-BE49-F238E27FC236}">
                <a16:creationId xmlns:a16="http://schemas.microsoft.com/office/drawing/2014/main" id="{5D5E9DD4-B860-4E4E-A2E4-6D6C20D1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77415"/>
            <a:ext cx="1447800" cy="294323"/>
          </a:xfrm>
          <a:custGeom xmlns:a="http://schemas.openxmlformats.org/drawingml/2006/main">
            <a:pathLst>
              <a:path w="1447800" h="294323">
                <a:moveTo>
                  <a:pt x="0" y="294323"/>
                </a:moveTo>
                <a:lnTo>
                  <a:pt x="9525" y="294323"/>
                </a:lnTo>
                <a:lnTo>
                  <a:pt x="19050" y="294323"/>
                </a:lnTo>
                <a:lnTo>
                  <a:pt x="28575" y="294323"/>
                </a:lnTo>
                <a:lnTo>
                  <a:pt x="39052" y="294323"/>
                </a:lnTo>
                <a:lnTo>
                  <a:pt x="48577" y="294323"/>
                </a:lnTo>
                <a:lnTo>
                  <a:pt x="58102" y="294323"/>
                </a:lnTo>
                <a:lnTo>
                  <a:pt x="67627" y="294323"/>
                </a:lnTo>
                <a:lnTo>
                  <a:pt x="77152" y="294323"/>
                </a:lnTo>
                <a:lnTo>
                  <a:pt x="86677" y="294323"/>
                </a:lnTo>
                <a:lnTo>
                  <a:pt x="96202" y="294323"/>
                </a:lnTo>
                <a:lnTo>
                  <a:pt x="105727" y="294323"/>
                </a:lnTo>
                <a:lnTo>
                  <a:pt x="116205" y="294323"/>
                </a:lnTo>
                <a:lnTo>
                  <a:pt x="125730" y="294323"/>
                </a:lnTo>
                <a:lnTo>
                  <a:pt x="135255" y="294323"/>
                </a:lnTo>
                <a:lnTo>
                  <a:pt x="144780" y="294323"/>
                </a:lnTo>
                <a:lnTo>
                  <a:pt x="154305" y="294323"/>
                </a:lnTo>
                <a:lnTo>
                  <a:pt x="163830" y="294323"/>
                </a:lnTo>
                <a:lnTo>
                  <a:pt x="173355" y="294323"/>
                </a:lnTo>
                <a:lnTo>
                  <a:pt x="183832" y="294323"/>
                </a:lnTo>
                <a:lnTo>
                  <a:pt x="193357" y="294323"/>
                </a:lnTo>
                <a:lnTo>
                  <a:pt x="202882" y="294323"/>
                </a:lnTo>
                <a:lnTo>
                  <a:pt x="212407" y="294323"/>
                </a:lnTo>
                <a:lnTo>
                  <a:pt x="221932" y="294323"/>
                </a:lnTo>
                <a:lnTo>
                  <a:pt x="231457" y="294323"/>
                </a:lnTo>
                <a:lnTo>
                  <a:pt x="240982" y="294323"/>
                </a:lnTo>
                <a:lnTo>
                  <a:pt x="250507" y="293370"/>
                </a:lnTo>
                <a:lnTo>
                  <a:pt x="260985" y="290513"/>
                </a:lnTo>
                <a:lnTo>
                  <a:pt x="270510" y="274320"/>
                </a:lnTo>
                <a:lnTo>
                  <a:pt x="280035" y="227648"/>
                </a:lnTo>
                <a:lnTo>
                  <a:pt x="289560" y="149543"/>
                </a:lnTo>
                <a:lnTo>
                  <a:pt x="299085" y="96202"/>
                </a:lnTo>
                <a:lnTo>
                  <a:pt x="308610" y="120968"/>
                </a:lnTo>
                <a:lnTo>
                  <a:pt x="318135" y="198120"/>
                </a:lnTo>
                <a:lnTo>
                  <a:pt x="328613" y="260033"/>
                </a:lnTo>
                <a:lnTo>
                  <a:pt x="338138" y="286702"/>
                </a:lnTo>
                <a:lnTo>
                  <a:pt x="347663" y="293370"/>
                </a:lnTo>
                <a:lnTo>
                  <a:pt x="357188" y="294323"/>
                </a:lnTo>
                <a:lnTo>
                  <a:pt x="366713" y="294323"/>
                </a:lnTo>
                <a:lnTo>
                  <a:pt x="376238" y="294323"/>
                </a:lnTo>
                <a:lnTo>
                  <a:pt x="385763" y="294323"/>
                </a:lnTo>
                <a:lnTo>
                  <a:pt x="395288" y="294323"/>
                </a:lnTo>
                <a:lnTo>
                  <a:pt x="405765" y="294323"/>
                </a:lnTo>
                <a:lnTo>
                  <a:pt x="415290" y="294323"/>
                </a:lnTo>
                <a:lnTo>
                  <a:pt x="424815" y="294323"/>
                </a:lnTo>
                <a:lnTo>
                  <a:pt x="434340" y="294323"/>
                </a:lnTo>
                <a:lnTo>
                  <a:pt x="443865" y="294323"/>
                </a:lnTo>
                <a:lnTo>
                  <a:pt x="453390" y="294323"/>
                </a:lnTo>
                <a:lnTo>
                  <a:pt x="462915" y="294323"/>
                </a:lnTo>
                <a:lnTo>
                  <a:pt x="473393" y="294323"/>
                </a:lnTo>
                <a:lnTo>
                  <a:pt x="482918" y="294323"/>
                </a:lnTo>
                <a:lnTo>
                  <a:pt x="492443" y="294323"/>
                </a:lnTo>
                <a:lnTo>
                  <a:pt x="501968" y="294323"/>
                </a:lnTo>
                <a:lnTo>
                  <a:pt x="511493" y="294323"/>
                </a:lnTo>
                <a:lnTo>
                  <a:pt x="521018" y="294323"/>
                </a:lnTo>
                <a:lnTo>
                  <a:pt x="530543" y="294323"/>
                </a:lnTo>
                <a:lnTo>
                  <a:pt x="540068" y="294323"/>
                </a:lnTo>
                <a:lnTo>
                  <a:pt x="550545" y="294323"/>
                </a:lnTo>
                <a:lnTo>
                  <a:pt x="560070" y="294323"/>
                </a:lnTo>
                <a:lnTo>
                  <a:pt x="569595" y="294323"/>
                </a:lnTo>
                <a:lnTo>
                  <a:pt x="579120" y="293370"/>
                </a:lnTo>
                <a:lnTo>
                  <a:pt x="588645" y="292418"/>
                </a:lnTo>
                <a:lnTo>
                  <a:pt x="598170" y="287655"/>
                </a:lnTo>
                <a:lnTo>
                  <a:pt x="607695" y="275273"/>
                </a:lnTo>
                <a:lnTo>
                  <a:pt x="618173" y="247650"/>
                </a:lnTo>
                <a:lnTo>
                  <a:pt x="627698" y="200025"/>
                </a:lnTo>
                <a:lnTo>
                  <a:pt x="637223" y="133350"/>
                </a:lnTo>
                <a:lnTo>
                  <a:pt x="646748" y="61913"/>
                </a:lnTo>
                <a:lnTo>
                  <a:pt x="656273" y="10477"/>
                </a:lnTo>
                <a:lnTo>
                  <a:pt x="665798" y="0"/>
                </a:lnTo>
                <a:lnTo>
                  <a:pt x="675323" y="37148"/>
                </a:lnTo>
                <a:lnTo>
                  <a:pt x="684848" y="104775"/>
                </a:lnTo>
                <a:lnTo>
                  <a:pt x="695325" y="175260"/>
                </a:lnTo>
                <a:lnTo>
                  <a:pt x="704850" y="231458"/>
                </a:lnTo>
                <a:lnTo>
                  <a:pt x="714375" y="265748"/>
                </a:lnTo>
                <a:lnTo>
                  <a:pt x="723900" y="283845"/>
                </a:lnTo>
                <a:lnTo>
                  <a:pt x="733425" y="290513"/>
                </a:lnTo>
                <a:lnTo>
                  <a:pt x="742950" y="293370"/>
                </a:lnTo>
                <a:lnTo>
                  <a:pt x="752475" y="294323"/>
                </a:lnTo>
                <a:lnTo>
                  <a:pt x="762953" y="294323"/>
                </a:lnTo>
                <a:lnTo>
                  <a:pt x="772478" y="294323"/>
                </a:lnTo>
                <a:lnTo>
                  <a:pt x="782003" y="294323"/>
                </a:lnTo>
                <a:lnTo>
                  <a:pt x="791528" y="294323"/>
                </a:lnTo>
                <a:lnTo>
                  <a:pt x="801053" y="294323"/>
                </a:lnTo>
                <a:lnTo>
                  <a:pt x="810578" y="294323"/>
                </a:lnTo>
                <a:lnTo>
                  <a:pt x="820103" y="294323"/>
                </a:lnTo>
                <a:lnTo>
                  <a:pt x="829628" y="294323"/>
                </a:lnTo>
                <a:lnTo>
                  <a:pt x="840105" y="294323"/>
                </a:lnTo>
                <a:lnTo>
                  <a:pt x="849630" y="294323"/>
                </a:lnTo>
                <a:lnTo>
                  <a:pt x="859155" y="294323"/>
                </a:lnTo>
                <a:lnTo>
                  <a:pt x="868680" y="294323"/>
                </a:lnTo>
                <a:lnTo>
                  <a:pt x="878205" y="294323"/>
                </a:lnTo>
                <a:lnTo>
                  <a:pt x="887730" y="294323"/>
                </a:lnTo>
                <a:lnTo>
                  <a:pt x="897255" y="294323"/>
                </a:lnTo>
                <a:lnTo>
                  <a:pt x="907733" y="294323"/>
                </a:lnTo>
                <a:lnTo>
                  <a:pt x="917258" y="294323"/>
                </a:lnTo>
                <a:lnTo>
                  <a:pt x="926783" y="294323"/>
                </a:lnTo>
                <a:lnTo>
                  <a:pt x="936308" y="294323"/>
                </a:lnTo>
                <a:lnTo>
                  <a:pt x="945833" y="294323"/>
                </a:lnTo>
                <a:lnTo>
                  <a:pt x="955358" y="294323"/>
                </a:lnTo>
                <a:lnTo>
                  <a:pt x="964883" y="294323"/>
                </a:lnTo>
                <a:lnTo>
                  <a:pt x="974408" y="294323"/>
                </a:lnTo>
                <a:lnTo>
                  <a:pt x="984885" y="294323"/>
                </a:lnTo>
                <a:lnTo>
                  <a:pt x="994410" y="294323"/>
                </a:lnTo>
                <a:lnTo>
                  <a:pt x="1003935" y="293370"/>
                </a:lnTo>
                <a:lnTo>
                  <a:pt x="1013460" y="287655"/>
                </a:lnTo>
                <a:lnTo>
                  <a:pt x="1022985" y="247650"/>
                </a:lnTo>
                <a:lnTo>
                  <a:pt x="1032510" y="159068"/>
                </a:lnTo>
                <a:lnTo>
                  <a:pt x="1042035" y="132398"/>
                </a:lnTo>
                <a:lnTo>
                  <a:pt x="1052513" y="215265"/>
                </a:lnTo>
                <a:lnTo>
                  <a:pt x="1062038" y="278130"/>
                </a:lnTo>
                <a:lnTo>
                  <a:pt x="1071563" y="292418"/>
                </a:lnTo>
                <a:lnTo>
                  <a:pt x="1081088" y="294323"/>
                </a:lnTo>
                <a:lnTo>
                  <a:pt x="1090613" y="294323"/>
                </a:lnTo>
                <a:lnTo>
                  <a:pt x="1100138" y="294323"/>
                </a:lnTo>
                <a:lnTo>
                  <a:pt x="1109663" y="294323"/>
                </a:lnTo>
                <a:lnTo>
                  <a:pt x="1119188" y="294323"/>
                </a:lnTo>
                <a:lnTo>
                  <a:pt x="1129665" y="294323"/>
                </a:lnTo>
                <a:lnTo>
                  <a:pt x="1139190" y="294323"/>
                </a:lnTo>
                <a:lnTo>
                  <a:pt x="1148715" y="294323"/>
                </a:lnTo>
                <a:lnTo>
                  <a:pt x="1158240" y="294323"/>
                </a:lnTo>
                <a:lnTo>
                  <a:pt x="1167765" y="294323"/>
                </a:lnTo>
                <a:lnTo>
                  <a:pt x="1177290" y="294323"/>
                </a:lnTo>
                <a:lnTo>
                  <a:pt x="1186815" y="294323"/>
                </a:lnTo>
                <a:lnTo>
                  <a:pt x="1197293" y="294323"/>
                </a:lnTo>
                <a:lnTo>
                  <a:pt x="1206818" y="294323"/>
                </a:lnTo>
                <a:lnTo>
                  <a:pt x="1216343" y="292418"/>
                </a:lnTo>
                <a:lnTo>
                  <a:pt x="1225868" y="288607"/>
                </a:lnTo>
                <a:lnTo>
                  <a:pt x="1235393" y="276225"/>
                </a:lnTo>
                <a:lnTo>
                  <a:pt x="1244918" y="249555"/>
                </a:lnTo>
                <a:lnTo>
                  <a:pt x="1254443" y="213360"/>
                </a:lnTo>
                <a:lnTo>
                  <a:pt x="1263968" y="181927"/>
                </a:lnTo>
                <a:lnTo>
                  <a:pt x="1274445" y="175260"/>
                </a:lnTo>
                <a:lnTo>
                  <a:pt x="1283970" y="199073"/>
                </a:lnTo>
                <a:lnTo>
                  <a:pt x="1293495" y="236220"/>
                </a:lnTo>
                <a:lnTo>
                  <a:pt x="1303020" y="267652"/>
                </a:lnTo>
                <a:lnTo>
                  <a:pt x="1312545" y="284798"/>
                </a:lnTo>
                <a:lnTo>
                  <a:pt x="1322070" y="291465"/>
                </a:lnTo>
                <a:lnTo>
                  <a:pt x="1331595" y="293370"/>
                </a:lnTo>
                <a:lnTo>
                  <a:pt x="1342073" y="294323"/>
                </a:lnTo>
                <a:lnTo>
                  <a:pt x="1351598" y="294323"/>
                </a:lnTo>
                <a:lnTo>
                  <a:pt x="1361123" y="294323"/>
                </a:lnTo>
                <a:lnTo>
                  <a:pt x="1370648" y="294323"/>
                </a:lnTo>
                <a:lnTo>
                  <a:pt x="1380173" y="294323"/>
                </a:lnTo>
                <a:lnTo>
                  <a:pt x="1389698" y="294323"/>
                </a:lnTo>
                <a:lnTo>
                  <a:pt x="1399223" y="294323"/>
                </a:lnTo>
                <a:lnTo>
                  <a:pt x="1408748" y="294323"/>
                </a:lnTo>
                <a:lnTo>
                  <a:pt x="1419225" y="294323"/>
                </a:lnTo>
                <a:lnTo>
                  <a:pt x="1428750" y="294323"/>
                </a:lnTo>
                <a:lnTo>
                  <a:pt x="1438275" y="294323"/>
                </a:lnTo>
                <a:lnTo>
                  <a:pt x="1447800" y="29432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11" name="p11-路径-0011">
            <a:extLst xmlns:a="http://schemas.openxmlformats.org/drawingml/2006/main">
              <a:ext uri="{FF2B5EF4-FFF2-40B4-BE49-F238E27FC236}">
                <a16:creationId xmlns:a16="http://schemas.microsoft.com/office/drawing/2014/main" id="{BAD988DD-047A-4F53-A55E-1F258CE5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47875"/>
            <a:ext cx="1447800" cy="295275"/>
          </a:xfrm>
          <a:custGeom xmlns:a="http://schemas.openxmlformats.org/drawingml/2006/main">
            <a:pathLst>
              <a:path w="1447800" h="295275">
                <a:moveTo>
                  <a:pt x="0" y="295275"/>
                </a:moveTo>
                <a:lnTo>
                  <a:pt x="9525" y="295275"/>
                </a:lnTo>
                <a:lnTo>
                  <a:pt x="19050" y="295275"/>
                </a:lnTo>
                <a:lnTo>
                  <a:pt x="28575" y="295275"/>
                </a:lnTo>
                <a:lnTo>
                  <a:pt x="39052" y="295275"/>
                </a:lnTo>
                <a:lnTo>
                  <a:pt x="48577" y="295275"/>
                </a:lnTo>
                <a:lnTo>
                  <a:pt x="58102" y="295275"/>
                </a:lnTo>
                <a:lnTo>
                  <a:pt x="67627" y="295275"/>
                </a:lnTo>
                <a:lnTo>
                  <a:pt x="77152" y="295275"/>
                </a:lnTo>
                <a:lnTo>
                  <a:pt x="86677" y="295275"/>
                </a:lnTo>
                <a:lnTo>
                  <a:pt x="96202" y="295275"/>
                </a:lnTo>
                <a:lnTo>
                  <a:pt x="105727" y="295275"/>
                </a:lnTo>
                <a:lnTo>
                  <a:pt x="116205" y="295275"/>
                </a:lnTo>
                <a:lnTo>
                  <a:pt x="125730" y="295275"/>
                </a:lnTo>
                <a:lnTo>
                  <a:pt x="135255" y="295275"/>
                </a:lnTo>
                <a:lnTo>
                  <a:pt x="144780" y="295275"/>
                </a:lnTo>
                <a:lnTo>
                  <a:pt x="154305" y="295275"/>
                </a:lnTo>
                <a:lnTo>
                  <a:pt x="163830" y="295275"/>
                </a:lnTo>
                <a:lnTo>
                  <a:pt x="173355" y="295275"/>
                </a:lnTo>
                <a:lnTo>
                  <a:pt x="183832" y="295275"/>
                </a:lnTo>
                <a:lnTo>
                  <a:pt x="193357" y="295275"/>
                </a:lnTo>
                <a:lnTo>
                  <a:pt x="202882" y="295275"/>
                </a:lnTo>
                <a:lnTo>
                  <a:pt x="212407" y="295275"/>
                </a:lnTo>
                <a:lnTo>
                  <a:pt x="221932" y="295275"/>
                </a:lnTo>
                <a:lnTo>
                  <a:pt x="231457" y="295275"/>
                </a:lnTo>
                <a:lnTo>
                  <a:pt x="240982" y="295275"/>
                </a:lnTo>
                <a:lnTo>
                  <a:pt x="250507" y="295275"/>
                </a:lnTo>
                <a:lnTo>
                  <a:pt x="260985" y="295275"/>
                </a:lnTo>
                <a:lnTo>
                  <a:pt x="270510" y="293370"/>
                </a:lnTo>
                <a:lnTo>
                  <a:pt x="280035" y="280988"/>
                </a:lnTo>
                <a:lnTo>
                  <a:pt x="289560" y="241935"/>
                </a:lnTo>
                <a:lnTo>
                  <a:pt x="299085" y="167640"/>
                </a:lnTo>
                <a:lnTo>
                  <a:pt x="308610" y="102870"/>
                </a:lnTo>
                <a:lnTo>
                  <a:pt x="318135" y="111442"/>
                </a:lnTo>
                <a:lnTo>
                  <a:pt x="328613" y="183833"/>
                </a:lnTo>
                <a:lnTo>
                  <a:pt x="338138" y="252413"/>
                </a:lnTo>
                <a:lnTo>
                  <a:pt x="347663" y="284798"/>
                </a:lnTo>
                <a:lnTo>
                  <a:pt x="357188" y="294323"/>
                </a:lnTo>
                <a:lnTo>
                  <a:pt x="366713" y="295275"/>
                </a:lnTo>
                <a:lnTo>
                  <a:pt x="376238" y="295275"/>
                </a:lnTo>
                <a:lnTo>
                  <a:pt x="385763" y="295275"/>
                </a:lnTo>
                <a:lnTo>
                  <a:pt x="395288" y="295275"/>
                </a:lnTo>
                <a:lnTo>
                  <a:pt x="405765" y="295275"/>
                </a:lnTo>
                <a:lnTo>
                  <a:pt x="415290" y="295275"/>
                </a:lnTo>
                <a:lnTo>
                  <a:pt x="424815" y="295275"/>
                </a:lnTo>
                <a:lnTo>
                  <a:pt x="434340" y="295275"/>
                </a:lnTo>
                <a:lnTo>
                  <a:pt x="443865" y="295275"/>
                </a:lnTo>
                <a:lnTo>
                  <a:pt x="453390" y="295275"/>
                </a:lnTo>
                <a:lnTo>
                  <a:pt x="462915" y="295275"/>
                </a:lnTo>
                <a:lnTo>
                  <a:pt x="473393" y="295275"/>
                </a:lnTo>
                <a:lnTo>
                  <a:pt x="482918" y="295275"/>
                </a:lnTo>
                <a:lnTo>
                  <a:pt x="492443" y="295275"/>
                </a:lnTo>
                <a:lnTo>
                  <a:pt x="501968" y="295275"/>
                </a:lnTo>
                <a:lnTo>
                  <a:pt x="511493" y="295275"/>
                </a:lnTo>
                <a:lnTo>
                  <a:pt x="521018" y="295275"/>
                </a:lnTo>
                <a:lnTo>
                  <a:pt x="530543" y="295275"/>
                </a:lnTo>
                <a:lnTo>
                  <a:pt x="540068" y="295275"/>
                </a:lnTo>
                <a:lnTo>
                  <a:pt x="550545" y="295275"/>
                </a:lnTo>
                <a:lnTo>
                  <a:pt x="560070" y="295275"/>
                </a:lnTo>
                <a:lnTo>
                  <a:pt x="569595" y="295275"/>
                </a:lnTo>
                <a:lnTo>
                  <a:pt x="579120" y="295275"/>
                </a:lnTo>
                <a:lnTo>
                  <a:pt x="588645" y="295275"/>
                </a:lnTo>
                <a:lnTo>
                  <a:pt x="598170" y="294323"/>
                </a:lnTo>
                <a:lnTo>
                  <a:pt x="607695" y="290513"/>
                </a:lnTo>
                <a:lnTo>
                  <a:pt x="618173" y="280035"/>
                </a:lnTo>
                <a:lnTo>
                  <a:pt x="627698" y="256223"/>
                </a:lnTo>
                <a:lnTo>
                  <a:pt x="637223" y="213360"/>
                </a:lnTo>
                <a:lnTo>
                  <a:pt x="646748" y="149542"/>
                </a:lnTo>
                <a:lnTo>
                  <a:pt x="656273" y="77152"/>
                </a:lnTo>
                <a:lnTo>
                  <a:pt x="665798" y="19050"/>
                </a:lnTo>
                <a:lnTo>
                  <a:pt x="675323" y="0"/>
                </a:lnTo>
                <a:lnTo>
                  <a:pt x="684848" y="28575"/>
                </a:lnTo>
                <a:lnTo>
                  <a:pt x="695325" y="91440"/>
                </a:lnTo>
                <a:lnTo>
                  <a:pt x="704850" y="163830"/>
                </a:lnTo>
                <a:lnTo>
                  <a:pt x="714375" y="223838"/>
                </a:lnTo>
                <a:lnTo>
                  <a:pt x="723900" y="261938"/>
                </a:lnTo>
                <a:lnTo>
                  <a:pt x="733425" y="282892"/>
                </a:lnTo>
                <a:lnTo>
                  <a:pt x="742950" y="291465"/>
                </a:lnTo>
                <a:lnTo>
                  <a:pt x="752475" y="294323"/>
                </a:lnTo>
                <a:lnTo>
                  <a:pt x="762953" y="295275"/>
                </a:lnTo>
                <a:lnTo>
                  <a:pt x="772478" y="295275"/>
                </a:lnTo>
                <a:lnTo>
                  <a:pt x="782003" y="295275"/>
                </a:lnTo>
                <a:lnTo>
                  <a:pt x="791528" y="295275"/>
                </a:lnTo>
                <a:lnTo>
                  <a:pt x="801053" y="295275"/>
                </a:lnTo>
                <a:lnTo>
                  <a:pt x="810578" y="295275"/>
                </a:lnTo>
                <a:lnTo>
                  <a:pt x="820103" y="295275"/>
                </a:lnTo>
                <a:lnTo>
                  <a:pt x="829628" y="295275"/>
                </a:lnTo>
                <a:lnTo>
                  <a:pt x="840105" y="295275"/>
                </a:lnTo>
                <a:lnTo>
                  <a:pt x="849630" y="295275"/>
                </a:lnTo>
                <a:lnTo>
                  <a:pt x="859155" y="295275"/>
                </a:lnTo>
                <a:lnTo>
                  <a:pt x="868680" y="295275"/>
                </a:lnTo>
                <a:lnTo>
                  <a:pt x="878205" y="295275"/>
                </a:lnTo>
                <a:lnTo>
                  <a:pt x="887730" y="295275"/>
                </a:lnTo>
                <a:lnTo>
                  <a:pt x="897255" y="295275"/>
                </a:lnTo>
                <a:lnTo>
                  <a:pt x="907733" y="295275"/>
                </a:lnTo>
                <a:lnTo>
                  <a:pt x="917258" y="295275"/>
                </a:lnTo>
                <a:lnTo>
                  <a:pt x="926783" y="295275"/>
                </a:lnTo>
                <a:lnTo>
                  <a:pt x="936308" y="295275"/>
                </a:lnTo>
                <a:lnTo>
                  <a:pt x="945833" y="295275"/>
                </a:lnTo>
                <a:lnTo>
                  <a:pt x="955358" y="295275"/>
                </a:lnTo>
                <a:lnTo>
                  <a:pt x="964883" y="295275"/>
                </a:lnTo>
                <a:lnTo>
                  <a:pt x="974408" y="295275"/>
                </a:lnTo>
                <a:lnTo>
                  <a:pt x="984885" y="295275"/>
                </a:lnTo>
                <a:lnTo>
                  <a:pt x="994410" y="295275"/>
                </a:lnTo>
                <a:lnTo>
                  <a:pt x="1003935" y="295275"/>
                </a:lnTo>
                <a:lnTo>
                  <a:pt x="1013460" y="295275"/>
                </a:lnTo>
                <a:lnTo>
                  <a:pt x="1022985" y="291465"/>
                </a:lnTo>
                <a:lnTo>
                  <a:pt x="1032510" y="261938"/>
                </a:lnTo>
                <a:lnTo>
                  <a:pt x="1042035" y="178117"/>
                </a:lnTo>
                <a:lnTo>
                  <a:pt x="1052513" y="128588"/>
                </a:lnTo>
                <a:lnTo>
                  <a:pt x="1062038" y="197167"/>
                </a:lnTo>
                <a:lnTo>
                  <a:pt x="1071563" y="272415"/>
                </a:lnTo>
                <a:lnTo>
                  <a:pt x="1081088" y="293370"/>
                </a:lnTo>
                <a:lnTo>
                  <a:pt x="1090613" y="295275"/>
                </a:lnTo>
                <a:lnTo>
                  <a:pt x="1100138" y="295275"/>
                </a:lnTo>
                <a:lnTo>
                  <a:pt x="1109663" y="295275"/>
                </a:lnTo>
                <a:lnTo>
                  <a:pt x="1119188" y="295275"/>
                </a:lnTo>
                <a:lnTo>
                  <a:pt x="1129665" y="295275"/>
                </a:lnTo>
                <a:lnTo>
                  <a:pt x="1139190" y="295275"/>
                </a:lnTo>
                <a:lnTo>
                  <a:pt x="1148715" y="295275"/>
                </a:lnTo>
                <a:lnTo>
                  <a:pt x="1158240" y="295275"/>
                </a:lnTo>
                <a:lnTo>
                  <a:pt x="1167765" y="295275"/>
                </a:lnTo>
                <a:lnTo>
                  <a:pt x="1177290" y="295275"/>
                </a:lnTo>
                <a:lnTo>
                  <a:pt x="1186815" y="295275"/>
                </a:lnTo>
                <a:lnTo>
                  <a:pt x="1197293" y="295275"/>
                </a:lnTo>
                <a:lnTo>
                  <a:pt x="1206818" y="295275"/>
                </a:lnTo>
                <a:lnTo>
                  <a:pt x="1216343" y="295275"/>
                </a:lnTo>
                <a:lnTo>
                  <a:pt x="1225868" y="294323"/>
                </a:lnTo>
                <a:lnTo>
                  <a:pt x="1235393" y="291465"/>
                </a:lnTo>
                <a:lnTo>
                  <a:pt x="1244918" y="280988"/>
                </a:lnTo>
                <a:lnTo>
                  <a:pt x="1254443" y="258127"/>
                </a:lnTo>
                <a:lnTo>
                  <a:pt x="1263968" y="222885"/>
                </a:lnTo>
                <a:lnTo>
                  <a:pt x="1274445" y="188595"/>
                </a:lnTo>
                <a:lnTo>
                  <a:pt x="1283970" y="176213"/>
                </a:lnTo>
                <a:lnTo>
                  <a:pt x="1293495" y="194310"/>
                </a:lnTo>
                <a:lnTo>
                  <a:pt x="1303020" y="230505"/>
                </a:lnTo>
                <a:lnTo>
                  <a:pt x="1312545" y="263842"/>
                </a:lnTo>
                <a:lnTo>
                  <a:pt x="1322070" y="283845"/>
                </a:lnTo>
                <a:lnTo>
                  <a:pt x="1331595" y="292417"/>
                </a:lnTo>
                <a:lnTo>
                  <a:pt x="1342073" y="295275"/>
                </a:lnTo>
                <a:lnTo>
                  <a:pt x="1351598" y="295275"/>
                </a:lnTo>
                <a:lnTo>
                  <a:pt x="1361123" y="295275"/>
                </a:lnTo>
                <a:lnTo>
                  <a:pt x="1370648" y="295275"/>
                </a:lnTo>
                <a:lnTo>
                  <a:pt x="1380173" y="295275"/>
                </a:lnTo>
                <a:lnTo>
                  <a:pt x="1389698" y="295275"/>
                </a:lnTo>
                <a:lnTo>
                  <a:pt x="1399223" y="295275"/>
                </a:lnTo>
                <a:lnTo>
                  <a:pt x="1408748" y="295275"/>
                </a:lnTo>
                <a:lnTo>
                  <a:pt x="1419225" y="295275"/>
                </a:lnTo>
                <a:lnTo>
                  <a:pt x="1428750" y="295275"/>
                </a:lnTo>
                <a:lnTo>
                  <a:pt x="1438275" y="295275"/>
                </a:lnTo>
                <a:lnTo>
                  <a:pt x="144780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12" name="p11-文本-0012">
            <a:extLst xmlns:a="http://schemas.openxmlformats.org/drawingml/2006/main">
              <a:ext uri="{FF2B5EF4-FFF2-40B4-BE49-F238E27FC236}">
                <a16:creationId xmlns:a16="http://schemas.microsoft.com/office/drawing/2014/main" id="{BB902872-4B15-4709-9119-5C35AB7F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39" y="2744977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13" name="p11-文本-0013">
            <a:extLst xmlns:a="http://schemas.openxmlformats.org/drawingml/2006/main">
              <a:ext uri="{FF2B5EF4-FFF2-40B4-BE49-F238E27FC236}">
                <a16:creationId xmlns:a16="http://schemas.microsoft.com/office/drawing/2014/main" id="{F4FCB9D2-909D-4B1D-B4F8-24F446FB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990841"/>
            <a:ext cx="13335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寻找相似响应特征</a:t>
            </a:r>
          </a:p>
        </p:txBody>
      </p:sp>
      <p:sp>
        <p:nvSpPr>
          <p:cNvPr id="14" name="p11-文本-0014">
            <a:extLst xmlns:a="http://schemas.openxmlformats.org/drawingml/2006/main">
              <a:ext uri="{FF2B5EF4-FFF2-40B4-BE49-F238E27FC236}">
                <a16:creationId xmlns:a16="http://schemas.microsoft.com/office/drawing/2014/main" id="{ADA52FB4-2493-470F-88BB-ED3920EE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267066"/>
            <a:ext cx="11715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保留来源与条件</a:t>
            </a:r>
          </a:p>
        </p:txBody>
      </p:sp>
      <p:sp>
        <p:nvSpPr>
          <p:cNvPr id="15" name="p11-路径-0015">
            <a:extLst xmlns:a="http://schemas.openxmlformats.org/drawingml/2006/main">
              <a:ext uri="{FF2B5EF4-FFF2-40B4-BE49-F238E27FC236}">
                <a16:creationId xmlns:a16="http://schemas.microsoft.com/office/drawing/2014/main" id="{97EA7733-D7A0-4BB0-B80B-2235C2D8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086737"/>
            <a:ext cx="657225" cy="188976"/>
          </a:xfrm>
          <a:custGeom xmlns:a="http://schemas.openxmlformats.org/drawingml/2006/main">
            <a:pathLst>
              <a:path w="657225" h="188976">
                <a:moveTo>
                  <a:pt x="0" y="137350"/>
                </a:moveTo>
                <a:lnTo>
                  <a:pt x="504825" y="137350"/>
                </a:lnTo>
                <a:lnTo>
                  <a:pt x="504825" y="188976"/>
                </a:lnTo>
                <a:lnTo>
                  <a:pt x="657225" y="94488"/>
                </a:lnTo>
                <a:lnTo>
                  <a:pt x="504825" y="0"/>
                </a:lnTo>
                <a:lnTo>
                  <a:pt x="504825" y="51625"/>
                </a:lnTo>
                <a:lnTo>
                  <a:pt x="0" y="51625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" name="p11-矩形-0016">
            <a:extLst xmlns:a="http://schemas.openxmlformats.org/drawingml/2006/main">
              <a:ext uri="{FF2B5EF4-FFF2-40B4-BE49-F238E27FC236}">
                <a16:creationId xmlns:a16="http://schemas.microsoft.com/office/drawing/2014/main" id="{BA61A6E9-EB60-4DE3-B65A-97F3BE34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43225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" name="p11-文本-0017">
            <a:extLst xmlns:a="http://schemas.openxmlformats.org/drawingml/2006/main">
              <a:ext uri="{FF2B5EF4-FFF2-40B4-BE49-F238E27FC236}">
                <a16:creationId xmlns:a16="http://schemas.microsoft.com/office/drawing/2014/main" id="{21087C69-932E-4F3C-B3DA-A6FB8CED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22" y="2964749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空间结构比较</a:t>
            </a:r>
          </a:p>
        </p:txBody>
      </p:sp>
      <p:sp>
        <p:nvSpPr>
          <p:cNvPr id="18" name="p11-矩形-0018">
            <a:extLst xmlns:a="http://schemas.openxmlformats.org/drawingml/2006/main">
              <a:ext uri="{FF2B5EF4-FFF2-40B4-BE49-F238E27FC236}">
                <a16:creationId xmlns:a16="http://schemas.microsoft.com/office/drawing/2014/main" id="{938F3269-01B6-4065-AF12-DC00E5AB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48050"/>
            <a:ext cx="1447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19" name="p11-线-0019">
            <a:extLst xmlns:a="http://schemas.openxmlformats.org/drawingml/2006/main">
              <a:ext uri="{FF2B5EF4-FFF2-40B4-BE49-F238E27FC236}">
                <a16:creationId xmlns:a16="http://schemas.microsoft.com/office/drawing/2014/main" id="{F66A25FA-BF08-47B7-8AA9-6586DD1F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" name="p11-线-0020">
            <a:extLst xmlns:a="http://schemas.openxmlformats.org/drawingml/2006/main">
              <a:ext uri="{FF2B5EF4-FFF2-40B4-BE49-F238E27FC236}">
                <a16:creationId xmlns:a16="http://schemas.microsoft.com/office/drawing/2014/main" id="{2274F254-1E39-41C1-A049-FADB7C35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" name="p11-线-0021">
            <a:extLst xmlns:a="http://schemas.openxmlformats.org/drawingml/2006/main">
              <a:ext uri="{FF2B5EF4-FFF2-40B4-BE49-F238E27FC236}">
                <a16:creationId xmlns:a16="http://schemas.microsoft.com/office/drawing/2014/main" id="{E488882F-DD9B-4E2C-BBA5-7D2C8D8B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" name="p11-线-0022">
            <a:extLst xmlns:a="http://schemas.openxmlformats.org/drawingml/2006/main">
              <a:ext uri="{FF2B5EF4-FFF2-40B4-BE49-F238E27FC236}">
                <a16:creationId xmlns:a16="http://schemas.microsoft.com/office/drawing/2014/main" id="{8ACFB01E-9DBF-4E69-AAE4-22250506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11-线-0023">
            <a:extLst xmlns:a="http://schemas.openxmlformats.org/drawingml/2006/main">
              <a:ext uri="{FF2B5EF4-FFF2-40B4-BE49-F238E27FC236}">
                <a16:creationId xmlns:a16="http://schemas.microsoft.com/office/drawing/2014/main" id="{519F7E95-F5C2-484A-A638-12F7361C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11-线-0024">
            <a:extLst xmlns:a="http://schemas.openxmlformats.org/drawingml/2006/main">
              <a:ext uri="{FF2B5EF4-FFF2-40B4-BE49-F238E27FC236}">
                <a16:creationId xmlns:a16="http://schemas.microsoft.com/office/drawing/2014/main" id="{83F06BAE-836F-4B4F-BC58-A25C5C1E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" name="p11-线-0025">
            <a:extLst xmlns:a="http://schemas.openxmlformats.org/drawingml/2006/main">
              <a:ext uri="{FF2B5EF4-FFF2-40B4-BE49-F238E27FC236}">
                <a16:creationId xmlns:a16="http://schemas.microsoft.com/office/drawing/2014/main" id="{73E75ECB-A7AD-4040-972F-590E71DE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11-线-0026">
            <a:extLst xmlns:a="http://schemas.openxmlformats.org/drawingml/2006/main">
              <a:ext uri="{FF2B5EF4-FFF2-40B4-BE49-F238E27FC236}">
                <a16:creationId xmlns:a16="http://schemas.microsoft.com/office/drawing/2014/main" id="{B756F3FD-282A-4DFB-9E8B-BDDBD92A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11-线-0027">
            <a:extLst xmlns:a="http://schemas.openxmlformats.org/drawingml/2006/main">
              <a:ext uri="{FF2B5EF4-FFF2-40B4-BE49-F238E27FC236}">
                <a16:creationId xmlns:a16="http://schemas.microsoft.com/office/drawing/2014/main" id="{EC67EA8A-78CC-4C83-BEC0-DF3F1D7D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" name="p11-线-0028">
            <a:extLst xmlns:a="http://schemas.openxmlformats.org/drawingml/2006/main">
              <a:ext uri="{FF2B5EF4-FFF2-40B4-BE49-F238E27FC236}">
                <a16:creationId xmlns:a16="http://schemas.microsoft.com/office/drawing/2014/main" id="{2C30481A-3568-4702-9017-2DE6FD3C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11-线-0029">
            <a:extLst xmlns:a="http://schemas.openxmlformats.org/drawingml/2006/main">
              <a:ext uri="{FF2B5EF4-FFF2-40B4-BE49-F238E27FC236}">
                <a16:creationId xmlns:a16="http://schemas.microsoft.com/office/drawing/2014/main" id="{4B926A63-8ABE-4779-B411-A47CC281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11-线-0030">
            <a:extLst xmlns:a="http://schemas.openxmlformats.org/drawingml/2006/main">
              <a:ext uri="{FF2B5EF4-FFF2-40B4-BE49-F238E27FC236}">
                <a16:creationId xmlns:a16="http://schemas.microsoft.com/office/drawing/2014/main" id="{9988E882-4475-48A4-B9D2-F34DB374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" name="p11-线-0031">
            <a:extLst xmlns:a="http://schemas.openxmlformats.org/drawingml/2006/main">
              <a:ext uri="{FF2B5EF4-FFF2-40B4-BE49-F238E27FC236}">
                <a16:creationId xmlns:a16="http://schemas.microsoft.com/office/drawing/2014/main" id="{6B5E5679-1EC1-47D0-9942-3BD98FB9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11-线-0032">
            <a:extLst xmlns:a="http://schemas.openxmlformats.org/drawingml/2006/main">
              <a:ext uri="{FF2B5EF4-FFF2-40B4-BE49-F238E27FC236}">
                <a16:creationId xmlns:a16="http://schemas.microsoft.com/office/drawing/2014/main" id="{32D9F9D4-774A-4F86-B162-0050432B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11-线-0033">
            <a:extLst xmlns:a="http://schemas.openxmlformats.org/drawingml/2006/main">
              <a:ext uri="{FF2B5EF4-FFF2-40B4-BE49-F238E27FC236}">
                <a16:creationId xmlns:a16="http://schemas.microsoft.com/office/drawing/2014/main" id="{41B8E45E-05E1-4AD8-94BD-38D6484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" name="p11-线-0034">
            <a:extLst xmlns:a="http://schemas.openxmlformats.org/drawingml/2006/main">
              <a:ext uri="{FF2B5EF4-FFF2-40B4-BE49-F238E27FC236}">
                <a16:creationId xmlns:a16="http://schemas.microsoft.com/office/drawing/2014/main" id="{DCC18FF1-D4FD-4D8B-B843-ACD2953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11-线-0035">
            <a:extLst xmlns:a="http://schemas.openxmlformats.org/drawingml/2006/main">
              <a:ext uri="{FF2B5EF4-FFF2-40B4-BE49-F238E27FC236}">
                <a16:creationId xmlns:a16="http://schemas.microsoft.com/office/drawing/2014/main" id="{5355F783-AB5E-44AF-8EB7-26FBD563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11-线-0036">
            <a:extLst xmlns:a="http://schemas.openxmlformats.org/drawingml/2006/main">
              <a:ext uri="{FF2B5EF4-FFF2-40B4-BE49-F238E27FC236}">
                <a16:creationId xmlns:a16="http://schemas.microsoft.com/office/drawing/2014/main" id="{FF46137C-98F7-49FF-A49D-ED9D655F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" name="p11-线-0037">
            <a:extLst xmlns:a="http://schemas.openxmlformats.org/drawingml/2006/main">
              <a:ext uri="{FF2B5EF4-FFF2-40B4-BE49-F238E27FC236}">
                <a16:creationId xmlns:a16="http://schemas.microsoft.com/office/drawing/2014/main" id="{FF5D7AC9-0466-4F94-AEF5-21F7F7C9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11-线-0038">
            <a:extLst xmlns:a="http://schemas.openxmlformats.org/drawingml/2006/main">
              <a:ext uri="{FF2B5EF4-FFF2-40B4-BE49-F238E27FC236}">
                <a16:creationId xmlns:a16="http://schemas.microsoft.com/office/drawing/2014/main" id="{56A777CE-672D-45CD-ADF0-31B1AB12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11-线-0039">
            <a:extLst xmlns:a="http://schemas.openxmlformats.org/drawingml/2006/main">
              <a:ext uri="{FF2B5EF4-FFF2-40B4-BE49-F238E27FC236}">
                <a16:creationId xmlns:a16="http://schemas.microsoft.com/office/drawing/2014/main" id="{D7FB11D3-9D21-44C6-BED0-001CE340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" name="p11-线-0040">
            <a:extLst xmlns:a="http://schemas.openxmlformats.org/drawingml/2006/main">
              <a:ext uri="{FF2B5EF4-FFF2-40B4-BE49-F238E27FC236}">
                <a16:creationId xmlns:a16="http://schemas.microsoft.com/office/drawing/2014/main" id="{B73EF9BF-A4A1-4921-92AA-53FEBDB6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11-线-0041">
            <a:extLst xmlns:a="http://schemas.openxmlformats.org/drawingml/2006/main">
              <a:ext uri="{FF2B5EF4-FFF2-40B4-BE49-F238E27FC236}">
                <a16:creationId xmlns:a16="http://schemas.microsoft.com/office/drawing/2014/main" id="{F5DE02D5-F397-46B1-B053-4CE8E3A6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11-线-0042">
            <a:extLst xmlns:a="http://schemas.openxmlformats.org/drawingml/2006/main">
              <a:ext uri="{FF2B5EF4-FFF2-40B4-BE49-F238E27FC236}">
                <a16:creationId xmlns:a16="http://schemas.microsoft.com/office/drawing/2014/main" id="{738CD5B4-9E69-41AA-9ACA-B8F7680D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" name="p11-线-0043">
            <a:extLst xmlns:a="http://schemas.openxmlformats.org/drawingml/2006/main">
              <a:ext uri="{FF2B5EF4-FFF2-40B4-BE49-F238E27FC236}">
                <a16:creationId xmlns:a16="http://schemas.microsoft.com/office/drawing/2014/main" id="{6D66B0E4-4C99-437C-AAE1-C769EEA8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11-线-0044">
            <a:extLst xmlns:a="http://schemas.openxmlformats.org/drawingml/2006/main">
              <a:ext uri="{FF2B5EF4-FFF2-40B4-BE49-F238E27FC236}">
                <a16:creationId xmlns:a16="http://schemas.microsoft.com/office/drawing/2014/main" id="{002ED5EE-CDD9-4441-AEDE-15908E1E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11-线-0045">
            <a:extLst xmlns:a="http://schemas.openxmlformats.org/drawingml/2006/main">
              <a:ext uri="{FF2B5EF4-FFF2-40B4-BE49-F238E27FC236}">
                <a16:creationId xmlns:a16="http://schemas.microsoft.com/office/drawing/2014/main" id="{99B86F77-804B-4AB7-9EA2-83A712F9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6" name="p11-线-0046">
            <a:extLst xmlns:a="http://schemas.openxmlformats.org/drawingml/2006/main">
              <a:ext uri="{FF2B5EF4-FFF2-40B4-BE49-F238E27FC236}">
                <a16:creationId xmlns:a16="http://schemas.microsoft.com/office/drawing/2014/main" id="{079EE384-B083-4567-B1DC-32A7FC4C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4480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11-线-0047">
            <a:extLst xmlns:a="http://schemas.openxmlformats.org/drawingml/2006/main">
              <a:ext uri="{FF2B5EF4-FFF2-40B4-BE49-F238E27FC236}">
                <a16:creationId xmlns:a16="http://schemas.microsoft.com/office/drawing/2014/main" id="{E887D8E4-CAFB-4CC1-AC9D-5C825206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11-线-0048">
            <a:extLst xmlns:a="http://schemas.openxmlformats.org/drawingml/2006/main">
              <a:ext uri="{FF2B5EF4-FFF2-40B4-BE49-F238E27FC236}">
                <a16:creationId xmlns:a16="http://schemas.microsoft.com/office/drawing/2014/main" id="{CCC58CAD-D18A-484B-941A-E74AFFA5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4480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9" name="p11-线-0049">
            <a:extLst xmlns:a="http://schemas.openxmlformats.org/drawingml/2006/main">
              <a:ext uri="{FF2B5EF4-FFF2-40B4-BE49-F238E27FC236}">
                <a16:creationId xmlns:a16="http://schemas.microsoft.com/office/drawing/2014/main" id="{F3170F97-7E6B-49D6-B956-DD41AE21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4480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11-线-0050">
            <a:extLst xmlns:a="http://schemas.openxmlformats.org/drawingml/2006/main">
              <a:ext uri="{FF2B5EF4-FFF2-40B4-BE49-F238E27FC236}">
                <a16:creationId xmlns:a16="http://schemas.microsoft.com/office/drawing/2014/main" id="{4EB7D2E4-7C32-4DE3-B7A2-E8040EC5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11-线-0051">
            <a:extLst xmlns:a="http://schemas.openxmlformats.org/drawingml/2006/main">
              <a:ext uri="{FF2B5EF4-FFF2-40B4-BE49-F238E27FC236}">
                <a16:creationId xmlns:a16="http://schemas.microsoft.com/office/drawing/2014/main" id="{F1A929A2-6518-4E03-82A4-22AEE698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11-线-0052">
            <a:extLst xmlns:a="http://schemas.openxmlformats.org/drawingml/2006/main">
              <a:ext uri="{FF2B5EF4-FFF2-40B4-BE49-F238E27FC236}">
                <a16:creationId xmlns:a16="http://schemas.microsoft.com/office/drawing/2014/main" id="{534E79F3-E750-4542-B76B-2DAA99DF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3" name="p11-线-0053">
            <a:extLst xmlns:a="http://schemas.openxmlformats.org/drawingml/2006/main">
              <a:ext uri="{FF2B5EF4-FFF2-40B4-BE49-F238E27FC236}">
                <a16:creationId xmlns:a16="http://schemas.microsoft.com/office/drawing/2014/main" id="{B29A1FC8-9172-4FF7-8BD4-55479D3A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11-线-0054">
            <a:extLst xmlns:a="http://schemas.openxmlformats.org/drawingml/2006/main">
              <a:ext uri="{FF2B5EF4-FFF2-40B4-BE49-F238E27FC236}">
                <a16:creationId xmlns:a16="http://schemas.microsoft.com/office/drawing/2014/main" id="{C9A2B387-EE73-47FD-8049-9169BDC1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11-线-0055">
            <a:extLst xmlns:a="http://schemas.openxmlformats.org/drawingml/2006/main">
              <a:ext uri="{FF2B5EF4-FFF2-40B4-BE49-F238E27FC236}">
                <a16:creationId xmlns:a16="http://schemas.microsoft.com/office/drawing/2014/main" id="{BF240D2B-D07E-4214-A973-0F2A0B1E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6" name="p11-线-0056">
            <a:extLst xmlns:a="http://schemas.openxmlformats.org/drawingml/2006/main">
              <a:ext uri="{FF2B5EF4-FFF2-40B4-BE49-F238E27FC236}">
                <a16:creationId xmlns:a16="http://schemas.microsoft.com/office/drawing/2014/main" id="{1E664541-24B9-4778-9414-BA4D0DA4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11-线-0057">
            <a:extLst xmlns:a="http://schemas.openxmlformats.org/drawingml/2006/main">
              <a:ext uri="{FF2B5EF4-FFF2-40B4-BE49-F238E27FC236}">
                <a16:creationId xmlns:a16="http://schemas.microsoft.com/office/drawing/2014/main" id="{4A872BED-AA62-4B0D-8B7A-D1E75FEC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11-线-0058">
            <a:extLst xmlns:a="http://schemas.openxmlformats.org/drawingml/2006/main">
              <a:ext uri="{FF2B5EF4-FFF2-40B4-BE49-F238E27FC236}">
                <a16:creationId xmlns:a16="http://schemas.microsoft.com/office/drawing/2014/main" id="{5E76F359-CB82-4907-86DD-94498834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9" name="p11-线-0059">
            <a:extLst xmlns:a="http://schemas.openxmlformats.org/drawingml/2006/main">
              <a:ext uri="{FF2B5EF4-FFF2-40B4-BE49-F238E27FC236}">
                <a16:creationId xmlns:a16="http://schemas.microsoft.com/office/drawing/2014/main" id="{CAEEDC58-1EF2-429E-B435-2BE8AD7E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11-线-0060">
            <a:extLst xmlns:a="http://schemas.openxmlformats.org/drawingml/2006/main">
              <a:ext uri="{FF2B5EF4-FFF2-40B4-BE49-F238E27FC236}">
                <a16:creationId xmlns:a16="http://schemas.microsoft.com/office/drawing/2014/main" id="{E130FACA-E95A-439A-A79C-4861501D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11-线-0061">
            <a:extLst xmlns:a="http://schemas.openxmlformats.org/drawingml/2006/main">
              <a:ext uri="{FF2B5EF4-FFF2-40B4-BE49-F238E27FC236}">
                <a16:creationId xmlns:a16="http://schemas.microsoft.com/office/drawing/2014/main" id="{404A365E-CA43-4C75-9B79-6A2C0FF7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2" name="p11-线-0062">
            <a:extLst xmlns:a="http://schemas.openxmlformats.org/drawingml/2006/main">
              <a:ext uri="{FF2B5EF4-FFF2-40B4-BE49-F238E27FC236}">
                <a16:creationId xmlns:a16="http://schemas.microsoft.com/office/drawing/2014/main" id="{2FCE0FD5-B4A3-4186-A48B-6ACA8046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11-线-0063">
            <a:extLst xmlns:a="http://schemas.openxmlformats.org/drawingml/2006/main">
              <a:ext uri="{FF2B5EF4-FFF2-40B4-BE49-F238E27FC236}">
                <a16:creationId xmlns:a16="http://schemas.microsoft.com/office/drawing/2014/main" id="{2ABAC48B-0ACC-46D3-8D17-EF65214A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11-线-0064">
            <a:extLst xmlns:a="http://schemas.openxmlformats.org/drawingml/2006/main">
              <a:ext uri="{FF2B5EF4-FFF2-40B4-BE49-F238E27FC236}">
                <a16:creationId xmlns:a16="http://schemas.microsoft.com/office/drawing/2014/main" id="{8B847F12-4251-4793-A647-6BC40F38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5" name="p11-线-0065">
            <a:extLst xmlns:a="http://schemas.openxmlformats.org/drawingml/2006/main">
              <a:ext uri="{FF2B5EF4-FFF2-40B4-BE49-F238E27FC236}">
                <a16:creationId xmlns:a16="http://schemas.microsoft.com/office/drawing/2014/main" id="{5F3C85C4-8BC4-471A-BA8C-D46BB5ED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11-线-0066">
            <a:extLst xmlns:a="http://schemas.openxmlformats.org/drawingml/2006/main">
              <a:ext uri="{FF2B5EF4-FFF2-40B4-BE49-F238E27FC236}">
                <a16:creationId xmlns:a16="http://schemas.microsoft.com/office/drawing/2014/main" id="{0C5D74F2-750E-4BA4-B2A0-46DB992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11-线-0067">
            <a:extLst xmlns:a="http://schemas.openxmlformats.org/drawingml/2006/main">
              <a:ext uri="{FF2B5EF4-FFF2-40B4-BE49-F238E27FC236}">
                <a16:creationId xmlns:a16="http://schemas.microsoft.com/office/drawing/2014/main" id="{E06C140B-A3A4-4194-B48F-D2137D1C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8" name="p11-线-0068">
            <a:extLst xmlns:a="http://schemas.openxmlformats.org/drawingml/2006/main">
              <a:ext uri="{FF2B5EF4-FFF2-40B4-BE49-F238E27FC236}">
                <a16:creationId xmlns:a16="http://schemas.microsoft.com/office/drawing/2014/main" id="{61B42969-7491-47ED-98DA-B7887F22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11-线-0069">
            <a:extLst xmlns:a="http://schemas.openxmlformats.org/drawingml/2006/main">
              <a:ext uri="{FF2B5EF4-FFF2-40B4-BE49-F238E27FC236}">
                <a16:creationId xmlns:a16="http://schemas.microsoft.com/office/drawing/2014/main" id="{92D21870-E571-4E9C-9ED3-3323014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11-线-0070">
            <a:extLst xmlns:a="http://schemas.openxmlformats.org/drawingml/2006/main">
              <a:ext uri="{FF2B5EF4-FFF2-40B4-BE49-F238E27FC236}">
                <a16:creationId xmlns:a16="http://schemas.microsoft.com/office/drawing/2014/main" id="{EBD59A6F-F124-49EE-8E41-DBF92E3F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1" name="p11-线-0071">
            <a:extLst xmlns:a="http://schemas.openxmlformats.org/drawingml/2006/main">
              <a:ext uri="{FF2B5EF4-FFF2-40B4-BE49-F238E27FC236}">
                <a16:creationId xmlns:a16="http://schemas.microsoft.com/office/drawing/2014/main" id="{5C330AE5-5A9E-4988-BE83-65BFB94D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11-线-0072">
            <a:extLst xmlns:a="http://schemas.openxmlformats.org/drawingml/2006/main">
              <a:ext uri="{FF2B5EF4-FFF2-40B4-BE49-F238E27FC236}">
                <a16:creationId xmlns:a16="http://schemas.microsoft.com/office/drawing/2014/main" id="{D259B87A-4B65-4CD9-B925-DF792577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11-线-0073">
            <a:extLst xmlns:a="http://schemas.openxmlformats.org/drawingml/2006/main">
              <a:ext uri="{FF2B5EF4-FFF2-40B4-BE49-F238E27FC236}">
                <a16:creationId xmlns:a16="http://schemas.microsoft.com/office/drawing/2014/main" id="{795309A4-52E0-42AA-A9AD-D2CF3578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4" name="p11-线-0074">
            <a:extLst xmlns:a="http://schemas.openxmlformats.org/drawingml/2006/main">
              <a:ext uri="{FF2B5EF4-FFF2-40B4-BE49-F238E27FC236}">
                <a16:creationId xmlns:a16="http://schemas.microsoft.com/office/drawing/2014/main" id="{4CFAF182-F3ED-402F-B760-0D9FE203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11-线-0075">
            <a:extLst xmlns:a="http://schemas.openxmlformats.org/drawingml/2006/main">
              <a:ext uri="{FF2B5EF4-FFF2-40B4-BE49-F238E27FC236}">
                <a16:creationId xmlns:a16="http://schemas.microsoft.com/office/drawing/2014/main" id="{EBCFBB84-E186-4B80-8EA6-87E3BD7C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11-线-0076">
            <a:extLst xmlns:a="http://schemas.openxmlformats.org/drawingml/2006/main">
              <a:ext uri="{FF2B5EF4-FFF2-40B4-BE49-F238E27FC236}">
                <a16:creationId xmlns:a16="http://schemas.microsoft.com/office/drawing/2014/main" id="{D37986FB-24CD-4682-91C0-D26E502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7" name="p11-线-0077">
            <a:extLst xmlns:a="http://schemas.openxmlformats.org/drawingml/2006/main">
              <a:ext uri="{FF2B5EF4-FFF2-40B4-BE49-F238E27FC236}">
                <a16:creationId xmlns:a16="http://schemas.microsoft.com/office/drawing/2014/main" id="{7826CA79-FC47-4AC7-90E6-4D50B9F3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5814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11-线-0078">
            <a:extLst xmlns:a="http://schemas.openxmlformats.org/drawingml/2006/main">
              <a:ext uri="{FF2B5EF4-FFF2-40B4-BE49-F238E27FC236}">
                <a16:creationId xmlns:a16="http://schemas.microsoft.com/office/drawing/2014/main" id="{6EBBDD33-070B-4B59-9A09-D2582156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11-线-0079">
            <a:extLst xmlns:a="http://schemas.openxmlformats.org/drawingml/2006/main">
              <a:ext uri="{FF2B5EF4-FFF2-40B4-BE49-F238E27FC236}">
                <a16:creationId xmlns:a16="http://schemas.microsoft.com/office/drawing/2014/main" id="{7209F450-8163-4F8D-A850-099656D2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5814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0" name="p11-线-0080">
            <a:extLst xmlns:a="http://schemas.openxmlformats.org/drawingml/2006/main">
              <a:ext uri="{FF2B5EF4-FFF2-40B4-BE49-F238E27FC236}">
                <a16:creationId xmlns:a16="http://schemas.microsoft.com/office/drawing/2014/main" id="{293A4211-A3E6-4E6B-A6DB-EDE82F20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5814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11-线-0081">
            <a:extLst xmlns:a="http://schemas.openxmlformats.org/drawingml/2006/main">
              <a:ext uri="{FF2B5EF4-FFF2-40B4-BE49-F238E27FC236}">
                <a16:creationId xmlns:a16="http://schemas.microsoft.com/office/drawing/2014/main" id="{3EE28C51-951F-4964-9605-F30FE503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11-线-0082">
            <a:extLst xmlns:a="http://schemas.openxmlformats.org/drawingml/2006/main">
              <a:ext uri="{FF2B5EF4-FFF2-40B4-BE49-F238E27FC236}">
                <a16:creationId xmlns:a16="http://schemas.microsoft.com/office/drawing/2014/main" id="{1178286E-96CF-43F2-BF42-A4159E69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11-线-0083">
            <a:extLst xmlns:a="http://schemas.openxmlformats.org/drawingml/2006/main">
              <a:ext uri="{FF2B5EF4-FFF2-40B4-BE49-F238E27FC236}">
                <a16:creationId xmlns:a16="http://schemas.microsoft.com/office/drawing/2014/main" id="{D2DC314D-9624-426E-9455-2DA053B3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4" name="p11-线-0084">
            <a:extLst xmlns:a="http://schemas.openxmlformats.org/drawingml/2006/main">
              <a:ext uri="{FF2B5EF4-FFF2-40B4-BE49-F238E27FC236}">
                <a16:creationId xmlns:a16="http://schemas.microsoft.com/office/drawing/2014/main" id="{9346E10B-112A-46AF-A826-5600EC31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11-线-0085">
            <a:extLst xmlns:a="http://schemas.openxmlformats.org/drawingml/2006/main">
              <a:ext uri="{FF2B5EF4-FFF2-40B4-BE49-F238E27FC236}">
                <a16:creationId xmlns:a16="http://schemas.microsoft.com/office/drawing/2014/main" id="{4B80F4CA-5D13-46E8-9962-1C34B7A1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11-线-0086">
            <a:extLst xmlns:a="http://schemas.openxmlformats.org/drawingml/2006/main">
              <a:ext uri="{FF2B5EF4-FFF2-40B4-BE49-F238E27FC236}">
                <a16:creationId xmlns:a16="http://schemas.microsoft.com/office/drawing/2014/main" id="{470CE034-89A1-4929-A266-906194A8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7" name="p11-线-0087">
            <a:extLst xmlns:a="http://schemas.openxmlformats.org/drawingml/2006/main">
              <a:ext uri="{FF2B5EF4-FFF2-40B4-BE49-F238E27FC236}">
                <a16:creationId xmlns:a16="http://schemas.microsoft.com/office/drawing/2014/main" id="{5DC8094B-B80C-4944-85A9-86D28B54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11-线-0088">
            <a:extLst xmlns:a="http://schemas.openxmlformats.org/drawingml/2006/main">
              <a:ext uri="{FF2B5EF4-FFF2-40B4-BE49-F238E27FC236}">
                <a16:creationId xmlns:a16="http://schemas.microsoft.com/office/drawing/2014/main" id="{A315151E-B773-458F-B16D-A2B74A98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11-线-0089">
            <a:extLst xmlns:a="http://schemas.openxmlformats.org/drawingml/2006/main">
              <a:ext uri="{FF2B5EF4-FFF2-40B4-BE49-F238E27FC236}">
                <a16:creationId xmlns:a16="http://schemas.microsoft.com/office/drawing/2014/main" id="{C67EE97F-3582-491C-A505-2A08DF03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0" name="p11-线-0090">
            <a:extLst xmlns:a="http://schemas.openxmlformats.org/drawingml/2006/main">
              <a:ext uri="{FF2B5EF4-FFF2-40B4-BE49-F238E27FC236}">
                <a16:creationId xmlns:a16="http://schemas.microsoft.com/office/drawing/2014/main" id="{2FC60446-D1D0-46BD-BBA3-9DF5C0A3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11-线-0091">
            <a:extLst xmlns:a="http://schemas.openxmlformats.org/drawingml/2006/main">
              <a:ext uri="{FF2B5EF4-FFF2-40B4-BE49-F238E27FC236}">
                <a16:creationId xmlns:a16="http://schemas.microsoft.com/office/drawing/2014/main" id="{45B43DD6-43C1-4C2C-BCD7-B71D17D7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11-线-0092">
            <a:extLst xmlns:a="http://schemas.openxmlformats.org/drawingml/2006/main">
              <a:ext uri="{FF2B5EF4-FFF2-40B4-BE49-F238E27FC236}">
                <a16:creationId xmlns:a16="http://schemas.microsoft.com/office/drawing/2014/main" id="{74B03618-81F8-44A1-8D6A-95B1B519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3" name="p11-线-0093">
            <a:extLst xmlns:a="http://schemas.openxmlformats.org/drawingml/2006/main">
              <a:ext uri="{FF2B5EF4-FFF2-40B4-BE49-F238E27FC236}">
                <a16:creationId xmlns:a16="http://schemas.microsoft.com/office/drawing/2014/main" id="{16468AB3-E775-473A-A5A3-E92655E9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11-线-0094">
            <a:extLst xmlns:a="http://schemas.openxmlformats.org/drawingml/2006/main">
              <a:ext uri="{FF2B5EF4-FFF2-40B4-BE49-F238E27FC236}">
                <a16:creationId xmlns:a16="http://schemas.microsoft.com/office/drawing/2014/main" id="{9CF4C0BC-7F54-4D57-9FC5-4E7DD8C2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11-线-0095">
            <a:extLst xmlns:a="http://schemas.openxmlformats.org/drawingml/2006/main">
              <a:ext uri="{FF2B5EF4-FFF2-40B4-BE49-F238E27FC236}">
                <a16:creationId xmlns:a16="http://schemas.microsoft.com/office/drawing/2014/main" id="{6BAC78D3-EA59-4214-956F-0CC5F98B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6" name="p11-线-0096">
            <a:extLst xmlns:a="http://schemas.openxmlformats.org/drawingml/2006/main">
              <a:ext uri="{FF2B5EF4-FFF2-40B4-BE49-F238E27FC236}">
                <a16:creationId xmlns:a16="http://schemas.microsoft.com/office/drawing/2014/main" id="{17898618-9819-4642-AB0B-73DF17D0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11-线-0097">
            <a:extLst xmlns:a="http://schemas.openxmlformats.org/drawingml/2006/main">
              <a:ext uri="{FF2B5EF4-FFF2-40B4-BE49-F238E27FC236}">
                <a16:creationId xmlns:a16="http://schemas.microsoft.com/office/drawing/2014/main" id="{D0FBAD68-3321-4100-BDBA-1A8780D0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11-线-0098">
            <a:extLst xmlns:a="http://schemas.openxmlformats.org/drawingml/2006/main">
              <a:ext uri="{FF2B5EF4-FFF2-40B4-BE49-F238E27FC236}">
                <a16:creationId xmlns:a16="http://schemas.microsoft.com/office/drawing/2014/main" id="{07C81396-1E9C-4CE9-A52C-A5F891CE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9" name="p11-线-0099">
            <a:extLst xmlns:a="http://schemas.openxmlformats.org/drawingml/2006/main">
              <a:ext uri="{FF2B5EF4-FFF2-40B4-BE49-F238E27FC236}">
                <a16:creationId xmlns:a16="http://schemas.microsoft.com/office/drawing/2014/main" id="{117A587E-B503-4024-B494-91E27376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11-线-0100">
            <a:extLst xmlns:a="http://schemas.openxmlformats.org/drawingml/2006/main">
              <a:ext uri="{FF2B5EF4-FFF2-40B4-BE49-F238E27FC236}">
                <a16:creationId xmlns:a16="http://schemas.microsoft.com/office/drawing/2014/main" id="{C8D461FA-B60D-4CFA-9691-C94A53E3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11-线-0101">
            <a:extLst xmlns:a="http://schemas.openxmlformats.org/drawingml/2006/main">
              <a:ext uri="{FF2B5EF4-FFF2-40B4-BE49-F238E27FC236}">
                <a16:creationId xmlns:a16="http://schemas.microsoft.com/office/drawing/2014/main" id="{7EB309D6-AF9C-4633-9E3E-E09040D2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2" name="p11-线-0102">
            <a:extLst xmlns:a="http://schemas.openxmlformats.org/drawingml/2006/main">
              <a:ext uri="{FF2B5EF4-FFF2-40B4-BE49-F238E27FC236}">
                <a16:creationId xmlns:a16="http://schemas.microsoft.com/office/drawing/2014/main" id="{F5F447B1-A32B-435B-A39C-A99CE556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11-线-0103">
            <a:extLst xmlns:a="http://schemas.openxmlformats.org/drawingml/2006/main">
              <a:ext uri="{FF2B5EF4-FFF2-40B4-BE49-F238E27FC236}">
                <a16:creationId xmlns:a16="http://schemas.microsoft.com/office/drawing/2014/main" id="{04275D72-497A-4AE6-B0E8-0B832221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11-线-0104">
            <a:extLst xmlns:a="http://schemas.openxmlformats.org/drawingml/2006/main">
              <a:ext uri="{FF2B5EF4-FFF2-40B4-BE49-F238E27FC236}">
                <a16:creationId xmlns:a16="http://schemas.microsoft.com/office/drawing/2014/main" id="{0034E4BB-43FE-4F27-993F-E92D1208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5" name="p11-线-0105">
            <a:extLst xmlns:a="http://schemas.openxmlformats.org/drawingml/2006/main">
              <a:ext uri="{FF2B5EF4-FFF2-40B4-BE49-F238E27FC236}">
                <a16:creationId xmlns:a16="http://schemas.microsoft.com/office/drawing/2014/main" id="{8CDD0083-04B0-4601-B66E-9F8F1AD9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11-线-0106">
            <a:extLst xmlns:a="http://schemas.openxmlformats.org/drawingml/2006/main">
              <a:ext uri="{FF2B5EF4-FFF2-40B4-BE49-F238E27FC236}">
                <a16:creationId xmlns:a16="http://schemas.microsoft.com/office/drawing/2014/main" id="{DDDC129D-3180-448A-AF1A-143735EB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11-线-0107">
            <a:extLst xmlns:a="http://schemas.openxmlformats.org/drawingml/2006/main">
              <a:ext uri="{FF2B5EF4-FFF2-40B4-BE49-F238E27FC236}">
                <a16:creationId xmlns:a16="http://schemas.microsoft.com/office/drawing/2014/main" id="{F01A9D23-46CD-472D-A1C3-8DA59E57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8" name="p11-线-0108">
            <a:extLst xmlns:a="http://schemas.openxmlformats.org/drawingml/2006/main">
              <a:ext uri="{FF2B5EF4-FFF2-40B4-BE49-F238E27FC236}">
                <a16:creationId xmlns:a16="http://schemas.microsoft.com/office/drawing/2014/main" id="{F6EAF9C8-3BA6-4FF0-BE88-92E22591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7147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11-线-0109">
            <a:extLst xmlns:a="http://schemas.openxmlformats.org/drawingml/2006/main">
              <a:ext uri="{FF2B5EF4-FFF2-40B4-BE49-F238E27FC236}">
                <a16:creationId xmlns:a16="http://schemas.microsoft.com/office/drawing/2014/main" id="{FB9FACE2-50C2-422C-B9E1-6467DE9A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11-线-0110">
            <a:extLst xmlns:a="http://schemas.openxmlformats.org/drawingml/2006/main">
              <a:ext uri="{FF2B5EF4-FFF2-40B4-BE49-F238E27FC236}">
                <a16:creationId xmlns:a16="http://schemas.microsoft.com/office/drawing/2014/main" id="{B27519B7-BE1E-4C9E-9961-5C9779C1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7147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1" name="p11-线-0111">
            <a:extLst xmlns:a="http://schemas.openxmlformats.org/drawingml/2006/main">
              <a:ext uri="{FF2B5EF4-FFF2-40B4-BE49-F238E27FC236}">
                <a16:creationId xmlns:a16="http://schemas.microsoft.com/office/drawing/2014/main" id="{78A41177-4EFF-4B66-86D1-5276E68F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7147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11-线-0112">
            <a:extLst xmlns:a="http://schemas.openxmlformats.org/drawingml/2006/main">
              <a:ext uri="{FF2B5EF4-FFF2-40B4-BE49-F238E27FC236}">
                <a16:creationId xmlns:a16="http://schemas.microsoft.com/office/drawing/2014/main" id="{39BE1257-D0E9-40E5-84CF-20AEFF40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11-线-0113">
            <a:extLst xmlns:a="http://schemas.openxmlformats.org/drawingml/2006/main">
              <a:ext uri="{FF2B5EF4-FFF2-40B4-BE49-F238E27FC236}">
                <a16:creationId xmlns:a16="http://schemas.microsoft.com/office/drawing/2014/main" id="{7775C5AA-88BE-484A-B147-D0AB6CC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11-线-0114">
            <a:extLst xmlns:a="http://schemas.openxmlformats.org/drawingml/2006/main">
              <a:ext uri="{FF2B5EF4-FFF2-40B4-BE49-F238E27FC236}">
                <a16:creationId xmlns:a16="http://schemas.microsoft.com/office/drawing/2014/main" id="{7D4528BD-4F58-4C96-BA64-4165FEC4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5" name="p11-线-0115">
            <a:extLst xmlns:a="http://schemas.openxmlformats.org/drawingml/2006/main">
              <a:ext uri="{FF2B5EF4-FFF2-40B4-BE49-F238E27FC236}">
                <a16:creationId xmlns:a16="http://schemas.microsoft.com/office/drawing/2014/main" id="{54E1134B-DF31-4EE3-9321-DA11C0B8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11-线-0116">
            <a:extLst xmlns:a="http://schemas.openxmlformats.org/drawingml/2006/main">
              <a:ext uri="{FF2B5EF4-FFF2-40B4-BE49-F238E27FC236}">
                <a16:creationId xmlns:a16="http://schemas.microsoft.com/office/drawing/2014/main" id="{FED8A0AA-3787-4DBD-AE23-8AAA206E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11-线-0117">
            <a:extLst xmlns:a="http://schemas.openxmlformats.org/drawingml/2006/main">
              <a:ext uri="{FF2B5EF4-FFF2-40B4-BE49-F238E27FC236}">
                <a16:creationId xmlns:a16="http://schemas.microsoft.com/office/drawing/2014/main" id="{F8F3A544-9262-4D6A-9ACE-9143A27C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8" name="p11-线-0118">
            <a:extLst xmlns:a="http://schemas.openxmlformats.org/drawingml/2006/main">
              <a:ext uri="{FF2B5EF4-FFF2-40B4-BE49-F238E27FC236}">
                <a16:creationId xmlns:a16="http://schemas.microsoft.com/office/drawing/2014/main" id="{7CAE992F-DFD0-41FA-91FD-6F5B9C08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11-线-0119">
            <a:extLst xmlns:a="http://schemas.openxmlformats.org/drawingml/2006/main">
              <a:ext uri="{FF2B5EF4-FFF2-40B4-BE49-F238E27FC236}">
                <a16:creationId xmlns:a16="http://schemas.microsoft.com/office/drawing/2014/main" id="{C01A79BB-E3CA-4C98-83D5-F2FF3D21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11-线-0120">
            <a:extLst xmlns:a="http://schemas.openxmlformats.org/drawingml/2006/main">
              <a:ext uri="{FF2B5EF4-FFF2-40B4-BE49-F238E27FC236}">
                <a16:creationId xmlns:a16="http://schemas.microsoft.com/office/drawing/2014/main" id="{30AFE67C-C498-4B56-8C97-6030004E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1" name="p11-线-0121">
            <a:extLst xmlns:a="http://schemas.openxmlformats.org/drawingml/2006/main">
              <a:ext uri="{FF2B5EF4-FFF2-40B4-BE49-F238E27FC236}">
                <a16:creationId xmlns:a16="http://schemas.microsoft.com/office/drawing/2014/main" id="{F9A14E5B-6765-4602-A684-79C2FD30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11-线-0122">
            <a:extLst xmlns:a="http://schemas.openxmlformats.org/drawingml/2006/main">
              <a:ext uri="{FF2B5EF4-FFF2-40B4-BE49-F238E27FC236}">
                <a16:creationId xmlns:a16="http://schemas.microsoft.com/office/drawing/2014/main" id="{75FA0BA7-0336-4F0D-89AA-C1634E3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11-线-0123">
            <a:extLst xmlns:a="http://schemas.openxmlformats.org/drawingml/2006/main">
              <a:ext uri="{FF2B5EF4-FFF2-40B4-BE49-F238E27FC236}">
                <a16:creationId xmlns:a16="http://schemas.microsoft.com/office/drawing/2014/main" id="{DB2BE1C6-E7D3-48A5-8502-FB2200F9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4" name="p11-线-0124">
            <a:extLst xmlns:a="http://schemas.openxmlformats.org/drawingml/2006/main">
              <a:ext uri="{FF2B5EF4-FFF2-40B4-BE49-F238E27FC236}">
                <a16:creationId xmlns:a16="http://schemas.microsoft.com/office/drawing/2014/main" id="{EC4C7B32-4B80-46A2-A518-A601AC1C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11-线-0125">
            <a:extLst xmlns:a="http://schemas.openxmlformats.org/drawingml/2006/main">
              <a:ext uri="{FF2B5EF4-FFF2-40B4-BE49-F238E27FC236}">
                <a16:creationId xmlns:a16="http://schemas.microsoft.com/office/drawing/2014/main" id="{C5B16327-D96B-4CF2-B22A-E9F8E094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11-线-0126">
            <a:extLst xmlns:a="http://schemas.openxmlformats.org/drawingml/2006/main">
              <a:ext uri="{FF2B5EF4-FFF2-40B4-BE49-F238E27FC236}">
                <a16:creationId xmlns:a16="http://schemas.microsoft.com/office/drawing/2014/main" id="{37BD9C1E-775F-412E-92CD-87423243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7" name="p11-线-0127">
            <a:extLst xmlns:a="http://schemas.openxmlformats.org/drawingml/2006/main">
              <a:ext uri="{FF2B5EF4-FFF2-40B4-BE49-F238E27FC236}">
                <a16:creationId xmlns:a16="http://schemas.microsoft.com/office/drawing/2014/main" id="{BDDB1A12-550E-4149-B904-50D7EAA9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11-线-0128">
            <a:extLst xmlns:a="http://schemas.openxmlformats.org/drawingml/2006/main">
              <a:ext uri="{FF2B5EF4-FFF2-40B4-BE49-F238E27FC236}">
                <a16:creationId xmlns:a16="http://schemas.microsoft.com/office/drawing/2014/main" id="{2434CD40-3A62-4F7B-8D86-C25F31E6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11-线-0129">
            <a:extLst xmlns:a="http://schemas.openxmlformats.org/drawingml/2006/main">
              <a:ext uri="{FF2B5EF4-FFF2-40B4-BE49-F238E27FC236}">
                <a16:creationId xmlns:a16="http://schemas.microsoft.com/office/drawing/2014/main" id="{23653FFA-233A-45DC-9BCF-0604B82A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0" name="p11-线-0130">
            <a:extLst xmlns:a="http://schemas.openxmlformats.org/drawingml/2006/main">
              <a:ext uri="{FF2B5EF4-FFF2-40B4-BE49-F238E27FC236}">
                <a16:creationId xmlns:a16="http://schemas.microsoft.com/office/drawing/2014/main" id="{7CBC29BC-1F90-4E8C-B6E5-D99D256D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11-线-0131">
            <a:extLst xmlns:a="http://schemas.openxmlformats.org/drawingml/2006/main">
              <a:ext uri="{FF2B5EF4-FFF2-40B4-BE49-F238E27FC236}">
                <a16:creationId xmlns:a16="http://schemas.microsoft.com/office/drawing/2014/main" id="{4E46FB0A-75C8-47DC-B445-F8B8136E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11-线-0132">
            <a:extLst xmlns:a="http://schemas.openxmlformats.org/drawingml/2006/main">
              <a:ext uri="{FF2B5EF4-FFF2-40B4-BE49-F238E27FC236}">
                <a16:creationId xmlns:a16="http://schemas.microsoft.com/office/drawing/2014/main" id="{7D55F662-CF7F-458A-8DCA-CC6A231D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3" name="p11-线-0133">
            <a:extLst xmlns:a="http://schemas.openxmlformats.org/drawingml/2006/main">
              <a:ext uri="{FF2B5EF4-FFF2-40B4-BE49-F238E27FC236}">
                <a16:creationId xmlns:a16="http://schemas.microsoft.com/office/drawing/2014/main" id="{15964645-8A89-4F10-8C50-BE1A6A3A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11-线-0134">
            <a:extLst xmlns:a="http://schemas.openxmlformats.org/drawingml/2006/main">
              <a:ext uri="{FF2B5EF4-FFF2-40B4-BE49-F238E27FC236}">
                <a16:creationId xmlns:a16="http://schemas.microsoft.com/office/drawing/2014/main" id="{DB6E4762-F2B9-4D52-B149-2ACDEE2B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11-线-0135">
            <a:extLst xmlns:a="http://schemas.openxmlformats.org/drawingml/2006/main">
              <a:ext uri="{FF2B5EF4-FFF2-40B4-BE49-F238E27FC236}">
                <a16:creationId xmlns:a16="http://schemas.microsoft.com/office/drawing/2014/main" id="{F46671BD-ABF8-4D32-934D-FD75410C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6" name="p11-线-0136">
            <a:extLst xmlns:a="http://schemas.openxmlformats.org/drawingml/2006/main">
              <a:ext uri="{FF2B5EF4-FFF2-40B4-BE49-F238E27FC236}">
                <a16:creationId xmlns:a16="http://schemas.microsoft.com/office/drawing/2014/main" id="{C5C6E2A9-153A-4D87-A481-E50434A8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11-线-0137">
            <a:extLst xmlns:a="http://schemas.openxmlformats.org/drawingml/2006/main">
              <a:ext uri="{FF2B5EF4-FFF2-40B4-BE49-F238E27FC236}">
                <a16:creationId xmlns:a16="http://schemas.microsoft.com/office/drawing/2014/main" id="{80D0CE4F-CAB2-4150-A385-562EA9DF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11-线-0138">
            <a:extLst xmlns:a="http://schemas.openxmlformats.org/drawingml/2006/main">
              <a:ext uri="{FF2B5EF4-FFF2-40B4-BE49-F238E27FC236}">
                <a16:creationId xmlns:a16="http://schemas.microsoft.com/office/drawing/2014/main" id="{C969ECFD-85D1-4FC7-BEA5-6D5A0D4D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9" name="p11-线-0139">
            <a:extLst xmlns:a="http://schemas.openxmlformats.org/drawingml/2006/main">
              <a:ext uri="{FF2B5EF4-FFF2-40B4-BE49-F238E27FC236}">
                <a16:creationId xmlns:a16="http://schemas.microsoft.com/office/drawing/2014/main" id="{3B043279-A8FA-4066-95D4-5545EF71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8481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11-线-0140">
            <a:extLst xmlns:a="http://schemas.openxmlformats.org/drawingml/2006/main">
              <a:ext uri="{FF2B5EF4-FFF2-40B4-BE49-F238E27FC236}">
                <a16:creationId xmlns:a16="http://schemas.microsoft.com/office/drawing/2014/main" id="{07E29A72-859C-40A6-8FEC-E8076E41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11-线-0141">
            <a:extLst xmlns:a="http://schemas.openxmlformats.org/drawingml/2006/main">
              <a:ext uri="{FF2B5EF4-FFF2-40B4-BE49-F238E27FC236}">
                <a16:creationId xmlns:a16="http://schemas.microsoft.com/office/drawing/2014/main" id="{483B00D5-D5A2-4137-9F3A-D98314F8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8481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2" name="p11-线-0142">
            <a:extLst xmlns:a="http://schemas.openxmlformats.org/drawingml/2006/main">
              <a:ext uri="{FF2B5EF4-FFF2-40B4-BE49-F238E27FC236}">
                <a16:creationId xmlns:a16="http://schemas.microsoft.com/office/drawing/2014/main" id="{7FE8DF04-A0FE-436D-9994-F229C348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8481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11-线-0143">
            <a:extLst xmlns:a="http://schemas.openxmlformats.org/drawingml/2006/main">
              <a:ext uri="{FF2B5EF4-FFF2-40B4-BE49-F238E27FC236}">
                <a16:creationId xmlns:a16="http://schemas.microsoft.com/office/drawing/2014/main" id="{8099A7BC-66A3-4109-8DEC-6F7E501E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11-线-0144">
            <a:extLst xmlns:a="http://schemas.openxmlformats.org/drawingml/2006/main">
              <a:ext uri="{FF2B5EF4-FFF2-40B4-BE49-F238E27FC236}">
                <a16:creationId xmlns:a16="http://schemas.microsoft.com/office/drawing/2014/main" id="{B2851070-34BC-4BEC-8EA4-1047178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11-线-0145">
            <a:extLst xmlns:a="http://schemas.openxmlformats.org/drawingml/2006/main">
              <a:ext uri="{FF2B5EF4-FFF2-40B4-BE49-F238E27FC236}">
                <a16:creationId xmlns:a16="http://schemas.microsoft.com/office/drawing/2014/main" id="{B88DA548-03BD-4C80-8E9D-15BAD076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6" name="p11-线-0146">
            <a:extLst xmlns:a="http://schemas.openxmlformats.org/drawingml/2006/main">
              <a:ext uri="{FF2B5EF4-FFF2-40B4-BE49-F238E27FC236}">
                <a16:creationId xmlns:a16="http://schemas.microsoft.com/office/drawing/2014/main" id="{08969D3D-E3C5-4804-84A6-B561A271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11-线-0147">
            <a:extLst xmlns:a="http://schemas.openxmlformats.org/drawingml/2006/main">
              <a:ext uri="{FF2B5EF4-FFF2-40B4-BE49-F238E27FC236}">
                <a16:creationId xmlns:a16="http://schemas.microsoft.com/office/drawing/2014/main" id="{010D44B9-1FAA-434F-8D9F-8A8EEBD4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11-线-0148">
            <a:extLst xmlns:a="http://schemas.openxmlformats.org/drawingml/2006/main">
              <a:ext uri="{FF2B5EF4-FFF2-40B4-BE49-F238E27FC236}">
                <a16:creationId xmlns:a16="http://schemas.microsoft.com/office/drawing/2014/main" id="{85D8C2C6-2869-4EBB-948A-AA2EE321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9" name="p11-线-0149">
            <a:extLst xmlns:a="http://schemas.openxmlformats.org/drawingml/2006/main">
              <a:ext uri="{FF2B5EF4-FFF2-40B4-BE49-F238E27FC236}">
                <a16:creationId xmlns:a16="http://schemas.microsoft.com/office/drawing/2014/main" id="{74B0CFB2-9533-460C-9831-BCA6456B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11-线-0150">
            <a:extLst xmlns:a="http://schemas.openxmlformats.org/drawingml/2006/main">
              <a:ext uri="{FF2B5EF4-FFF2-40B4-BE49-F238E27FC236}">
                <a16:creationId xmlns:a16="http://schemas.microsoft.com/office/drawing/2014/main" id="{12E9C382-4B1B-443D-912E-0887ECEC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11-线-0151">
            <a:extLst xmlns:a="http://schemas.openxmlformats.org/drawingml/2006/main">
              <a:ext uri="{FF2B5EF4-FFF2-40B4-BE49-F238E27FC236}">
                <a16:creationId xmlns:a16="http://schemas.microsoft.com/office/drawing/2014/main" id="{BA79B0B2-8D0A-406C-A4E4-C059D2EA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2" name="p11-线-0152">
            <a:extLst xmlns:a="http://schemas.openxmlformats.org/drawingml/2006/main">
              <a:ext uri="{FF2B5EF4-FFF2-40B4-BE49-F238E27FC236}">
                <a16:creationId xmlns:a16="http://schemas.microsoft.com/office/drawing/2014/main" id="{4E0C3581-8C94-4323-90F2-B6AB3707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11-线-0153">
            <a:extLst xmlns:a="http://schemas.openxmlformats.org/drawingml/2006/main">
              <a:ext uri="{FF2B5EF4-FFF2-40B4-BE49-F238E27FC236}">
                <a16:creationId xmlns:a16="http://schemas.microsoft.com/office/drawing/2014/main" id="{AAAC0AEE-B443-442A-B50B-5582C835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11-线-0154">
            <a:extLst xmlns:a="http://schemas.openxmlformats.org/drawingml/2006/main">
              <a:ext uri="{FF2B5EF4-FFF2-40B4-BE49-F238E27FC236}">
                <a16:creationId xmlns:a16="http://schemas.microsoft.com/office/drawing/2014/main" id="{972A6554-2E7D-4BB3-8192-BA1C5250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5" name="p11-线-0155">
            <a:extLst xmlns:a="http://schemas.openxmlformats.org/drawingml/2006/main">
              <a:ext uri="{FF2B5EF4-FFF2-40B4-BE49-F238E27FC236}">
                <a16:creationId xmlns:a16="http://schemas.microsoft.com/office/drawing/2014/main" id="{CD79A7FB-5710-4464-A224-EE071C8C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11-线-0156">
            <a:extLst xmlns:a="http://schemas.openxmlformats.org/drawingml/2006/main">
              <a:ext uri="{FF2B5EF4-FFF2-40B4-BE49-F238E27FC236}">
                <a16:creationId xmlns:a16="http://schemas.microsoft.com/office/drawing/2014/main" id="{8CBDEBF8-2C40-44C2-A424-A16BA565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11-线-0157">
            <a:extLst xmlns:a="http://schemas.openxmlformats.org/drawingml/2006/main">
              <a:ext uri="{FF2B5EF4-FFF2-40B4-BE49-F238E27FC236}">
                <a16:creationId xmlns:a16="http://schemas.microsoft.com/office/drawing/2014/main" id="{5D21C1AC-D6CB-48EC-BF9E-C5091F79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8" name="p11-线-0158">
            <a:extLst xmlns:a="http://schemas.openxmlformats.org/drawingml/2006/main">
              <a:ext uri="{FF2B5EF4-FFF2-40B4-BE49-F238E27FC236}">
                <a16:creationId xmlns:a16="http://schemas.microsoft.com/office/drawing/2014/main" id="{1F40AC3F-C5BD-4B34-AAFB-7334CEC1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11-线-0159">
            <a:extLst xmlns:a="http://schemas.openxmlformats.org/drawingml/2006/main">
              <a:ext uri="{FF2B5EF4-FFF2-40B4-BE49-F238E27FC236}">
                <a16:creationId xmlns:a16="http://schemas.microsoft.com/office/drawing/2014/main" id="{3B79AAF7-4ADB-4CC6-8C67-6CB82810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11-线-0160">
            <a:extLst xmlns:a="http://schemas.openxmlformats.org/drawingml/2006/main">
              <a:ext uri="{FF2B5EF4-FFF2-40B4-BE49-F238E27FC236}">
                <a16:creationId xmlns:a16="http://schemas.microsoft.com/office/drawing/2014/main" id="{11271E81-F0B3-4609-8FC6-1C9B4D68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1" name="p11-线-0161">
            <a:extLst xmlns:a="http://schemas.openxmlformats.org/drawingml/2006/main">
              <a:ext uri="{FF2B5EF4-FFF2-40B4-BE49-F238E27FC236}">
                <a16:creationId xmlns:a16="http://schemas.microsoft.com/office/drawing/2014/main" id="{A41F2AF1-91EF-45A9-B7CA-0892CA29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11-线-0162">
            <a:extLst xmlns:a="http://schemas.openxmlformats.org/drawingml/2006/main">
              <a:ext uri="{FF2B5EF4-FFF2-40B4-BE49-F238E27FC236}">
                <a16:creationId xmlns:a16="http://schemas.microsoft.com/office/drawing/2014/main" id="{1BF8F005-FC55-45B5-AEF0-D16D9068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11-线-0163">
            <a:extLst xmlns:a="http://schemas.openxmlformats.org/drawingml/2006/main">
              <a:ext uri="{FF2B5EF4-FFF2-40B4-BE49-F238E27FC236}">
                <a16:creationId xmlns:a16="http://schemas.microsoft.com/office/drawing/2014/main" id="{6DA29632-36FD-443F-B162-B65DF75E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4" name="p11-线-0164">
            <a:extLst xmlns:a="http://schemas.openxmlformats.org/drawingml/2006/main">
              <a:ext uri="{FF2B5EF4-FFF2-40B4-BE49-F238E27FC236}">
                <a16:creationId xmlns:a16="http://schemas.microsoft.com/office/drawing/2014/main" id="{8D0FD654-93B8-4E3D-B6CC-533EC77F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11-线-0165">
            <a:extLst xmlns:a="http://schemas.openxmlformats.org/drawingml/2006/main">
              <a:ext uri="{FF2B5EF4-FFF2-40B4-BE49-F238E27FC236}">
                <a16:creationId xmlns:a16="http://schemas.microsoft.com/office/drawing/2014/main" id="{917C288B-512C-4D04-998C-A6885118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11-线-0166">
            <a:extLst xmlns:a="http://schemas.openxmlformats.org/drawingml/2006/main">
              <a:ext uri="{FF2B5EF4-FFF2-40B4-BE49-F238E27FC236}">
                <a16:creationId xmlns:a16="http://schemas.microsoft.com/office/drawing/2014/main" id="{BFB2157D-ACFE-4144-AE02-F994081B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7" name="p11-线-0167">
            <a:extLst xmlns:a="http://schemas.openxmlformats.org/drawingml/2006/main">
              <a:ext uri="{FF2B5EF4-FFF2-40B4-BE49-F238E27FC236}">
                <a16:creationId xmlns:a16="http://schemas.microsoft.com/office/drawing/2014/main" id="{E12F61CA-856A-4F88-9C05-B7F8B08F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11-线-0168">
            <a:extLst xmlns:a="http://schemas.openxmlformats.org/drawingml/2006/main">
              <a:ext uri="{FF2B5EF4-FFF2-40B4-BE49-F238E27FC236}">
                <a16:creationId xmlns:a16="http://schemas.microsoft.com/office/drawing/2014/main" id="{D62219E5-3EF0-44F1-ADEB-1E754D21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11-线-0169">
            <a:extLst xmlns:a="http://schemas.openxmlformats.org/drawingml/2006/main">
              <a:ext uri="{FF2B5EF4-FFF2-40B4-BE49-F238E27FC236}">
                <a16:creationId xmlns:a16="http://schemas.microsoft.com/office/drawing/2014/main" id="{147F85CA-62D1-41B6-BBFF-AF5250A1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0" name="p11-线-0170">
            <a:extLst xmlns:a="http://schemas.openxmlformats.org/drawingml/2006/main">
              <a:ext uri="{FF2B5EF4-FFF2-40B4-BE49-F238E27FC236}">
                <a16:creationId xmlns:a16="http://schemas.microsoft.com/office/drawing/2014/main" id="{CAB9BDEA-7289-4ED0-8A00-FD38CA02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9814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11-线-0171">
            <a:extLst xmlns:a="http://schemas.openxmlformats.org/drawingml/2006/main">
              <a:ext uri="{FF2B5EF4-FFF2-40B4-BE49-F238E27FC236}">
                <a16:creationId xmlns:a16="http://schemas.microsoft.com/office/drawing/2014/main" id="{5C788386-A331-4CF1-866B-820A142C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11-线-0172">
            <a:extLst xmlns:a="http://schemas.openxmlformats.org/drawingml/2006/main">
              <a:ext uri="{FF2B5EF4-FFF2-40B4-BE49-F238E27FC236}">
                <a16:creationId xmlns:a16="http://schemas.microsoft.com/office/drawing/2014/main" id="{0EA2207B-09D5-4F8D-9D15-609A0918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398145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3" name="p11-线-0173">
            <a:extLst xmlns:a="http://schemas.openxmlformats.org/drawingml/2006/main">
              <a:ext uri="{FF2B5EF4-FFF2-40B4-BE49-F238E27FC236}">
                <a16:creationId xmlns:a16="http://schemas.microsoft.com/office/drawing/2014/main" id="{ACAB3197-7AF3-4E2A-8817-FBC59BC4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9814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11-线-0174">
            <a:extLst xmlns:a="http://schemas.openxmlformats.org/drawingml/2006/main">
              <a:ext uri="{FF2B5EF4-FFF2-40B4-BE49-F238E27FC236}">
                <a16:creationId xmlns:a16="http://schemas.microsoft.com/office/drawing/2014/main" id="{0A211C20-DFBE-46DF-B394-E34D5FFE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11-线-0175">
            <a:extLst xmlns:a="http://schemas.openxmlformats.org/drawingml/2006/main">
              <a:ext uri="{FF2B5EF4-FFF2-40B4-BE49-F238E27FC236}">
                <a16:creationId xmlns:a16="http://schemas.microsoft.com/office/drawing/2014/main" id="{9FE0AD62-34E2-4175-A433-816F7BBC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11-线-0176">
            <a:extLst xmlns:a="http://schemas.openxmlformats.org/drawingml/2006/main">
              <a:ext uri="{FF2B5EF4-FFF2-40B4-BE49-F238E27FC236}">
                <a16:creationId xmlns:a16="http://schemas.microsoft.com/office/drawing/2014/main" id="{25ECF7A3-03C3-44AA-8E2F-011F65E8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7" name="p11-线-0177">
            <a:extLst xmlns:a="http://schemas.openxmlformats.org/drawingml/2006/main">
              <a:ext uri="{FF2B5EF4-FFF2-40B4-BE49-F238E27FC236}">
                <a16:creationId xmlns:a16="http://schemas.microsoft.com/office/drawing/2014/main" id="{9E9BBC28-6304-460B-988D-24D1D413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11-线-0178">
            <a:extLst xmlns:a="http://schemas.openxmlformats.org/drawingml/2006/main">
              <a:ext uri="{FF2B5EF4-FFF2-40B4-BE49-F238E27FC236}">
                <a16:creationId xmlns:a16="http://schemas.microsoft.com/office/drawing/2014/main" id="{B50C0FA6-55D1-4799-B6CD-B160BB51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11-线-0179">
            <a:extLst xmlns:a="http://schemas.openxmlformats.org/drawingml/2006/main">
              <a:ext uri="{FF2B5EF4-FFF2-40B4-BE49-F238E27FC236}">
                <a16:creationId xmlns:a16="http://schemas.microsoft.com/office/drawing/2014/main" id="{606936F1-1731-41CA-A8CE-759C0CBF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0" name="p11-线-0180">
            <a:extLst xmlns:a="http://schemas.openxmlformats.org/drawingml/2006/main">
              <a:ext uri="{FF2B5EF4-FFF2-40B4-BE49-F238E27FC236}">
                <a16:creationId xmlns:a16="http://schemas.microsoft.com/office/drawing/2014/main" id="{2E4DB62A-8DB3-4E3C-BDA5-A46614D1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11-线-0181">
            <a:extLst xmlns:a="http://schemas.openxmlformats.org/drawingml/2006/main">
              <a:ext uri="{FF2B5EF4-FFF2-40B4-BE49-F238E27FC236}">
                <a16:creationId xmlns:a16="http://schemas.microsoft.com/office/drawing/2014/main" id="{B9CE94C9-AF6D-437C-965E-250279EE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11-线-0182">
            <a:extLst xmlns:a="http://schemas.openxmlformats.org/drawingml/2006/main">
              <a:ext uri="{FF2B5EF4-FFF2-40B4-BE49-F238E27FC236}">
                <a16:creationId xmlns:a16="http://schemas.microsoft.com/office/drawing/2014/main" id="{927DB8DE-CF66-4773-95B5-23F1BA78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3" name="p11-线-0183">
            <a:extLst xmlns:a="http://schemas.openxmlformats.org/drawingml/2006/main">
              <a:ext uri="{FF2B5EF4-FFF2-40B4-BE49-F238E27FC236}">
                <a16:creationId xmlns:a16="http://schemas.microsoft.com/office/drawing/2014/main" id="{B3D632FC-485F-4AE6-A97C-1AB2F323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11-线-0184">
            <a:extLst xmlns:a="http://schemas.openxmlformats.org/drawingml/2006/main">
              <a:ext uri="{FF2B5EF4-FFF2-40B4-BE49-F238E27FC236}">
                <a16:creationId xmlns:a16="http://schemas.microsoft.com/office/drawing/2014/main" id="{E5AF4B5F-6EBA-467C-A504-AB98E071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11-线-0185">
            <a:extLst xmlns:a="http://schemas.openxmlformats.org/drawingml/2006/main">
              <a:ext uri="{FF2B5EF4-FFF2-40B4-BE49-F238E27FC236}">
                <a16:creationId xmlns:a16="http://schemas.microsoft.com/office/drawing/2014/main" id="{11F9FB8A-6C75-4198-A9F5-FDEF6D28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6" name="p11-线-0186">
            <a:extLst xmlns:a="http://schemas.openxmlformats.org/drawingml/2006/main">
              <a:ext uri="{FF2B5EF4-FFF2-40B4-BE49-F238E27FC236}">
                <a16:creationId xmlns:a16="http://schemas.microsoft.com/office/drawing/2014/main" id="{33C57D22-604C-4EE3-AB12-C68C7889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11-线-0187">
            <a:extLst xmlns:a="http://schemas.openxmlformats.org/drawingml/2006/main">
              <a:ext uri="{FF2B5EF4-FFF2-40B4-BE49-F238E27FC236}">
                <a16:creationId xmlns:a16="http://schemas.microsoft.com/office/drawing/2014/main" id="{4A10034F-EF2B-49C9-B423-3C4A0B32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11-线-0188">
            <a:extLst xmlns:a="http://schemas.openxmlformats.org/drawingml/2006/main">
              <a:ext uri="{FF2B5EF4-FFF2-40B4-BE49-F238E27FC236}">
                <a16:creationId xmlns:a16="http://schemas.microsoft.com/office/drawing/2014/main" id="{9640BEB2-1E14-4B5C-B6F0-A154D8E1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9" name="p11-线-0189">
            <a:extLst xmlns:a="http://schemas.openxmlformats.org/drawingml/2006/main">
              <a:ext uri="{FF2B5EF4-FFF2-40B4-BE49-F238E27FC236}">
                <a16:creationId xmlns:a16="http://schemas.microsoft.com/office/drawing/2014/main" id="{6092633A-1002-4AC3-8DFA-4F90D5B2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11-线-0190">
            <a:extLst xmlns:a="http://schemas.openxmlformats.org/drawingml/2006/main">
              <a:ext uri="{FF2B5EF4-FFF2-40B4-BE49-F238E27FC236}">
                <a16:creationId xmlns:a16="http://schemas.microsoft.com/office/drawing/2014/main" id="{AE7A1354-122E-45E0-BA40-377BD2A2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11-线-0191">
            <a:extLst xmlns:a="http://schemas.openxmlformats.org/drawingml/2006/main">
              <a:ext uri="{FF2B5EF4-FFF2-40B4-BE49-F238E27FC236}">
                <a16:creationId xmlns:a16="http://schemas.microsoft.com/office/drawing/2014/main" id="{39E8C51B-559E-4493-898A-84C674E3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2" name="p11-线-0192">
            <a:extLst xmlns:a="http://schemas.openxmlformats.org/drawingml/2006/main">
              <a:ext uri="{FF2B5EF4-FFF2-40B4-BE49-F238E27FC236}">
                <a16:creationId xmlns:a16="http://schemas.microsoft.com/office/drawing/2014/main" id="{CFD31019-3B83-4DF4-9412-37F81E72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11-线-0193">
            <a:extLst xmlns:a="http://schemas.openxmlformats.org/drawingml/2006/main">
              <a:ext uri="{FF2B5EF4-FFF2-40B4-BE49-F238E27FC236}">
                <a16:creationId xmlns:a16="http://schemas.microsoft.com/office/drawing/2014/main" id="{2770F95B-E380-4038-8297-295D11AA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11-线-0194">
            <a:extLst xmlns:a="http://schemas.openxmlformats.org/drawingml/2006/main">
              <a:ext uri="{FF2B5EF4-FFF2-40B4-BE49-F238E27FC236}">
                <a16:creationId xmlns:a16="http://schemas.microsoft.com/office/drawing/2014/main" id="{1CF21A4A-3BEA-4D2C-BE83-ECFBE33F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5" name="p11-线-0195">
            <a:extLst xmlns:a="http://schemas.openxmlformats.org/drawingml/2006/main">
              <a:ext uri="{FF2B5EF4-FFF2-40B4-BE49-F238E27FC236}">
                <a16:creationId xmlns:a16="http://schemas.microsoft.com/office/drawing/2014/main" id="{65E79D06-0E34-4229-8765-4F9D7962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11-线-0196">
            <a:extLst xmlns:a="http://schemas.openxmlformats.org/drawingml/2006/main">
              <a:ext uri="{FF2B5EF4-FFF2-40B4-BE49-F238E27FC236}">
                <a16:creationId xmlns:a16="http://schemas.microsoft.com/office/drawing/2014/main" id="{1B083D60-A5DB-40C9-9362-717D6057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11-线-0197">
            <a:extLst xmlns:a="http://schemas.openxmlformats.org/drawingml/2006/main">
              <a:ext uri="{FF2B5EF4-FFF2-40B4-BE49-F238E27FC236}">
                <a16:creationId xmlns:a16="http://schemas.microsoft.com/office/drawing/2014/main" id="{AE180211-C3C7-4C8E-8663-72C9F26E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8" name="p11-线-0198">
            <a:extLst xmlns:a="http://schemas.openxmlformats.org/drawingml/2006/main">
              <a:ext uri="{FF2B5EF4-FFF2-40B4-BE49-F238E27FC236}">
                <a16:creationId xmlns:a16="http://schemas.microsoft.com/office/drawing/2014/main" id="{571830F8-75FE-49D1-8247-7ED077AD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11-线-0199">
            <a:extLst xmlns:a="http://schemas.openxmlformats.org/drawingml/2006/main">
              <a:ext uri="{FF2B5EF4-FFF2-40B4-BE49-F238E27FC236}">
                <a16:creationId xmlns:a16="http://schemas.microsoft.com/office/drawing/2014/main" id="{F4F754F9-9837-4EBE-B6AE-7C74A312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11-线-0200">
            <a:extLst xmlns:a="http://schemas.openxmlformats.org/drawingml/2006/main">
              <a:ext uri="{FF2B5EF4-FFF2-40B4-BE49-F238E27FC236}">
                <a16:creationId xmlns:a16="http://schemas.microsoft.com/office/drawing/2014/main" id="{363DE0C1-5780-4819-83EC-E57ADD07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1" name="p11-线-0201">
            <a:extLst xmlns:a="http://schemas.openxmlformats.org/drawingml/2006/main">
              <a:ext uri="{FF2B5EF4-FFF2-40B4-BE49-F238E27FC236}">
                <a16:creationId xmlns:a16="http://schemas.microsoft.com/office/drawing/2014/main" id="{0BD6C7F7-EEAA-47BA-A526-476AD71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411480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11-线-0202">
            <a:extLst xmlns:a="http://schemas.openxmlformats.org/drawingml/2006/main">
              <a:ext uri="{FF2B5EF4-FFF2-40B4-BE49-F238E27FC236}">
                <a16:creationId xmlns:a16="http://schemas.microsoft.com/office/drawing/2014/main" id="{064FD4BA-1D1C-48EA-8CC5-893FAA47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11-线-0203">
            <a:extLst xmlns:a="http://schemas.openxmlformats.org/drawingml/2006/main">
              <a:ext uri="{FF2B5EF4-FFF2-40B4-BE49-F238E27FC236}">
                <a16:creationId xmlns:a16="http://schemas.microsoft.com/office/drawing/2014/main" id="{879328C2-CB50-4C89-AA85-B7889C41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4114800"/>
            <a:ext cx="144780" cy="133350"/>
          </a:xfrm>
          <a:custGeom xmlns:a="http://schemas.openxmlformats.org/drawingml/2006/main">
            <a:pathLst>
              <a:path w="144780" h="133350">
                <a:moveTo>
                  <a:pt x="0" y="0"/>
                </a:moveTo>
                <a:lnTo>
                  <a:pt x="14478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4" name="p11-线-0204">
            <a:extLst xmlns:a="http://schemas.openxmlformats.org/drawingml/2006/main">
              <a:ext uri="{FF2B5EF4-FFF2-40B4-BE49-F238E27FC236}">
                <a16:creationId xmlns:a16="http://schemas.microsoft.com/office/drawing/2014/main" id="{B7515ACA-0424-49AA-B510-F64A9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41148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11-线-0205">
            <a:extLst xmlns:a="http://schemas.openxmlformats.org/drawingml/2006/main">
              <a:ext uri="{FF2B5EF4-FFF2-40B4-BE49-F238E27FC236}">
                <a16:creationId xmlns:a16="http://schemas.microsoft.com/office/drawing/2014/main" id="{DCB333B0-5253-4C3E-843E-9FFEF09E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11-线-0206">
            <a:extLst xmlns:a="http://schemas.openxmlformats.org/drawingml/2006/main">
              <a:ext uri="{FF2B5EF4-FFF2-40B4-BE49-F238E27FC236}">
                <a16:creationId xmlns:a16="http://schemas.microsoft.com/office/drawing/2014/main" id="{0FAE3C15-7240-4902-B7FA-904F0D62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11-线-0207">
            <a:extLst xmlns:a="http://schemas.openxmlformats.org/drawingml/2006/main">
              <a:ext uri="{FF2B5EF4-FFF2-40B4-BE49-F238E27FC236}">
                <a16:creationId xmlns:a16="http://schemas.microsoft.com/office/drawing/2014/main" id="{E69E091F-9C2F-4CCB-8253-9B4F5B9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11-线-0208">
            <a:extLst xmlns:a="http://schemas.openxmlformats.org/drawingml/2006/main">
              <a:ext uri="{FF2B5EF4-FFF2-40B4-BE49-F238E27FC236}">
                <a16:creationId xmlns:a16="http://schemas.microsoft.com/office/drawing/2014/main" id="{AFFA33B9-0259-439E-A293-04B27227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11-线-0209">
            <a:extLst xmlns:a="http://schemas.openxmlformats.org/drawingml/2006/main">
              <a:ext uri="{FF2B5EF4-FFF2-40B4-BE49-F238E27FC236}">
                <a16:creationId xmlns:a16="http://schemas.microsoft.com/office/drawing/2014/main" id="{EBF46F79-E445-44E4-B733-B0C04DDF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11-线-0210">
            <a:extLst xmlns:a="http://schemas.openxmlformats.org/drawingml/2006/main">
              <a:ext uri="{FF2B5EF4-FFF2-40B4-BE49-F238E27FC236}">
                <a16:creationId xmlns:a16="http://schemas.microsoft.com/office/drawing/2014/main" id="{9B93302D-7132-4168-8B80-DF742449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11-线-0211">
            <a:extLst xmlns:a="http://schemas.openxmlformats.org/drawingml/2006/main">
              <a:ext uri="{FF2B5EF4-FFF2-40B4-BE49-F238E27FC236}">
                <a16:creationId xmlns:a16="http://schemas.microsoft.com/office/drawing/2014/main" id="{53C675DF-A1BF-4DD2-9F64-3057B04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85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11-线-0212">
            <a:extLst xmlns:a="http://schemas.openxmlformats.org/drawingml/2006/main">
              <a:ext uri="{FF2B5EF4-FFF2-40B4-BE49-F238E27FC236}">
                <a16:creationId xmlns:a16="http://schemas.microsoft.com/office/drawing/2014/main" id="{A70755E5-6680-406F-827D-750A24FA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63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11-线-0213">
            <a:extLst xmlns:a="http://schemas.openxmlformats.org/drawingml/2006/main">
              <a:ext uri="{FF2B5EF4-FFF2-40B4-BE49-F238E27FC236}">
                <a16:creationId xmlns:a16="http://schemas.microsoft.com/office/drawing/2014/main" id="{D55CE961-3FD9-474B-8FA0-6713EF72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41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11-线-0214">
            <a:extLst xmlns:a="http://schemas.openxmlformats.org/drawingml/2006/main">
              <a:ext uri="{FF2B5EF4-FFF2-40B4-BE49-F238E27FC236}">
                <a16:creationId xmlns:a16="http://schemas.microsoft.com/office/drawing/2014/main" id="{240619BD-1BA1-4828-AA85-ADE779AA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1195" y="4248150"/>
            <a:ext cx="144780" cy="95"/>
          </a:xfrm>
          <a:custGeom xmlns:a="http://schemas.openxmlformats.org/drawingml/2006/main">
            <a:pathLst>
              <a:path w="144780" h="95">
                <a:moveTo>
                  <a:pt x="0" y="0"/>
                </a:moveTo>
                <a:lnTo>
                  <a:pt x="1447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11-椭圆-0215">
            <a:extLst xmlns:a="http://schemas.openxmlformats.org/drawingml/2006/main">
              <a:ext uri="{FF2B5EF4-FFF2-40B4-BE49-F238E27FC236}">
                <a16:creationId xmlns:a16="http://schemas.microsoft.com/office/drawing/2014/main" id="{7507EACF-A2A7-4364-947E-E31C569D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23" y="3656005"/>
            <a:ext cx="146863" cy="117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6" name="p11-椭圆-0216">
            <a:extLst xmlns:a="http://schemas.openxmlformats.org/drawingml/2006/main">
              <a:ext uri="{FF2B5EF4-FFF2-40B4-BE49-F238E27FC236}">
                <a16:creationId xmlns:a16="http://schemas.microsoft.com/office/drawing/2014/main" id="{EDFE49F3-D1FC-4D80-9029-F54F7B8F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73" y="3664877"/>
            <a:ext cx="124684" cy="997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7" name="p11-椭圆-0217">
            <a:extLst xmlns:a="http://schemas.openxmlformats.org/drawingml/2006/main">
              <a:ext uri="{FF2B5EF4-FFF2-40B4-BE49-F238E27FC236}">
                <a16:creationId xmlns:a16="http://schemas.microsoft.com/office/drawing/2014/main" id="{F87D6EA3-5291-4C65-B350-883FED5E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443" y="3651844"/>
            <a:ext cx="157265" cy="1258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8" name="p11-椭圆-0218">
            <a:extLst xmlns:a="http://schemas.openxmlformats.org/drawingml/2006/main">
              <a:ext uri="{FF2B5EF4-FFF2-40B4-BE49-F238E27FC236}">
                <a16:creationId xmlns:a16="http://schemas.microsoft.com/office/drawing/2014/main" id="{DEA2C9AB-2F6A-4149-9079-4DE0B652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71" y="3653819"/>
            <a:ext cx="152327" cy="121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9" name="p11-椭圆-0219">
            <a:extLst xmlns:a="http://schemas.openxmlformats.org/drawingml/2006/main">
              <a:ext uri="{FF2B5EF4-FFF2-40B4-BE49-F238E27FC236}">
                <a16:creationId xmlns:a16="http://schemas.microsoft.com/office/drawing/2014/main" id="{8E7C461C-A376-4618-A136-9633FCA1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267" y="3665208"/>
            <a:ext cx="123856" cy="990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0" name="p11-椭圆-0220">
            <a:extLst xmlns:a="http://schemas.openxmlformats.org/drawingml/2006/main">
              <a:ext uri="{FF2B5EF4-FFF2-40B4-BE49-F238E27FC236}">
                <a16:creationId xmlns:a16="http://schemas.microsoft.com/office/drawing/2014/main" id="{D113E342-CC54-4FBC-AD27-8EA2ED9D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13" y="3931577"/>
            <a:ext cx="124684" cy="997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1" name="p11-椭圆-0221">
            <a:extLst xmlns:a="http://schemas.openxmlformats.org/drawingml/2006/main">
              <a:ext uri="{FF2B5EF4-FFF2-40B4-BE49-F238E27FC236}">
                <a16:creationId xmlns:a16="http://schemas.microsoft.com/office/drawing/2014/main" id="{92907E03-F6BB-4984-A83A-16981860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883" y="3918544"/>
            <a:ext cx="157265" cy="1258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2" name="p11-椭圆-0222">
            <a:extLst xmlns:a="http://schemas.openxmlformats.org/drawingml/2006/main">
              <a:ext uri="{FF2B5EF4-FFF2-40B4-BE49-F238E27FC236}">
                <a16:creationId xmlns:a16="http://schemas.microsoft.com/office/drawing/2014/main" id="{968E051F-C20A-4784-A25D-57E559E4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911" y="3920519"/>
            <a:ext cx="152327" cy="121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3" name="p11-椭圆-0223">
            <a:extLst xmlns:a="http://schemas.openxmlformats.org/drawingml/2006/main">
              <a:ext uri="{FF2B5EF4-FFF2-40B4-BE49-F238E27FC236}">
                <a16:creationId xmlns:a16="http://schemas.microsoft.com/office/drawing/2014/main" id="{3C9911EE-941D-4C24-8744-B4C133E8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07" y="3931908"/>
            <a:ext cx="123856" cy="990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11-椭圆-0224">
            <a:extLst xmlns:a="http://schemas.openxmlformats.org/drawingml/2006/main">
              <a:ext uri="{FF2B5EF4-FFF2-40B4-BE49-F238E27FC236}">
                <a16:creationId xmlns:a16="http://schemas.microsoft.com/office/drawing/2014/main" id="{23CF2490-5F2E-49C2-80DF-127AC3A6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950" y="3920454"/>
            <a:ext cx="152490" cy="1219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11-路径-0225">
            <a:extLst xmlns:a="http://schemas.openxmlformats.org/drawingml/2006/main">
              <a:ext uri="{FF2B5EF4-FFF2-40B4-BE49-F238E27FC236}">
                <a16:creationId xmlns:a16="http://schemas.microsoft.com/office/drawing/2014/main" id="{06F07A78-F4AC-4D31-BC88-492C8BA1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4118"/>
            <a:ext cx="1295400" cy="141240"/>
          </a:xfrm>
          <a:custGeom xmlns:a="http://schemas.openxmlformats.org/drawingml/2006/main">
            <a:pathLst>
              <a:path w="1295400" h="141240">
                <a:moveTo>
                  <a:pt x="0" y="57980"/>
                </a:moveTo>
                <a:lnTo>
                  <a:pt x="34004" y="39109"/>
                </a:lnTo>
                <a:lnTo>
                  <a:pt x="68838" y="24308"/>
                </a:lnTo>
                <a:lnTo>
                  <a:pt x="104460" y="13286"/>
                </a:lnTo>
                <a:lnTo>
                  <a:pt x="140829" y="5755"/>
                </a:lnTo>
                <a:lnTo>
                  <a:pt x="177904" y="1423"/>
                </a:lnTo>
                <a:lnTo>
                  <a:pt x="215644" y="0"/>
                </a:lnTo>
                <a:lnTo>
                  <a:pt x="254007" y="1197"/>
                </a:lnTo>
                <a:lnTo>
                  <a:pt x="292953" y="4723"/>
                </a:lnTo>
                <a:lnTo>
                  <a:pt x="332441" y="10289"/>
                </a:lnTo>
                <a:lnTo>
                  <a:pt x="372428" y="17604"/>
                </a:lnTo>
                <a:lnTo>
                  <a:pt x="453740" y="36321"/>
                </a:lnTo>
                <a:lnTo>
                  <a:pt x="620554" y="81983"/>
                </a:lnTo>
                <a:lnTo>
                  <a:pt x="705398" y="104286"/>
                </a:lnTo>
                <a:lnTo>
                  <a:pt x="790761" y="123144"/>
                </a:lnTo>
                <a:lnTo>
                  <a:pt x="833534" y="130556"/>
                </a:lnTo>
                <a:lnTo>
                  <a:pt x="876314" y="136236"/>
                </a:lnTo>
                <a:lnTo>
                  <a:pt x="919059" y="139894"/>
                </a:lnTo>
                <a:lnTo>
                  <a:pt x="961727" y="141240"/>
                </a:lnTo>
                <a:lnTo>
                  <a:pt x="1004279" y="139985"/>
                </a:lnTo>
                <a:lnTo>
                  <a:pt x="1046672" y="135837"/>
                </a:lnTo>
                <a:lnTo>
                  <a:pt x="1088866" y="128508"/>
                </a:lnTo>
                <a:lnTo>
                  <a:pt x="1130818" y="117706"/>
                </a:lnTo>
                <a:lnTo>
                  <a:pt x="1172489" y="103142"/>
                </a:lnTo>
                <a:lnTo>
                  <a:pt x="1213838" y="84526"/>
                </a:lnTo>
                <a:lnTo>
                  <a:pt x="1254821" y="61568"/>
                </a:lnTo>
                <a:lnTo>
                  <a:pt x="1295400" y="33977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26" name="p11-文本-0226">
            <a:extLst xmlns:a="http://schemas.openxmlformats.org/drawingml/2006/main">
              <a:ext uri="{FF2B5EF4-FFF2-40B4-BE49-F238E27FC236}">
                <a16:creationId xmlns:a16="http://schemas.microsoft.com/office/drawing/2014/main" id="{17747507-0676-4C95-B368-64AB5E7D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543416"/>
            <a:ext cx="14954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识别形态与连接关系</a:t>
            </a:r>
          </a:p>
        </p:txBody>
      </p:sp>
      <p:sp>
        <p:nvSpPr>
          <p:cNvPr id="227" name="p11-文本-0227">
            <a:extLst xmlns:a="http://schemas.openxmlformats.org/drawingml/2006/main">
              <a:ext uri="{FF2B5EF4-FFF2-40B4-BE49-F238E27FC236}">
                <a16:creationId xmlns:a16="http://schemas.microsoft.com/office/drawing/2014/main" id="{07E5FE01-3DF4-4147-986A-1D7AD3A3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819641"/>
            <a:ext cx="11715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保留来源与条件</a:t>
            </a:r>
          </a:p>
        </p:txBody>
      </p:sp>
      <p:sp>
        <p:nvSpPr>
          <p:cNvPr id="228" name="p11-路径-0228">
            <a:extLst xmlns:a="http://schemas.openxmlformats.org/drawingml/2006/main">
              <a:ext uri="{FF2B5EF4-FFF2-40B4-BE49-F238E27FC236}">
                <a16:creationId xmlns:a16="http://schemas.microsoft.com/office/drawing/2014/main" id="{46C91E38-64B9-45B5-B27F-E11DEDA4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639312"/>
            <a:ext cx="657225" cy="188976"/>
          </a:xfrm>
          <a:custGeom xmlns:a="http://schemas.openxmlformats.org/drawingml/2006/main">
            <a:pathLst>
              <a:path w="657225" h="188976">
                <a:moveTo>
                  <a:pt x="0" y="137351"/>
                </a:moveTo>
                <a:lnTo>
                  <a:pt x="504825" y="137351"/>
                </a:lnTo>
                <a:lnTo>
                  <a:pt x="504825" y="188976"/>
                </a:lnTo>
                <a:lnTo>
                  <a:pt x="657225" y="94488"/>
                </a:lnTo>
                <a:lnTo>
                  <a:pt x="504825" y="0"/>
                </a:lnTo>
                <a:lnTo>
                  <a:pt x="50482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9" name="p11-矩形-0229">
            <a:extLst xmlns:a="http://schemas.openxmlformats.org/drawingml/2006/main">
              <a:ext uri="{FF2B5EF4-FFF2-40B4-BE49-F238E27FC236}">
                <a16:creationId xmlns:a16="http://schemas.microsoft.com/office/drawing/2014/main" id="{668A6A38-FD62-49F0-88F7-963B2A4F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9580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0" name="p11-文本-0230">
            <a:extLst xmlns:a="http://schemas.openxmlformats.org/drawingml/2006/main">
              <a:ext uri="{FF2B5EF4-FFF2-40B4-BE49-F238E27FC236}">
                <a16:creationId xmlns:a16="http://schemas.microsoft.com/office/drawing/2014/main" id="{202F1A2D-6D83-40D8-92AB-636B809C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22" y="4517324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特征空间近邻</a:t>
            </a:r>
          </a:p>
        </p:txBody>
      </p:sp>
      <p:sp>
        <p:nvSpPr>
          <p:cNvPr id="231" name="p11-线-0231">
            <a:extLst xmlns:a="http://schemas.openxmlformats.org/drawingml/2006/main">
              <a:ext uri="{FF2B5EF4-FFF2-40B4-BE49-F238E27FC236}">
                <a16:creationId xmlns:a16="http://schemas.microsoft.com/office/drawing/2014/main" id="{BBBD754A-D5AB-42C3-995E-9F6589EF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903" y="5344668"/>
            <a:ext cx="327002" cy="151323"/>
          </a:xfrm>
          <a:custGeom xmlns:a="http://schemas.openxmlformats.org/drawingml/2006/main">
            <a:pathLst>
              <a:path w="327002" h="151323">
                <a:moveTo>
                  <a:pt x="327002" y="0"/>
                </a:moveTo>
                <a:lnTo>
                  <a:pt x="0" y="15132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2" name="p11-线-0232">
            <a:extLst xmlns:a="http://schemas.openxmlformats.org/drawingml/2006/main">
              <a:ext uri="{FF2B5EF4-FFF2-40B4-BE49-F238E27FC236}">
                <a16:creationId xmlns:a16="http://schemas.microsoft.com/office/drawing/2014/main" id="{985262B9-F34F-4426-8855-6F24DB00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191" y="5344668"/>
            <a:ext cx="73714" cy="177804"/>
          </a:xfrm>
          <a:custGeom xmlns:a="http://schemas.openxmlformats.org/drawingml/2006/main">
            <a:pathLst>
              <a:path w="73714" h="177804">
                <a:moveTo>
                  <a:pt x="73714" y="0"/>
                </a:moveTo>
                <a:lnTo>
                  <a:pt x="0" y="177804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3" name="p11-线-0233">
            <a:extLst xmlns:a="http://schemas.openxmlformats.org/drawingml/2006/main">
              <a:ext uri="{FF2B5EF4-FFF2-40B4-BE49-F238E27FC236}">
                <a16:creationId xmlns:a16="http://schemas.microsoft.com/office/drawing/2014/main" id="{4766F28C-7DD4-4145-B03B-DC396B20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903" y="5121499"/>
            <a:ext cx="155256" cy="374491"/>
          </a:xfrm>
          <a:custGeom xmlns:a="http://schemas.openxmlformats.org/drawingml/2006/main">
            <a:pathLst>
              <a:path w="155256" h="374491">
                <a:moveTo>
                  <a:pt x="0" y="374491"/>
                </a:moveTo>
                <a:lnTo>
                  <a:pt x="1552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4" name="p11-线-0234">
            <a:extLst xmlns:a="http://schemas.openxmlformats.org/drawingml/2006/main">
              <a:ext uri="{FF2B5EF4-FFF2-40B4-BE49-F238E27FC236}">
                <a16:creationId xmlns:a16="http://schemas.microsoft.com/office/drawing/2014/main" id="{1AD02D7C-8E7C-4206-8B7B-C02A4309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59" y="5305614"/>
            <a:ext cx="46544" cy="190377"/>
          </a:xfrm>
          <a:custGeom xmlns:a="http://schemas.openxmlformats.org/drawingml/2006/main">
            <a:pathLst>
              <a:path w="46544" h="190377">
                <a:moveTo>
                  <a:pt x="46544" y="1903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5" name="p11-线-0235">
            <a:extLst xmlns:a="http://schemas.openxmlformats.org/drawingml/2006/main">
              <a:ext uri="{FF2B5EF4-FFF2-40B4-BE49-F238E27FC236}">
                <a16:creationId xmlns:a16="http://schemas.microsoft.com/office/drawing/2014/main" id="{67330E59-41D6-4DA2-A207-0227E5A4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60" y="5121499"/>
            <a:ext cx="98032" cy="400973"/>
          </a:xfrm>
          <a:custGeom xmlns:a="http://schemas.openxmlformats.org/drawingml/2006/main">
            <a:pathLst>
              <a:path w="98032" h="400973">
                <a:moveTo>
                  <a:pt x="0" y="0"/>
                </a:moveTo>
                <a:lnTo>
                  <a:pt x="98032" y="40097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6" name="p11-线-0236">
            <a:extLst xmlns:a="http://schemas.openxmlformats.org/drawingml/2006/main">
              <a:ext uri="{FF2B5EF4-FFF2-40B4-BE49-F238E27FC236}">
                <a16:creationId xmlns:a16="http://schemas.microsoft.com/office/drawing/2014/main" id="{40CFA002-7BEE-4894-BD76-A03E8C18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60" y="5121499"/>
            <a:ext cx="142357" cy="102961"/>
          </a:xfrm>
          <a:custGeom xmlns:a="http://schemas.openxmlformats.org/drawingml/2006/main">
            <a:pathLst>
              <a:path w="142357" h="102961">
                <a:moveTo>
                  <a:pt x="0" y="0"/>
                </a:moveTo>
                <a:lnTo>
                  <a:pt x="142357" y="102961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7" name="p11-线-0237">
            <a:extLst xmlns:a="http://schemas.openxmlformats.org/drawingml/2006/main">
              <a:ext uri="{FF2B5EF4-FFF2-40B4-BE49-F238E27FC236}">
                <a16:creationId xmlns:a16="http://schemas.microsoft.com/office/drawing/2014/main" id="{878DBB39-6178-4406-B2D5-A73412F2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59" y="5305614"/>
            <a:ext cx="299832" cy="216858"/>
          </a:xfrm>
          <a:custGeom xmlns:a="http://schemas.openxmlformats.org/drawingml/2006/main">
            <a:pathLst>
              <a:path w="299832" h="216858">
                <a:moveTo>
                  <a:pt x="299832" y="21685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8" name="p11-线-0238">
            <a:extLst xmlns:a="http://schemas.openxmlformats.org/drawingml/2006/main">
              <a:ext uri="{FF2B5EF4-FFF2-40B4-BE49-F238E27FC236}">
                <a16:creationId xmlns:a16="http://schemas.microsoft.com/office/drawing/2014/main" id="{9292D2C8-3D9C-4031-9471-84DDBA7D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191" y="5522472"/>
            <a:ext cx="256461" cy="158546"/>
          </a:xfrm>
          <a:custGeom xmlns:a="http://schemas.openxmlformats.org/drawingml/2006/main">
            <a:pathLst>
              <a:path w="256461" h="158546">
                <a:moveTo>
                  <a:pt x="0" y="0"/>
                </a:moveTo>
                <a:lnTo>
                  <a:pt x="256461" y="158546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9" name="p11-线-0239">
            <a:extLst xmlns:a="http://schemas.openxmlformats.org/drawingml/2006/main">
              <a:ext uri="{FF2B5EF4-FFF2-40B4-BE49-F238E27FC236}">
                <a16:creationId xmlns:a16="http://schemas.microsoft.com/office/drawing/2014/main" id="{7C90A021-A61E-4192-B725-196F719A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59" y="5224461"/>
            <a:ext cx="344157" cy="81153"/>
          </a:xfrm>
          <a:custGeom xmlns:a="http://schemas.openxmlformats.org/drawingml/2006/main">
            <a:pathLst>
              <a:path w="344157" h="81153">
                <a:moveTo>
                  <a:pt x="0" y="81153"/>
                </a:moveTo>
                <a:lnTo>
                  <a:pt x="344157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0" name="p11-线-0240">
            <a:extLst xmlns:a="http://schemas.openxmlformats.org/drawingml/2006/main">
              <a:ext uri="{FF2B5EF4-FFF2-40B4-BE49-F238E27FC236}">
                <a16:creationId xmlns:a16="http://schemas.microsoft.com/office/drawing/2014/main" id="{C8829C38-7572-4BD9-8EF0-A7D348CC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59" y="5265843"/>
            <a:ext cx="518488" cy="39771"/>
          </a:xfrm>
          <a:custGeom xmlns:a="http://schemas.openxmlformats.org/drawingml/2006/main">
            <a:pathLst>
              <a:path w="518488" h="39771">
                <a:moveTo>
                  <a:pt x="0" y="39771"/>
                </a:moveTo>
                <a:lnTo>
                  <a:pt x="5184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1" name="p11-线-0241">
            <a:extLst xmlns:a="http://schemas.openxmlformats.org/drawingml/2006/main">
              <a:ext uri="{FF2B5EF4-FFF2-40B4-BE49-F238E27FC236}">
                <a16:creationId xmlns:a16="http://schemas.microsoft.com/office/drawing/2014/main" id="{878FE3CD-40C7-4D64-87FA-2644954C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16" y="5224461"/>
            <a:ext cx="212136" cy="456557"/>
          </a:xfrm>
          <a:custGeom xmlns:a="http://schemas.openxmlformats.org/drawingml/2006/main">
            <a:pathLst>
              <a:path w="212136" h="456557">
                <a:moveTo>
                  <a:pt x="0" y="0"/>
                </a:moveTo>
                <a:lnTo>
                  <a:pt x="212136" y="456557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2" name="p11-线-0242">
            <a:extLst xmlns:a="http://schemas.openxmlformats.org/drawingml/2006/main">
              <a:ext uri="{FF2B5EF4-FFF2-40B4-BE49-F238E27FC236}">
                <a16:creationId xmlns:a16="http://schemas.microsoft.com/office/drawing/2014/main" id="{C03C0E8B-FEE2-4145-9BF8-5C28D5A7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16" y="5224461"/>
            <a:ext cx="437811" cy="317135"/>
          </a:xfrm>
          <a:custGeom xmlns:a="http://schemas.openxmlformats.org/drawingml/2006/main">
            <a:pathLst>
              <a:path w="437811" h="317135">
                <a:moveTo>
                  <a:pt x="0" y="0"/>
                </a:moveTo>
                <a:lnTo>
                  <a:pt x="437811" y="31713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3" name="p11-线-0243">
            <a:extLst xmlns:a="http://schemas.openxmlformats.org/drawingml/2006/main">
              <a:ext uri="{FF2B5EF4-FFF2-40B4-BE49-F238E27FC236}">
                <a16:creationId xmlns:a16="http://schemas.microsoft.com/office/drawing/2014/main" id="{7D64C468-9CEB-48F2-B5B3-D25A3308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847" y="5265843"/>
            <a:ext cx="37805" cy="415174"/>
          </a:xfrm>
          <a:custGeom xmlns:a="http://schemas.openxmlformats.org/drawingml/2006/main">
            <a:pathLst>
              <a:path w="37805" h="415174">
                <a:moveTo>
                  <a:pt x="37805" y="41517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4" name="p11-线-0244">
            <a:extLst xmlns:a="http://schemas.openxmlformats.org/drawingml/2006/main">
              <a:ext uri="{FF2B5EF4-FFF2-40B4-BE49-F238E27FC236}">
                <a16:creationId xmlns:a16="http://schemas.microsoft.com/office/drawing/2014/main" id="{A8825BAA-BB71-48B4-B835-DA8D0F2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554" y="5550094"/>
            <a:ext cx="125097" cy="130924"/>
          </a:xfrm>
          <a:custGeom xmlns:a="http://schemas.openxmlformats.org/drawingml/2006/main">
            <a:pathLst>
              <a:path w="125097" h="130924">
                <a:moveTo>
                  <a:pt x="125097" y="1309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5" name="p11-线-0245">
            <a:extLst xmlns:a="http://schemas.openxmlformats.org/drawingml/2006/main">
              <a:ext uri="{FF2B5EF4-FFF2-40B4-BE49-F238E27FC236}">
                <a16:creationId xmlns:a16="http://schemas.microsoft.com/office/drawing/2014/main" id="{4A785D2F-90D0-408B-8147-EEE86C2F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847" y="5265843"/>
            <a:ext cx="263481" cy="275752"/>
          </a:xfrm>
          <a:custGeom xmlns:a="http://schemas.openxmlformats.org/drawingml/2006/main">
            <a:pathLst>
              <a:path w="263481" h="275752">
                <a:moveTo>
                  <a:pt x="0" y="0"/>
                </a:moveTo>
                <a:lnTo>
                  <a:pt x="263481" y="275752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6" name="p11-线-0246">
            <a:extLst xmlns:a="http://schemas.openxmlformats.org/drawingml/2006/main">
              <a:ext uri="{FF2B5EF4-FFF2-40B4-BE49-F238E27FC236}">
                <a16:creationId xmlns:a16="http://schemas.microsoft.com/office/drawing/2014/main" id="{26F7C0AC-989E-462E-9C8F-0620B975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847" y="5261808"/>
            <a:ext cx="166543" cy="4035"/>
          </a:xfrm>
          <a:custGeom xmlns:a="http://schemas.openxmlformats.org/drawingml/2006/main">
            <a:pathLst>
              <a:path w="166543" h="4035">
                <a:moveTo>
                  <a:pt x="0" y="4035"/>
                </a:moveTo>
                <a:lnTo>
                  <a:pt x="1665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7" name="p11-线-0247">
            <a:extLst xmlns:a="http://schemas.openxmlformats.org/drawingml/2006/main">
              <a:ext uri="{FF2B5EF4-FFF2-40B4-BE49-F238E27FC236}">
                <a16:creationId xmlns:a16="http://schemas.microsoft.com/office/drawing/2014/main" id="{84324795-B34C-43AC-B76E-650CBB33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554" y="5541595"/>
            <a:ext cx="350773" cy="8499"/>
          </a:xfrm>
          <a:custGeom xmlns:a="http://schemas.openxmlformats.org/drawingml/2006/main">
            <a:pathLst>
              <a:path w="350773" h="8499">
                <a:moveTo>
                  <a:pt x="350773" y="0"/>
                </a:moveTo>
                <a:lnTo>
                  <a:pt x="0" y="8499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8" name="p11-线-0248">
            <a:extLst xmlns:a="http://schemas.openxmlformats.org/drawingml/2006/main">
              <a:ext uri="{FF2B5EF4-FFF2-40B4-BE49-F238E27FC236}">
                <a16:creationId xmlns:a16="http://schemas.microsoft.com/office/drawing/2014/main" id="{4B5BA181-1B91-4542-88D4-515277E8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810" y="5541595"/>
            <a:ext cx="120518" cy="136874"/>
          </a:xfrm>
          <a:custGeom xmlns:a="http://schemas.openxmlformats.org/drawingml/2006/main">
            <a:pathLst>
              <a:path w="120518" h="136874">
                <a:moveTo>
                  <a:pt x="120518" y="0"/>
                </a:moveTo>
                <a:lnTo>
                  <a:pt x="0" y="136874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49" name="p11-线-0249">
            <a:extLst xmlns:a="http://schemas.openxmlformats.org/drawingml/2006/main">
              <a:ext uri="{FF2B5EF4-FFF2-40B4-BE49-F238E27FC236}">
                <a16:creationId xmlns:a16="http://schemas.microsoft.com/office/drawing/2014/main" id="{582D0855-8C49-483B-85AB-EEAEB7F0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554" y="5261808"/>
            <a:ext cx="253835" cy="288286"/>
          </a:xfrm>
          <a:custGeom xmlns:a="http://schemas.openxmlformats.org/drawingml/2006/main">
            <a:pathLst>
              <a:path w="253835" h="288286">
                <a:moveTo>
                  <a:pt x="0" y="288286"/>
                </a:moveTo>
                <a:lnTo>
                  <a:pt x="2538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0" name="p11-线-0250">
            <a:extLst xmlns:a="http://schemas.openxmlformats.org/drawingml/2006/main">
              <a:ext uri="{FF2B5EF4-FFF2-40B4-BE49-F238E27FC236}">
                <a16:creationId xmlns:a16="http://schemas.microsoft.com/office/drawing/2014/main" id="{7A0111B4-EDC4-4613-B031-6AC9E042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554" y="5232253"/>
            <a:ext cx="431057" cy="317841"/>
          </a:xfrm>
          <a:custGeom xmlns:a="http://schemas.openxmlformats.org/drawingml/2006/main">
            <a:pathLst>
              <a:path w="431057" h="317841">
                <a:moveTo>
                  <a:pt x="0" y="317841"/>
                </a:moveTo>
                <a:lnTo>
                  <a:pt x="431057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1" name="p11-线-0251">
            <a:extLst xmlns:a="http://schemas.openxmlformats.org/drawingml/2006/main">
              <a:ext uri="{FF2B5EF4-FFF2-40B4-BE49-F238E27FC236}">
                <a16:creationId xmlns:a16="http://schemas.microsoft.com/office/drawing/2014/main" id="{E0A8E380-5749-4083-B970-9C6BFF2F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810" y="5261808"/>
            <a:ext cx="23580" cy="416661"/>
          </a:xfrm>
          <a:custGeom xmlns:a="http://schemas.openxmlformats.org/drawingml/2006/main">
            <a:pathLst>
              <a:path w="23580" h="416661">
                <a:moveTo>
                  <a:pt x="23580" y="0"/>
                </a:moveTo>
                <a:lnTo>
                  <a:pt x="0" y="416661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2" name="p11-线-0252">
            <a:extLst xmlns:a="http://schemas.openxmlformats.org/drawingml/2006/main">
              <a:ext uri="{FF2B5EF4-FFF2-40B4-BE49-F238E27FC236}">
                <a16:creationId xmlns:a16="http://schemas.microsoft.com/office/drawing/2014/main" id="{7EB6DD53-4E9E-4415-8C93-6ED6F89F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89" y="5261808"/>
            <a:ext cx="523869" cy="34861"/>
          </a:xfrm>
          <a:custGeom xmlns:a="http://schemas.openxmlformats.org/drawingml/2006/main">
            <a:pathLst>
              <a:path w="523869" h="34861">
                <a:moveTo>
                  <a:pt x="0" y="0"/>
                </a:moveTo>
                <a:lnTo>
                  <a:pt x="523869" y="34861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3" name="p11-线-0253">
            <a:extLst xmlns:a="http://schemas.openxmlformats.org/drawingml/2006/main">
              <a:ext uri="{FF2B5EF4-FFF2-40B4-BE49-F238E27FC236}">
                <a16:creationId xmlns:a16="http://schemas.microsoft.com/office/drawing/2014/main" id="{46322A59-1627-4378-B5B2-F4A22E92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810" y="5232253"/>
            <a:ext cx="200802" cy="446216"/>
          </a:xfrm>
          <a:custGeom xmlns:a="http://schemas.openxmlformats.org/drawingml/2006/main">
            <a:pathLst>
              <a:path w="200802" h="446216">
                <a:moveTo>
                  <a:pt x="0" y="446216"/>
                </a:moveTo>
                <a:lnTo>
                  <a:pt x="200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4" name="p11-线-0254">
            <a:extLst xmlns:a="http://schemas.openxmlformats.org/drawingml/2006/main">
              <a:ext uri="{FF2B5EF4-FFF2-40B4-BE49-F238E27FC236}">
                <a16:creationId xmlns:a16="http://schemas.microsoft.com/office/drawing/2014/main" id="{68E9B85C-CBD0-4CB4-B0D1-05237AFB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810" y="5527871"/>
            <a:ext cx="255279" cy="150599"/>
          </a:xfrm>
          <a:custGeom xmlns:a="http://schemas.openxmlformats.org/drawingml/2006/main">
            <a:pathLst>
              <a:path w="255279" h="150599">
                <a:moveTo>
                  <a:pt x="0" y="150599"/>
                </a:moveTo>
                <a:lnTo>
                  <a:pt x="255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5" name="p11-线-0255">
            <a:extLst xmlns:a="http://schemas.openxmlformats.org/drawingml/2006/main">
              <a:ext uri="{FF2B5EF4-FFF2-40B4-BE49-F238E27FC236}">
                <a16:creationId xmlns:a16="http://schemas.microsoft.com/office/drawing/2014/main" id="{4B69CE55-F449-4B04-A0E2-89280927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612" y="5232253"/>
            <a:ext cx="346647" cy="64416"/>
          </a:xfrm>
          <a:custGeom xmlns:a="http://schemas.openxmlformats.org/drawingml/2006/main">
            <a:pathLst>
              <a:path w="346647" h="64416">
                <a:moveTo>
                  <a:pt x="0" y="0"/>
                </a:moveTo>
                <a:lnTo>
                  <a:pt x="346647" y="64416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6" name="p11-线-0256">
            <a:extLst xmlns:a="http://schemas.openxmlformats.org/drawingml/2006/main">
              <a:ext uri="{FF2B5EF4-FFF2-40B4-BE49-F238E27FC236}">
                <a16:creationId xmlns:a16="http://schemas.microsoft.com/office/drawing/2014/main" id="{B0B9C9B9-BACD-4F54-8720-81099494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612" y="5122482"/>
            <a:ext cx="138719" cy="109771"/>
          </a:xfrm>
          <a:custGeom xmlns:a="http://schemas.openxmlformats.org/drawingml/2006/main">
            <a:pathLst>
              <a:path w="138719" h="109771">
                <a:moveTo>
                  <a:pt x="0" y="109771"/>
                </a:moveTo>
                <a:lnTo>
                  <a:pt x="1387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7" name="p11-线-0257">
            <a:extLst xmlns:a="http://schemas.openxmlformats.org/drawingml/2006/main">
              <a:ext uri="{FF2B5EF4-FFF2-40B4-BE49-F238E27FC236}">
                <a16:creationId xmlns:a16="http://schemas.microsoft.com/office/drawing/2014/main" id="{A9444DED-7DC0-48D2-892E-C4EB213F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088" y="5296669"/>
            <a:ext cx="292170" cy="231201"/>
          </a:xfrm>
          <a:custGeom xmlns:a="http://schemas.openxmlformats.org/drawingml/2006/main">
            <a:pathLst>
              <a:path w="292170" h="231201">
                <a:moveTo>
                  <a:pt x="292170" y="0"/>
                </a:moveTo>
                <a:lnTo>
                  <a:pt x="0" y="231201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8" name="p11-线-0258">
            <a:extLst xmlns:a="http://schemas.openxmlformats.org/drawingml/2006/main">
              <a:ext uri="{FF2B5EF4-FFF2-40B4-BE49-F238E27FC236}">
                <a16:creationId xmlns:a16="http://schemas.microsoft.com/office/drawing/2014/main" id="{7711C269-DB58-4528-B106-0F29D8E8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0261" y="5296669"/>
            <a:ext cx="39997" cy="192473"/>
          </a:xfrm>
          <a:custGeom xmlns:a="http://schemas.openxmlformats.org/drawingml/2006/main">
            <a:pathLst>
              <a:path w="39997" h="192473">
                <a:moveTo>
                  <a:pt x="39997" y="0"/>
                </a:moveTo>
                <a:lnTo>
                  <a:pt x="0" y="19247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59" name="p11-线-0259">
            <a:extLst xmlns:a="http://schemas.openxmlformats.org/drawingml/2006/main">
              <a:ext uri="{FF2B5EF4-FFF2-40B4-BE49-F238E27FC236}">
                <a16:creationId xmlns:a16="http://schemas.microsoft.com/office/drawing/2014/main" id="{7A56F882-5302-4015-B85F-464DEA5A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088" y="5122482"/>
            <a:ext cx="84242" cy="405389"/>
          </a:xfrm>
          <a:custGeom xmlns:a="http://schemas.openxmlformats.org/drawingml/2006/main">
            <a:pathLst>
              <a:path w="84242" h="405389">
                <a:moveTo>
                  <a:pt x="0" y="405389"/>
                </a:moveTo>
                <a:lnTo>
                  <a:pt x="84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60" name="p11-线-0260">
            <a:extLst xmlns:a="http://schemas.openxmlformats.org/drawingml/2006/main">
              <a:ext uri="{FF2B5EF4-FFF2-40B4-BE49-F238E27FC236}">
                <a16:creationId xmlns:a16="http://schemas.microsoft.com/office/drawing/2014/main" id="{6BBC63AF-4358-4DBB-89E7-219CA24F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357" y="5353784"/>
            <a:ext cx="79731" cy="174086"/>
          </a:xfrm>
          <a:custGeom xmlns:a="http://schemas.openxmlformats.org/drawingml/2006/main">
            <a:pathLst>
              <a:path w="79731" h="174086">
                <a:moveTo>
                  <a:pt x="79731" y="17408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61" name="p11-线-0261">
            <a:extLst xmlns:a="http://schemas.openxmlformats.org/drawingml/2006/main">
              <a:ext uri="{FF2B5EF4-FFF2-40B4-BE49-F238E27FC236}">
                <a16:creationId xmlns:a16="http://schemas.microsoft.com/office/drawing/2014/main" id="{94E76389-2927-4FB1-98A5-C1FDDDED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330" y="5122482"/>
            <a:ext cx="167931" cy="366661"/>
          </a:xfrm>
          <a:custGeom xmlns:a="http://schemas.openxmlformats.org/drawingml/2006/main">
            <a:pathLst>
              <a:path w="167931" h="366661">
                <a:moveTo>
                  <a:pt x="0" y="0"/>
                </a:moveTo>
                <a:lnTo>
                  <a:pt x="167931" y="366661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62" name="p11-线-0262">
            <a:extLst xmlns:a="http://schemas.openxmlformats.org/drawingml/2006/main">
              <a:ext uri="{FF2B5EF4-FFF2-40B4-BE49-F238E27FC236}">
                <a16:creationId xmlns:a16="http://schemas.microsoft.com/office/drawing/2014/main" id="{29A35C68-99D6-4399-AE09-9C4963F2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357" y="5353784"/>
            <a:ext cx="331904" cy="135358"/>
          </a:xfrm>
          <a:custGeom xmlns:a="http://schemas.openxmlformats.org/drawingml/2006/main">
            <a:pathLst>
              <a:path w="331904" h="135358">
                <a:moveTo>
                  <a:pt x="331904" y="13535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63" name="p11-椭圆-0263">
            <a:extLst xmlns:a="http://schemas.openxmlformats.org/drawingml/2006/main">
              <a:ext uri="{FF2B5EF4-FFF2-40B4-BE49-F238E27FC236}">
                <a16:creationId xmlns:a16="http://schemas.microsoft.com/office/drawing/2014/main" id="{6FD48810-75B0-4EC5-A2FD-C1C45595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8" y="5292281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4" name="p11-椭圆-0264">
            <a:extLst xmlns:a="http://schemas.openxmlformats.org/drawingml/2006/main">
              <a:ext uri="{FF2B5EF4-FFF2-40B4-BE49-F238E27FC236}">
                <a16:creationId xmlns:a16="http://schemas.microsoft.com/office/drawing/2014/main" id="{1423C9D1-1EFF-41C4-8D14-B75AAA2E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16" y="544360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5" name="p11-椭圆-0265">
            <a:extLst xmlns:a="http://schemas.openxmlformats.org/drawingml/2006/main">
              <a:ext uri="{FF2B5EF4-FFF2-40B4-BE49-F238E27FC236}">
                <a16:creationId xmlns:a16="http://schemas.microsoft.com/office/drawing/2014/main" id="{CC8FFE7B-CB8A-4A35-920B-F7EB4871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772" y="5069112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6" name="p11-椭圆-0266">
            <a:extLst xmlns:a="http://schemas.openxmlformats.org/drawingml/2006/main">
              <a:ext uri="{FF2B5EF4-FFF2-40B4-BE49-F238E27FC236}">
                <a16:creationId xmlns:a16="http://schemas.microsoft.com/office/drawing/2014/main" id="{BF1B1E6E-2150-4F48-A584-07230AF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804" y="5470084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7" name="p11-椭圆-0267">
            <a:extLst xmlns:a="http://schemas.openxmlformats.org/drawingml/2006/main">
              <a:ext uri="{FF2B5EF4-FFF2-40B4-BE49-F238E27FC236}">
                <a16:creationId xmlns:a16="http://schemas.microsoft.com/office/drawing/2014/main" id="{BA7822C8-0354-4AE3-BBE0-89927652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971" y="5253226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8" name="p11-椭圆-0268">
            <a:extLst xmlns:a="http://schemas.openxmlformats.org/drawingml/2006/main">
              <a:ext uri="{FF2B5EF4-FFF2-40B4-BE49-F238E27FC236}">
                <a16:creationId xmlns:a16="http://schemas.microsoft.com/office/drawing/2014/main" id="{77718E15-1E5D-4D14-AFAA-85932867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129" y="517207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9" name="p11-椭圆-0269">
            <a:extLst xmlns:a="http://schemas.openxmlformats.org/drawingml/2006/main">
              <a:ext uri="{FF2B5EF4-FFF2-40B4-BE49-F238E27FC236}">
                <a16:creationId xmlns:a16="http://schemas.microsoft.com/office/drawing/2014/main" id="{368DB162-6134-4BA3-8A4A-B65B3108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264" y="562863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0" name="p11-椭圆-0270">
            <a:extLst xmlns:a="http://schemas.openxmlformats.org/drawingml/2006/main">
              <a:ext uri="{FF2B5EF4-FFF2-40B4-BE49-F238E27FC236}">
                <a16:creationId xmlns:a16="http://schemas.microsoft.com/office/drawing/2014/main" id="{98FD7468-9BBC-48A8-BA30-FDA97D74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459" y="5213456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1" name="p11-椭圆-0271">
            <a:extLst xmlns:a="http://schemas.openxmlformats.org/drawingml/2006/main">
              <a:ext uri="{FF2B5EF4-FFF2-40B4-BE49-F238E27FC236}">
                <a16:creationId xmlns:a16="http://schemas.microsoft.com/office/drawing/2014/main" id="{6D7D245E-4374-4829-B573-688543A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940" y="5489208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2" name="p11-椭圆-0272">
            <a:extLst xmlns:a="http://schemas.openxmlformats.org/drawingml/2006/main">
              <a:ext uri="{FF2B5EF4-FFF2-40B4-BE49-F238E27FC236}">
                <a16:creationId xmlns:a16="http://schemas.microsoft.com/office/drawing/2014/main" id="{B3CB11A5-C7E1-4053-9CD7-B4ECBFC4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167" y="5497706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3" name="p11-椭圆-0273">
            <a:extLst xmlns:a="http://schemas.openxmlformats.org/drawingml/2006/main">
              <a:ext uri="{FF2B5EF4-FFF2-40B4-BE49-F238E27FC236}">
                <a16:creationId xmlns:a16="http://schemas.microsoft.com/office/drawing/2014/main" id="{25993BF6-66B0-49D8-94A6-7FC6D278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002" y="5209421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4" name="p11-椭圆-0274">
            <a:extLst xmlns:a="http://schemas.openxmlformats.org/drawingml/2006/main">
              <a:ext uri="{FF2B5EF4-FFF2-40B4-BE49-F238E27FC236}">
                <a16:creationId xmlns:a16="http://schemas.microsoft.com/office/drawing/2014/main" id="{88A084D8-9DC6-4FA6-91F5-0B598FC8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422" y="5626082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5" name="p11-椭圆-0275">
            <a:extLst xmlns:a="http://schemas.openxmlformats.org/drawingml/2006/main">
              <a:ext uri="{FF2B5EF4-FFF2-40B4-BE49-F238E27FC236}">
                <a16:creationId xmlns:a16="http://schemas.microsoft.com/office/drawing/2014/main" id="{38CCD61F-775E-47E3-AD38-DD6992F5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224" y="5179866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6" name="p11-椭圆-0276">
            <a:extLst xmlns:a="http://schemas.openxmlformats.org/drawingml/2006/main">
              <a:ext uri="{FF2B5EF4-FFF2-40B4-BE49-F238E27FC236}">
                <a16:creationId xmlns:a16="http://schemas.microsoft.com/office/drawing/2014/main" id="{89CDA143-E6A8-4242-B54B-BD892C97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871" y="5244282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7" name="p11-椭圆-0277">
            <a:extLst xmlns:a="http://schemas.openxmlformats.org/drawingml/2006/main">
              <a:ext uri="{FF2B5EF4-FFF2-40B4-BE49-F238E27FC236}">
                <a16:creationId xmlns:a16="http://schemas.microsoft.com/office/drawing/2014/main" id="{BADA5CA8-AA1B-44E0-9F56-65E1F7A0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701" y="5475483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8" name="p11-椭圆-0278">
            <a:extLst xmlns:a="http://schemas.openxmlformats.org/drawingml/2006/main">
              <a:ext uri="{FF2B5EF4-FFF2-40B4-BE49-F238E27FC236}">
                <a16:creationId xmlns:a16="http://schemas.microsoft.com/office/drawing/2014/main" id="{36106404-A79A-4DFC-86E6-6A59B277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943" y="5070094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9" name="p11-椭圆-0279">
            <a:extLst xmlns:a="http://schemas.openxmlformats.org/drawingml/2006/main">
              <a:ext uri="{FF2B5EF4-FFF2-40B4-BE49-F238E27FC236}">
                <a16:creationId xmlns:a16="http://schemas.microsoft.com/office/drawing/2014/main" id="{D9102892-4FB4-4D75-99D5-4DA89535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874" y="543675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80" name="p11-椭圆-0280">
            <a:extLst xmlns:a="http://schemas.openxmlformats.org/drawingml/2006/main">
              <a:ext uri="{FF2B5EF4-FFF2-40B4-BE49-F238E27FC236}">
                <a16:creationId xmlns:a16="http://schemas.microsoft.com/office/drawing/2014/main" id="{2BEB5204-7C1C-4EE0-9BE0-E043C2F0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5969" y="5301397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81" name="p11-文本-0281">
            <a:extLst xmlns:a="http://schemas.openxmlformats.org/drawingml/2006/main">
              <a:ext uri="{FF2B5EF4-FFF2-40B4-BE49-F238E27FC236}">
                <a16:creationId xmlns:a16="http://schemas.microsoft.com/office/drawing/2014/main" id="{8DF0F7A4-F3BF-4636-8097-FDC07D86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095991"/>
            <a:ext cx="13335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补充潜在相似对象</a:t>
            </a:r>
          </a:p>
        </p:txBody>
      </p:sp>
      <p:sp>
        <p:nvSpPr>
          <p:cNvPr id="282" name="p11-文本-0282">
            <a:extLst xmlns:a="http://schemas.openxmlformats.org/drawingml/2006/main">
              <a:ext uri="{FF2B5EF4-FFF2-40B4-BE49-F238E27FC236}">
                <a16:creationId xmlns:a16="http://schemas.microsoft.com/office/drawing/2014/main" id="{77C01D95-4A71-4A77-9004-EF849A45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372216"/>
            <a:ext cx="11715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保留来源与条件</a:t>
            </a:r>
          </a:p>
        </p:txBody>
      </p:sp>
      <p:sp>
        <p:nvSpPr>
          <p:cNvPr id="283" name="p11-路径-0283">
            <a:extLst xmlns:a="http://schemas.openxmlformats.org/drawingml/2006/main">
              <a:ext uri="{FF2B5EF4-FFF2-40B4-BE49-F238E27FC236}">
                <a16:creationId xmlns:a16="http://schemas.microsoft.com/office/drawing/2014/main" id="{FC0D9843-EF7D-4162-86F5-CD7FAB1F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191887"/>
            <a:ext cx="657225" cy="188976"/>
          </a:xfrm>
          <a:custGeom xmlns:a="http://schemas.openxmlformats.org/drawingml/2006/main">
            <a:pathLst>
              <a:path w="657225" h="188976">
                <a:moveTo>
                  <a:pt x="0" y="137350"/>
                </a:moveTo>
                <a:lnTo>
                  <a:pt x="504825" y="137350"/>
                </a:lnTo>
                <a:lnTo>
                  <a:pt x="504825" y="188976"/>
                </a:lnTo>
                <a:lnTo>
                  <a:pt x="657225" y="94488"/>
                </a:lnTo>
                <a:lnTo>
                  <a:pt x="504825" y="0"/>
                </a:lnTo>
                <a:lnTo>
                  <a:pt x="504825" y="51625"/>
                </a:lnTo>
                <a:lnTo>
                  <a:pt x="0" y="51625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4" name="p11-矩形-0284">
            <a:extLst xmlns:a="http://schemas.openxmlformats.org/drawingml/2006/main">
              <a:ext uri="{FF2B5EF4-FFF2-40B4-BE49-F238E27FC236}">
                <a16:creationId xmlns:a16="http://schemas.microsoft.com/office/drawing/2014/main" id="{20339CAA-3946-4C7D-B164-0CBB5462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866900"/>
            <a:ext cx="27241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85" name="p11-矩形-0285">
            <a:extLst xmlns:a="http://schemas.openxmlformats.org/drawingml/2006/main">
              <a:ext uri="{FF2B5EF4-FFF2-40B4-BE49-F238E27FC236}">
                <a16:creationId xmlns:a16="http://schemas.microsoft.com/office/drawing/2014/main" id="{8BE20E4C-E2F3-417E-816A-0C88F52A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8669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6" name="p11-文本-0286">
            <a:extLst xmlns:a="http://schemas.openxmlformats.org/drawingml/2006/main">
              <a:ext uri="{FF2B5EF4-FFF2-40B4-BE49-F238E27FC236}">
                <a16:creationId xmlns:a16="http://schemas.microsoft.com/office/drawing/2014/main" id="{0544C7C4-FA1F-4DDB-A4D3-78ADC791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0" y="1888424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候选汇总与筛选</a:t>
            </a:r>
          </a:p>
        </p:txBody>
      </p:sp>
      <p:sp>
        <p:nvSpPr>
          <p:cNvPr id="287" name="p11-矩形-0287">
            <a:extLst xmlns:a="http://schemas.openxmlformats.org/drawingml/2006/main">
              <a:ext uri="{FF2B5EF4-FFF2-40B4-BE49-F238E27FC236}">
                <a16:creationId xmlns:a16="http://schemas.microsoft.com/office/drawing/2014/main" id="{085D0680-143E-4A53-B778-4C347B83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88" name="p11-矩形-0288">
            <a:extLst xmlns:a="http://schemas.openxmlformats.org/drawingml/2006/main">
              <a:ext uri="{FF2B5EF4-FFF2-40B4-BE49-F238E27FC236}">
                <a16:creationId xmlns:a16="http://schemas.microsoft.com/office/drawing/2014/main" id="{4E29B2B2-B9AB-4E3B-BCB7-22ABE9D1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9" name="p11-矩形-0289">
            <a:extLst xmlns:a="http://schemas.openxmlformats.org/drawingml/2006/main">
              <a:ext uri="{FF2B5EF4-FFF2-40B4-BE49-F238E27FC236}">
                <a16:creationId xmlns:a16="http://schemas.microsoft.com/office/drawing/2014/main" id="{E185318D-10D8-4A33-81CB-EF14D5F5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0" name="p11-矩形-0290">
            <a:extLst xmlns:a="http://schemas.openxmlformats.org/drawingml/2006/main">
              <a:ext uri="{FF2B5EF4-FFF2-40B4-BE49-F238E27FC236}">
                <a16:creationId xmlns:a16="http://schemas.microsoft.com/office/drawing/2014/main" id="{C6EE7348-7660-4FFE-AC52-DB13A0ED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1" name="p11-矩形-0291">
            <a:extLst xmlns:a="http://schemas.openxmlformats.org/drawingml/2006/main">
              <a:ext uri="{FF2B5EF4-FFF2-40B4-BE49-F238E27FC236}">
                <a16:creationId xmlns:a16="http://schemas.microsoft.com/office/drawing/2014/main" id="{8CFFE3F6-900F-47EE-9383-57D39152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2" name="p11-矩形-0292">
            <a:extLst xmlns:a="http://schemas.openxmlformats.org/drawingml/2006/main">
              <a:ext uri="{FF2B5EF4-FFF2-40B4-BE49-F238E27FC236}">
                <a16:creationId xmlns:a16="http://schemas.microsoft.com/office/drawing/2014/main" id="{659900F1-48DF-4C73-863B-F83DA88C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3" name="p11-矩形-0293">
            <a:extLst xmlns:a="http://schemas.openxmlformats.org/drawingml/2006/main">
              <a:ext uri="{FF2B5EF4-FFF2-40B4-BE49-F238E27FC236}">
                <a16:creationId xmlns:a16="http://schemas.microsoft.com/office/drawing/2014/main" id="{E5BACF69-340E-4DF5-ABF2-B8F4D10D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4" name="p11-矩形-0294">
            <a:extLst xmlns:a="http://schemas.openxmlformats.org/drawingml/2006/main">
              <a:ext uri="{FF2B5EF4-FFF2-40B4-BE49-F238E27FC236}">
                <a16:creationId xmlns:a16="http://schemas.microsoft.com/office/drawing/2014/main" id="{F1E17CBB-A1C9-469C-A91D-311906D1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5" name="p11-矩形-0295">
            <a:extLst xmlns:a="http://schemas.openxmlformats.org/drawingml/2006/main">
              <a:ext uri="{FF2B5EF4-FFF2-40B4-BE49-F238E27FC236}">
                <a16:creationId xmlns:a16="http://schemas.microsoft.com/office/drawing/2014/main" id="{4617EF38-E7FB-46E0-BA80-54E13471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6" name="p11-矩形-0296">
            <a:extLst xmlns:a="http://schemas.openxmlformats.org/drawingml/2006/main">
              <a:ext uri="{FF2B5EF4-FFF2-40B4-BE49-F238E27FC236}">
                <a16:creationId xmlns:a16="http://schemas.microsoft.com/office/drawing/2014/main" id="{954417C6-8782-4346-BBBF-37110D72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7" name="p11-矩形-0297">
            <a:extLst xmlns:a="http://schemas.openxmlformats.org/drawingml/2006/main">
              <a:ext uri="{FF2B5EF4-FFF2-40B4-BE49-F238E27FC236}">
                <a16:creationId xmlns:a16="http://schemas.microsoft.com/office/drawing/2014/main" id="{FD7E9DE6-B791-49A2-9939-538C24AE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8" name="p11-矩形-0298">
            <a:extLst xmlns:a="http://schemas.openxmlformats.org/drawingml/2006/main">
              <a:ext uri="{FF2B5EF4-FFF2-40B4-BE49-F238E27FC236}">
                <a16:creationId xmlns:a16="http://schemas.microsoft.com/office/drawing/2014/main" id="{12EB69A3-7CB7-46E3-B84F-5E336D1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9" name="p11-矩形-0299">
            <a:extLst xmlns:a="http://schemas.openxmlformats.org/drawingml/2006/main">
              <a:ext uri="{FF2B5EF4-FFF2-40B4-BE49-F238E27FC236}">
                <a16:creationId xmlns:a16="http://schemas.microsoft.com/office/drawing/2014/main" id="{6C635480-0E9F-4F6A-A268-2589CB41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0" name="p11-矩形-0300">
            <a:extLst xmlns:a="http://schemas.openxmlformats.org/drawingml/2006/main">
              <a:ext uri="{FF2B5EF4-FFF2-40B4-BE49-F238E27FC236}">
                <a16:creationId xmlns:a16="http://schemas.microsoft.com/office/drawing/2014/main" id="{934E2A09-2A0D-4D3F-A898-DA4D6F6A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2495550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1" name="p11-矩形-0301">
            <a:extLst xmlns:a="http://schemas.openxmlformats.org/drawingml/2006/main">
              <a:ext uri="{FF2B5EF4-FFF2-40B4-BE49-F238E27FC236}">
                <a16:creationId xmlns:a16="http://schemas.microsoft.com/office/drawing/2014/main" id="{8D93DD94-0CEA-46D4-AF71-1C090B93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2" name="p11-矩形-0302">
            <a:extLst xmlns:a="http://schemas.openxmlformats.org/drawingml/2006/main">
              <a:ext uri="{FF2B5EF4-FFF2-40B4-BE49-F238E27FC236}">
                <a16:creationId xmlns:a16="http://schemas.microsoft.com/office/drawing/2014/main" id="{71B58EEE-A61F-499B-B5C1-085D3ADC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3" name="p11-矩形-0303">
            <a:extLst xmlns:a="http://schemas.openxmlformats.org/drawingml/2006/main">
              <a:ext uri="{FF2B5EF4-FFF2-40B4-BE49-F238E27FC236}">
                <a16:creationId xmlns:a16="http://schemas.microsoft.com/office/drawing/2014/main" id="{F96C567F-1021-4937-9529-79A92059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4" name="p11-矩形-0304">
            <a:extLst xmlns:a="http://schemas.openxmlformats.org/drawingml/2006/main">
              <a:ext uri="{FF2B5EF4-FFF2-40B4-BE49-F238E27FC236}">
                <a16:creationId xmlns:a16="http://schemas.microsoft.com/office/drawing/2014/main" id="{53B290BB-E2A7-4ACB-9E93-F0257770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5" name="p11-矩形-0305">
            <a:extLst xmlns:a="http://schemas.openxmlformats.org/drawingml/2006/main">
              <a:ext uri="{FF2B5EF4-FFF2-40B4-BE49-F238E27FC236}">
                <a16:creationId xmlns:a16="http://schemas.microsoft.com/office/drawing/2014/main" id="{79D8A1C3-D7CD-4DDB-94A5-48B4C171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6" name="p11-矩形-0306">
            <a:extLst xmlns:a="http://schemas.openxmlformats.org/drawingml/2006/main">
              <a:ext uri="{FF2B5EF4-FFF2-40B4-BE49-F238E27FC236}">
                <a16:creationId xmlns:a16="http://schemas.microsoft.com/office/drawing/2014/main" id="{D244527B-5316-4287-AFB5-6E668B85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7" name="p11-矩形-0307">
            <a:extLst xmlns:a="http://schemas.openxmlformats.org/drawingml/2006/main">
              <a:ext uri="{FF2B5EF4-FFF2-40B4-BE49-F238E27FC236}">
                <a16:creationId xmlns:a16="http://schemas.microsoft.com/office/drawing/2014/main" id="{A20250C0-7E34-484E-83E4-38259EE5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8" name="p11-矩形-0308">
            <a:extLst xmlns:a="http://schemas.openxmlformats.org/drawingml/2006/main">
              <a:ext uri="{FF2B5EF4-FFF2-40B4-BE49-F238E27FC236}">
                <a16:creationId xmlns:a16="http://schemas.microsoft.com/office/drawing/2014/main" id="{FC716E45-60A2-4647-A5A7-25E973D5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9" name="p11-矩形-0309">
            <a:extLst xmlns:a="http://schemas.openxmlformats.org/drawingml/2006/main">
              <a:ext uri="{FF2B5EF4-FFF2-40B4-BE49-F238E27FC236}">
                <a16:creationId xmlns:a16="http://schemas.microsoft.com/office/drawing/2014/main" id="{1D2E1E68-837A-4C07-BFE3-474399EC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0" name="p11-矩形-0310">
            <a:extLst xmlns:a="http://schemas.openxmlformats.org/drawingml/2006/main">
              <a:ext uri="{FF2B5EF4-FFF2-40B4-BE49-F238E27FC236}">
                <a16:creationId xmlns:a16="http://schemas.microsoft.com/office/drawing/2014/main" id="{B568DFA1-04DB-4127-95EA-7C0DDE0C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1" name="p11-矩形-0311">
            <a:extLst xmlns:a="http://schemas.openxmlformats.org/drawingml/2006/main">
              <a:ext uri="{FF2B5EF4-FFF2-40B4-BE49-F238E27FC236}">
                <a16:creationId xmlns:a16="http://schemas.microsoft.com/office/drawing/2014/main" id="{6DE29D5C-206C-4C7A-80C6-82DB6A11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12" name="p11-矩形-0312">
            <a:extLst xmlns:a="http://schemas.openxmlformats.org/drawingml/2006/main">
              <a:ext uri="{FF2B5EF4-FFF2-40B4-BE49-F238E27FC236}">
                <a16:creationId xmlns:a16="http://schemas.microsoft.com/office/drawing/2014/main" id="{FECB12F2-E2A8-48FB-A032-05C37A54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3" name="p11-矩形-0313">
            <a:extLst xmlns:a="http://schemas.openxmlformats.org/drawingml/2006/main">
              <a:ext uri="{FF2B5EF4-FFF2-40B4-BE49-F238E27FC236}">
                <a16:creationId xmlns:a16="http://schemas.microsoft.com/office/drawing/2014/main" id="{30A8F561-0ED8-4517-A1F3-3492A031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4" name="p11-矩形-0314">
            <a:extLst xmlns:a="http://schemas.openxmlformats.org/drawingml/2006/main">
              <a:ext uri="{FF2B5EF4-FFF2-40B4-BE49-F238E27FC236}">
                <a16:creationId xmlns:a16="http://schemas.microsoft.com/office/drawing/2014/main" id="{6A2802C3-83AB-4766-9E94-0E9CFC6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2650331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5" name="p11-矩形-0315">
            <a:extLst xmlns:a="http://schemas.openxmlformats.org/drawingml/2006/main">
              <a:ext uri="{FF2B5EF4-FFF2-40B4-BE49-F238E27FC236}">
                <a16:creationId xmlns:a16="http://schemas.microsoft.com/office/drawing/2014/main" id="{B6DE3609-1023-4E33-987D-D4FA2768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6" name="p11-矩形-0316">
            <a:extLst xmlns:a="http://schemas.openxmlformats.org/drawingml/2006/main">
              <a:ext uri="{FF2B5EF4-FFF2-40B4-BE49-F238E27FC236}">
                <a16:creationId xmlns:a16="http://schemas.microsoft.com/office/drawing/2014/main" id="{8F063596-EB4A-4AD8-BEEE-2CCD3A7E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7" name="p11-矩形-0317">
            <a:extLst xmlns:a="http://schemas.openxmlformats.org/drawingml/2006/main">
              <a:ext uri="{FF2B5EF4-FFF2-40B4-BE49-F238E27FC236}">
                <a16:creationId xmlns:a16="http://schemas.microsoft.com/office/drawing/2014/main" id="{7E6A3976-8C68-4DC3-AB57-7F247A54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8" name="p11-矩形-0318">
            <a:extLst xmlns:a="http://schemas.openxmlformats.org/drawingml/2006/main">
              <a:ext uri="{FF2B5EF4-FFF2-40B4-BE49-F238E27FC236}">
                <a16:creationId xmlns:a16="http://schemas.microsoft.com/office/drawing/2014/main" id="{65935D4C-B2EC-4D82-8CF8-B334616A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9" name="p11-矩形-0319">
            <a:extLst xmlns:a="http://schemas.openxmlformats.org/drawingml/2006/main">
              <a:ext uri="{FF2B5EF4-FFF2-40B4-BE49-F238E27FC236}">
                <a16:creationId xmlns:a16="http://schemas.microsoft.com/office/drawing/2014/main" id="{AC4D9C54-AF74-42DF-96FF-8E926060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0" name="p11-矩形-0320">
            <a:extLst xmlns:a="http://schemas.openxmlformats.org/drawingml/2006/main">
              <a:ext uri="{FF2B5EF4-FFF2-40B4-BE49-F238E27FC236}">
                <a16:creationId xmlns:a16="http://schemas.microsoft.com/office/drawing/2014/main" id="{EA86C88F-1C35-4F95-BB44-33614F85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1" name="p11-矩形-0321">
            <a:extLst xmlns:a="http://schemas.openxmlformats.org/drawingml/2006/main">
              <a:ext uri="{FF2B5EF4-FFF2-40B4-BE49-F238E27FC236}">
                <a16:creationId xmlns:a16="http://schemas.microsoft.com/office/drawing/2014/main" id="{125D27B0-055D-46D2-A1EA-62A46FC9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2" name="p11-矩形-0322">
            <a:extLst xmlns:a="http://schemas.openxmlformats.org/drawingml/2006/main">
              <a:ext uri="{FF2B5EF4-FFF2-40B4-BE49-F238E27FC236}">
                <a16:creationId xmlns:a16="http://schemas.microsoft.com/office/drawing/2014/main" id="{6188C140-CDBF-444B-AC05-A1F683AF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3" name="p11-矩形-0323">
            <a:extLst xmlns:a="http://schemas.openxmlformats.org/drawingml/2006/main">
              <a:ext uri="{FF2B5EF4-FFF2-40B4-BE49-F238E27FC236}">
                <a16:creationId xmlns:a16="http://schemas.microsoft.com/office/drawing/2014/main" id="{4343A7CB-AC8F-459C-B072-D0381181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4" name="p11-矩形-0324">
            <a:extLst xmlns:a="http://schemas.openxmlformats.org/drawingml/2006/main">
              <a:ext uri="{FF2B5EF4-FFF2-40B4-BE49-F238E27FC236}">
                <a16:creationId xmlns:a16="http://schemas.microsoft.com/office/drawing/2014/main" id="{8F6DCACF-46B1-4D91-B3E4-347BE5B3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5" name="p11-矩形-0325">
            <a:extLst xmlns:a="http://schemas.openxmlformats.org/drawingml/2006/main">
              <a:ext uri="{FF2B5EF4-FFF2-40B4-BE49-F238E27FC236}">
                <a16:creationId xmlns:a16="http://schemas.microsoft.com/office/drawing/2014/main" id="{A5E7BF3F-4634-4034-8263-71CFF5F6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6" name="p11-矩形-0326">
            <a:extLst xmlns:a="http://schemas.openxmlformats.org/drawingml/2006/main">
              <a:ext uri="{FF2B5EF4-FFF2-40B4-BE49-F238E27FC236}">
                <a16:creationId xmlns:a16="http://schemas.microsoft.com/office/drawing/2014/main" id="{E01A7425-F338-4110-8D6D-DFF7DD32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7" name="p11-矩形-0327">
            <a:extLst xmlns:a="http://schemas.openxmlformats.org/drawingml/2006/main">
              <a:ext uri="{FF2B5EF4-FFF2-40B4-BE49-F238E27FC236}">
                <a16:creationId xmlns:a16="http://schemas.microsoft.com/office/drawing/2014/main" id="{1838D9F1-B4A7-4764-9450-29F5E86E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8" name="p11-矩形-0328">
            <a:extLst xmlns:a="http://schemas.openxmlformats.org/drawingml/2006/main">
              <a:ext uri="{FF2B5EF4-FFF2-40B4-BE49-F238E27FC236}">
                <a16:creationId xmlns:a16="http://schemas.microsoft.com/office/drawing/2014/main" id="{C5B87CE6-D082-44B4-975C-AC8F9B8F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2805113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9" name="p11-矩形-0329">
            <a:extLst xmlns:a="http://schemas.openxmlformats.org/drawingml/2006/main">
              <a:ext uri="{FF2B5EF4-FFF2-40B4-BE49-F238E27FC236}">
                <a16:creationId xmlns:a16="http://schemas.microsoft.com/office/drawing/2014/main" id="{8A550C7A-ACFC-47CA-BD56-DA6D9F72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0" name="p11-矩形-0330">
            <a:extLst xmlns:a="http://schemas.openxmlformats.org/drawingml/2006/main">
              <a:ext uri="{FF2B5EF4-FFF2-40B4-BE49-F238E27FC236}">
                <a16:creationId xmlns:a16="http://schemas.microsoft.com/office/drawing/2014/main" id="{5C008225-0BDA-4564-AAB5-EA289329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1" name="p11-矩形-0331">
            <a:extLst xmlns:a="http://schemas.openxmlformats.org/drawingml/2006/main">
              <a:ext uri="{FF2B5EF4-FFF2-40B4-BE49-F238E27FC236}">
                <a16:creationId xmlns:a16="http://schemas.microsoft.com/office/drawing/2014/main" id="{CA722C55-D146-4486-AF0D-26AAFE9B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2" name="p11-矩形-0332">
            <a:extLst xmlns:a="http://schemas.openxmlformats.org/drawingml/2006/main">
              <a:ext uri="{FF2B5EF4-FFF2-40B4-BE49-F238E27FC236}">
                <a16:creationId xmlns:a16="http://schemas.microsoft.com/office/drawing/2014/main" id="{DC463456-1C9D-4A0C-9302-8D517856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3" name="p11-矩形-0333">
            <a:extLst xmlns:a="http://schemas.openxmlformats.org/drawingml/2006/main">
              <a:ext uri="{FF2B5EF4-FFF2-40B4-BE49-F238E27FC236}">
                <a16:creationId xmlns:a16="http://schemas.microsoft.com/office/drawing/2014/main" id="{09AC29D4-23CD-4028-933C-1C5F8362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34" name="p11-矩形-0334">
            <a:extLst xmlns:a="http://schemas.openxmlformats.org/drawingml/2006/main">
              <a:ext uri="{FF2B5EF4-FFF2-40B4-BE49-F238E27FC236}">
                <a16:creationId xmlns:a16="http://schemas.microsoft.com/office/drawing/2014/main" id="{F6F9D477-AD42-4D06-8B0A-5861968D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35" name="p11-矩形-0335">
            <a:extLst xmlns:a="http://schemas.openxmlformats.org/drawingml/2006/main">
              <a:ext uri="{FF2B5EF4-FFF2-40B4-BE49-F238E27FC236}">
                <a16:creationId xmlns:a16="http://schemas.microsoft.com/office/drawing/2014/main" id="{D248C9A2-4D7E-43D7-980A-0DA4B9B4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36" name="p11-矩形-0336">
            <a:extLst xmlns:a="http://schemas.openxmlformats.org/drawingml/2006/main">
              <a:ext uri="{FF2B5EF4-FFF2-40B4-BE49-F238E27FC236}">
                <a16:creationId xmlns:a16="http://schemas.microsoft.com/office/drawing/2014/main" id="{5F9A2073-8608-4DF5-9E26-A1D7BBA0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7" name="p11-矩形-0337">
            <a:extLst xmlns:a="http://schemas.openxmlformats.org/drawingml/2006/main">
              <a:ext uri="{FF2B5EF4-FFF2-40B4-BE49-F238E27FC236}">
                <a16:creationId xmlns:a16="http://schemas.microsoft.com/office/drawing/2014/main" id="{C5A37FE9-4F27-4137-8DCF-80E84F6C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8" name="p11-矩形-0338">
            <a:extLst xmlns:a="http://schemas.openxmlformats.org/drawingml/2006/main">
              <a:ext uri="{FF2B5EF4-FFF2-40B4-BE49-F238E27FC236}">
                <a16:creationId xmlns:a16="http://schemas.microsoft.com/office/drawing/2014/main" id="{49582CCA-ADA0-4E51-A1BC-FD7D0C8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9" name="p11-矩形-0339">
            <a:extLst xmlns:a="http://schemas.openxmlformats.org/drawingml/2006/main">
              <a:ext uri="{FF2B5EF4-FFF2-40B4-BE49-F238E27FC236}">
                <a16:creationId xmlns:a16="http://schemas.microsoft.com/office/drawing/2014/main" id="{A06D0B77-4670-4BFB-97C3-9778F0A2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0" name="p11-矩形-0340">
            <a:extLst xmlns:a="http://schemas.openxmlformats.org/drawingml/2006/main">
              <a:ext uri="{FF2B5EF4-FFF2-40B4-BE49-F238E27FC236}">
                <a16:creationId xmlns:a16="http://schemas.microsoft.com/office/drawing/2014/main" id="{D07B789F-B9C2-4A6F-8A3D-F310919B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1" name="p11-矩形-0341">
            <a:extLst xmlns:a="http://schemas.openxmlformats.org/drawingml/2006/main">
              <a:ext uri="{FF2B5EF4-FFF2-40B4-BE49-F238E27FC236}">
                <a16:creationId xmlns:a16="http://schemas.microsoft.com/office/drawing/2014/main" id="{F0C32E86-A859-4F53-B234-73EF051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42" name="p11-矩形-0342">
            <a:extLst xmlns:a="http://schemas.openxmlformats.org/drawingml/2006/main">
              <a:ext uri="{FF2B5EF4-FFF2-40B4-BE49-F238E27FC236}">
                <a16:creationId xmlns:a16="http://schemas.microsoft.com/office/drawing/2014/main" id="{AC254C3F-BC42-49FE-9681-090383AA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2959894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3" name="p11-矩形-0343">
            <a:extLst xmlns:a="http://schemas.openxmlformats.org/drawingml/2006/main">
              <a:ext uri="{FF2B5EF4-FFF2-40B4-BE49-F238E27FC236}">
                <a16:creationId xmlns:a16="http://schemas.microsoft.com/office/drawing/2014/main" id="{5DFBFE39-E120-4BB0-8389-49421D50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4" name="p11-矩形-0344">
            <a:extLst xmlns:a="http://schemas.openxmlformats.org/drawingml/2006/main">
              <a:ext uri="{FF2B5EF4-FFF2-40B4-BE49-F238E27FC236}">
                <a16:creationId xmlns:a16="http://schemas.microsoft.com/office/drawing/2014/main" id="{5B88DBE6-CEFF-443E-AB77-F32B933E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5" name="p11-矩形-0345">
            <a:extLst xmlns:a="http://schemas.openxmlformats.org/drawingml/2006/main">
              <a:ext uri="{FF2B5EF4-FFF2-40B4-BE49-F238E27FC236}">
                <a16:creationId xmlns:a16="http://schemas.microsoft.com/office/drawing/2014/main" id="{F051FDD7-3F73-4A17-B1FF-FD9426E6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6" name="p11-矩形-0346">
            <a:extLst xmlns:a="http://schemas.openxmlformats.org/drawingml/2006/main">
              <a:ext uri="{FF2B5EF4-FFF2-40B4-BE49-F238E27FC236}">
                <a16:creationId xmlns:a16="http://schemas.microsoft.com/office/drawing/2014/main" id="{07D6D4BA-702E-4908-9D48-26DD3174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47" name="p11-矩形-0347">
            <a:extLst xmlns:a="http://schemas.openxmlformats.org/drawingml/2006/main">
              <a:ext uri="{FF2B5EF4-FFF2-40B4-BE49-F238E27FC236}">
                <a16:creationId xmlns:a16="http://schemas.microsoft.com/office/drawing/2014/main" id="{2E2BADE6-BD41-4C88-BF0B-D2A01269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8" name="p11-矩形-0348">
            <a:extLst xmlns:a="http://schemas.openxmlformats.org/drawingml/2006/main">
              <a:ext uri="{FF2B5EF4-FFF2-40B4-BE49-F238E27FC236}">
                <a16:creationId xmlns:a16="http://schemas.microsoft.com/office/drawing/2014/main" id="{A2DA64C4-B129-4967-AC53-042B9D81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9" name="p11-矩形-0349">
            <a:extLst xmlns:a="http://schemas.openxmlformats.org/drawingml/2006/main">
              <a:ext uri="{FF2B5EF4-FFF2-40B4-BE49-F238E27FC236}">
                <a16:creationId xmlns:a16="http://schemas.microsoft.com/office/drawing/2014/main" id="{F2C9C736-2B25-4DFA-B188-2BD91331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0" name="p11-矩形-0350">
            <a:extLst xmlns:a="http://schemas.openxmlformats.org/drawingml/2006/main">
              <a:ext uri="{FF2B5EF4-FFF2-40B4-BE49-F238E27FC236}">
                <a16:creationId xmlns:a16="http://schemas.microsoft.com/office/drawing/2014/main" id="{EF4F4E19-432B-4E4D-870D-2A724BA3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1" name="p11-矩形-0351">
            <a:extLst xmlns:a="http://schemas.openxmlformats.org/drawingml/2006/main">
              <a:ext uri="{FF2B5EF4-FFF2-40B4-BE49-F238E27FC236}">
                <a16:creationId xmlns:a16="http://schemas.microsoft.com/office/drawing/2014/main" id="{696D450C-6ED1-4672-AACB-5548377D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52" name="p11-矩形-0352">
            <a:extLst xmlns:a="http://schemas.openxmlformats.org/drawingml/2006/main">
              <a:ext uri="{FF2B5EF4-FFF2-40B4-BE49-F238E27FC236}">
                <a16:creationId xmlns:a16="http://schemas.microsoft.com/office/drawing/2014/main" id="{45536365-2093-499B-B3B6-1550244C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3" name="p11-矩形-0353">
            <a:extLst xmlns:a="http://schemas.openxmlformats.org/drawingml/2006/main">
              <a:ext uri="{FF2B5EF4-FFF2-40B4-BE49-F238E27FC236}">
                <a16:creationId xmlns:a16="http://schemas.microsoft.com/office/drawing/2014/main" id="{ACD1914A-A673-4E04-955F-4CC3F5A7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4" name="p11-矩形-0354">
            <a:extLst xmlns:a="http://schemas.openxmlformats.org/drawingml/2006/main">
              <a:ext uri="{FF2B5EF4-FFF2-40B4-BE49-F238E27FC236}">
                <a16:creationId xmlns:a16="http://schemas.microsoft.com/office/drawing/2014/main" id="{6E3AF15F-7594-4F93-BEC3-4F028606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55" name="p11-矩形-0355">
            <a:extLst xmlns:a="http://schemas.openxmlformats.org/drawingml/2006/main">
              <a:ext uri="{FF2B5EF4-FFF2-40B4-BE49-F238E27FC236}">
                <a16:creationId xmlns:a16="http://schemas.microsoft.com/office/drawing/2014/main" id="{791383FD-D2DA-40EE-B1F7-ADAACE72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6" name="p11-矩形-0356">
            <a:extLst xmlns:a="http://schemas.openxmlformats.org/drawingml/2006/main">
              <a:ext uri="{FF2B5EF4-FFF2-40B4-BE49-F238E27FC236}">
                <a16:creationId xmlns:a16="http://schemas.microsoft.com/office/drawing/2014/main" id="{9D39EB1D-DB0E-427F-BB34-020EE716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3114675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7" name="p11-矩形-0357">
            <a:extLst xmlns:a="http://schemas.openxmlformats.org/drawingml/2006/main">
              <a:ext uri="{FF2B5EF4-FFF2-40B4-BE49-F238E27FC236}">
                <a16:creationId xmlns:a16="http://schemas.microsoft.com/office/drawing/2014/main" id="{16056C04-571F-4042-B3C6-4274A064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8" name="p11-矩形-0358">
            <a:extLst xmlns:a="http://schemas.openxmlformats.org/drawingml/2006/main">
              <a:ext uri="{FF2B5EF4-FFF2-40B4-BE49-F238E27FC236}">
                <a16:creationId xmlns:a16="http://schemas.microsoft.com/office/drawing/2014/main" id="{E03C4056-85F6-42D9-AB2C-CCA872FE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9" name="p11-矩形-0359">
            <a:extLst xmlns:a="http://schemas.openxmlformats.org/drawingml/2006/main">
              <a:ext uri="{FF2B5EF4-FFF2-40B4-BE49-F238E27FC236}">
                <a16:creationId xmlns:a16="http://schemas.microsoft.com/office/drawing/2014/main" id="{6587FB6C-AC0D-47DC-8AB5-C3C046D8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0" name="p11-矩形-0360">
            <a:extLst xmlns:a="http://schemas.openxmlformats.org/drawingml/2006/main">
              <a:ext uri="{FF2B5EF4-FFF2-40B4-BE49-F238E27FC236}">
                <a16:creationId xmlns:a16="http://schemas.microsoft.com/office/drawing/2014/main" id="{7B8EB29E-96B4-47CE-BDCC-93C4BAC8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1" name="p11-矩形-0361">
            <a:extLst xmlns:a="http://schemas.openxmlformats.org/drawingml/2006/main">
              <a:ext uri="{FF2B5EF4-FFF2-40B4-BE49-F238E27FC236}">
                <a16:creationId xmlns:a16="http://schemas.microsoft.com/office/drawing/2014/main" id="{733AE4A4-ABB6-40B3-8836-3FF5BE17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62" name="p11-矩形-0362">
            <a:extLst xmlns:a="http://schemas.openxmlformats.org/drawingml/2006/main">
              <a:ext uri="{FF2B5EF4-FFF2-40B4-BE49-F238E27FC236}">
                <a16:creationId xmlns:a16="http://schemas.microsoft.com/office/drawing/2014/main" id="{5F61B1D3-51B4-446B-9B03-D945147B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63" name="p11-矩形-0363">
            <a:extLst xmlns:a="http://schemas.openxmlformats.org/drawingml/2006/main">
              <a:ext uri="{FF2B5EF4-FFF2-40B4-BE49-F238E27FC236}">
                <a16:creationId xmlns:a16="http://schemas.microsoft.com/office/drawing/2014/main" id="{A9715DC8-2EC3-449C-8886-AD409B89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4" name="p11-矩形-0364">
            <a:extLst xmlns:a="http://schemas.openxmlformats.org/drawingml/2006/main">
              <a:ext uri="{FF2B5EF4-FFF2-40B4-BE49-F238E27FC236}">
                <a16:creationId xmlns:a16="http://schemas.microsoft.com/office/drawing/2014/main" id="{E12B11BE-23C3-4122-B931-4A17185C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5" name="p11-矩形-0365">
            <a:extLst xmlns:a="http://schemas.openxmlformats.org/drawingml/2006/main">
              <a:ext uri="{FF2B5EF4-FFF2-40B4-BE49-F238E27FC236}">
                <a16:creationId xmlns:a16="http://schemas.microsoft.com/office/drawing/2014/main" id="{65E556DE-3C79-4D58-B4D4-1785665B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6" name="p11-矩形-0366">
            <a:extLst xmlns:a="http://schemas.openxmlformats.org/drawingml/2006/main">
              <a:ext uri="{FF2B5EF4-FFF2-40B4-BE49-F238E27FC236}">
                <a16:creationId xmlns:a16="http://schemas.microsoft.com/office/drawing/2014/main" id="{BA210EC2-C594-4ECE-9845-95F7FED2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7" name="p11-矩形-0367">
            <a:extLst xmlns:a="http://schemas.openxmlformats.org/drawingml/2006/main">
              <a:ext uri="{FF2B5EF4-FFF2-40B4-BE49-F238E27FC236}">
                <a16:creationId xmlns:a16="http://schemas.microsoft.com/office/drawing/2014/main" id="{A9B31CDA-F469-4EFE-9F23-DDE0CAAB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8" name="p11-矩形-0368">
            <a:extLst xmlns:a="http://schemas.openxmlformats.org/drawingml/2006/main">
              <a:ext uri="{FF2B5EF4-FFF2-40B4-BE49-F238E27FC236}">
                <a16:creationId xmlns:a16="http://schemas.microsoft.com/office/drawing/2014/main" id="{8E54436F-C5A6-4BC2-8840-0BC0AF3C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9" name="p11-矩形-0369">
            <a:extLst xmlns:a="http://schemas.openxmlformats.org/drawingml/2006/main">
              <a:ext uri="{FF2B5EF4-FFF2-40B4-BE49-F238E27FC236}">
                <a16:creationId xmlns:a16="http://schemas.microsoft.com/office/drawing/2014/main" id="{BA64947C-F588-4D17-91BB-BFCD32AC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0" name="p11-矩形-0370">
            <a:extLst xmlns:a="http://schemas.openxmlformats.org/drawingml/2006/main">
              <a:ext uri="{FF2B5EF4-FFF2-40B4-BE49-F238E27FC236}">
                <a16:creationId xmlns:a16="http://schemas.microsoft.com/office/drawing/2014/main" id="{B802D917-58F1-4BEA-A794-BEC0708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3269456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1" name="p11-矩形-0371">
            <a:extLst xmlns:a="http://schemas.openxmlformats.org/drawingml/2006/main">
              <a:ext uri="{FF2B5EF4-FFF2-40B4-BE49-F238E27FC236}">
                <a16:creationId xmlns:a16="http://schemas.microsoft.com/office/drawing/2014/main" id="{D61EFAD3-025D-4682-A5BA-5C239640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2" name="p11-矩形-0372">
            <a:extLst xmlns:a="http://schemas.openxmlformats.org/drawingml/2006/main">
              <a:ext uri="{FF2B5EF4-FFF2-40B4-BE49-F238E27FC236}">
                <a16:creationId xmlns:a16="http://schemas.microsoft.com/office/drawing/2014/main" id="{F65A4F02-5179-4302-8BDA-DCE0B1A7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3" name="p11-矩形-0373">
            <a:extLst xmlns:a="http://schemas.openxmlformats.org/drawingml/2006/main">
              <a:ext uri="{FF2B5EF4-FFF2-40B4-BE49-F238E27FC236}">
                <a16:creationId xmlns:a16="http://schemas.microsoft.com/office/drawing/2014/main" id="{9380BEA4-E1F9-4C97-B06D-76933C70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4" name="p11-矩形-0374">
            <a:extLst xmlns:a="http://schemas.openxmlformats.org/drawingml/2006/main">
              <a:ext uri="{FF2B5EF4-FFF2-40B4-BE49-F238E27FC236}">
                <a16:creationId xmlns:a16="http://schemas.microsoft.com/office/drawing/2014/main" id="{2611CFC7-CF03-4DCC-941E-FBAB74D0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5" name="p11-矩形-0375">
            <a:extLst xmlns:a="http://schemas.openxmlformats.org/drawingml/2006/main">
              <a:ext uri="{FF2B5EF4-FFF2-40B4-BE49-F238E27FC236}">
                <a16:creationId xmlns:a16="http://schemas.microsoft.com/office/drawing/2014/main" id="{88BFE282-D287-43B6-9601-B653FB92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6" name="p11-矩形-0376">
            <a:extLst xmlns:a="http://schemas.openxmlformats.org/drawingml/2006/main">
              <a:ext uri="{FF2B5EF4-FFF2-40B4-BE49-F238E27FC236}">
                <a16:creationId xmlns:a16="http://schemas.microsoft.com/office/drawing/2014/main" id="{D9FEEC1B-69D1-408E-A474-B2E37D9A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7" name="p11-矩形-0377">
            <a:extLst xmlns:a="http://schemas.openxmlformats.org/drawingml/2006/main">
              <a:ext uri="{FF2B5EF4-FFF2-40B4-BE49-F238E27FC236}">
                <a16:creationId xmlns:a16="http://schemas.microsoft.com/office/drawing/2014/main" id="{8B5F518D-4CA5-48EB-A40B-2566BBED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8" name="p11-矩形-0378">
            <a:extLst xmlns:a="http://schemas.openxmlformats.org/drawingml/2006/main">
              <a:ext uri="{FF2B5EF4-FFF2-40B4-BE49-F238E27FC236}">
                <a16:creationId xmlns:a16="http://schemas.microsoft.com/office/drawing/2014/main" id="{E2DFC47B-AFC5-428F-A64D-A320A783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9" name="p11-矩形-0379">
            <a:extLst xmlns:a="http://schemas.openxmlformats.org/drawingml/2006/main">
              <a:ext uri="{FF2B5EF4-FFF2-40B4-BE49-F238E27FC236}">
                <a16:creationId xmlns:a16="http://schemas.microsoft.com/office/drawing/2014/main" id="{D782C495-0EE9-4118-ADD7-60FB631C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0" name="p11-矩形-0380">
            <a:extLst xmlns:a="http://schemas.openxmlformats.org/drawingml/2006/main">
              <a:ext uri="{FF2B5EF4-FFF2-40B4-BE49-F238E27FC236}">
                <a16:creationId xmlns:a16="http://schemas.microsoft.com/office/drawing/2014/main" id="{206184BD-83C4-46BA-998B-2E3A4B90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1" name="p11-矩形-0381">
            <a:extLst xmlns:a="http://schemas.openxmlformats.org/drawingml/2006/main">
              <a:ext uri="{FF2B5EF4-FFF2-40B4-BE49-F238E27FC236}">
                <a16:creationId xmlns:a16="http://schemas.microsoft.com/office/drawing/2014/main" id="{CCBCC9DF-2024-48C2-A66D-E23EDA83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2" name="p11-矩形-0382">
            <a:extLst xmlns:a="http://schemas.openxmlformats.org/drawingml/2006/main">
              <a:ext uri="{FF2B5EF4-FFF2-40B4-BE49-F238E27FC236}">
                <a16:creationId xmlns:a16="http://schemas.microsoft.com/office/drawing/2014/main" id="{B930FEA4-B341-46C6-BD21-727541EE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3" name="p11-矩形-0383">
            <a:extLst xmlns:a="http://schemas.openxmlformats.org/drawingml/2006/main">
              <a:ext uri="{FF2B5EF4-FFF2-40B4-BE49-F238E27FC236}">
                <a16:creationId xmlns:a16="http://schemas.microsoft.com/office/drawing/2014/main" id="{D1E26722-2748-449D-9B62-621EBEBE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4" name="p11-矩形-0384">
            <a:extLst xmlns:a="http://schemas.openxmlformats.org/drawingml/2006/main">
              <a:ext uri="{FF2B5EF4-FFF2-40B4-BE49-F238E27FC236}">
                <a16:creationId xmlns:a16="http://schemas.microsoft.com/office/drawing/2014/main" id="{D97DB4F7-0430-4C45-9392-54C1F1BB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3424238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5" name="p11-矩形-0385">
            <a:extLst xmlns:a="http://schemas.openxmlformats.org/drawingml/2006/main">
              <a:ext uri="{FF2B5EF4-FFF2-40B4-BE49-F238E27FC236}">
                <a16:creationId xmlns:a16="http://schemas.microsoft.com/office/drawing/2014/main" id="{83C9AD9A-B76C-4FEE-847E-49912694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86" name="p11-矩形-0386">
            <a:extLst xmlns:a="http://schemas.openxmlformats.org/drawingml/2006/main">
              <a:ext uri="{FF2B5EF4-FFF2-40B4-BE49-F238E27FC236}">
                <a16:creationId xmlns:a16="http://schemas.microsoft.com/office/drawing/2014/main" id="{5FAFC99F-3E00-4EC5-AC00-E355C180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9186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7" name="p11-矩形-0387">
            <a:extLst xmlns:a="http://schemas.openxmlformats.org/drawingml/2006/main">
              <a:ext uri="{FF2B5EF4-FFF2-40B4-BE49-F238E27FC236}">
                <a16:creationId xmlns:a16="http://schemas.microsoft.com/office/drawing/2014/main" id="{C938BC8D-8FCA-4DDC-9059-CA8E6C43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946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8" name="p11-矩形-0388">
            <a:extLst xmlns:a="http://schemas.openxmlformats.org/drawingml/2006/main">
              <a:ext uri="{FF2B5EF4-FFF2-40B4-BE49-F238E27FC236}">
                <a16:creationId xmlns:a16="http://schemas.microsoft.com/office/drawing/2014/main" id="{3C6ADFFD-2B7F-438A-AA77-FBEB297C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6707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9" name="p11-矩形-0389">
            <a:extLst xmlns:a="http://schemas.openxmlformats.org/drawingml/2006/main">
              <a:ext uri="{FF2B5EF4-FFF2-40B4-BE49-F238E27FC236}">
                <a16:creationId xmlns:a16="http://schemas.microsoft.com/office/drawing/2014/main" id="{C85092A8-9B07-425D-954B-62E32219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468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0" name="p11-矩形-0390">
            <a:extLst xmlns:a="http://schemas.openxmlformats.org/drawingml/2006/main">
              <a:ext uri="{FF2B5EF4-FFF2-40B4-BE49-F238E27FC236}">
                <a16:creationId xmlns:a16="http://schemas.microsoft.com/office/drawing/2014/main" id="{3B3D52E0-0ABB-47E6-9588-74BC58CB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229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91" name="p11-矩形-0391">
            <a:extLst xmlns:a="http://schemas.openxmlformats.org/drawingml/2006/main">
              <a:ext uri="{FF2B5EF4-FFF2-40B4-BE49-F238E27FC236}">
                <a16:creationId xmlns:a16="http://schemas.microsoft.com/office/drawing/2014/main" id="{5454F906-5039-4874-B989-51662D25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989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92" name="p11-矩形-0392">
            <a:extLst xmlns:a="http://schemas.openxmlformats.org/drawingml/2006/main">
              <a:ext uri="{FF2B5EF4-FFF2-40B4-BE49-F238E27FC236}">
                <a16:creationId xmlns:a16="http://schemas.microsoft.com/office/drawing/2014/main" id="{FAFF4955-8B8B-4B17-A653-1FFD6232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3" name="p11-矩形-0393">
            <a:extLst xmlns:a="http://schemas.openxmlformats.org/drawingml/2006/main">
              <a:ext uri="{FF2B5EF4-FFF2-40B4-BE49-F238E27FC236}">
                <a16:creationId xmlns:a16="http://schemas.microsoft.com/office/drawing/2014/main" id="{A0342FA7-25BF-4DD1-BB9B-5B84EEE6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511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94" name="p11-矩形-0394">
            <a:extLst xmlns:a="http://schemas.openxmlformats.org/drawingml/2006/main">
              <a:ext uri="{FF2B5EF4-FFF2-40B4-BE49-F238E27FC236}">
                <a16:creationId xmlns:a16="http://schemas.microsoft.com/office/drawing/2014/main" id="{9920351D-BD99-4BF0-9FC8-F6728B03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271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5" name="p11-矩形-0395">
            <a:extLst xmlns:a="http://schemas.openxmlformats.org/drawingml/2006/main">
              <a:ext uri="{FF2B5EF4-FFF2-40B4-BE49-F238E27FC236}">
                <a16:creationId xmlns:a16="http://schemas.microsoft.com/office/drawing/2014/main" id="{CEE15A09-227F-44E8-A572-D29048EB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032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96" name="p11-矩形-0396">
            <a:extLst xmlns:a="http://schemas.openxmlformats.org/drawingml/2006/main">
              <a:ext uri="{FF2B5EF4-FFF2-40B4-BE49-F238E27FC236}">
                <a16:creationId xmlns:a16="http://schemas.microsoft.com/office/drawing/2014/main" id="{BED6C1EE-4474-46B7-8D66-A725CA01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793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7" name="p11-矩形-0397">
            <a:extLst xmlns:a="http://schemas.openxmlformats.org/drawingml/2006/main">
              <a:ext uri="{FF2B5EF4-FFF2-40B4-BE49-F238E27FC236}">
                <a16:creationId xmlns:a16="http://schemas.microsoft.com/office/drawing/2014/main" id="{357D41D4-8ADB-492A-B136-E95589E2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554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8" name="p11-矩形-0398">
            <a:extLst xmlns:a="http://schemas.openxmlformats.org/drawingml/2006/main">
              <a:ext uri="{FF2B5EF4-FFF2-40B4-BE49-F238E27FC236}">
                <a16:creationId xmlns:a16="http://schemas.microsoft.com/office/drawing/2014/main" id="{205909C8-8666-48FD-9AA0-C97C8245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314" y="3579019"/>
            <a:ext cx="144236" cy="145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9" name="p11-文本-0399">
            <a:extLst xmlns:a="http://schemas.openxmlformats.org/drawingml/2006/main">
              <a:ext uri="{FF2B5EF4-FFF2-40B4-BE49-F238E27FC236}">
                <a16:creationId xmlns:a16="http://schemas.microsoft.com/office/drawing/2014/main" id="{7820CA2B-3692-4EC2-BBA7-E8F04149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65" y="37837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0" name="p11-文本-0400">
            <a:extLst xmlns:a="http://schemas.openxmlformats.org/drawingml/2006/main">
              <a:ext uri="{FF2B5EF4-FFF2-40B4-BE49-F238E27FC236}">
                <a16:creationId xmlns:a16="http://schemas.microsoft.com/office/drawing/2014/main" id="{5DFB6185-B354-4F48-AF9D-D664040D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290" y="37837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01" name="p11-文本-0401">
            <a:extLst xmlns:a="http://schemas.openxmlformats.org/drawingml/2006/main">
              <a:ext uri="{FF2B5EF4-FFF2-40B4-BE49-F238E27FC236}">
                <a16:creationId xmlns:a16="http://schemas.microsoft.com/office/drawing/2014/main" id="{34C6A898-014E-406D-A4B0-1908CB99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517" y="3783755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02" name="p11-文本-0402">
            <a:extLst xmlns:a="http://schemas.openxmlformats.org/drawingml/2006/main">
              <a:ext uri="{FF2B5EF4-FFF2-40B4-BE49-F238E27FC236}">
                <a16:creationId xmlns:a16="http://schemas.microsoft.com/office/drawing/2014/main" id="{7C083765-F989-4EBA-A447-6DF86EE8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070" y="2468234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3" name="p11-文本-0403">
            <a:extLst xmlns:a="http://schemas.openxmlformats.org/drawingml/2006/main">
              <a:ext uri="{FF2B5EF4-FFF2-40B4-BE49-F238E27FC236}">
                <a16:creationId xmlns:a16="http://schemas.microsoft.com/office/drawing/2014/main" id="{5979045D-C3CB-4344-B973-BD2C0A63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070" y="355170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04" name="p11-文本-0404">
            <a:extLst xmlns:a="http://schemas.openxmlformats.org/drawingml/2006/main">
              <a:ext uri="{FF2B5EF4-FFF2-40B4-BE49-F238E27FC236}">
                <a16:creationId xmlns:a16="http://schemas.microsoft.com/office/drawing/2014/main" id="{28429104-FA4F-46C2-8C8B-8D70CF48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98402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质量与完整性检查</a:t>
            </a:r>
          </a:p>
        </p:txBody>
      </p:sp>
      <p:sp>
        <p:nvSpPr>
          <p:cNvPr id="405" name="p11-文本-0405">
            <a:extLst xmlns:a="http://schemas.openxmlformats.org/drawingml/2006/main">
              <a:ext uri="{FF2B5EF4-FFF2-40B4-BE49-F238E27FC236}">
                <a16:creationId xmlns:a16="http://schemas.microsoft.com/office/drawing/2014/main" id="{2E8F94E7-62BF-41A9-9965-CB57795D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69877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约束条件交叉核对</a:t>
            </a:r>
          </a:p>
        </p:txBody>
      </p:sp>
      <p:sp>
        <p:nvSpPr>
          <p:cNvPr id="406" name="p11-文本-0406">
            <a:extLst xmlns:a="http://schemas.openxmlformats.org/drawingml/2006/main">
              <a:ext uri="{FF2B5EF4-FFF2-40B4-BE49-F238E27FC236}">
                <a16:creationId xmlns:a16="http://schemas.microsoft.com/office/drawing/2014/main" id="{A5698E7A-8387-4D25-8D25-89E63277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741352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选择独立验证对象</a:t>
            </a:r>
          </a:p>
        </p:txBody>
      </p:sp>
      <p:sp>
        <p:nvSpPr>
          <p:cNvPr id="407" name="p11-路径-0407">
            <a:extLst xmlns:a="http://schemas.openxmlformats.org/drawingml/2006/main">
              <a:ext uri="{FF2B5EF4-FFF2-40B4-BE49-F238E27FC236}">
                <a16:creationId xmlns:a16="http://schemas.microsoft.com/office/drawing/2014/main" id="{9403BBEE-E891-4E3B-9212-47A0AD27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56051"/>
            <a:ext cx="466725" cy="212598"/>
          </a:xfrm>
          <a:custGeom xmlns:a="http://schemas.openxmlformats.org/drawingml/2006/main">
            <a:pathLst>
              <a:path w="466725" h="212598">
                <a:moveTo>
                  <a:pt x="0" y="163449"/>
                </a:moveTo>
                <a:lnTo>
                  <a:pt x="295275" y="163449"/>
                </a:lnTo>
                <a:lnTo>
                  <a:pt x="295275" y="212598"/>
                </a:lnTo>
                <a:lnTo>
                  <a:pt x="466725" y="106299"/>
                </a:lnTo>
                <a:lnTo>
                  <a:pt x="295275" y="0"/>
                </a:lnTo>
                <a:lnTo>
                  <a:pt x="295275" y="49149"/>
                </a:lnTo>
                <a:lnTo>
                  <a:pt x="0" y="49149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8" name="p11-矩形-0408">
            <a:extLst xmlns:a="http://schemas.openxmlformats.org/drawingml/2006/main">
              <a:ext uri="{FF2B5EF4-FFF2-40B4-BE49-F238E27FC236}">
                <a16:creationId xmlns:a16="http://schemas.microsoft.com/office/drawing/2014/main" id="{71E98370-4CB7-4B05-9D88-82A2370F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66900"/>
            <a:ext cx="3057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9" name="p11-文本-0409">
            <a:extLst xmlns:a="http://schemas.openxmlformats.org/drawingml/2006/main">
              <a:ext uri="{FF2B5EF4-FFF2-40B4-BE49-F238E27FC236}">
                <a16:creationId xmlns:a16="http://schemas.microsoft.com/office/drawing/2014/main" id="{F6319C80-602F-46CA-8445-939F8061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5410" y="18884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实验验证</a:t>
            </a:r>
          </a:p>
        </p:txBody>
      </p:sp>
      <p:sp>
        <p:nvSpPr>
          <p:cNvPr id="410" name="p11-矩形-0410">
            <a:extLst xmlns:a="http://schemas.openxmlformats.org/drawingml/2006/main">
              <a:ext uri="{FF2B5EF4-FFF2-40B4-BE49-F238E27FC236}">
                <a16:creationId xmlns:a16="http://schemas.microsoft.com/office/drawing/2014/main" id="{5ED2EC3E-0A58-456B-9CE9-7A1C9D1A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514600"/>
            <a:ext cx="2428875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411" name="p11-椭圆-0411">
            <a:extLst xmlns:a="http://schemas.openxmlformats.org/drawingml/2006/main">
              <a:ext uri="{FF2B5EF4-FFF2-40B4-BE49-F238E27FC236}">
                <a16:creationId xmlns:a16="http://schemas.microsoft.com/office/drawing/2014/main" id="{44584AB7-9C5A-408C-AA31-2BC2BECC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12" name="p11-椭圆-0412">
            <a:extLst xmlns:a="http://schemas.openxmlformats.org/drawingml/2006/main">
              <a:ext uri="{FF2B5EF4-FFF2-40B4-BE49-F238E27FC236}">
                <a16:creationId xmlns:a16="http://schemas.microsoft.com/office/drawing/2014/main" id="{35A35FDB-4CD9-4399-ADAF-BC2408A5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3" name="p11-椭圆-0413">
            <a:extLst xmlns:a="http://schemas.openxmlformats.org/drawingml/2006/main">
              <a:ext uri="{FF2B5EF4-FFF2-40B4-BE49-F238E27FC236}">
                <a16:creationId xmlns:a16="http://schemas.microsoft.com/office/drawing/2014/main" id="{8C30691A-6ABF-496B-93CD-5A21980E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4" name="p11-椭圆-0414">
            <a:extLst xmlns:a="http://schemas.openxmlformats.org/drawingml/2006/main">
              <a:ext uri="{FF2B5EF4-FFF2-40B4-BE49-F238E27FC236}">
                <a16:creationId xmlns:a16="http://schemas.microsoft.com/office/drawing/2014/main" id="{B3335162-C3A8-4DB4-BAA9-B3EE69F8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5" name="p11-椭圆-0415">
            <a:extLst xmlns:a="http://schemas.openxmlformats.org/drawingml/2006/main">
              <a:ext uri="{FF2B5EF4-FFF2-40B4-BE49-F238E27FC236}">
                <a16:creationId xmlns:a16="http://schemas.microsoft.com/office/drawing/2014/main" id="{10DEEEBA-39A1-4332-AB2E-E066DD27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16" name="p11-椭圆-0416">
            <a:extLst xmlns:a="http://schemas.openxmlformats.org/drawingml/2006/main">
              <a:ext uri="{FF2B5EF4-FFF2-40B4-BE49-F238E27FC236}">
                <a16:creationId xmlns:a16="http://schemas.microsoft.com/office/drawing/2014/main" id="{B4BB781E-6DB8-4C96-9EF7-943BEF73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7" name="p11-椭圆-0417">
            <a:extLst xmlns:a="http://schemas.openxmlformats.org/drawingml/2006/main">
              <a:ext uri="{FF2B5EF4-FFF2-40B4-BE49-F238E27FC236}">
                <a16:creationId xmlns:a16="http://schemas.microsoft.com/office/drawing/2014/main" id="{2FFF4A93-329D-4C82-B00E-2317C2C9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8" name="p11-椭圆-0418">
            <a:extLst xmlns:a="http://schemas.openxmlformats.org/drawingml/2006/main">
              <a:ext uri="{FF2B5EF4-FFF2-40B4-BE49-F238E27FC236}">
                <a16:creationId xmlns:a16="http://schemas.microsoft.com/office/drawing/2014/main" id="{D07044DC-FB19-443D-9242-6D19D97A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9" name="p11-椭圆-0419">
            <a:extLst xmlns:a="http://schemas.openxmlformats.org/drawingml/2006/main">
              <a:ext uri="{FF2B5EF4-FFF2-40B4-BE49-F238E27FC236}">
                <a16:creationId xmlns:a16="http://schemas.microsoft.com/office/drawing/2014/main" id="{B48A3280-4825-4206-8034-44BE1DBF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20" name="p11-椭圆-0420">
            <a:extLst xmlns:a="http://schemas.openxmlformats.org/drawingml/2006/main">
              <a:ext uri="{FF2B5EF4-FFF2-40B4-BE49-F238E27FC236}">
                <a16:creationId xmlns:a16="http://schemas.microsoft.com/office/drawing/2014/main" id="{F4E12AB3-76AC-48BA-85C0-72A09769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1" name="p11-椭圆-0421">
            <a:extLst xmlns:a="http://schemas.openxmlformats.org/drawingml/2006/main">
              <a:ext uri="{FF2B5EF4-FFF2-40B4-BE49-F238E27FC236}">
                <a16:creationId xmlns:a16="http://schemas.microsoft.com/office/drawing/2014/main" id="{1F0A089C-418F-41F6-9BD3-41F8DC1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2" name="p11-椭圆-0422">
            <a:extLst xmlns:a="http://schemas.openxmlformats.org/drawingml/2006/main">
              <a:ext uri="{FF2B5EF4-FFF2-40B4-BE49-F238E27FC236}">
                <a16:creationId xmlns:a16="http://schemas.microsoft.com/office/drawing/2014/main" id="{9EC51D03-C24F-4F93-A01B-92606109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26140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3" name="p11-椭圆-0423">
            <a:extLst xmlns:a="http://schemas.openxmlformats.org/drawingml/2006/main">
              <a:ext uri="{FF2B5EF4-FFF2-40B4-BE49-F238E27FC236}">
                <a16:creationId xmlns:a16="http://schemas.microsoft.com/office/drawing/2014/main" id="{7F978158-F0C6-4BE1-914A-6B010183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4" name="p11-椭圆-0424">
            <a:extLst xmlns:a="http://schemas.openxmlformats.org/drawingml/2006/main">
              <a:ext uri="{FF2B5EF4-FFF2-40B4-BE49-F238E27FC236}">
                <a16:creationId xmlns:a16="http://schemas.microsoft.com/office/drawing/2014/main" id="{ECD7E266-59B7-4E33-AA92-8E2BFECB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5" name="p11-椭圆-0425">
            <a:extLst xmlns:a="http://schemas.openxmlformats.org/drawingml/2006/main">
              <a:ext uri="{FF2B5EF4-FFF2-40B4-BE49-F238E27FC236}">
                <a16:creationId xmlns:a16="http://schemas.microsoft.com/office/drawing/2014/main" id="{91DB5D6D-3CA9-468F-855E-4FFBE98E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6" name="p11-椭圆-0426">
            <a:extLst xmlns:a="http://schemas.openxmlformats.org/drawingml/2006/main">
              <a:ext uri="{FF2B5EF4-FFF2-40B4-BE49-F238E27FC236}">
                <a16:creationId xmlns:a16="http://schemas.microsoft.com/office/drawing/2014/main" id="{0B683FF7-18D4-4260-935D-343C003A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27" name="p11-椭圆-0427">
            <a:extLst xmlns:a="http://schemas.openxmlformats.org/drawingml/2006/main">
              <a:ext uri="{FF2B5EF4-FFF2-40B4-BE49-F238E27FC236}">
                <a16:creationId xmlns:a16="http://schemas.microsoft.com/office/drawing/2014/main" id="{54D62133-94E5-455B-B749-3849FA75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28" name="p11-椭圆-0428">
            <a:extLst xmlns:a="http://schemas.openxmlformats.org/drawingml/2006/main">
              <a:ext uri="{FF2B5EF4-FFF2-40B4-BE49-F238E27FC236}">
                <a16:creationId xmlns:a16="http://schemas.microsoft.com/office/drawing/2014/main" id="{9FEE8A11-2468-4504-A01D-5D9A06C9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29" name="p11-椭圆-0429">
            <a:extLst xmlns:a="http://schemas.openxmlformats.org/drawingml/2006/main">
              <a:ext uri="{FF2B5EF4-FFF2-40B4-BE49-F238E27FC236}">
                <a16:creationId xmlns:a16="http://schemas.microsoft.com/office/drawing/2014/main" id="{D28190B6-03AC-4D68-B219-0B632B47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30" name="p11-椭圆-0430">
            <a:extLst xmlns:a="http://schemas.openxmlformats.org/drawingml/2006/main">
              <a:ext uri="{FF2B5EF4-FFF2-40B4-BE49-F238E27FC236}">
                <a16:creationId xmlns:a16="http://schemas.microsoft.com/office/drawing/2014/main" id="{9301C440-D79C-49BA-8F24-E2D7D012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31" name="p11-椭圆-0431">
            <a:extLst xmlns:a="http://schemas.openxmlformats.org/drawingml/2006/main">
              <a:ext uri="{FF2B5EF4-FFF2-40B4-BE49-F238E27FC236}">
                <a16:creationId xmlns:a16="http://schemas.microsoft.com/office/drawing/2014/main" id="{651161EE-C39F-4FE9-80DD-9E62892E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2" name="p11-椭圆-0432">
            <a:extLst xmlns:a="http://schemas.openxmlformats.org/drawingml/2006/main">
              <a:ext uri="{FF2B5EF4-FFF2-40B4-BE49-F238E27FC236}">
                <a16:creationId xmlns:a16="http://schemas.microsoft.com/office/drawing/2014/main" id="{2D5C0994-2420-4BE4-B630-2BC78ED1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3" name="p11-椭圆-0433">
            <a:extLst xmlns:a="http://schemas.openxmlformats.org/drawingml/2006/main">
              <a:ext uri="{FF2B5EF4-FFF2-40B4-BE49-F238E27FC236}">
                <a16:creationId xmlns:a16="http://schemas.microsoft.com/office/drawing/2014/main" id="{A64CDBF2-C6D8-4580-A2E7-FA671931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4" name="p11-椭圆-0434">
            <a:extLst xmlns:a="http://schemas.openxmlformats.org/drawingml/2006/main">
              <a:ext uri="{FF2B5EF4-FFF2-40B4-BE49-F238E27FC236}">
                <a16:creationId xmlns:a16="http://schemas.microsoft.com/office/drawing/2014/main" id="{C39C0E3D-CED3-4298-8456-BC53F7A8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27823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35" name="p11-椭圆-0435">
            <a:extLst xmlns:a="http://schemas.openxmlformats.org/drawingml/2006/main">
              <a:ext uri="{FF2B5EF4-FFF2-40B4-BE49-F238E27FC236}">
                <a16:creationId xmlns:a16="http://schemas.microsoft.com/office/drawing/2014/main" id="{1CE641B6-A850-42AF-A040-650889BC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6" name="p11-椭圆-0436">
            <a:extLst xmlns:a="http://schemas.openxmlformats.org/drawingml/2006/main">
              <a:ext uri="{FF2B5EF4-FFF2-40B4-BE49-F238E27FC236}">
                <a16:creationId xmlns:a16="http://schemas.microsoft.com/office/drawing/2014/main" id="{9AEC84F6-9521-446A-A617-597D8AF0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7" name="p11-椭圆-0437">
            <a:extLst xmlns:a="http://schemas.openxmlformats.org/drawingml/2006/main">
              <a:ext uri="{FF2B5EF4-FFF2-40B4-BE49-F238E27FC236}">
                <a16:creationId xmlns:a16="http://schemas.microsoft.com/office/drawing/2014/main" id="{885EF112-3144-4B64-B538-BDAA831B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38" name="p11-椭圆-0438">
            <a:extLst xmlns:a="http://schemas.openxmlformats.org/drawingml/2006/main">
              <a:ext uri="{FF2B5EF4-FFF2-40B4-BE49-F238E27FC236}">
                <a16:creationId xmlns:a16="http://schemas.microsoft.com/office/drawing/2014/main" id="{934C3AA0-72A1-4118-B8AE-40C2F42E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39" name="p11-椭圆-0439">
            <a:extLst xmlns:a="http://schemas.openxmlformats.org/drawingml/2006/main">
              <a:ext uri="{FF2B5EF4-FFF2-40B4-BE49-F238E27FC236}">
                <a16:creationId xmlns:a16="http://schemas.microsoft.com/office/drawing/2014/main" id="{54B6E11C-3783-4AC7-AC10-8044648D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0" name="p11-椭圆-0440">
            <a:extLst xmlns:a="http://schemas.openxmlformats.org/drawingml/2006/main">
              <a:ext uri="{FF2B5EF4-FFF2-40B4-BE49-F238E27FC236}">
                <a16:creationId xmlns:a16="http://schemas.microsoft.com/office/drawing/2014/main" id="{09D2AB47-AFCD-4869-8763-217AC695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1" name="p11-椭圆-0441">
            <a:extLst xmlns:a="http://schemas.openxmlformats.org/drawingml/2006/main">
              <a:ext uri="{FF2B5EF4-FFF2-40B4-BE49-F238E27FC236}">
                <a16:creationId xmlns:a16="http://schemas.microsoft.com/office/drawing/2014/main" id="{709D3F55-E9C1-4FB7-B49D-FFDAF267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42" name="p11-椭圆-0442">
            <a:extLst xmlns:a="http://schemas.openxmlformats.org/drawingml/2006/main">
              <a:ext uri="{FF2B5EF4-FFF2-40B4-BE49-F238E27FC236}">
                <a16:creationId xmlns:a16="http://schemas.microsoft.com/office/drawing/2014/main" id="{F3F4FF90-5804-497A-93E2-FE938351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43" name="p11-椭圆-0443">
            <a:extLst xmlns:a="http://schemas.openxmlformats.org/drawingml/2006/main">
              <a:ext uri="{FF2B5EF4-FFF2-40B4-BE49-F238E27FC236}">
                <a16:creationId xmlns:a16="http://schemas.microsoft.com/office/drawing/2014/main" id="{81434A8E-3CC9-4661-9557-66A78917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4" name="p11-椭圆-0444">
            <a:extLst xmlns:a="http://schemas.openxmlformats.org/drawingml/2006/main">
              <a:ext uri="{FF2B5EF4-FFF2-40B4-BE49-F238E27FC236}">
                <a16:creationId xmlns:a16="http://schemas.microsoft.com/office/drawing/2014/main" id="{62720FF1-9C5D-44CC-BF0C-322A4882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5" name="p11-椭圆-0445">
            <a:extLst xmlns:a="http://schemas.openxmlformats.org/drawingml/2006/main">
              <a:ext uri="{FF2B5EF4-FFF2-40B4-BE49-F238E27FC236}">
                <a16:creationId xmlns:a16="http://schemas.microsoft.com/office/drawing/2014/main" id="{4C3A3C56-5100-4C59-80C5-0F9C65E0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46" name="p11-椭圆-0446">
            <a:extLst xmlns:a="http://schemas.openxmlformats.org/drawingml/2006/main">
              <a:ext uri="{FF2B5EF4-FFF2-40B4-BE49-F238E27FC236}">
                <a16:creationId xmlns:a16="http://schemas.microsoft.com/office/drawing/2014/main" id="{BFC17CC5-9707-4594-ADAF-67B0B3BF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29505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7" name="p11-椭圆-0447">
            <a:extLst xmlns:a="http://schemas.openxmlformats.org/drawingml/2006/main">
              <a:ext uri="{FF2B5EF4-FFF2-40B4-BE49-F238E27FC236}">
                <a16:creationId xmlns:a16="http://schemas.microsoft.com/office/drawing/2014/main" id="{085CBF92-AE89-4950-BDB3-4988F64E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8" name="p11-椭圆-0448">
            <a:extLst xmlns:a="http://schemas.openxmlformats.org/drawingml/2006/main">
              <a:ext uri="{FF2B5EF4-FFF2-40B4-BE49-F238E27FC236}">
                <a16:creationId xmlns:a16="http://schemas.microsoft.com/office/drawing/2014/main" id="{77EFAFD9-235C-4CA1-8DB2-5A024E1A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9" name="p11-椭圆-0449">
            <a:extLst xmlns:a="http://schemas.openxmlformats.org/drawingml/2006/main">
              <a:ext uri="{FF2B5EF4-FFF2-40B4-BE49-F238E27FC236}">
                <a16:creationId xmlns:a16="http://schemas.microsoft.com/office/drawing/2014/main" id="{EEEF0C2B-EEF3-4F07-A738-4CBA75FF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50" name="p11-椭圆-0450">
            <a:extLst xmlns:a="http://schemas.openxmlformats.org/drawingml/2006/main">
              <a:ext uri="{FF2B5EF4-FFF2-40B4-BE49-F238E27FC236}">
                <a16:creationId xmlns:a16="http://schemas.microsoft.com/office/drawing/2014/main" id="{7F12D152-671D-4B3D-A6AC-20E8CE90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1" name="p11-椭圆-0451">
            <a:extLst xmlns:a="http://schemas.openxmlformats.org/drawingml/2006/main">
              <a:ext uri="{FF2B5EF4-FFF2-40B4-BE49-F238E27FC236}">
                <a16:creationId xmlns:a16="http://schemas.microsoft.com/office/drawing/2014/main" id="{1D56A042-57DC-4B5E-BFD4-C5C9ED62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2" name="p11-椭圆-0452">
            <a:extLst xmlns:a="http://schemas.openxmlformats.org/drawingml/2006/main">
              <a:ext uri="{FF2B5EF4-FFF2-40B4-BE49-F238E27FC236}">
                <a16:creationId xmlns:a16="http://schemas.microsoft.com/office/drawing/2014/main" id="{3E054066-2D71-4445-B43F-C02E0E3C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53" name="p11-椭圆-0453">
            <a:extLst xmlns:a="http://schemas.openxmlformats.org/drawingml/2006/main">
              <a:ext uri="{FF2B5EF4-FFF2-40B4-BE49-F238E27FC236}">
                <a16:creationId xmlns:a16="http://schemas.microsoft.com/office/drawing/2014/main" id="{7FD04A31-8BDE-4CBF-B80B-0062083E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54" name="p11-椭圆-0454">
            <a:extLst xmlns:a="http://schemas.openxmlformats.org/drawingml/2006/main">
              <a:ext uri="{FF2B5EF4-FFF2-40B4-BE49-F238E27FC236}">
                <a16:creationId xmlns:a16="http://schemas.microsoft.com/office/drawing/2014/main" id="{F89E70D9-8381-4272-9B4E-BB0D691E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55" name="p11-椭圆-0455">
            <a:extLst xmlns:a="http://schemas.openxmlformats.org/drawingml/2006/main">
              <a:ext uri="{FF2B5EF4-FFF2-40B4-BE49-F238E27FC236}">
                <a16:creationId xmlns:a16="http://schemas.microsoft.com/office/drawing/2014/main" id="{E51638C8-6FFD-4832-8E14-93A6B5E1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56" name="p11-椭圆-0456">
            <a:extLst xmlns:a="http://schemas.openxmlformats.org/drawingml/2006/main">
              <a:ext uri="{FF2B5EF4-FFF2-40B4-BE49-F238E27FC236}">
                <a16:creationId xmlns:a16="http://schemas.microsoft.com/office/drawing/2014/main" id="{72752519-0926-4B34-8883-7226BB5F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57" name="p11-椭圆-0457">
            <a:extLst xmlns:a="http://schemas.openxmlformats.org/drawingml/2006/main">
              <a:ext uri="{FF2B5EF4-FFF2-40B4-BE49-F238E27FC236}">
                <a16:creationId xmlns:a16="http://schemas.microsoft.com/office/drawing/2014/main" id="{D26ED6C7-58BB-4836-B9EC-E3A46BBC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58" name="p11-椭圆-0458">
            <a:extLst xmlns:a="http://schemas.openxmlformats.org/drawingml/2006/main">
              <a:ext uri="{FF2B5EF4-FFF2-40B4-BE49-F238E27FC236}">
                <a16:creationId xmlns:a16="http://schemas.microsoft.com/office/drawing/2014/main" id="{11269087-64AF-408E-BD1F-FDCA42D4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31188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9" name="p11-椭圆-0459">
            <a:extLst xmlns:a="http://schemas.openxmlformats.org/drawingml/2006/main">
              <a:ext uri="{FF2B5EF4-FFF2-40B4-BE49-F238E27FC236}">
                <a16:creationId xmlns:a16="http://schemas.microsoft.com/office/drawing/2014/main" id="{2DBC72CB-3B53-406C-B6BB-2036C57F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0" name="p11-椭圆-0460">
            <a:extLst xmlns:a="http://schemas.openxmlformats.org/drawingml/2006/main">
              <a:ext uri="{FF2B5EF4-FFF2-40B4-BE49-F238E27FC236}">
                <a16:creationId xmlns:a16="http://schemas.microsoft.com/office/drawing/2014/main" id="{F25089E8-0538-4C9E-93C8-EB237668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61" name="p11-椭圆-0461">
            <a:extLst xmlns:a="http://schemas.openxmlformats.org/drawingml/2006/main">
              <a:ext uri="{FF2B5EF4-FFF2-40B4-BE49-F238E27FC236}">
                <a16:creationId xmlns:a16="http://schemas.microsoft.com/office/drawing/2014/main" id="{F075CD00-3649-40C5-BAFD-FA13FE60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2" name="p11-椭圆-0462">
            <a:extLst xmlns:a="http://schemas.openxmlformats.org/drawingml/2006/main">
              <a:ext uri="{FF2B5EF4-FFF2-40B4-BE49-F238E27FC236}">
                <a16:creationId xmlns:a16="http://schemas.microsoft.com/office/drawing/2014/main" id="{BF55CDC4-B3B2-4863-8C84-58457470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3" name="p11-椭圆-0463">
            <a:extLst xmlns:a="http://schemas.openxmlformats.org/drawingml/2006/main">
              <a:ext uri="{FF2B5EF4-FFF2-40B4-BE49-F238E27FC236}">
                <a16:creationId xmlns:a16="http://schemas.microsoft.com/office/drawing/2014/main" id="{5473333D-E4DD-474B-93A5-C3B9C56C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4" name="p11-椭圆-0464">
            <a:extLst xmlns:a="http://schemas.openxmlformats.org/drawingml/2006/main">
              <a:ext uri="{FF2B5EF4-FFF2-40B4-BE49-F238E27FC236}">
                <a16:creationId xmlns:a16="http://schemas.microsoft.com/office/drawing/2014/main" id="{8C09C339-1411-4CBB-9425-CD756202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65" name="p11-椭圆-0465">
            <a:extLst xmlns:a="http://schemas.openxmlformats.org/drawingml/2006/main">
              <a:ext uri="{FF2B5EF4-FFF2-40B4-BE49-F238E27FC236}">
                <a16:creationId xmlns:a16="http://schemas.microsoft.com/office/drawing/2014/main" id="{1A3F5B52-8C6F-4537-AABE-E8A6E247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6" name="p11-椭圆-0466">
            <a:extLst xmlns:a="http://schemas.openxmlformats.org/drawingml/2006/main">
              <a:ext uri="{FF2B5EF4-FFF2-40B4-BE49-F238E27FC236}">
                <a16:creationId xmlns:a16="http://schemas.microsoft.com/office/drawing/2014/main" id="{14F7F155-B9FD-484A-9C98-8FAE7351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7" name="p11-椭圆-0467">
            <a:extLst xmlns:a="http://schemas.openxmlformats.org/drawingml/2006/main">
              <a:ext uri="{FF2B5EF4-FFF2-40B4-BE49-F238E27FC236}">
                <a16:creationId xmlns:a16="http://schemas.microsoft.com/office/drawing/2014/main" id="{E00C2397-5B26-4DD7-AACE-340B9F26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8" name="p11-椭圆-0468">
            <a:extLst xmlns:a="http://schemas.openxmlformats.org/drawingml/2006/main">
              <a:ext uri="{FF2B5EF4-FFF2-40B4-BE49-F238E27FC236}">
                <a16:creationId xmlns:a16="http://schemas.microsoft.com/office/drawing/2014/main" id="{E8F08A50-C507-4EEA-A27D-F5967F6B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69" name="p11-椭圆-0469">
            <a:extLst xmlns:a="http://schemas.openxmlformats.org/drawingml/2006/main">
              <a:ext uri="{FF2B5EF4-FFF2-40B4-BE49-F238E27FC236}">
                <a16:creationId xmlns:a16="http://schemas.microsoft.com/office/drawing/2014/main" id="{46F9DDC9-7004-4B52-976A-ED474333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0" name="p11-椭圆-0470">
            <a:extLst xmlns:a="http://schemas.openxmlformats.org/drawingml/2006/main">
              <a:ext uri="{FF2B5EF4-FFF2-40B4-BE49-F238E27FC236}">
                <a16:creationId xmlns:a16="http://schemas.microsoft.com/office/drawing/2014/main" id="{39C5FCBD-4C1A-4295-95B1-0D2BE0A3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328713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1" name="p11-椭圆-0471">
            <a:extLst xmlns:a="http://schemas.openxmlformats.org/drawingml/2006/main">
              <a:ext uri="{FF2B5EF4-FFF2-40B4-BE49-F238E27FC236}">
                <a16:creationId xmlns:a16="http://schemas.microsoft.com/office/drawing/2014/main" id="{8BB3D0C9-114F-42F7-804A-2C2B77BA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72" name="p11-椭圆-0472">
            <a:extLst xmlns:a="http://schemas.openxmlformats.org/drawingml/2006/main">
              <a:ext uri="{FF2B5EF4-FFF2-40B4-BE49-F238E27FC236}">
                <a16:creationId xmlns:a16="http://schemas.microsoft.com/office/drawing/2014/main" id="{B7D42605-C8E8-4415-975A-157364C7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3" name="p11-椭圆-0473">
            <a:extLst xmlns:a="http://schemas.openxmlformats.org/drawingml/2006/main">
              <a:ext uri="{FF2B5EF4-FFF2-40B4-BE49-F238E27FC236}">
                <a16:creationId xmlns:a16="http://schemas.microsoft.com/office/drawing/2014/main" id="{2EDE7B14-EB98-4F85-B2B1-47B87FC0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4" name="p11-椭圆-0474">
            <a:extLst xmlns:a="http://schemas.openxmlformats.org/drawingml/2006/main">
              <a:ext uri="{FF2B5EF4-FFF2-40B4-BE49-F238E27FC236}">
                <a16:creationId xmlns:a16="http://schemas.microsoft.com/office/drawing/2014/main" id="{0B9E6B0A-BEA4-40F6-B87D-122AE114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5" name="p11-椭圆-0475">
            <a:extLst xmlns:a="http://schemas.openxmlformats.org/drawingml/2006/main">
              <a:ext uri="{FF2B5EF4-FFF2-40B4-BE49-F238E27FC236}">
                <a16:creationId xmlns:a16="http://schemas.microsoft.com/office/drawing/2014/main" id="{136FD9F4-9101-489D-AB94-AF01C7A9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76" name="p11-椭圆-0476">
            <a:extLst xmlns:a="http://schemas.openxmlformats.org/drawingml/2006/main">
              <a:ext uri="{FF2B5EF4-FFF2-40B4-BE49-F238E27FC236}">
                <a16:creationId xmlns:a16="http://schemas.microsoft.com/office/drawing/2014/main" id="{8B194CDF-A7C6-4C1C-8BC0-A41A6185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7" name="p11-椭圆-0477">
            <a:extLst xmlns:a="http://schemas.openxmlformats.org/drawingml/2006/main">
              <a:ext uri="{FF2B5EF4-FFF2-40B4-BE49-F238E27FC236}">
                <a16:creationId xmlns:a16="http://schemas.microsoft.com/office/drawing/2014/main" id="{6E5BBB99-20DD-48A9-87DE-9089C527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8" name="p11-椭圆-0478">
            <a:extLst xmlns:a="http://schemas.openxmlformats.org/drawingml/2006/main">
              <a:ext uri="{FF2B5EF4-FFF2-40B4-BE49-F238E27FC236}">
                <a16:creationId xmlns:a16="http://schemas.microsoft.com/office/drawing/2014/main" id="{E5CB6E07-51A2-4A9D-B24A-6A4B3187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9" name="p11-椭圆-0479">
            <a:extLst xmlns:a="http://schemas.openxmlformats.org/drawingml/2006/main">
              <a:ext uri="{FF2B5EF4-FFF2-40B4-BE49-F238E27FC236}">
                <a16:creationId xmlns:a16="http://schemas.microsoft.com/office/drawing/2014/main" id="{DDA1E313-4716-4A88-93E7-72E5BC2A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80" name="p11-椭圆-0480">
            <a:extLst xmlns:a="http://schemas.openxmlformats.org/drawingml/2006/main">
              <a:ext uri="{FF2B5EF4-FFF2-40B4-BE49-F238E27FC236}">
                <a16:creationId xmlns:a16="http://schemas.microsoft.com/office/drawing/2014/main" id="{7CE61F0E-6D75-4E93-B8E9-F89AA0A4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1" name="p11-椭圆-0481">
            <a:extLst xmlns:a="http://schemas.openxmlformats.org/drawingml/2006/main">
              <a:ext uri="{FF2B5EF4-FFF2-40B4-BE49-F238E27FC236}">
                <a16:creationId xmlns:a16="http://schemas.microsoft.com/office/drawing/2014/main" id="{0301CBB3-E851-48D4-858C-F318D481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2" name="p11-椭圆-0482">
            <a:extLst xmlns:a="http://schemas.openxmlformats.org/drawingml/2006/main">
              <a:ext uri="{FF2B5EF4-FFF2-40B4-BE49-F238E27FC236}">
                <a16:creationId xmlns:a16="http://schemas.microsoft.com/office/drawing/2014/main" id="{29CEA592-0B4C-49DA-84DC-53A95B93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345541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3" name="p11-椭圆-0483">
            <a:extLst xmlns:a="http://schemas.openxmlformats.org/drawingml/2006/main">
              <a:ext uri="{FF2B5EF4-FFF2-40B4-BE49-F238E27FC236}">
                <a16:creationId xmlns:a16="http://schemas.microsoft.com/office/drawing/2014/main" id="{E29E43F0-A2A9-4419-A55B-20592693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84" name="p11-椭圆-0484">
            <a:extLst xmlns:a="http://schemas.openxmlformats.org/drawingml/2006/main">
              <a:ext uri="{FF2B5EF4-FFF2-40B4-BE49-F238E27FC236}">
                <a16:creationId xmlns:a16="http://schemas.microsoft.com/office/drawing/2014/main" id="{BBB11DD8-BBDD-4CD7-BACA-EBEF5A06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5" name="p11-椭圆-0485">
            <a:extLst xmlns:a="http://schemas.openxmlformats.org/drawingml/2006/main">
              <a:ext uri="{FF2B5EF4-FFF2-40B4-BE49-F238E27FC236}">
                <a16:creationId xmlns:a16="http://schemas.microsoft.com/office/drawing/2014/main" id="{367DA193-6F2A-456F-A1FC-DCD74AE8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6" name="p11-椭圆-0486">
            <a:extLst xmlns:a="http://schemas.openxmlformats.org/drawingml/2006/main">
              <a:ext uri="{FF2B5EF4-FFF2-40B4-BE49-F238E27FC236}">
                <a16:creationId xmlns:a16="http://schemas.microsoft.com/office/drawing/2014/main" id="{8AFD9AC0-55E5-48E6-AD5D-B03786B5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87" name="p11-椭圆-0487">
            <a:extLst xmlns:a="http://schemas.openxmlformats.org/drawingml/2006/main">
              <a:ext uri="{FF2B5EF4-FFF2-40B4-BE49-F238E27FC236}">
                <a16:creationId xmlns:a16="http://schemas.microsoft.com/office/drawing/2014/main" id="{071C0560-590C-4D8D-8A6D-88943E07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88" name="p11-椭圆-0488">
            <a:extLst xmlns:a="http://schemas.openxmlformats.org/drawingml/2006/main">
              <a:ext uri="{FF2B5EF4-FFF2-40B4-BE49-F238E27FC236}">
                <a16:creationId xmlns:a16="http://schemas.microsoft.com/office/drawing/2014/main" id="{110C84C0-BE02-47AB-BC37-61431069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89" name="p11-椭圆-0489">
            <a:extLst xmlns:a="http://schemas.openxmlformats.org/drawingml/2006/main">
              <a:ext uri="{FF2B5EF4-FFF2-40B4-BE49-F238E27FC236}">
                <a16:creationId xmlns:a16="http://schemas.microsoft.com/office/drawing/2014/main" id="{52665266-3701-4D21-9CF9-49F483D1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90" name="p11-椭圆-0490">
            <a:extLst xmlns:a="http://schemas.openxmlformats.org/drawingml/2006/main">
              <a:ext uri="{FF2B5EF4-FFF2-40B4-BE49-F238E27FC236}">
                <a16:creationId xmlns:a16="http://schemas.microsoft.com/office/drawing/2014/main" id="{63841F1D-422D-4ED4-B43E-00E05086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91" name="p11-椭圆-0491">
            <a:extLst xmlns:a="http://schemas.openxmlformats.org/drawingml/2006/main">
              <a:ext uri="{FF2B5EF4-FFF2-40B4-BE49-F238E27FC236}">
                <a16:creationId xmlns:a16="http://schemas.microsoft.com/office/drawing/2014/main" id="{D2DEFEA6-15F8-495B-9377-7B663CE2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2" name="p11-椭圆-0492">
            <a:extLst xmlns:a="http://schemas.openxmlformats.org/drawingml/2006/main">
              <a:ext uri="{FF2B5EF4-FFF2-40B4-BE49-F238E27FC236}">
                <a16:creationId xmlns:a16="http://schemas.microsoft.com/office/drawing/2014/main" id="{2946C758-FE5B-48D5-A540-217AB45F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3" name="p11-椭圆-0493">
            <a:extLst xmlns:a="http://schemas.openxmlformats.org/drawingml/2006/main">
              <a:ext uri="{FF2B5EF4-FFF2-40B4-BE49-F238E27FC236}">
                <a16:creationId xmlns:a16="http://schemas.microsoft.com/office/drawing/2014/main" id="{1108D0F5-6ADD-4D4B-88DF-4BE2C9FD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4" name="p11-椭圆-0494">
            <a:extLst xmlns:a="http://schemas.openxmlformats.org/drawingml/2006/main">
              <a:ext uri="{FF2B5EF4-FFF2-40B4-BE49-F238E27FC236}">
                <a16:creationId xmlns:a16="http://schemas.microsoft.com/office/drawing/2014/main" id="{386554B2-C5D7-4D2C-B345-039127F1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3623685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95" name="p11-椭圆-0495">
            <a:extLst xmlns:a="http://schemas.openxmlformats.org/drawingml/2006/main">
              <a:ext uri="{FF2B5EF4-FFF2-40B4-BE49-F238E27FC236}">
                <a16:creationId xmlns:a16="http://schemas.microsoft.com/office/drawing/2014/main" id="{57624F79-25EB-4F36-9FFC-DBF41234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022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6" name="p11-椭圆-0496">
            <a:extLst xmlns:a="http://schemas.openxmlformats.org/drawingml/2006/main">
              <a:ext uri="{FF2B5EF4-FFF2-40B4-BE49-F238E27FC236}">
                <a16:creationId xmlns:a16="http://schemas.microsoft.com/office/drawing/2014/main" id="{72BD148C-11D4-41C3-83E0-9BB2CDFB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58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7" name="p11-椭圆-0497">
            <a:extLst xmlns:a="http://schemas.openxmlformats.org/drawingml/2006/main">
              <a:ext uri="{FF2B5EF4-FFF2-40B4-BE49-F238E27FC236}">
                <a16:creationId xmlns:a16="http://schemas.microsoft.com/office/drawing/2014/main" id="{7C04E373-6533-4ADC-99EF-A8DAB365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695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98" name="p11-椭圆-0498">
            <a:extLst xmlns:a="http://schemas.openxmlformats.org/drawingml/2006/main">
              <a:ext uri="{FF2B5EF4-FFF2-40B4-BE49-F238E27FC236}">
                <a16:creationId xmlns:a16="http://schemas.microsoft.com/office/drawing/2014/main" id="{8B061B4F-7A28-4E1D-AF24-BE31C9D3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531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99" name="p11-椭圆-0499">
            <a:extLst xmlns:a="http://schemas.openxmlformats.org/drawingml/2006/main">
              <a:ext uri="{FF2B5EF4-FFF2-40B4-BE49-F238E27FC236}">
                <a16:creationId xmlns:a16="http://schemas.microsoft.com/office/drawing/2014/main" id="{65CF5405-8582-49B9-9F13-A82AA1DA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368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500" name="p11-椭圆-0500">
            <a:extLst xmlns:a="http://schemas.openxmlformats.org/drawingml/2006/main">
              <a:ext uri="{FF2B5EF4-FFF2-40B4-BE49-F238E27FC236}">
                <a16:creationId xmlns:a16="http://schemas.microsoft.com/office/drawing/2014/main" id="{1F31146E-3386-439F-AF8E-722C958D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5204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501" name="p11-椭圆-0501">
            <a:extLst xmlns:a="http://schemas.openxmlformats.org/drawingml/2006/main">
              <a:ext uri="{FF2B5EF4-FFF2-40B4-BE49-F238E27FC236}">
                <a16:creationId xmlns:a16="http://schemas.microsoft.com/office/drawing/2014/main" id="{12086D51-6773-489B-BE51-8E2CE590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041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502" name="p11-椭圆-0502">
            <a:extLst xmlns:a="http://schemas.openxmlformats.org/drawingml/2006/main">
              <a:ext uri="{FF2B5EF4-FFF2-40B4-BE49-F238E27FC236}">
                <a16:creationId xmlns:a16="http://schemas.microsoft.com/office/drawing/2014/main" id="{93BE2F09-91B5-48C1-AFAB-C9B80933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878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503" name="p11-椭圆-0503">
            <a:extLst xmlns:a="http://schemas.openxmlformats.org/drawingml/2006/main">
              <a:ext uri="{FF2B5EF4-FFF2-40B4-BE49-F238E27FC236}">
                <a16:creationId xmlns:a16="http://schemas.microsoft.com/office/drawing/2014/main" id="{209097B7-B7DC-45CC-A1B7-AB2FA04E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5714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504" name="p11-椭圆-0504">
            <a:extLst xmlns:a="http://schemas.openxmlformats.org/drawingml/2006/main">
              <a:ext uri="{FF2B5EF4-FFF2-40B4-BE49-F238E27FC236}">
                <a16:creationId xmlns:a16="http://schemas.microsoft.com/office/drawing/2014/main" id="{6C067C1C-8132-4CD4-AC95-9466D27A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551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505" name="p11-椭圆-0505">
            <a:extLst xmlns:a="http://schemas.openxmlformats.org/drawingml/2006/main">
              <a:ext uri="{FF2B5EF4-FFF2-40B4-BE49-F238E27FC236}">
                <a16:creationId xmlns:a16="http://schemas.microsoft.com/office/drawing/2014/main" id="{FECBF587-BD9A-4419-AB26-2E7940C5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387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506" name="p11-椭圆-0506">
            <a:extLst xmlns:a="http://schemas.openxmlformats.org/drawingml/2006/main">
              <a:ext uri="{FF2B5EF4-FFF2-40B4-BE49-F238E27FC236}">
                <a16:creationId xmlns:a16="http://schemas.microsoft.com/office/drawing/2014/main" id="{C9E1EE4F-2272-409E-881E-8092B488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224" y="3791960"/>
            <a:ext cx="137680" cy="137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507" name="p11-文本-0507">
            <a:extLst xmlns:a="http://schemas.openxmlformats.org/drawingml/2006/main">
              <a:ext uri="{FF2B5EF4-FFF2-40B4-BE49-F238E27FC236}">
                <a16:creationId xmlns:a16="http://schemas.microsoft.com/office/drawing/2014/main" id="{BAE3DF05-BECE-4669-9652-90FEA0DD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255024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统一实验条件与对照</a:t>
            </a:r>
          </a:p>
        </p:txBody>
      </p:sp>
      <p:sp>
        <p:nvSpPr>
          <p:cNvPr id="508" name="p11-文本-0508">
            <a:extLst xmlns:a="http://schemas.openxmlformats.org/drawingml/2006/main">
              <a:ext uri="{FF2B5EF4-FFF2-40B4-BE49-F238E27FC236}">
                <a16:creationId xmlns:a16="http://schemas.microsoft.com/office/drawing/2014/main" id="{397E526A-3B97-4555-AB5D-9494E301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626499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回传验证结果和偏差</a:t>
            </a:r>
          </a:p>
        </p:txBody>
      </p:sp>
      <p:sp>
        <p:nvSpPr>
          <p:cNvPr id="509" name="p11-文本-0509">
            <a:extLst xmlns:a="http://schemas.openxmlformats.org/drawingml/2006/main">
              <a:ext uri="{FF2B5EF4-FFF2-40B4-BE49-F238E27FC236}">
                <a16:creationId xmlns:a16="http://schemas.microsoft.com/office/drawing/2014/main" id="{07551E58-9A82-4521-960F-2597AEE0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373" y="6062007"/>
            <a:ext cx="54572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发现路线可以并行，筛选与检验必须有共同依据</a:t>
            </a:r>
          </a:p>
        </p:txBody>
      </p:sp>
      <p:sp>
        <p:nvSpPr>
          <p:cNvPr id="510" name="p11-文本-0510">
            <a:extLst xmlns:a="http://schemas.openxmlformats.org/drawingml/2006/main">
              <a:ext uri="{FF2B5EF4-FFF2-40B4-BE49-F238E27FC236}">
                <a16:creationId xmlns:a16="http://schemas.microsoft.com/office/drawing/2014/main" id="{54ABAA13-437B-4FB5-B7A1-6C7E3261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687854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5" name="p12-矩形-0001">
            <a:extLst xmlns:a="http://schemas.openxmlformats.org/drawingml/2006/main">
              <a:ext uri="{FF2B5EF4-FFF2-40B4-BE49-F238E27FC236}">
                <a16:creationId xmlns:a16="http://schemas.microsoft.com/office/drawing/2014/main" id="{999BCC37-A91B-4F35-932F-0436210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2-矩形-0002">
            <a:extLst xmlns:a="http://schemas.openxmlformats.org/drawingml/2006/main">
              <a:ext uri="{FF2B5EF4-FFF2-40B4-BE49-F238E27FC236}">
                <a16:creationId xmlns:a16="http://schemas.microsoft.com/office/drawing/2014/main" id="{377FA3EC-553A-4345-A88F-66529AB9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2-文本-0003">
            <a:extLst xmlns:a="http://schemas.openxmlformats.org/drawingml/2006/main">
              <a:ext uri="{FF2B5EF4-FFF2-40B4-BE49-F238E27FC236}">
                <a16:creationId xmlns:a16="http://schemas.microsoft.com/office/drawing/2014/main" id="{16902FF6-5E40-42E8-A57A-3D121380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三个关键约束贯穿材料设计与评价</a:t>
            </a:r>
          </a:p>
        </p:txBody>
      </p:sp>
      <p:sp>
        <p:nvSpPr>
          <p:cNvPr id="4" name="p12-文本-0004">
            <a:extLst xmlns:a="http://schemas.openxmlformats.org/drawingml/2006/main">
              <a:ext uri="{FF2B5EF4-FFF2-40B4-BE49-F238E27FC236}">
                <a16:creationId xmlns:a16="http://schemas.microsoft.com/office/drawing/2014/main" id="{50524AD2-FC71-47C4-9CF6-E8074D7B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2022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结构可控、性能可比与结果可复现共同约束研究设计</a:t>
            </a:r>
          </a:p>
        </p:txBody>
      </p:sp>
      <p:sp>
        <p:nvSpPr>
          <p:cNvPr id="5" name="p12-线-0005">
            <a:extLst xmlns:a="http://schemas.openxmlformats.org/drawingml/2006/main">
              <a:ext uri="{FF2B5EF4-FFF2-40B4-BE49-F238E27FC236}">
                <a16:creationId xmlns:a16="http://schemas.microsoft.com/office/drawing/2014/main" id="{14C6E4E1-AAB9-452C-9FDD-6C6B4085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2-矩形-0006">
            <a:extLst xmlns:a="http://schemas.openxmlformats.org/drawingml/2006/main">
              <a:ext uri="{FF2B5EF4-FFF2-40B4-BE49-F238E27FC236}">
                <a16:creationId xmlns:a16="http://schemas.microsoft.com/office/drawing/2014/main" id="{7CAF953D-F3E9-48AD-A004-FBEBE7B5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19225"/>
            <a:ext cx="21145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" name="p12-文本-0007">
            <a:extLst xmlns:a="http://schemas.openxmlformats.org/drawingml/2006/main">
              <a:ext uri="{FF2B5EF4-FFF2-40B4-BE49-F238E27FC236}">
                <a16:creationId xmlns:a16="http://schemas.microsoft.com/office/drawing/2014/main" id="{647AF69A-F9DA-4539-9DC2-F4D480CD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53592"/>
            <a:ext cx="14218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需要同时满足</a:t>
            </a:r>
          </a:p>
        </p:txBody>
      </p:sp>
      <p:sp>
        <p:nvSpPr>
          <p:cNvPr id="8" name="p12-文本-0008">
            <a:extLst xmlns:a="http://schemas.openxmlformats.org/drawingml/2006/main">
              <a:ext uri="{FF2B5EF4-FFF2-40B4-BE49-F238E27FC236}">
                <a16:creationId xmlns:a16="http://schemas.microsoft.com/office/drawing/2014/main" id="{92C4836D-9AFD-4072-BB04-B4C91AC0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749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结构可控</a:t>
            </a:r>
          </a:p>
        </p:txBody>
      </p:sp>
      <p:sp>
        <p:nvSpPr>
          <p:cNvPr id="9" name="p12-文本-0009">
            <a:extLst xmlns:a="http://schemas.openxmlformats.org/drawingml/2006/main">
              <a:ext uri="{FF2B5EF4-FFF2-40B4-BE49-F238E27FC236}">
                <a16:creationId xmlns:a16="http://schemas.microsoft.com/office/drawing/2014/main" id="{B50D55CE-A1D5-4C05-900A-5BFC5866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8884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变量可独立调节</a:t>
            </a:r>
          </a:p>
        </p:txBody>
      </p:sp>
      <p:sp>
        <p:nvSpPr>
          <p:cNvPr id="10" name="p12-文本-0010">
            <a:extLst xmlns:a="http://schemas.openxmlformats.org/drawingml/2006/main">
              <a:ext uri="{FF2B5EF4-FFF2-40B4-BE49-F238E27FC236}">
                <a16:creationId xmlns:a16="http://schemas.microsoft.com/office/drawing/2014/main" id="{D6994261-910F-4A4F-8CFA-E276A501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39542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性能可比</a:t>
            </a:r>
          </a:p>
        </p:txBody>
      </p:sp>
      <p:sp>
        <p:nvSpPr>
          <p:cNvPr id="11" name="p12-文本-0011">
            <a:extLst xmlns:a="http://schemas.openxmlformats.org/drawingml/2006/main">
              <a:ext uri="{FF2B5EF4-FFF2-40B4-BE49-F238E27FC236}">
                <a16:creationId xmlns:a16="http://schemas.microsoft.com/office/drawing/2014/main" id="{708CD955-3A4A-454A-ACD6-CED33EA8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70934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条件与尺度一致</a:t>
            </a:r>
          </a:p>
        </p:txBody>
      </p:sp>
      <p:sp>
        <p:nvSpPr>
          <p:cNvPr id="12" name="p12-文本-0012">
            <a:extLst xmlns:a="http://schemas.openxmlformats.org/drawingml/2006/main">
              <a:ext uri="{FF2B5EF4-FFF2-40B4-BE49-F238E27FC236}">
                <a16:creationId xmlns:a16="http://schemas.microsoft.com/office/drawing/2014/main" id="{207829D1-C111-4244-A1EF-BC166CEC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1592"/>
            <a:ext cx="11932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结果可复现</a:t>
            </a:r>
          </a:p>
        </p:txBody>
      </p:sp>
      <p:sp>
        <p:nvSpPr>
          <p:cNvPr id="13" name="p12-文本-0013">
            <a:extLst xmlns:a="http://schemas.openxmlformats.org/drawingml/2006/main">
              <a:ext uri="{FF2B5EF4-FFF2-40B4-BE49-F238E27FC236}">
                <a16:creationId xmlns:a16="http://schemas.microsoft.com/office/drawing/2014/main" id="{A3F2290D-EE49-466F-BEA2-345EE03C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32984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记录样本和批次</a:t>
            </a:r>
          </a:p>
        </p:txBody>
      </p:sp>
      <p:sp>
        <p:nvSpPr>
          <p:cNvPr id="14" name="p12-矩形-0014">
            <a:extLst xmlns:a="http://schemas.openxmlformats.org/drawingml/2006/main">
              <a:ext uri="{FF2B5EF4-FFF2-40B4-BE49-F238E27FC236}">
                <a16:creationId xmlns:a16="http://schemas.microsoft.com/office/drawing/2014/main" id="{0C8C0983-EB4F-4C8A-81AC-4768E33A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419225"/>
            <a:ext cx="274320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5" name="p12-矩形-0015">
            <a:extLst xmlns:a="http://schemas.openxmlformats.org/drawingml/2006/main">
              <a:ext uri="{FF2B5EF4-FFF2-40B4-BE49-F238E27FC236}">
                <a16:creationId xmlns:a16="http://schemas.microsoft.com/office/drawing/2014/main" id="{AEFF86BF-11FC-4962-AEB5-E3FFF640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419225"/>
            <a:ext cx="2743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" name="p12-文本-0016">
            <a:extLst xmlns:a="http://schemas.openxmlformats.org/drawingml/2006/main">
              <a:ext uri="{FF2B5EF4-FFF2-40B4-BE49-F238E27FC236}">
                <a16:creationId xmlns:a16="http://schemas.microsoft.com/office/drawing/2014/main" id="{57E003D9-65E8-429C-8AE4-2DA59D49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297" y="14407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结构调节</a:t>
            </a:r>
          </a:p>
        </p:txBody>
      </p:sp>
      <p:sp>
        <p:nvSpPr>
          <p:cNvPr id="17" name="p12-路径-0017">
            <a:extLst xmlns:a="http://schemas.openxmlformats.org/drawingml/2006/main">
              <a:ext uri="{FF2B5EF4-FFF2-40B4-BE49-F238E27FC236}">
                <a16:creationId xmlns:a16="http://schemas.microsoft.com/office/drawing/2014/main" id="{806E4005-A8ED-4662-8E44-C6440BAF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62150"/>
            <a:ext cx="2286000" cy="371475"/>
          </a:xfrm>
          <a:custGeom xmlns:a="http://schemas.openxmlformats.org/drawingml/2006/main">
            <a:pathLst>
              <a:path w="2286000" h="371475">
                <a:moveTo>
                  <a:pt x="0" y="142875"/>
                </a:moveTo>
                <a:lnTo>
                  <a:pt x="1783080" y="0"/>
                </a:lnTo>
                <a:lnTo>
                  <a:pt x="2286000" y="228600"/>
                </a:lnTo>
                <a:lnTo>
                  <a:pt x="502920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8" name="p12-路径-0018">
            <a:extLst xmlns:a="http://schemas.openxmlformats.org/drawingml/2006/main">
              <a:ext uri="{FF2B5EF4-FFF2-40B4-BE49-F238E27FC236}">
                <a16:creationId xmlns:a16="http://schemas.microsoft.com/office/drawing/2014/main" id="{50C2FC21-15C7-408E-BFCD-662767B1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247656"/>
            <a:ext cx="2286000" cy="371475"/>
          </a:xfrm>
          <a:custGeom xmlns:a="http://schemas.openxmlformats.org/drawingml/2006/main">
            <a:pathLst>
              <a:path w="2286000" h="371475">
                <a:moveTo>
                  <a:pt x="0" y="142875"/>
                </a:moveTo>
                <a:lnTo>
                  <a:pt x="1783080" y="0"/>
                </a:lnTo>
                <a:lnTo>
                  <a:pt x="2286000" y="228600"/>
                </a:lnTo>
                <a:lnTo>
                  <a:pt x="502920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9" name="p12-路径-0019">
            <a:extLst xmlns:a="http://schemas.openxmlformats.org/drawingml/2006/main">
              <a:ext uri="{FF2B5EF4-FFF2-40B4-BE49-F238E27FC236}">
                <a16:creationId xmlns:a16="http://schemas.microsoft.com/office/drawing/2014/main" id="{7B8D7651-176B-4504-B932-EC6A8A97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33162"/>
            <a:ext cx="2286000" cy="371475"/>
          </a:xfrm>
          <a:custGeom xmlns:a="http://schemas.openxmlformats.org/drawingml/2006/main">
            <a:pathLst>
              <a:path w="2286000" h="371475">
                <a:moveTo>
                  <a:pt x="0" y="142875"/>
                </a:moveTo>
                <a:lnTo>
                  <a:pt x="1783080" y="0"/>
                </a:lnTo>
                <a:lnTo>
                  <a:pt x="2286000" y="228600"/>
                </a:lnTo>
                <a:lnTo>
                  <a:pt x="502920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0" name="p12-路径-0020">
            <a:extLst xmlns:a="http://schemas.openxmlformats.org/drawingml/2006/main">
              <a:ext uri="{FF2B5EF4-FFF2-40B4-BE49-F238E27FC236}">
                <a16:creationId xmlns:a16="http://schemas.microsoft.com/office/drawing/2014/main" id="{99740907-DF74-47C1-AAAA-47E677E2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18668"/>
            <a:ext cx="2286000" cy="371475"/>
          </a:xfrm>
          <a:custGeom xmlns:a="http://schemas.openxmlformats.org/drawingml/2006/main">
            <a:pathLst>
              <a:path w="2286000" h="371475">
                <a:moveTo>
                  <a:pt x="0" y="142875"/>
                </a:moveTo>
                <a:lnTo>
                  <a:pt x="1783080" y="0"/>
                </a:lnTo>
                <a:lnTo>
                  <a:pt x="2286000" y="228600"/>
                </a:lnTo>
                <a:lnTo>
                  <a:pt x="502920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1" name="p12-路径-0021">
            <a:extLst xmlns:a="http://schemas.openxmlformats.org/drawingml/2006/main">
              <a:ext uri="{FF2B5EF4-FFF2-40B4-BE49-F238E27FC236}">
                <a16:creationId xmlns:a16="http://schemas.microsoft.com/office/drawing/2014/main" id="{05868C0B-7A68-4072-9684-86186BC4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00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6" y="0"/>
                </a:moveTo>
                <a:lnTo>
                  <a:pt x="32956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1" y="14916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" name="p12-路径-0022">
            <a:extLst xmlns:a="http://schemas.openxmlformats.org/drawingml/2006/main">
              <a:ext uri="{FF2B5EF4-FFF2-40B4-BE49-F238E27FC236}">
                <a16:creationId xmlns:a16="http://schemas.microsoft.com/office/drawing/2014/main" id="{539F0454-5E49-48AA-ABD2-0589C1AD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2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7" y="0"/>
                </a:moveTo>
                <a:lnTo>
                  <a:pt x="32957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2" y="14916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" name="p12-路径-0023">
            <a:extLst xmlns:a="http://schemas.openxmlformats.org/drawingml/2006/main">
              <a:ext uri="{FF2B5EF4-FFF2-40B4-BE49-F238E27FC236}">
                <a16:creationId xmlns:a16="http://schemas.microsoft.com/office/drawing/2014/main" id="{90481A22-9E0B-41C8-B000-741CA2EF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64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7" y="0"/>
                </a:moveTo>
                <a:lnTo>
                  <a:pt x="32957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2" y="14916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" name="p12-路径-0024">
            <a:extLst xmlns:a="http://schemas.openxmlformats.org/drawingml/2006/main">
              <a:ext uri="{FF2B5EF4-FFF2-40B4-BE49-F238E27FC236}">
                <a16:creationId xmlns:a16="http://schemas.microsoft.com/office/drawing/2014/main" id="{4A4E551D-94D4-45EC-8D8A-940DEDC2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96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6" y="0"/>
                </a:moveTo>
                <a:lnTo>
                  <a:pt x="32956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1" y="14916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" name="p12-路径-0025">
            <a:extLst xmlns:a="http://schemas.openxmlformats.org/drawingml/2006/main">
              <a:ext uri="{FF2B5EF4-FFF2-40B4-BE49-F238E27FC236}">
                <a16:creationId xmlns:a16="http://schemas.microsoft.com/office/drawing/2014/main" id="{CB66A8D5-BA9C-4E0C-BC09-A783A89C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428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6" y="0"/>
                </a:moveTo>
                <a:lnTo>
                  <a:pt x="32956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1" y="14916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" name="p12-路径-0026">
            <a:extLst xmlns:a="http://schemas.openxmlformats.org/drawingml/2006/main">
              <a:ext uri="{FF2B5EF4-FFF2-40B4-BE49-F238E27FC236}">
                <a16:creationId xmlns:a16="http://schemas.microsoft.com/office/drawing/2014/main" id="{1E6BEA81-A97B-4FDE-AA8D-16A6DB4E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606" y="3209354"/>
            <a:ext cx="94488" cy="225362"/>
          </a:xfrm>
          <a:custGeom xmlns:a="http://schemas.openxmlformats.org/drawingml/2006/main">
            <a:pathLst>
              <a:path w="94488" h="225362">
                <a:moveTo>
                  <a:pt x="32956" y="0"/>
                </a:moveTo>
                <a:lnTo>
                  <a:pt x="32956" y="149162"/>
                </a:lnTo>
                <a:lnTo>
                  <a:pt x="0" y="149162"/>
                </a:lnTo>
                <a:lnTo>
                  <a:pt x="47244" y="225362"/>
                </a:lnTo>
                <a:lnTo>
                  <a:pt x="94488" y="149162"/>
                </a:lnTo>
                <a:lnTo>
                  <a:pt x="61531" y="14916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" name="p12-文本-0027">
            <a:extLst xmlns:a="http://schemas.openxmlformats.org/drawingml/2006/main">
              <a:ext uri="{FF2B5EF4-FFF2-40B4-BE49-F238E27FC236}">
                <a16:creationId xmlns:a16="http://schemas.microsoft.com/office/drawing/2014/main" id="{689018CF-6346-477D-AC1A-2CC59F30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5627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组成与形态相匹配</a:t>
            </a:r>
          </a:p>
        </p:txBody>
      </p:sp>
      <p:sp>
        <p:nvSpPr>
          <p:cNvPr id="28" name="p12-文本-0028">
            <a:extLst xmlns:a="http://schemas.openxmlformats.org/drawingml/2006/main">
              <a:ext uri="{FF2B5EF4-FFF2-40B4-BE49-F238E27FC236}">
                <a16:creationId xmlns:a16="http://schemas.microsoft.com/office/drawing/2014/main" id="{FB6B9390-92CB-4897-B16E-586E34BB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2297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测量前固定变量</a:t>
            </a:r>
          </a:p>
        </p:txBody>
      </p:sp>
      <p:sp>
        <p:nvSpPr>
          <p:cNvPr id="29" name="p12-文本-0029">
            <a:extLst xmlns:a="http://schemas.openxmlformats.org/drawingml/2006/main">
              <a:ext uri="{FF2B5EF4-FFF2-40B4-BE49-F238E27FC236}">
                <a16:creationId xmlns:a16="http://schemas.microsoft.com/office/drawing/2014/main" id="{BF9F3ACA-035D-4CCF-9CE1-B1AA138B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1895" y="54467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明确设计空间</a:t>
            </a:r>
          </a:p>
        </p:txBody>
      </p:sp>
      <p:sp>
        <p:nvSpPr>
          <p:cNvPr id="30" name="p12-矩形-0030">
            <a:extLst xmlns:a="http://schemas.openxmlformats.org/drawingml/2006/main">
              <a:ext uri="{FF2B5EF4-FFF2-40B4-BE49-F238E27FC236}">
                <a16:creationId xmlns:a16="http://schemas.microsoft.com/office/drawing/2014/main" id="{0169573C-4F68-4E5A-B578-AF0DF033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19225"/>
            <a:ext cx="274320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31" name="p12-矩形-0031">
            <a:extLst xmlns:a="http://schemas.openxmlformats.org/drawingml/2006/main">
              <a:ext uri="{FF2B5EF4-FFF2-40B4-BE49-F238E27FC236}">
                <a16:creationId xmlns:a16="http://schemas.microsoft.com/office/drawing/2014/main" id="{1024B913-C7EF-4121-BF95-DFB88A0B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19225"/>
            <a:ext cx="2743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2" name="p12-文本-0032">
            <a:extLst xmlns:a="http://schemas.openxmlformats.org/drawingml/2006/main">
              <a:ext uri="{FF2B5EF4-FFF2-40B4-BE49-F238E27FC236}">
                <a16:creationId xmlns:a16="http://schemas.microsoft.com/office/drawing/2014/main" id="{7EA51B5D-FD12-41AB-934E-C4D4CCF3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5047" y="14407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机制分析</a:t>
            </a:r>
          </a:p>
        </p:txBody>
      </p:sp>
      <p:sp>
        <p:nvSpPr>
          <p:cNvPr id="33" name="p12-矩形-0033">
            <a:extLst xmlns:a="http://schemas.openxmlformats.org/drawingml/2006/main">
              <a:ext uri="{FF2B5EF4-FFF2-40B4-BE49-F238E27FC236}">
                <a16:creationId xmlns:a16="http://schemas.microsoft.com/office/drawing/2014/main" id="{7958511C-04A1-4F2E-9AB0-4C7B6D31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62150"/>
            <a:ext cx="2286000" cy="15026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34" name="p12-线-0034">
            <a:extLst xmlns:a="http://schemas.openxmlformats.org/drawingml/2006/main">
              <a:ext uri="{FF2B5EF4-FFF2-40B4-BE49-F238E27FC236}">
                <a16:creationId xmlns:a16="http://schemas.microsoft.com/office/drawing/2014/main" id="{3CB0E406-7950-4DC8-AEEF-698E7ECA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12-线-0035">
            <a:extLst xmlns:a="http://schemas.openxmlformats.org/drawingml/2006/main">
              <a:ext uri="{FF2B5EF4-FFF2-40B4-BE49-F238E27FC236}">
                <a16:creationId xmlns:a16="http://schemas.microsoft.com/office/drawing/2014/main" id="{4E5B1A21-D633-437E-B9CC-0768FFED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12-线-0036">
            <a:extLst xmlns:a="http://schemas.openxmlformats.org/drawingml/2006/main">
              <a:ext uri="{FF2B5EF4-FFF2-40B4-BE49-F238E27FC236}">
                <a16:creationId xmlns:a16="http://schemas.microsoft.com/office/drawing/2014/main" id="{22EB076F-4501-4120-83E5-2A9D0BD0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" name="p12-线-0037">
            <a:extLst xmlns:a="http://schemas.openxmlformats.org/drawingml/2006/main">
              <a:ext uri="{FF2B5EF4-FFF2-40B4-BE49-F238E27FC236}">
                <a16:creationId xmlns:a16="http://schemas.microsoft.com/office/drawing/2014/main" id="{0B64F335-5030-43B4-9417-86C693EF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12-线-0038">
            <a:extLst xmlns:a="http://schemas.openxmlformats.org/drawingml/2006/main">
              <a:ext uri="{FF2B5EF4-FFF2-40B4-BE49-F238E27FC236}">
                <a16:creationId xmlns:a16="http://schemas.microsoft.com/office/drawing/2014/main" id="{55F570FC-AAD9-41DA-B8C7-940D2A51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12-线-0039">
            <a:extLst xmlns:a="http://schemas.openxmlformats.org/drawingml/2006/main">
              <a:ext uri="{FF2B5EF4-FFF2-40B4-BE49-F238E27FC236}">
                <a16:creationId xmlns:a16="http://schemas.microsoft.com/office/drawing/2014/main" id="{2030336B-5CB9-467B-85CE-361F2BF0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" name="p12-线-0040">
            <a:extLst xmlns:a="http://schemas.openxmlformats.org/drawingml/2006/main">
              <a:ext uri="{FF2B5EF4-FFF2-40B4-BE49-F238E27FC236}">
                <a16:creationId xmlns:a16="http://schemas.microsoft.com/office/drawing/2014/main" id="{14C0D8EB-8874-467F-9D93-F221F377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12-线-0041">
            <a:extLst xmlns:a="http://schemas.openxmlformats.org/drawingml/2006/main">
              <a:ext uri="{FF2B5EF4-FFF2-40B4-BE49-F238E27FC236}">
                <a16:creationId xmlns:a16="http://schemas.microsoft.com/office/drawing/2014/main" id="{680A4D72-9AC9-42B8-A3D5-23CF9148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12-线-0042">
            <a:extLst xmlns:a="http://schemas.openxmlformats.org/drawingml/2006/main">
              <a:ext uri="{FF2B5EF4-FFF2-40B4-BE49-F238E27FC236}">
                <a16:creationId xmlns:a16="http://schemas.microsoft.com/office/drawing/2014/main" id="{1B97AB96-72BC-4050-8DA1-5DFAFF35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" name="p12-线-0043">
            <a:extLst xmlns:a="http://schemas.openxmlformats.org/drawingml/2006/main">
              <a:ext uri="{FF2B5EF4-FFF2-40B4-BE49-F238E27FC236}">
                <a16:creationId xmlns:a16="http://schemas.microsoft.com/office/drawing/2014/main" id="{13E26A45-039F-401A-B556-38EFFB72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12-线-0044">
            <a:extLst xmlns:a="http://schemas.openxmlformats.org/drawingml/2006/main">
              <a:ext uri="{FF2B5EF4-FFF2-40B4-BE49-F238E27FC236}">
                <a16:creationId xmlns:a16="http://schemas.microsoft.com/office/drawing/2014/main" id="{CDFC0134-01B8-4F4A-A7B2-83586620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12-线-0045">
            <a:extLst xmlns:a="http://schemas.openxmlformats.org/drawingml/2006/main">
              <a:ext uri="{FF2B5EF4-FFF2-40B4-BE49-F238E27FC236}">
                <a16:creationId xmlns:a16="http://schemas.microsoft.com/office/drawing/2014/main" id="{08D9621C-F6CE-4F9E-A99F-82FF2115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6" name="p12-线-0046">
            <a:extLst xmlns:a="http://schemas.openxmlformats.org/drawingml/2006/main">
              <a:ext uri="{FF2B5EF4-FFF2-40B4-BE49-F238E27FC236}">
                <a16:creationId xmlns:a16="http://schemas.microsoft.com/office/drawing/2014/main" id="{04C01B64-32CA-44AB-8FE3-584AF4AF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12-线-0047">
            <a:extLst xmlns:a="http://schemas.openxmlformats.org/drawingml/2006/main">
              <a:ext uri="{FF2B5EF4-FFF2-40B4-BE49-F238E27FC236}">
                <a16:creationId xmlns:a16="http://schemas.microsoft.com/office/drawing/2014/main" id="{CBB08492-986E-4600-91AC-095B3212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12-线-0048">
            <a:extLst xmlns:a="http://schemas.openxmlformats.org/drawingml/2006/main">
              <a:ext uri="{FF2B5EF4-FFF2-40B4-BE49-F238E27FC236}">
                <a16:creationId xmlns:a16="http://schemas.microsoft.com/office/drawing/2014/main" id="{0CF5654C-2452-459C-AC12-4F3E4AB0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9" name="p12-线-0049">
            <a:extLst xmlns:a="http://schemas.openxmlformats.org/drawingml/2006/main">
              <a:ext uri="{FF2B5EF4-FFF2-40B4-BE49-F238E27FC236}">
                <a16:creationId xmlns:a16="http://schemas.microsoft.com/office/drawing/2014/main" id="{DFA237AB-E655-4191-9E8F-321D433D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12-线-0050">
            <a:extLst xmlns:a="http://schemas.openxmlformats.org/drawingml/2006/main">
              <a:ext uri="{FF2B5EF4-FFF2-40B4-BE49-F238E27FC236}">
                <a16:creationId xmlns:a16="http://schemas.microsoft.com/office/drawing/2014/main" id="{8CD47A0A-A0DA-4DF8-BEE9-B11D0FCF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12-线-0051">
            <a:extLst xmlns:a="http://schemas.openxmlformats.org/drawingml/2006/main">
              <a:ext uri="{FF2B5EF4-FFF2-40B4-BE49-F238E27FC236}">
                <a16:creationId xmlns:a16="http://schemas.microsoft.com/office/drawing/2014/main" id="{24A3C6E9-E7EC-466C-AE8C-A6606836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2" name="p12-线-0052">
            <a:extLst xmlns:a="http://schemas.openxmlformats.org/drawingml/2006/main">
              <a:ext uri="{FF2B5EF4-FFF2-40B4-BE49-F238E27FC236}">
                <a16:creationId xmlns:a16="http://schemas.microsoft.com/office/drawing/2014/main" id="{E13607C5-9778-47A9-82E5-1B76F07F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12-线-0053">
            <a:extLst xmlns:a="http://schemas.openxmlformats.org/drawingml/2006/main">
              <a:ext uri="{FF2B5EF4-FFF2-40B4-BE49-F238E27FC236}">
                <a16:creationId xmlns:a16="http://schemas.microsoft.com/office/drawing/2014/main" id="{07C4B1E4-8479-4387-A74F-3328D539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12-线-0054">
            <a:extLst xmlns:a="http://schemas.openxmlformats.org/drawingml/2006/main">
              <a:ext uri="{FF2B5EF4-FFF2-40B4-BE49-F238E27FC236}">
                <a16:creationId xmlns:a16="http://schemas.microsoft.com/office/drawing/2014/main" id="{62EDB3DE-AC69-4CC6-A4E8-4130F28D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5" name="p12-线-0055">
            <a:extLst xmlns:a="http://schemas.openxmlformats.org/drawingml/2006/main">
              <a:ext uri="{FF2B5EF4-FFF2-40B4-BE49-F238E27FC236}">
                <a16:creationId xmlns:a16="http://schemas.microsoft.com/office/drawing/2014/main" id="{3A078073-A63C-4ECD-B5B9-495B3455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12-线-0056">
            <a:extLst xmlns:a="http://schemas.openxmlformats.org/drawingml/2006/main">
              <a:ext uri="{FF2B5EF4-FFF2-40B4-BE49-F238E27FC236}">
                <a16:creationId xmlns:a16="http://schemas.microsoft.com/office/drawing/2014/main" id="{2B3BA56F-D2BA-4757-BEF6-87C1FE85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12-线-0057">
            <a:extLst xmlns:a="http://schemas.openxmlformats.org/drawingml/2006/main">
              <a:ext uri="{FF2B5EF4-FFF2-40B4-BE49-F238E27FC236}">
                <a16:creationId xmlns:a16="http://schemas.microsoft.com/office/drawing/2014/main" id="{8B831ACC-FF61-40C9-8A46-BA9F51BD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8" name="p12-线-0058">
            <a:extLst xmlns:a="http://schemas.openxmlformats.org/drawingml/2006/main">
              <a:ext uri="{FF2B5EF4-FFF2-40B4-BE49-F238E27FC236}">
                <a16:creationId xmlns:a16="http://schemas.microsoft.com/office/drawing/2014/main" id="{62000D17-D77C-43CC-9725-BE1B84CE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12-线-0059">
            <a:extLst xmlns:a="http://schemas.openxmlformats.org/drawingml/2006/main">
              <a:ext uri="{FF2B5EF4-FFF2-40B4-BE49-F238E27FC236}">
                <a16:creationId xmlns:a16="http://schemas.microsoft.com/office/drawing/2014/main" id="{4D69DE1F-852E-4C5D-91E4-4771EB81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12-线-0060">
            <a:extLst xmlns:a="http://schemas.openxmlformats.org/drawingml/2006/main">
              <a:ext uri="{FF2B5EF4-FFF2-40B4-BE49-F238E27FC236}">
                <a16:creationId xmlns:a16="http://schemas.microsoft.com/office/drawing/2014/main" id="{BB66E8CC-2E5C-498F-BB9C-87752B55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12-线-0061">
            <a:extLst xmlns:a="http://schemas.openxmlformats.org/drawingml/2006/main">
              <a:ext uri="{FF2B5EF4-FFF2-40B4-BE49-F238E27FC236}">
                <a16:creationId xmlns:a16="http://schemas.microsoft.com/office/drawing/2014/main" id="{CDE2F07E-8E1C-4EC7-9729-6BFDA078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12-线-0062">
            <a:extLst xmlns:a="http://schemas.openxmlformats.org/drawingml/2006/main">
              <a:ext uri="{FF2B5EF4-FFF2-40B4-BE49-F238E27FC236}">
                <a16:creationId xmlns:a16="http://schemas.microsoft.com/office/drawing/2014/main" id="{C72282DD-01DD-4CBB-98CA-3BA4CA7E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12-线-0063">
            <a:extLst xmlns:a="http://schemas.openxmlformats.org/drawingml/2006/main">
              <a:ext uri="{FF2B5EF4-FFF2-40B4-BE49-F238E27FC236}">
                <a16:creationId xmlns:a16="http://schemas.microsoft.com/office/drawing/2014/main" id="{946B8DB4-1FD8-4033-AAAB-843B416D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6215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12-线-0064">
            <a:extLst xmlns:a="http://schemas.openxmlformats.org/drawingml/2006/main">
              <a:ext uri="{FF2B5EF4-FFF2-40B4-BE49-F238E27FC236}">
                <a16:creationId xmlns:a16="http://schemas.microsoft.com/office/drawing/2014/main" id="{9BFAC335-E881-4A94-BD5F-226601D7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6215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12-线-0065">
            <a:extLst xmlns:a="http://schemas.openxmlformats.org/drawingml/2006/main">
              <a:ext uri="{FF2B5EF4-FFF2-40B4-BE49-F238E27FC236}">
                <a16:creationId xmlns:a16="http://schemas.microsoft.com/office/drawing/2014/main" id="{64FB1A63-5A0A-4CB7-8E2F-7422E0F2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12-线-0066">
            <a:extLst xmlns:a="http://schemas.openxmlformats.org/drawingml/2006/main">
              <a:ext uri="{FF2B5EF4-FFF2-40B4-BE49-F238E27FC236}">
                <a16:creationId xmlns:a16="http://schemas.microsoft.com/office/drawing/2014/main" id="{97F46908-FE74-4C8E-9E7D-2E59BF32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12-线-0067">
            <a:extLst xmlns:a="http://schemas.openxmlformats.org/drawingml/2006/main">
              <a:ext uri="{FF2B5EF4-FFF2-40B4-BE49-F238E27FC236}">
                <a16:creationId xmlns:a16="http://schemas.microsoft.com/office/drawing/2014/main" id="{9C1A113F-02F2-43F4-912E-AD1D47C8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8" name="p12-线-0068">
            <a:extLst xmlns:a="http://schemas.openxmlformats.org/drawingml/2006/main">
              <a:ext uri="{FF2B5EF4-FFF2-40B4-BE49-F238E27FC236}">
                <a16:creationId xmlns:a16="http://schemas.microsoft.com/office/drawing/2014/main" id="{6FEFB229-5F67-4718-B549-1D9572F6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12-线-0069">
            <a:extLst xmlns:a="http://schemas.openxmlformats.org/drawingml/2006/main">
              <a:ext uri="{FF2B5EF4-FFF2-40B4-BE49-F238E27FC236}">
                <a16:creationId xmlns:a16="http://schemas.microsoft.com/office/drawing/2014/main" id="{B60A49D0-1D3F-4624-8086-66EBE912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12-线-0070">
            <a:extLst xmlns:a="http://schemas.openxmlformats.org/drawingml/2006/main">
              <a:ext uri="{FF2B5EF4-FFF2-40B4-BE49-F238E27FC236}">
                <a16:creationId xmlns:a16="http://schemas.microsoft.com/office/drawing/2014/main" id="{F14151D8-FBBE-4BE1-B899-1E1B0892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1" name="p12-线-0071">
            <a:extLst xmlns:a="http://schemas.openxmlformats.org/drawingml/2006/main">
              <a:ext uri="{FF2B5EF4-FFF2-40B4-BE49-F238E27FC236}">
                <a16:creationId xmlns:a16="http://schemas.microsoft.com/office/drawing/2014/main" id="{EF64D05D-438C-46FC-A58D-FF573E7D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12-线-0072">
            <a:extLst xmlns:a="http://schemas.openxmlformats.org/drawingml/2006/main">
              <a:ext uri="{FF2B5EF4-FFF2-40B4-BE49-F238E27FC236}">
                <a16:creationId xmlns:a16="http://schemas.microsoft.com/office/drawing/2014/main" id="{4D00D0B3-496D-4FEF-A2A1-B6AEED93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12-线-0073">
            <a:extLst xmlns:a="http://schemas.openxmlformats.org/drawingml/2006/main">
              <a:ext uri="{FF2B5EF4-FFF2-40B4-BE49-F238E27FC236}">
                <a16:creationId xmlns:a16="http://schemas.microsoft.com/office/drawing/2014/main" id="{D149A6B7-9E32-46CF-ACCB-BAB1AF6A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4" name="p12-线-0074">
            <a:extLst xmlns:a="http://schemas.openxmlformats.org/drawingml/2006/main">
              <a:ext uri="{FF2B5EF4-FFF2-40B4-BE49-F238E27FC236}">
                <a16:creationId xmlns:a16="http://schemas.microsoft.com/office/drawing/2014/main" id="{317EB08A-A90C-43F7-88D1-9DEFA9CF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12-线-0075">
            <a:extLst xmlns:a="http://schemas.openxmlformats.org/drawingml/2006/main">
              <a:ext uri="{FF2B5EF4-FFF2-40B4-BE49-F238E27FC236}">
                <a16:creationId xmlns:a16="http://schemas.microsoft.com/office/drawing/2014/main" id="{35894142-C863-4582-851D-DAAF3CF7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12-线-0076">
            <a:extLst xmlns:a="http://schemas.openxmlformats.org/drawingml/2006/main">
              <a:ext uri="{FF2B5EF4-FFF2-40B4-BE49-F238E27FC236}">
                <a16:creationId xmlns:a16="http://schemas.microsoft.com/office/drawing/2014/main" id="{4D8F6F6E-AA90-43A4-A9DC-6DA257F2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7" name="p12-线-0077">
            <a:extLst xmlns:a="http://schemas.openxmlformats.org/drawingml/2006/main">
              <a:ext uri="{FF2B5EF4-FFF2-40B4-BE49-F238E27FC236}">
                <a16:creationId xmlns:a16="http://schemas.microsoft.com/office/drawing/2014/main" id="{66FB6CC0-5F7F-4E3A-B69C-55E7610C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12-线-0078">
            <a:extLst xmlns:a="http://schemas.openxmlformats.org/drawingml/2006/main">
              <a:ext uri="{FF2B5EF4-FFF2-40B4-BE49-F238E27FC236}">
                <a16:creationId xmlns:a16="http://schemas.microsoft.com/office/drawing/2014/main" id="{580D02F7-9293-4B4B-A352-962E3A2E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12-线-0079">
            <a:extLst xmlns:a="http://schemas.openxmlformats.org/drawingml/2006/main">
              <a:ext uri="{FF2B5EF4-FFF2-40B4-BE49-F238E27FC236}">
                <a16:creationId xmlns:a16="http://schemas.microsoft.com/office/drawing/2014/main" id="{232DA437-9FBC-4D4B-926E-4933B67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0" name="p12-线-0080">
            <a:extLst xmlns:a="http://schemas.openxmlformats.org/drawingml/2006/main">
              <a:ext uri="{FF2B5EF4-FFF2-40B4-BE49-F238E27FC236}">
                <a16:creationId xmlns:a16="http://schemas.microsoft.com/office/drawing/2014/main" id="{3C2A928F-5343-45D1-B9CC-D6287C6E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12-线-0081">
            <a:extLst xmlns:a="http://schemas.openxmlformats.org/drawingml/2006/main">
              <a:ext uri="{FF2B5EF4-FFF2-40B4-BE49-F238E27FC236}">
                <a16:creationId xmlns:a16="http://schemas.microsoft.com/office/drawing/2014/main" id="{F999C6A1-11DC-45C4-8758-A08D6632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12-线-0082">
            <a:extLst xmlns:a="http://schemas.openxmlformats.org/drawingml/2006/main">
              <a:ext uri="{FF2B5EF4-FFF2-40B4-BE49-F238E27FC236}">
                <a16:creationId xmlns:a16="http://schemas.microsoft.com/office/drawing/2014/main" id="{8799509C-E90E-4761-BB26-9AFDE10A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3" name="p12-线-0083">
            <a:extLst xmlns:a="http://schemas.openxmlformats.org/drawingml/2006/main">
              <a:ext uri="{FF2B5EF4-FFF2-40B4-BE49-F238E27FC236}">
                <a16:creationId xmlns:a16="http://schemas.microsoft.com/office/drawing/2014/main" id="{405E91BE-96CE-4434-B008-7F4AAED9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12-线-0084">
            <a:extLst xmlns:a="http://schemas.openxmlformats.org/drawingml/2006/main">
              <a:ext uri="{FF2B5EF4-FFF2-40B4-BE49-F238E27FC236}">
                <a16:creationId xmlns:a16="http://schemas.microsoft.com/office/drawing/2014/main" id="{36448F71-4820-4D12-928D-55A6CB71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12-线-0085">
            <a:extLst xmlns:a="http://schemas.openxmlformats.org/drawingml/2006/main">
              <a:ext uri="{FF2B5EF4-FFF2-40B4-BE49-F238E27FC236}">
                <a16:creationId xmlns:a16="http://schemas.microsoft.com/office/drawing/2014/main" id="{9521C1A5-7F65-437D-B272-E87ABD7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6" name="p12-线-0086">
            <a:extLst xmlns:a="http://schemas.openxmlformats.org/drawingml/2006/main">
              <a:ext uri="{FF2B5EF4-FFF2-40B4-BE49-F238E27FC236}">
                <a16:creationId xmlns:a16="http://schemas.microsoft.com/office/drawing/2014/main" id="{7304DC2E-2E72-467B-9958-9C2A17A0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12-线-0087">
            <a:extLst xmlns:a="http://schemas.openxmlformats.org/drawingml/2006/main">
              <a:ext uri="{FF2B5EF4-FFF2-40B4-BE49-F238E27FC236}">
                <a16:creationId xmlns:a16="http://schemas.microsoft.com/office/drawing/2014/main" id="{419045BA-085D-4E4C-88FB-C35E44EE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12-线-0088">
            <a:extLst xmlns:a="http://schemas.openxmlformats.org/drawingml/2006/main">
              <a:ext uri="{FF2B5EF4-FFF2-40B4-BE49-F238E27FC236}">
                <a16:creationId xmlns:a16="http://schemas.microsoft.com/office/drawing/2014/main" id="{BC8255AA-E3B0-4AA2-A4FE-9A3438A1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9" name="p12-线-0089">
            <a:extLst xmlns:a="http://schemas.openxmlformats.org/drawingml/2006/main">
              <a:ext uri="{FF2B5EF4-FFF2-40B4-BE49-F238E27FC236}">
                <a16:creationId xmlns:a16="http://schemas.microsoft.com/office/drawing/2014/main" id="{2454D9B4-4A9D-48DD-9010-8489695B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12-线-0090">
            <a:extLst xmlns:a="http://schemas.openxmlformats.org/drawingml/2006/main">
              <a:ext uri="{FF2B5EF4-FFF2-40B4-BE49-F238E27FC236}">
                <a16:creationId xmlns:a16="http://schemas.microsoft.com/office/drawing/2014/main" id="{D1489E36-F396-4E16-B117-32D4926D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12-线-0091">
            <a:extLst xmlns:a="http://schemas.openxmlformats.org/drawingml/2006/main">
              <a:ext uri="{FF2B5EF4-FFF2-40B4-BE49-F238E27FC236}">
                <a16:creationId xmlns:a16="http://schemas.microsoft.com/office/drawing/2014/main" id="{83895511-0A6E-43B8-8777-5B3AB80B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12-线-0092">
            <a:extLst xmlns:a="http://schemas.openxmlformats.org/drawingml/2006/main">
              <a:ext uri="{FF2B5EF4-FFF2-40B4-BE49-F238E27FC236}">
                <a16:creationId xmlns:a16="http://schemas.microsoft.com/office/drawing/2014/main" id="{9FEBF123-C1A6-4EDB-8FE2-54986355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1259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12-线-0093">
            <a:extLst xmlns:a="http://schemas.openxmlformats.org/drawingml/2006/main">
              <a:ext uri="{FF2B5EF4-FFF2-40B4-BE49-F238E27FC236}">
                <a16:creationId xmlns:a16="http://schemas.microsoft.com/office/drawing/2014/main" id="{E26DCACE-8B7F-4B1A-AC8C-55FD0E7F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12-线-0094">
            <a:extLst xmlns:a="http://schemas.openxmlformats.org/drawingml/2006/main">
              <a:ext uri="{FF2B5EF4-FFF2-40B4-BE49-F238E27FC236}">
                <a16:creationId xmlns:a16="http://schemas.microsoft.com/office/drawing/2014/main" id="{12A50744-85C4-4DE1-8CD9-DF53E1A0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12594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12-线-0095">
            <a:extLst xmlns:a="http://schemas.openxmlformats.org/drawingml/2006/main">
              <a:ext uri="{FF2B5EF4-FFF2-40B4-BE49-F238E27FC236}">
                <a16:creationId xmlns:a16="http://schemas.microsoft.com/office/drawing/2014/main" id="{D05419D5-70B4-4FB3-BBC0-D98EEE3D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12594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12-线-0096">
            <a:extLst xmlns:a="http://schemas.openxmlformats.org/drawingml/2006/main">
              <a:ext uri="{FF2B5EF4-FFF2-40B4-BE49-F238E27FC236}">
                <a16:creationId xmlns:a16="http://schemas.microsoft.com/office/drawing/2014/main" id="{6D270F4E-3D26-419A-A607-EB535C60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12-线-0097">
            <a:extLst xmlns:a="http://schemas.openxmlformats.org/drawingml/2006/main">
              <a:ext uri="{FF2B5EF4-FFF2-40B4-BE49-F238E27FC236}">
                <a16:creationId xmlns:a16="http://schemas.microsoft.com/office/drawing/2014/main" id="{7CCD021D-0A14-4CE8-A77B-721C4434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12-线-0098">
            <a:extLst xmlns:a="http://schemas.openxmlformats.org/drawingml/2006/main">
              <a:ext uri="{FF2B5EF4-FFF2-40B4-BE49-F238E27FC236}">
                <a16:creationId xmlns:a16="http://schemas.microsoft.com/office/drawing/2014/main" id="{F69E67DF-2574-42AF-A4FE-E0803FC5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9" name="p12-线-0099">
            <a:extLst xmlns:a="http://schemas.openxmlformats.org/drawingml/2006/main">
              <a:ext uri="{FF2B5EF4-FFF2-40B4-BE49-F238E27FC236}">
                <a16:creationId xmlns:a16="http://schemas.microsoft.com/office/drawing/2014/main" id="{3A57895E-3928-4C89-84A5-C34DDDC5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12-线-0100">
            <a:extLst xmlns:a="http://schemas.openxmlformats.org/drawingml/2006/main">
              <a:ext uri="{FF2B5EF4-FFF2-40B4-BE49-F238E27FC236}">
                <a16:creationId xmlns:a16="http://schemas.microsoft.com/office/drawing/2014/main" id="{92B5E38B-48B9-4F8B-9D77-F4FD20BD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12-线-0101">
            <a:extLst xmlns:a="http://schemas.openxmlformats.org/drawingml/2006/main">
              <a:ext uri="{FF2B5EF4-FFF2-40B4-BE49-F238E27FC236}">
                <a16:creationId xmlns:a16="http://schemas.microsoft.com/office/drawing/2014/main" id="{EEF23DF8-B9E3-43CA-A7BA-37181853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2" name="p12-线-0102">
            <a:extLst xmlns:a="http://schemas.openxmlformats.org/drawingml/2006/main">
              <a:ext uri="{FF2B5EF4-FFF2-40B4-BE49-F238E27FC236}">
                <a16:creationId xmlns:a16="http://schemas.microsoft.com/office/drawing/2014/main" id="{62F06DF3-A0D8-40CB-825A-9C00B03B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12-线-0103">
            <a:extLst xmlns:a="http://schemas.openxmlformats.org/drawingml/2006/main">
              <a:ext uri="{FF2B5EF4-FFF2-40B4-BE49-F238E27FC236}">
                <a16:creationId xmlns:a16="http://schemas.microsoft.com/office/drawing/2014/main" id="{7CB318CE-4812-4336-958C-5D241CDA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12-线-0104">
            <a:extLst xmlns:a="http://schemas.openxmlformats.org/drawingml/2006/main">
              <a:ext uri="{FF2B5EF4-FFF2-40B4-BE49-F238E27FC236}">
                <a16:creationId xmlns:a16="http://schemas.microsoft.com/office/drawing/2014/main" id="{F9E3F5AC-AC29-4576-AF5C-08EA9EE4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5" name="p12-线-0105">
            <a:extLst xmlns:a="http://schemas.openxmlformats.org/drawingml/2006/main">
              <a:ext uri="{FF2B5EF4-FFF2-40B4-BE49-F238E27FC236}">
                <a16:creationId xmlns:a16="http://schemas.microsoft.com/office/drawing/2014/main" id="{3DCCAD7C-5E3D-40F0-A2AB-009CE9EE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12-线-0106">
            <a:extLst xmlns:a="http://schemas.openxmlformats.org/drawingml/2006/main">
              <a:ext uri="{FF2B5EF4-FFF2-40B4-BE49-F238E27FC236}">
                <a16:creationId xmlns:a16="http://schemas.microsoft.com/office/drawing/2014/main" id="{FBCE6E88-72FB-4281-97FB-8563159F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12-线-0107">
            <a:extLst xmlns:a="http://schemas.openxmlformats.org/drawingml/2006/main">
              <a:ext uri="{FF2B5EF4-FFF2-40B4-BE49-F238E27FC236}">
                <a16:creationId xmlns:a16="http://schemas.microsoft.com/office/drawing/2014/main" id="{BD65A693-C717-4988-B26C-4544E93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8" name="p12-线-0108">
            <a:extLst xmlns:a="http://schemas.openxmlformats.org/drawingml/2006/main">
              <a:ext uri="{FF2B5EF4-FFF2-40B4-BE49-F238E27FC236}">
                <a16:creationId xmlns:a16="http://schemas.microsoft.com/office/drawing/2014/main" id="{395C4706-A660-408F-A9B5-5CB83728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12-线-0109">
            <a:extLst xmlns:a="http://schemas.openxmlformats.org/drawingml/2006/main">
              <a:ext uri="{FF2B5EF4-FFF2-40B4-BE49-F238E27FC236}">
                <a16:creationId xmlns:a16="http://schemas.microsoft.com/office/drawing/2014/main" id="{AC3935D3-34EB-4B53-992F-8CEFB22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12-线-0110">
            <a:extLst xmlns:a="http://schemas.openxmlformats.org/drawingml/2006/main">
              <a:ext uri="{FF2B5EF4-FFF2-40B4-BE49-F238E27FC236}">
                <a16:creationId xmlns:a16="http://schemas.microsoft.com/office/drawing/2014/main" id="{4DE90A76-EF74-427A-B42E-EB667ED1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1" name="p12-线-0111">
            <a:extLst xmlns:a="http://schemas.openxmlformats.org/drawingml/2006/main">
              <a:ext uri="{FF2B5EF4-FFF2-40B4-BE49-F238E27FC236}">
                <a16:creationId xmlns:a16="http://schemas.microsoft.com/office/drawing/2014/main" id="{F01C27F5-E9B6-4891-97CD-779D6699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12-线-0112">
            <a:extLst xmlns:a="http://schemas.openxmlformats.org/drawingml/2006/main">
              <a:ext uri="{FF2B5EF4-FFF2-40B4-BE49-F238E27FC236}">
                <a16:creationId xmlns:a16="http://schemas.microsoft.com/office/drawing/2014/main" id="{CB6EF16B-79B0-4076-A5A5-0D6738F9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12-线-0113">
            <a:extLst xmlns:a="http://schemas.openxmlformats.org/drawingml/2006/main">
              <a:ext uri="{FF2B5EF4-FFF2-40B4-BE49-F238E27FC236}">
                <a16:creationId xmlns:a16="http://schemas.microsoft.com/office/drawing/2014/main" id="{CAA2C8AE-D9CF-4C18-BDC2-9A90BD47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4" name="p12-线-0114">
            <a:extLst xmlns:a="http://schemas.openxmlformats.org/drawingml/2006/main">
              <a:ext uri="{FF2B5EF4-FFF2-40B4-BE49-F238E27FC236}">
                <a16:creationId xmlns:a16="http://schemas.microsoft.com/office/drawing/2014/main" id="{D037BDB7-913C-47A1-B39C-CDD632C8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12-线-0115">
            <a:extLst xmlns:a="http://schemas.openxmlformats.org/drawingml/2006/main">
              <a:ext uri="{FF2B5EF4-FFF2-40B4-BE49-F238E27FC236}">
                <a16:creationId xmlns:a16="http://schemas.microsoft.com/office/drawing/2014/main" id="{1309CCFF-BA9D-4E3C-BDDC-2E64BD1F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12-线-0116">
            <a:extLst xmlns:a="http://schemas.openxmlformats.org/drawingml/2006/main">
              <a:ext uri="{FF2B5EF4-FFF2-40B4-BE49-F238E27FC236}">
                <a16:creationId xmlns:a16="http://schemas.microsoft.com/office/drawing/2014/main" id="{A9936BA0-6FC9-4729-B00B-61CA311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7" name="p12-线-0117">
            <a:extLst xmlns:a="http://schemas.openxmlformats.org/drawingml/2006/main">
              <a:ext uri="{FF2B5EF4-FFF2-40B4-BE49-F238E27FC236}">
                <a16:creationId xmlns:a16="http://schemas.microsoft.com/office/drawing/2014/main" id="{61076D36-5A55-481E-890F-F0F195E5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12-线-0118">
            <a:extLst xmlns:a="http://schemas.openxmlformats.org/drawingml/2006/main">
              <a:ext uri="{FF2B5EF4-FFF2-40B4-BE49-F238E27FC236}">
                <a16:creationId xmlns:a16="http://schemas.microsoft.com/office/drawing/2014/main" id="{07356E81-C50A-4541-8673-5F4FD98B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12-线-0119">
            <a:extLst xmlns:a="http://schemas.openxmlformats.org/drawingml/2006/main">
              <a:ext uri="{FF2B5EF4-FFF2-40B4-BE49-F238E27FC236}">
                <a16:creationId xmlns:a16="http://schemas.microsoft.com/office/drawing/2014/main" id="{3BF08F44-F317-4C93-A680-6D85A00A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0" name="p12-线-0120">
            <a:extLst xmlns:a="http://schemas.openxmlformats.org/drawingml/2006/main">
              <a:ext uri="{FF2B5EF4-FFF2-40B4-BE49-F238E27FC236}">
                <a16:creationId xmlns:a16="http://schemas.microsoft.com/office/drawing/2014/main" id="{A2183FD4-17F7-4E5D-A88A-81119214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12-线-0121">
            <a:extLst xmlns:a="http://schemas.openxmlformats.org/drawingml/2006/main">
              <a:ext uri="{FF2B5EF4-FFF2-40B4-BE49-F238E27FC236}">
                <a16:creationId xmlns:a16="http://schemas.microsoft.com/office/drawing/2014/main" id="{B4ED5957-4B9F-4308-A633-302A04CC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12-线-0122">
            <a:extLst xmlns:a="http://schemas.openxmlformats.org/drawingml/2006/main">
              <a:ext uri="{FF2B5EF4-FFF2-40B4-BE49-F238E27FC236}">
                <a16:creationId xmlns:a16="http://schemas.microsoft.com/office/drawing/2014/main" id="{DC95BF51-0DEB-403B-8C03-B95A6378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12-线-0123">
            <a:extLst xmlns:a="http://schemas.openxmlformats.org/drawingml/2006/main">
              <a:ext uri="{FF2B5EF4-FFF2-40B4-BE49-F238E27FC236}">
                <a16:creationId xmlns:a16="http://schemas.microsoft.com/office/drawing/2014/main" id="{9838137B-5CF2-4BAA-9AFD-977A2F89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63038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12-线-0124">
            <a:extLst xmlns:a="http://schemas.openxmlformats.org/drawingml/2006/main">
              <a:ext uri="{FF2B5EF4-FFF2-40B4-BE49-F238E27FC236}">
                <a16:creationId xmlns:a16="http://schemas.microsoft.com/office/drawing/2014/main" id="{21136FD8-308A-4221-A413-4089EF69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12-线-0125">
            <a:extLst xmlns:a="http://schemas.openxmlformats.org/drawingml/2006/main">
              <a:ext uri="{FF2B5EF4-FFF2-40B4-BE49-F238E27FC236}">
                <a16:creationId xmlns:a16="http://schemas.microsoft.com/office/drawing/2014/main" id="{281052A8-F645-49DE-B63D-AC28F5B9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63038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12-线-0126">
            <a:extLst xmlns:a="http://schemas.openxmlformats.org/drawingml/2006/main">
              <a:ext uri="{FF2B5EF4-FFF2-40B4-BE49-F238E27FC236}">
                <a16:creationId xmlns:a16="http://schemas.microsoft.com/office/drawing/2014/main" id="{861F99A4-A493-494C-A89C-ACC5DC03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63038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12-线-0127">
            <a:extLst xmlns:a="http://schemas.openxmlformats.org/drawingml/2006/main">
              <a:ext uri="{FF2B5EF4-FFF2-40B4-BE49-F238E27FC236}">
                <a16:creationId xmlns:a16="http://schemas.microsoft.com/office/drawing/2014/main" id="{88B9F536-ECA4-44DD-BC01-074F9FD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12-线-0128">
            <a:extLst xmlns:a="http://schemas.openxmlformats.org/drawingml/2006/main">
              <a:ext uri="{FF2B5EF4-FFF2-40B4-BE49-F238E27FC236}">
                <a16:creationId xmlns:a16="http://schemas.microsoft.com/office/drawing/2014/main" id="{1448DE49-AE28-41A6-8E5E-CB78AC3C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12-线-0129">
            <a:extLst xmlns:a="http://schemas.openxmlformats.org/drawingml/2006/main">
              <a:ext uri="{FF2B5EF4-FFF2-40B4-BE49-F238E27FC236}">
                <a16:creationId xmlns:a16="http://schemas.microsoft.com/office/drawing/2014/main" id="{2BB093F7-5397-4222-A5A0-1FFB8AD1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0" name="p12-线-0130">
            <a:extLst xmlns:a="http://schemas.openxmlformats.org/drawingml/2006/main">
              <a:ext uri="{FF2B5EF4-FFF2-40B4-BE49-F238E27FC236}">
                <a16:creationId xmlns:a16="http://schemas.microsoft.com/office/drawing/2014/main" id="{305EAB3F-F5DF-4B6A-9021-6A551CE3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12-线-0131">
            <a:extLst xmlns:a="http://schemas.openxmlformats.org/drawingml/2006/main">
              <a:ext uri="{FF2B5EF4-FFF2-40B4-BE49-F238E27FC236}">
                <a16:creationId xmlns:a16="http://schemas.microsoft.com/office/drawing/2014/main" id="{6521BCAF-4840-467E-9759-959A8A28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12-线-0132">
            <a:extLst xmlns:a="http://schemas.openxmlformats.org/drawingml/2006/main">
              <a:ext uri="{FF2B5EF4-FFF2-40B4-BE49-F238E27FC236}">
                <a16:creationId xmlns:a16="http://schemas.microsoft.com/office/drawing/2014/main" id="{B325BD3D-F10A-47F5-B12C-314B3C6C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3" name="p12-线-0133">
            <a:extLst xmlns:a="http://schemas.openxmlformats.org/drawingml/2006/main">
              <a:ext uri="{FF2B5EF4-FFF2-40B4-BE49-F238E27FC236}">
                <a16:creationId xmlns:a16="http://schemas.microsoft.com/office/drawing/2014/main" id="{58FBD2A6-888B-473C-887D-C3FC0071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12-线-0134">
            <a:extLst xmlns:a="http://schemas.openxmlformats.org/drawingml/2006/main">
              <a:ext uri="{FF2B5EF4-FFF2-40B4-BE49-F238E27FC236}">
                <a16:creationId xmlns:a16="http://schemas.microsoft.com/office/drawing/2014/main" id="{A1DBAC00-D04C-4B96-82F8-EB990757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12-线-0135">
            <a:extLst xmlns:a="http://schemas.openxmlformats.org/drawingml/2006/main">
              <a:ext uri="{FF2B5EF4-FFF2-40B4-BE49-F238E27FC236}">
                <a16:creationId xmlns:a16="http://schemas.microsoft.com/office/drawing/2014/main" id="{25B4DD3A-E8FE-4A8E-A817-D71F6BBC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6" name="p12-线-0136">
            <a:extLst xmlns:a="http://schemas.openxmlformats.org/drawingml/2006/main">
              <a:ext uri="{FF2B5EF4-FFF2-40B4-BE49-F238E27FC236}">
                <a16:creationId xmlns:a16="http://schemas.microsoft.com/office/drawing/2014/main" id="{119654F7-7E96-4A18-83B6-D13B8648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12-线-0137">
            <a:extLst xmlns:a="http://schemas.openxmlformats.org/drawingml/2006/main">
              <a:ext uri="{FF2B5EF4-FFF2-40B4-BE49-F238E27FC236}">
                <a16:creationId xmlns:a16="http://schemas.microsoft.com/office/drawing/2014/main" id="{580CAC12-FA6D-473A-85BD-5B741087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12-线-0138">
            <a:extLst xmlns:a="http://schemas.openxmlformats.org/drawingml/2006/main">
              <a:ext uri="{FF2B5EF4-FFF2-40B4-BE49-F238E27FC236}">
                <a16:creationId xmlns:a16="http://schemas.microsoft.com/office/drawing/2014/main" id="{89CA41A2-BABA-4C0E-9AB9-5CF56B2C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9" name="p12-线-0139">
            <a:extLst xmlns:a="http://schemas.openxmlformats.org/drawingml/2006/main">
              <a:ext uri="{FF2B5EF4-FFF2-40B4-BE49-F238E27FC236}">
                <a16:creationId xmlns:a16="http://schemas.microsoft.com/office/drawing/2014/main" id="{C3F82893-9818-4391-9EA6-221E2FC4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12-线-0140">
            <a:extLst xmlns:a="http://schemas.openxmlformats.org/drawingml/2006/main">
              <a:ext uri="{FF2B5EF4-FFF2-40B4-BE49-F238E27FC236}">
                <a16:creationId xmlns:a16="http://schemas.microsoft.com/office/drawing/2014/main" id="{1188F153-3053-4382-88D2-CAE69278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12-线-0141">
            <a:extLst xmlns:a="http://schemas.openxmlformats.org/drawingml/2006/main">
              <a:ext uri="{FF2B5EF4-FFF2-40B4-BE49-F238E27FC236}">
                <a16:creationId xmlns:a16="http://schemas.microsoft.com/office/drawing/2014/main" id="{8688F09C-D4B0-4C93-AD28-CAF033BD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2" name="p12-线-0142">
            <a:extLst xmlns:a="http://schemas.openxmlformats.org/drawingml/2006/main">
              <a:ext uri="{FF2B5EF4-FFF2-40B4-BE49-F238E27FC236}">
                <a16:creationId xmlns:a16="http://schemas.microsoft.com/office/drawing/2014/main" id="{13A9E794-086B-4097-BCD2-1AFF1E79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12-线-0143">
            <a:extLst xmlns:a="http://schemas.openxmlformats.org/drawingml/2006/main">
              <a:ext uri="{FF2B5EF4-FFF2-40B4-BE49-F238E27FC236}">
                <a16:creationId xmlns:a16="http://schemas.microsoft.com/office/drawing/2014/main" id="{A2BB6D01-21D0-4CA8-94BD-BC37F580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12-线-0144">
            <a:extLst xmlns:a="http://schemas.openxmlformats.org/drawingml/2006/main">
              <a:ext uri="{FF2B5EF4-FFF2-40B4-BE49-F238E27FC236}">
                <a16:creationId xmlns:a16="http://schemas.microsoft.com/office/drawing/2014/main" id="{92D21C9D-D1C1-4A55-8956-99D982AB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5" name="p12-线-0145">
            <a:extLst xmlns:a="http://schemas.openxmlformats.org/drawingml/2006/main">
              <a:ext uri="{FF2B5EF4-FFF2-40B4-BE49-F238E27FC236}">
                <a16:creationId xmlns:a16="http://schemas.microsoft.com/office/drawing/2014/main" id="{737D642B-B2C3-447B-B403-28BE55BE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12-线-0146">
            <a:extLst xmlns:a="http://schemas.openxmlformats.org/drawingml/2006/main">
              <a:ext uri="{FF2B5EF4-FFF2-40B4-BE49-F238E27FC236}">
                <a16:creationId xmlns:a16="http://schemas.microsoft.com/office/drawing/2014/main" id="{15626CE7-DFF5-40C5-9B5F-629A8845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12-线-0147">
            <a:extLst xmlns:a="http://schemas.openxmlformats.org/drawingml/2006/main">
              <a:ext uri="{FF2B5EF4-FFF2-40B4-BE49-F238E27FC236}">
                <a16:creationId xmlns:a16="http://schemas.microsoft.com/office/drawing/2014/main" id="{DF321A95-320D-4C34-96DC-E5D6DE50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8" name="p12-线-0148">
            <a:extLst xmlns:a="http://schemas.openxmlformats.org/drawingml/2006/main">
              <a:ext uri="{FF2B5EF4-FFF2-40B4-BE49-F238E27FC236}">
                <a16:creationId xmlns:a16="http://schemas.microsoft.com/office/drawing/2014/main" id="{5A2CE030-F997-4B7A-AAA4-8DA748B6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12-线-0149">
            <a:extLst xmlns:a="http://schemas.openxmlformats.org/drawingml/2006/main">
              <a:ext uri="{FF2B5EF4-FFF2-40B4-BE49-F238E27FC236}">
                <a16:creationId xmlns:a16="http://schemas.microsoft.com/office/drawing/2014/main" id="{E2188BE1-431C-4990-B66C-9E0403E2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12-线-0150">
            <a:extLst xmlns:a="http://schemas.openxmlformats.org/drawingml/2006/main">
              <a:ext uri="{FF2B5EF4-FFF2-40B4-BE49-F238E27FC236}">
                <a16:creationId xmlns:a16="http://schemas.microsoft.com/office/drawing/2014/main" id="{7D91DA8D-DE99-4DBB-BC3C-8F77754A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1" name="p12-线-0151">
            <a:extLst xmlns:a="http://schemas.openxmlformats.org/drawingml/2006/main">
              <a:ext uri="{FF2B5EF4-FFF2-40B4-BE49-F238E27FC236}">
                <a16:creationId xmlns:a16="http://schemas.microsoft.com/office/drawing/2014/main" id="{6BFA21EF-5875-4A1A-9094-50CDB1B1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12-线-0152">
            <a:extLst xmlns:a="http://schemas.openxmlformats.org/drawingml/2006/main">
              <a:ext uri="{FF2B5EF4-FFF2-40B4-BE49-F238E27FC236}">
                <a16:creationId xmlns:a16="http://schemas.microsoft.com/office/drawing/2014/main" id="{7392BE20-D0E3-436C-A172-5F0169CD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12-线-0153">
            <a:extLst xmlns:a="http://schemas.openxmlformats.org/drawingml/2006/main">
              <a:ext uri="{FF2B5EF4-FFF2-40B4-BE49-F238E27FC236}">
                <a16:creationId xmlns:a16="http://schemas.microsoft.com/office/drawing/2014/main" id="{70E29AEC-C36F-4BE6-A380-A6402646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12-线-0154">
            <a:extLst xmlns:a="http://schemas.openxmlformats.org/drawingml/2006/main">
              <a:ext uri="{FF2B5EF4-FFF2-40B4-BE49-F238E27FC236}">
                <a16:creationId xmlns:a16="http://schemas.microsoft.com/office/drawing/2014/main" id="{CDF420B3-81B8-439C-A197-C24B40A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3482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12-线-0155">
            <a:extLst xmlns:a="http://schemas.openxmlformats.org/drawingml/2006/main">
              <a:ext uri="{FF2B5EF4-FFF2-40B4-BE49-F238E27FC236}">
                <a16:creationId xmlns:a16="http://schemas.microsoft.com/office/drawing/2014/main" id="{A21C843E-D0B8-4AB8-B2F5-E1E44D1A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12-线-0156">
            <a:extLst xmlns:a="http://schemas.openxmlformats.org/drawingml/2006/main">
              <a:ext uri="{FF2B5EF4-FFF2-40B4-BE49-F238E27FC236}">
                <a16:creationId xmlns:a16="http://schemas.microsoft.com/office/drawing/2014/main" id="{63324DD4-22B8-4A82-B5A1-E00C283F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3482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12-线-0157">
            <a:extLst xmlns:a="http://schemas.openxmlformats.org/drawingml/2006/main">
              <a:ext uri="{FF2B5EF4-FFF2-40B4-BE49-F238E27FC236}">
                <a16:creationId xmlns:a16="http://schemas.microsoft.com/office/drawing/2014/main" id="{40AF6678-A3EF-4DC5-9B6D-4238B09D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13482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12-线-0158">
            <a:extLst xmlns:a="http://schemas.openxmlformats.org/drawingml/2006/main">
              <a:ext uri="{FF2B5EF4-FFF2-40B4-BE49-F238E27FC236}">
                <a16:creationId xmlns:a16="http://schemas.microsoft.com/office/drawing/2014/main" id="{CF779110-3A11-42CF-B955-41639CAF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12-线-0159">
            <a:extLst xmlns:a="http://schemas.openxmlformats.org/drawingml/2006/main">
              <a:ext uri="{FF2B5EF4-FFF2-40B4-BE49-F238E27FC236}">
                <a16:creationId xmlns:a16="http://schemas.microsoft.com/office/drawing/2014/main" id="{8FC8CB64-ED41-4236-B414-587D4D43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12-线-0160">
            <a:extLst xmlns:a="http://schemas.openxmlformats.org/drawingml/2006/main">
              <a:ext uri="{FF2B5EF4-FFF2-40B4-BE49-F238E27FC236}">
                <a16:creationId xmlns:a16="http://schemas.microsoft.com/office/drawing/2014/main" id="{714F4BDE-319E-470C-B8D9-87A41F7F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1" name="p12-线-0161">
            <a:extLst xmlns:a="http://schemas.openxmlformats.org/drawingml/2006/main">
              <a:ext uri="{FF2B5EF4-FFF2-40B4-BE49-F238E27FC236}">
                <a16:creationId xmlns:a16="http://schemas.microsoft.com/office/drawing/2014/main" id="{86016CCD-0D3A-40A1-87BB-A1258DBA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12-线-0162">
            <a:extLst xmlns:a="http://schemas.openxmlformats.org/drawingml/2006/main">
              <a:ext uri="{FF2B5EF4-FFF2-40B4-BE49-F238E27FC236}">
                <a16:creationId xmlns:a16="http://schemas.microsoft.com/office/drawing/2014/main" id="{074F7CA4-6ACD-4545-B472-864C0BB7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12-线-0163">
            <a:extLst xmlns:a="http://schemas.openxmlformats.org/drawingml/2006/main">
              <a:ext uri="{FF2B5EF4-FFF2-40B4-BE49-F238E27FC236}">
                <a16:creationId xmlns:a16="http://schemas.microsoft.com/office/drawing/2014/main" id="{C132DB31-ED7E-4D37-8D6D-0F4167C8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4" name="p12-线-0164">
            <a:extLst xmlns:a="http://schemas.openxmlformats.org/drawingml/2006/main">
              <a:ext uri="{FF2B5EF4-FFF2-40B4-BE49-F238E27FC236}">
                <a16:creationId xmlns:a16="http://schemas.microsoft.com/office/drawing/2014/main" id="{6394B8ED-AB23-40AF-B2FE-AC93EAE5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12-线-0165">
            <a:extLst xmlns:a="http://schemas.openxmlformats.org/drawingml/2006/main">
              <a:ext uri="{FF2B5EF4-FFF2-40B4-BE49-F238E27FC236}">
                <a16:creationId xmlns:a16="http://schemas.microsoft.com/office/drawing/2014/main" id="{A85CF2CD-3C00-4CF7-B6C5-36CC21A5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12-线-0166">
            <a:extLst xmlns:a="http://schemas.openxmlformats.org/drawingml/2006/main">
              <a:ext uri="{FF2B5EF4-FFF2-40B4-BE49-F238E27FC236}">
                <a16:creationId xmlns:a16="http://schemas.microsoft.com/office/drawing/2014/main" id="{6D7DB3DF-4B7C-4652-B903-9064DEDA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7" name="p12-线-0167">
            <a:extLst xmlns:a="http://schemas.openxmlformats.org/drawingml/2006/main">
              <a:ext uri="{FF2B5EF4-FFF2-40B4-BE49-F238E27FC236}">
                <a16:creationId xmlns:a16="http://schemas.microsoft.com/office/drawing/2014/main" id="{272B2C48-4415-4C8C-9234-42FBA566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12-线-0168">
            <a:extLst xmlns:a="http://schemas.openxmlformats.org/drawingml/2006/main">
              <a:ext uri="{FF2B5EF4-FFF2-40B4-BE49-F238E27FC236}">
                <a16:creationId xmlns:a16="http://schemas.microsoft.com/office/drawing/2014/main" id="{4EF5A7FC-EBFF-408E-8C25-CBE829AD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12-线-0169">
            <a:extLst xmlns:a="http://schemas.openxmlformats.org/drawingml/2006/main">
              <a:ext uri="{FF2B5EF4-FFF2-40B4-BE49-F238E27FC236}">
                <a16:creationId xmlns:a16="http://schemas.microsoft.com/office/drawing/2014/main" id="{A348E849-B115-4F3F-8109-E45892D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0" name="p12-线-0170">
            <a:extLst xmlns:a="http://schemas.openxmlformats.org/drawingml/2006/main">
              <a:ext uri="{FF2B5EF4-FFF2-40B4-BE49-F238E27FC236}">
                <a16:creationId xmlns:a16="http://schemas.microsoft.com/office/drawing/2014/main" id="{AD18387F-EC93-4C7A-A1BE-3C5CAA0A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12-线-0171">
            <a:extLst xmlns:a="http://schemas.openxmlformats.org/drawingml/2006/main">
              <a:ext uri="{FF2B5EF4-FFF2-40B4-BE49-F238E27FC236}">
                <a16:creationId xmlns:a16="http://schemas.microsoft.com/office/drawing/2014/main" id="{E29A047A-80AC-42E3-8033-0333EF90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12-线-0172">
            <a:extLst xmlns:a="http://schemas.openxmlformats.org/drawingml/2006/main">
              <a:ext uri="{FF2B5EF4-FFF2-40B4-BE49-F238E27FC236}">
                <a16:creationId xmlns:a16="http://schemas.microsoft.com/office/drawing/2014/main" id="{4CFF48C8-C709-4562-A0E1-F2C7EA32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3" name="p12-线-0173">
            <a:extLst xmlns:a="http://schemas.openxmlformats.org/drawingml/2006/main">
              <a:ext uri="{FF2B5EF4-FFF2-40B4-BE49-F238E27FC236}">
                <a16:creationId xmlns:a16="http://schemas.microsoft.com/office/drawing/2014/main" id="{E5A10655-4F19-4828-A744-05322EAB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12-线-0174">
            <a:extLst xmlns:a="http://schemas.openxmlformats.org/drawingml/2006/main">
              <a:ext uri="{FF2B5EF4-FFF2-40B4-BE49-F238E27FC236}">
                <a16:creationId xmlns:a16="http://schemas.microsoft.com/office/drawing/2014/main" id="{AE579C42-726C-463A-A40A-4ECBADE9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12-线-0175">
            <a:extLst xmlns:a="http://schemas.openxmlformats.org/drawingml/2006/main">
              <a:ext uri="{FF2B5EF4-FFF2-40B4-BE49-F238E27FC236}">
                <a16:creationId xmlns:a16="http://schemas.microsoft.com/office/drawing/2014/main" id="{A793CAC7-CF56-46C6-B009-52AA4BC9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6" name="p12-线-0176">
            <a:extLst xmlns:a="http://schemas.openxmlformats.org/drawingml/2006/main">
              <a:ext uri="{FF2B5EF4-FFF2-40B4-BE49-F238E27FC236}">
                <a16:creationId xmlns:a16="http://schemas.microsoft.com/office/drawing/2014/main" id="{BBB066D1-5297-4089-B7CA-705E9BD7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12-线-0177">
            <a:extLst xmlns:a="http://schemas.openxmlformats.org/drawingml/2006/main">
              <a:ext uri="{FF2B5EF4-FFF2-40B4-BE49-F238E27FC236}">
                <a16:creationId xmlns:a16="http://schemas.microsoft.com/office/drawing/2014/main" id="{83D009A1-F52A-4F82-9877-7515530D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12-线-0178">
            <a:extLst xmlns:a="http://schemas.openxmlformats.org/drawingml/2006/main">
              <a:ext uri="{FF2B5EF4-FFF2-40B4-BE49-F238E27FC236}">
                <a16:creationId xmlns:a16="http://schemas.microsoft.com/office/drawing/2014/main" id="{D7110564-7769-4B32-B56B-62E93682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9" name="p12-线-0179">
            <a:extLst xmlns:a="http://schemas.openxmlformats.org/drawingml/2006/main">
              <a:ext uri="{FF2B5EF4-FFF2-40B4-BE49-F238E27FC236}">
                <a16:creationId xmlns:a16="http://schemas.microsoft.com/office/drawing/2014/main" id="{512BB7EF-2BDD-48EE-950D-CDD57A75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12-线-0180">
            <a:extLst xmlns:a="http://schemas.openxmlformats.org/drawingml/2006/main">
              <a:ext uri="{FF2B5EF4-FFF2-40B4-BE49-F238E27FC236}">
                <a16:creationId xmlns:a16="http://schemas.microsoft.com/office/drawing/2014/main" id="{C307266B-0952-4AE1-8552-5D5DC620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12-线-0181">
            <a:extLst xmlns:a="http://schemas.openxmlformats.org/drawingml/2006/main">
              <a:ext uri="{FF2B5EF4-FFF2-40B4-BE49-F238E27FC236}">
                <a16:creationId xmlns:a16="http://schemas.microsoft.com/office/drawing/2014/main" id="{9CE9AEF5-F0E3-4C7C-B20C-A88A8722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2" name="p12-线-0182">
            <a:extLst xmlns:a="http://schemas.openxmlformats.org/drawingml/2006/main">
              <a:ext uri="{FF2B5EF4-FFF2-40B4-BE49-F238E27FC236}">
                <a16:creationId xmlns:a16="http://schemas.microsoft.com/office/drawing/2014/main" id="{32A212F8-DB41-4F1E-8F30-D6B8B9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12-线-0183">
            <a:extLst xmlns:a="http://schemas.openxmlformats.org/drawingml/2006/main">
              <a:ext uri="{FF2B5EF4-FFF2-40B4-BE49-F238E27FC236}">
                <a16:creationId xmlns:a16="http://schemas.microsoft.com/office/drawing/2014/main" id="{132932BF-CE3D-4D95-926B-E40A29D2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12-线-0184">
            <a:extLst xmlns:a="http://schemas.openxmlformats.org/drawingml/2006/main">
              <a:ext uri="{FF2B5EF4-FFF2-40B4-BE49-F238E27FC236}">
                <a16:creationId xmlns:a16="http://schemas.microsoft.com/office/drawing/2014/main" id="{9D14238A-70CE-4B2C-9555-A1F74076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12-线-0185">
            <a:extLst xmlns:a="http://schemas.openxmlformats.org/drawingml/2006/main">
              <a:ext uri="{FF2B5EF4-FFF2-40B4-BE49-F238E27FC236}">
                <a16:creationId xmlns:a16="http://schemas.microsoft.com/office/drawing/2014/main" id="{6BC66ACA-7D1B-492E-890E-F0C71394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3926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12-线-0186">
            <a:extLst xmlns:a="http://schemas.openxmlformats.org/drawingml/2006/main">
              <a:ext uri="{FF2B5EF4-FFF2-40B4-BE49-F238E27FC236}">
                <a16:creationId xmlns:a16="http://schemas.microsoft.com/office/drawing/2014/main" id="{575827A5-998A-4C8D-B5CF-C7480605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12-线-0187">
            <a:extLst xmlns:a="http://schemas.openxmlformats.org/drawingml/2006/main">
              <a:ext uri="{FF2B5EF4-FFF2-40B4-BE49-F238E27FC236}">
                <a16:creationId xmlns:a16="http://schemas.microsoft.com/office/drawing/2014/main" id="{6ABCFE23-7619-472F-ABEA-8876A13F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3926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12-线-0188">
            <a:extLst xmlns:a="http://schemas.openxmlformats.org/drawingml/2006/main">
              <a:ext uri="{FF2B5EF4-FFF2-40B4-BE49-F238E27FC236}">
                <a16:creationId xmlns:a16="http://schemas.microsoft.com/office/drawing/2014/main" id="{90DD9442-3F87-4126-AE27-E54170C9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63926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12-线-0189">
            <a:extLst xmlns:a="http://schemas.openxmlformats.org/drawingml/2006/main">
              <a:ext uri="{FF2B5EF4-FFF2-40B4-BE49-F238E27FC236}">
                <a16:creationId xmlns:a16="http://schemas.microsoft.com/office/drawing/2014/main" id="{10E767CE-AD86-4AF3-A0C7-A56F5498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12-线-0190">
            <a:extLst xmlns:a="http://schemas.openxmlformats.org/drawingml/2006/main">
              <a:ext uri="{FF2B5EF4-FFF2-40B4-BE49-F238E27FC236}">
                <a16:creationId xmlns:a16="http://schemas.microsoft.com/office/drawing/2014/main" id="{290D6BB5-B985-4891-82B9-59A8B37C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12-线-0191">
            <a:extLst xmlns:a="http://schemas.openxmlformats.org/drawingml/2006/main">
              <a:ext uri="{FF2B5EF4-FFF2-40B4-BE49-F238E27FC236}">
                <a16:creationId xmlns:a16="http://schemas.microsoft.com/office/drawing/2014/main" id="{6A29748F-FC08-4B3C-9CD3-96E08F47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2" name="p12-线-0192">
            <a:extLst xmlns:a="http://schemas.openxmlformats.org/drawingml/2006/main">
              <a:ext uri="{FF2B5EF4-FFF2-40B4-BE49-F238E27FC236}">
                <a16:creationId xmlns:a16="http://schemas.microsoft.com/office/drawing/2014/main" id="{B547F57F-C31F-4CD3-8CAE-E6E04EB6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12-线-0193">
            <a:extLst xmlns:a="http://schemas.openxmlformats.org/drawingml/2006/main">
              <a:ext uri="{FF2B5EF4-FFF2-40B4-BE49-F238E27FC236}">
                <a16:creationId xmlns:a16="http://schemas.microsoft.com/office/drawing/2014/main" id="{A820FE52-05A3-44F7-BF39-E841C7FC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12-线-0194">
            <a:extLst xmlns:a="http://schemas.openxmlformats.org/drawingml/2006/main">
              <a:ext uri="{FF2B5EF4-FFF2-40B4-BE49-F238E27FC236}">
                <a16:creationId xmlns:a16="http://schemas.microsoft.com/office/drawing/2014/main" id="{4B4D2AF5-504F-458D-BBDA-87DFF4F8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5" name="p12-线-0195">
            <a:extLst xmlns:a="http://schemas.openxmlformats.org/drawingml/2006/main">
              <a:ext uri="{FF2B5EF4-FFF2-40B4-BE49-F238E27FC236}">
                <a16:creationId xmlns:a16="http://schemas.microsoft.com/office/drawing/2014/main" id="{DFF6C681-399E-42A4-A21C-556D5696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12-线-0196">
            <a:extLst xmlns:a="http://schemas.openxmlformats.org/drawingml/2006/main">
              <a:ext uri="{FF2B5EF4-FFF2-40B4-BE49-F238E27FC236}">
                <a16:creationId xmlns:a16="http://schemas.microsoft.com/office/drawing/2014/main" id="{5B5E5402-42FC-4887-AB44-ECD8EFB7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12-线-0197">
            <a:extLst xmlns:a="http://schemas.openxmlformats.org/drawingml/2006/main">
              <a:ext uri="{FF2B5EF4-FFF2-40B4-BE49-F238E27FC236}">
                <a16:creationId xmlns:a16="http://schemas.microsoft.com/office/drawing/2014/main" id="{74209C52-22CA-45EF-A925-9FFB65C0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8" name="p12-线-0198">
            <a:extLst xmlns:a="http://schemas.openxmlformats.org/drawingml/2006/main">
              <a:ext uri="{FF2B5EF4-FFF2-40B4-BE49-F238E27FC236}">
                <a16:creationId xmlns:a16="http://schemas.microsoft.com/office/drawing/2014/main" id="{825182DD-F0A7-4B19-A886-F110D265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12-线-0199">
            <a:extLst xmlns:a="http://schemas.openxmlformats.org/drawingml/2006/main">
              <a:ext uri="{FF2B5EF4-FFF2-40B4-BE49-F238E27FC236}">
                <a16:creationId xmlns:a16="http://schemas.microsoft.com/office/drawing/2014/main" id="{6AA15618-992F-4B41-BC62-93DDEE09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12-线-0200">
            <a:extLst xmlns:a="http://schemas.openxmlformats.org/drawingml/2006/main">
              <a:ext uri="{FF2B5EF4-FFF2-40B4-BE49-F238E27FC236}">
                <a16:creationId xmlns:a16="http://schemas.microsoft.com/office/drawing/2014/main" id="{11F1C47E-0D99-4CC0-A35E-E605B111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1" name="p12-线-0201">
            <a:extLst xmlns:a="http://schemas.openxmlformats.org/drawingml/2006/main">
              <a:ext uri="{FF2B5EF4-FFF2-40B4-BE49-F238E27FC236}">
                <a16:creationId xmlns:a16="http://schemas.microsoft.com/office/drawing/2014/main" id="{F26504DC-2809-434B-9C5E-05582B2B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12-线-0202">
            <a:extLst xmlns:a="http://schemas.openxmlformats.org/drawingml/2006/main">
              <a:ext uri="{FF2B5EF4-FFF2-40B4-BE49-F238E27FC236}">
                <a16:creationId xmlns:a16="http://schemas.microsoft.com/office/drawing/2014/main" id="{3D8FBDD9-CDD8-464A-8C73-01CDEDB3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12-线-0203">
            <a:extLst xmlns:a="http://schemas.openxmlformats.org/drawingml/2006/main">
              <a:ext uri="{FF2B5EF4-FFF2-40B4-BE49-F238E27FC236}">
                <a16:creationId xmlns:a16="http://schemas.microsoft.com/office/drawing/2014/main" id="{B40D5210-11E3-4231-9993-FE6E1F34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4" name="p12-线-0204">
            <a:extLst xmlns:a="http://schemas.openxmlformats.org/drawingml/2006/main">
              <a:ext uri="{FF2B5EF4-FFF2-40B4-BE49-F238E27FC236}">
                <a16:creationId xmlns:a16="http://schemas.microsoft.com/office/drawing/2014/main" id="{952FE8C7-B582-4596-8ACA-58C68050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12-线-0205">
            <a:extLst xmlns:a="http://schemas.openxmlformats.org/drawingml/2006/main">
              <a:ext uri="{FF2B5EF4-FFF2-40B4-BE49-F238E27FC236}">
                <a16:creationId xmlns:a16="http://schemas.microsoft.com/office/drawing/2014/main" id="{4C081D88-78FF-4C0B-952F-330CF9C1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12-线-0206">
            <a:extLst xmlns:a="http://schemas.openxmlformats.org/drawingml/2006/main">
              <a:ext uri="{FF2B5EF4-FFF2-40B4-BE49-F238E27FC236}">
                <a16:creationId xmlns:a16="http://schemas.microsoft.com/office/drawing/2014/main" id="{472E7367-51EE-4446-9283-DAF3A296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7" name="p12-线-0207">
            <a:extLst xmlns:a="http://schemas.openxmlformats.org/drawingml/2006/main">
              <a:ext uri="{FF2B5EF4-FFF2-40B4-BE49-F238E27FC236}">
                <a16:creationId xmlns:a16="http://schemas.microsoft.com/office/drawing/2014/main" id="{3B006495-746E-40C6-B610-131B11B7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12-线-0208">
            <a:extLst xmlns:a="http://schemas.openxmlformats.org/drawingml/2006/main">
              <a:ext uri="{FF2B5EF4-FFF2-40B4-BE49-F238E27FC236}">
                <a16:creationId xmlns:a16="http://schemas.microsoft.com/office/drawing/2014/main" id="{7D3C9B46-5BAA-4ED4-A635-F94CEB32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12-线-0209">
            <a:extLst xmlns:a="http://schemas.openxmlformats.org/drawingml/2006/main">
              <a:ext uri="{FF2B5EF4-FFF2-40B4-BE49-F238E27FC236}">
                <a16:creationId xmlns:a16="http://schemas.microsoft.com/office/drawing/2014/main" id="{D51F5DC2-55DA-47C0-99E2-21B38707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0" name="p12-线-0210">
            <a:extLst xmlns:a="http://schemas.openxmlformats.org/drawingml/2006/main">
              <a:ext uri="{FF2B5EF4-FFF2-40B4-BE49-F238E27FC236}">
                <a16:creationId xmlns:a16="http://schemas.microsoft.com/office/drawing/2014/main" id="{E52F2D29-B6DC-4A31-843E-593DD193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12-线-0211">
            <a:extLst xmlns:a="http://schemas.openxmlformats.org/drawingml/2006/main">
              <a:ext uri="{FF2B5EF4-FFF2-40B4-BE49-F238E27FC236}">
                <a16:creationId xmlns:a16="http://schemas.microsoft.com/office/drawing/2014/main" id="{ACCA832E-17A0-40FC-8492-27CB57A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12-线-0212">
            <a:extLst xmlns:a="http://schemas.openxmlformats.org/drawingml/2006/main">
              <a:ext uri="{FF2B5EF4-FFF2-40B4-BE49-F238E27FC236}">
                <a16:creationId xmlns:a16="http://schemas.microsoft.com/office/drawing/2014/main" id="{2856CB69-ECFD-4BA5-97E6-647191A8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3" name="p12-线-0213">
            <a:extLst xmlns:a="http://schemas.openxmlformats.org/drawingml/2006/main">
              <a:ext uri="{FF2B5EF4-FFF2-40B4-BE49-F238E27FC236}">
                <a16:creationId xmlns:a16="http://schemas.microsoft.com/office/drawing/2014/main" id="{1D7DD9D2-BC8A-488C-AE8B-AF335C5A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12-线-0214">
            <a:extLst xmlns:a="http://schemas.openxmlformats.org/drawingml/2006/main">
              <a:ext uri="{FF2B5EF4-FFF2-40B4-BE49-F238E27FC236}">
                <a16:creationId xmlns:a16="http://schemas.microsoft.com/office/drawing/2014/main" id="{CDA9F774-88BE-4C06-B125-B89F9C61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12-线-0215">
            <a:extLst xmlns:a="http://schemas.openxmlformats.org/drawingml/2006/main">
              <a:ext uri="{FF2B5EF4-FFF2-40B4-BE49-F238E27FC236}">
                <a16:creationId xmlns:a16="http://schemas.microsoft.com/office/drawing/2014/main" id="{D2CD526B-B3E8-4925-8C77-79F7CB20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6" name="p12-线-0216">
            <a:extLst xmlns:a="http://schemas.openxmlformats.org/drawingml/2006/main">
              <a:ext uri="{FF2B5EF4-FFF2-40B4-BE49-F238E27FC236}">
                <a16:creationId xmlns:a16="http://schemas.microsoft.com/office/drawing/2014/main" id="{5F6D01AB-60C1-4A75-AECA-C42DF78D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437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12-线-0217">
            <a:extLst xmlns:a="http://schemas.openxmlformats.org/drawingml/2006/main">
              <a:ext uri="{FF2B5EF4-FFF2-40B4-BE49-F238E27FC236}">
                <a16:creationId xmlns:a16="http://schemas.microsoft.com/office/drawing/2014/main" id="{7FB0FEF3-A6C2-4BF1-B387-F6118740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12-线-0218">
            <a:extLst xmlns:a="http://schemas.openxmlformats.org/drawingml/2006/main">
              <a:ext uri="{FF2B5EF4-FFF2-40B4-BE49-F238E27FC236}">
                <a16:creationId xmlns:a16="http://schemas.microsoft.com/office/drawing/2014/main" id="{6E1A4FDB-7515-4116-ADC6-D05B344C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4370"/>
            <a:ext cx="228600" cy="250444"/>
          </a:xfrm>
          <a:custGeom xmlns:a="http://schemas.openxmlformats.org/drawingml/2006/main">
            <a:pathLst>
              <a:path w="228600" h="250444">
                <a:moveTo>
                  <a:pt x="0" y="0"/>
                </a:moveTo>
                <a:lnTo>
                  <a:pt x="22860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9" name="p12-线-0219">
            <a:extLst xmlns:a="http://schemas.openxmlformats.org/drawingml/2006/main">
              <a:ext uri="{FF2B5EF4-FFF2-40B4-BE49-F238E27FC236}">
                <a16:creationId xmlns:a16="http://schemas.microsoft.com/office/drawing/2014/main" id="{A3BF9EDA-F7AD-43EB-BD59-F8CE2F91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4370"/>
            <a:ext cx="95" cy="250444"/>
          </a:xfrm>
          <a:custGeom xmlns:a="http://schemas.openxmlformats.org/drawingml/2006/main">
            <a:pathLst>
              <a:path w="95" h="250444">
                <a:moveTo>
                  <a:pt x="0" y="0"/>
                </a:moveTo>
                <a:lnTo>
                  <a:pt x="0" y="250444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0" name="p12-线-0220">
            <a:extLst xmlns:a="http://schemas.openxmlformats.org/drawingml/2006/main">
              <a:ext uri="{FF2B5EF4-FFF2-40B4-BE49-F238E27FC236}">
                <a16:creationId xmlns:a16="http://schemas.microsoft.com/office/drawing/2014/main" id="{E596ABCB-C8F9-4D06-9DCD-4350738A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1" name="p12-线-0221">
            <a:extLst xmlns:a="http://schemas.openxmlformats.org/drawingml/2006/main">
              <a:ext uri="{FF2B5EF4-FFF2-40B4-BE49-F238E27FC236}">
                <a16:creationId xmlns:a16="http://schemas.microsoft.com/office/drawing/2014/main" id="{B183CF1F-C3AA-4E71-88A5-04757F50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2" name="p12-线-0222">
            <a:extLst xmlns:a="http://schemas.openxmlformats.org/drawingml/2006/main">
              <a:ext uri="{FF2B5EF4-FFF2-40B4-BE49-F238E27FC236}">
                <a16:creationId xmlns:a16="http://schemas.microsoft.com/office/drawing/2014/main" id="{769982E2-C515-46C7-8CD9-8439B151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3" name="p12-线-0223">
            <a:extLst xmlns:a="http://schemas.openxmlformats.org/drawingml/2006/main">
              <a:ext uri="{FF2B5EF4-FFF2-40B4-BE49-F238E27FC236}">
                <a16:creationId xmlns:a16="http://schemas.microsoft.com/office/drawing/2014/main" id="{3924DA76-4D9A-440A-8A13-3D2A6C67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4" name="p12-线-0224">
            <a:extLst xmlns:a="http://schemas.openxmlformats.org/drawingml/2006/main">
              <a:ext uri="{FF2B5EF4-FFF2-40B4-BE49-F238E27FC236}">
                <a16:creationId xmlns:a16="http://schemas.microsoft.com/office/drawing/2014/main" id="{FBF8ACAF-582D-4C3A-BB37-C716D16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5" name="p12-线-0225">
            <a:extLst xmlns:a="http://schemas.openxmlformats.org/drawingml/2006/main">
              <a:ext uri="{FF2B5EF4-FFF2-40B4-BE49-F238E27FC236}">
                <a16:creationId xmlns:a16="http://schemas.microsoft.com/office/drawing/2014/main" id="{40156C86-E7F6-479D-8D21-03DD0F65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6" name="p12-线-0226">
            <a:extLst xmlns:a="http://schemas.openxmlformats.org/drawingml/2006/main">
              <a:ext uri="{FF2B5EF4-FFF2-40B4-BE49-F238E27FC236}">
                <a16:creationId xmlns:a16="http://schemas.microsoft.com/office/drawing/2014/main" id="{91200DB9-EC60-4489-87B6-B5FC56BF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7" name="p12-线-0227">
            <a:extLst xmlns:a="http://schemas.openxmlformats.org/drawingml/2006/main">
              <a:ext uri="{FF2B5EF4-FFF2-40B4-BE49-F238E27FC236}">
                <a16:creationId xmlns:a16="http://schemas.microsoft.com/office/drawing/2014/main" id="{7736D385-0C94-4CD2-8809-67704C93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8" name="p12-线-0228">
            <a:extLst xmlns:a="http://schemas.openxmlformats.org/drawingml/2006/main">
              <a:ext uri="{FF2B5EF4-FFF2-40B4-BE49-F238E27FC236}">
                <a16:creationId xmlns:a16="http://schemas.microsoft.com/office/drawing/2014/main" id="{718B21F6-F652-45B6-88D1-AAA7B585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9" name="p12-线-0229">
            <a:extLst xmlns:a="http://schemas.openxmlformats.org/drawingml/2006/main">
              <a:ext uri="{FF2B5EF4-FFF2-40B4-BE49-F238E27FC236}">
                <a16:creationId xmlns:a16="http://schemas.microsoft.com/office/drawing/2014/main" id="{A562DBA2-5F3D-43F6-9CD8-276C40BB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4814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0" name="p12-椭圆-0230">
            <a:extLst xmlns:a="http://schemas.openxmlformats.org/drawingml/2006/main">
              <a:ext uri="{FF2B5EF4-FFF2-40B4-BE49-F238E27FC236}">
                <a16:creationId xmlns:a16="http://schemas.microsoft.com/office/drawing/2014/main" id="{13024EC9-51DC-46DB-809C-E871826F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817" y="2362332"/>
            <a:ext cx="251766" cy="2014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1" name="p12-椭圆-0231">
            <a:extLst xmlns:a="http://schemas.openxmlformats.org/drawingml/2006/main">
              <a:ext uri="{FF2B5EF4-FFF2-40B4-BE49-F238E27FC236}">
                <a16:creationId xmlns:a16="http://schemas.microsoft.com/office/drawing/2014/main" id="{729A7C4B-CAE7-4DCE-9B43-F303ECEA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028" y="2377541"/>
            <a:ext cx="213743" cy="1709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2" name="p12-椭圆-0232">
            <a:extLst xmlns:a="http://schemas.openxmlformats.org/drawingml/2006/main">
              <a:ext uri="{FF2B5EF4-FFF2-40B4-BE49-F238E27FC236}">
                <a16:creationId xmlns:a16="http://schemas.microsoft.com/office/drawing/2014/main" id="{C0F56ABE-2A73-497D-924E-88A783FE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2302" y="2355199"/>
            <a:ext cx="269596" cy="21567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3" name="p12-椭圆-0233">
            <a:extLst xmlns:a="http://schemas.openxmlformats.org/drawingml/2006/main">
              <a:ext uri="{FF2B5EF4-FFF2-40B4-BE49-F238E27FC236}">
                <a16:creationId xmlns:a16="http://schemas.microsoft.com/office/drawing/2014/main" id="{96DE4332-A99C-4B64-B400-E1424494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3734" y="2358585"/>
            <a:ext cx="261133" cy="20890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4" name="p12-椭圆-0234">
            <a:extLst xmlns:a="http://schemas.openxmlformats.org/drawingml/2006/main">
              <a:ext uri="{FF2B5EF4-FFF2-40B4-BE49-F238E27FC236}">
                <a16:creationId xmlns:a16="http://schemas.microsoft.com/office/drawing/2014/main" id="{26A06708-937C-4385-9CAC-881E3285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5338" y="2378108"/>
            <a:ext cx="212324" cy="169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5" name="p12-椭圆-0235">
            <a:extLst xmlns:a="http://schemas.openxmlformats.org/drawingml/2006/main">
              <a:ext uri="{FF2B5EF4-FFF2-40B4-BE49-F238E27FC236}">
                <a16:creationId xmlns:a16="http://schemas.microsoft.com/office/drawing/2014/main" id="{E04C12C7-10D6-4A96-8F59-32F7C3D8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828" y="2878429"/>
            <a:ext cx="213743" cy="1709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6" name="p12-椭圆-0236">
            <a:extLst xmlns:a="http://schemas.openxmlformats.org/drawingml/2006/main">
              <a:ext uri="{FF2B5EF4-FFF2-40B4-BE49-F238E27FC236}">
                <a16:creationId xmlns:a16="http://schemas.microsoft.com/office/drawing/2014/main" id="{9585CA3A-BBCD-49F2-8FE8-C09A4E5B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02" y="2856087"/>
            <a:ext cx="269596" cy="21567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7" name="p12-椭圆-0237">
            <a:extLst xmlns:a="http://schemas.openxmlformats.org/drawingml/2006/main">
              <a:ext uri="{FF2B5EF4-FFF2-40B4-BE49-F238E27FC236}">
                <a16:creationId xmlns:a16="http://schemas.microsoft.com/office/drawing/2014/main" id="{8945766B-14CE-40C0-A1A1-0FDC0D70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534" y="2859473"/>
            <a:ext cx="261133" cy="20890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8" name="p12-椭圆-0238">
            <a:extLst xmlns:a="http://schemas.openxmlformats.org/drawingml/2006/main">
              <a:ext uri="{FF2B5EF4-FFF2-40B4-BE49-F238E27FC236}">
                <a16:creationId xmlns:a16="http://schemas.microsoft.com/office/drawing/2014/main" id="{30831FF4-ECD6-47C7-94C2-3D478606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138" y="2878996"/>
            <a:ext cx="212324" cy="169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9" name="p12-椭圆-0239">
            <a:extLst xmlns:a="http://schemas.openxmlformats.org/drawingml/2006/main">
              <a:ext uri="{FF2B5EF4-FFF2-40B4-BE49-F238E27FC236}">
                <a16:creationId xmlns:a16="http://schemas.microsoft.com/office/drawing/2014/main" id="{7D4BDB1E-BDE7-44A2-BC8F-A755AFB5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0795" y="2859362"/>
            <a:ext cx="261411" cy="2091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40" name="p12-路径-0240">
            <a:extLst xmlns:a="http://schemas.openxmlformats.org/drawingml/2006/main">
              <a:ext uri="{FF2B5EF4-FFF2-40B4-BE49-F238E27FC236}">
                <a16:creationId xmlns:a16="http://schemas.microsoft.com/office/drawing/2014/main" id="{C3365303-E155-45A2-91DD-B9182986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4537"/>
            <a:ext cx="2133600" cy="265263"/>
          </a:xfrm>
          <a:custGeom xmlns:a="http://schemas.openxmlformats.org/drawingml/2006/main">
            <a:pathLst>
              <a:path w="2133600" h="265263">
                <a:moveTo>
                  <a:pt x="0" y="108892"/>
                </a:moveTo>
                <a:lnTo>
                  <a:pt x="28714" y="90182"/>
                </a:lnTo>
                <a:lnTo>
                  <a:pt x="57700" y="73450"/>
                </a:lnTo>
                <a:lnTo>
                  <a:pt x="86953" y="58630"/>
                </a:lnTo>
                <a:lnTo>
                  <a:pt x="116467" y="45652"/>
                </a:lnTo>
                <a:lnTo>
                  <a:pt x="146236" y="34449"/>
                </a:lnTo>
                <a:lnTo>
                  <a:pt x="176253" y="24953"/>
                </a:lnTo>
                <a:lnTo>
                  <a:pt x="237009" y="10808"/>
                </a:lnTo>
                <a:lnTo>
                  <a:pt x="298685" y="2672"/>
                </a:lnTo>
                <a:lnTo>
                  <a:pt x="361234" y="0"/>
                </a:lnTo>
                <a:lnTo>
                  <a:pt x="424605" y="2248"/>
                </a:lnTo>
                <a:lnTo>
                  <a:pt x="488752" y="8871"/>
                </a:lnTo>
                <a:lnTo>
                  <a:pt x="553623" y="19324"/>
                </a:lnTo>
                <a:lnTo>
                  <a:pt x="619172" y="33062"/>
                </a:lnTo>
                <a:lnTo>
                  <a:pt x="685348" y="49540"/>
                </a:lnTo>
                <a:lnTo>
                  <a:pt x="752103" y="68214"/>
                </a:lnTo>
                <a:lnTo>
                  <a:pt x="887155" y="109970"/>
                </a:lnTo>
                <a:lnTo>
                  <a:pt x="1023938" y="153972"/>
                </a:lnTo>
                <a:lnTo>
                  <a:pt x="1162059" y="195860"/>
                </a:lnTo>
                <a:lnTo>
                  <a:pt x="1231500" y="214650"/>
                </a:lnTo>
                <a:lnTo>
                  <a:pt x="1301130" y="231277"/>
                </a:lnTo>
                <a:lnTo>
                  <a:pt x="1370899" y="245196"/>
                </a:lnTo>
                <a:lnTo>
                  <a:pt x="1440759" y="255864"/>
                </a:lnTo>
                <a:lnTo>
                  <a:pt x="1510660" y="262734"/>
                </a:lnTo>
                <a:lnTo>
                  <a:pt x="1580555" y="265263"/>
                </a:lnTo>
                <a:lnTo>
                  <a:pt x="1650393" y="262905"/>
                </a:lnTo>
                <a:lnTo>
                  <a:pt x="1720128" y="255115"/>
                </a:lnTo>
                <a:lnTo>
                  <a:pt x="1789708" y="241350"/>
                </a:lnTo>
                <a:lnTo>
                  <a:pt x="1859087" y="221063"/>
                </a:lnTo>
                <a:lnTo>
                  <a:pt x="1893685" y="208304"/>
                </a:lnTo>
                <a:lnTo>
                  <a:pt x="1928214" y="193711"/>
                </a:lnTo>
                <a:lnTo>
                  <a:pt x="1962668" y="177215"/>
                </a:lnTo>
                <a:lnTo>
                  <a:pt x="1997041" y="158748"/>
                </a:lnTo>
                <a:lnTo>
                  <a:pt x="2031327" y="138243"/>
                </a:lnTo>
                <a:lnTo>
                  <a:pt x="2065519" y="115630"/>
                </a:lnTo>
                <a:lnTo>
                  <a:pt x="2099612" y="90843"/>
                </a:lnTo>
                <a:lnTo>
                  <a:pt x="2133600" y="6381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41" name="p12-文本-0241">
            <a:extLst xmlns:a="http://schemas.openxmlformats.org/drawingml/2006/main">
              <a:ext uri="{FF2B5EF4-FFF2-40B4-BE49-F238E27FC236}">
                <a16:creationId xmlns:a16="http://schemas.microsoft.com/office/drawing/2014/main" id="{23701386-6F9D-4880-948F-96739085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627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模型边界可解释</a:t>
            </a:r>
          </a:p>
        </p:txBody>
      </p:sp>
      <p:sp>
        <p:nvSpPr>
          <p:cNvPr id="242" name="p12-文本-0242">
            <a:extLst xmlns:a="http://schemas.openxmlformats.org/drawingml/2006/main">
              <a:ext uri="{FF2B5EF4-FFF2-40B4-BE49-F238E27FC236}">
                <a16:creationId xmlns:a16="http://schemas.microsoft.com/office/drawing/2014/main" id="{EE74BC9A-81A1-4445-9E9F-88C2C987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22978"/>
            <a:ext cx="16685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观察与假设相互检验</a:t>
            </a:r>
          </a:p>
        </p:txBody>
      </p:sp>
      <p:sp>
        <p:nvSpPr>
          <p:cNvPr id="243" name="p12-文本-0243">
            <a:extLst xmlns:a="http://schemas.openxmlformats.org/drawingml/2006/main">
              <a:ext uri="{FF2B5EF4-FFF2-40B4-BE49-F238E27FC236}">
                <a16:creationId xmlns:a16="http://schemas.microsoft.com/office/drawing/2014/main" id="{C5D349E4-CAF4-428F-8A7E-44CD19CE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395" y="544675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连接结构和响应</a:t>
            </a:r>
          </a:p>
        </p:txBody>
      </p:sp>
      <p:sp>
        <p:nvSpPr>
          <p:cNvPr id="244" name="p12-矩形-0244">
            <a:extLst xmlns:a="http://schemas.openxmlformats.org/drawingml/2006/main">
              <a:ext uri="{FF2B5EF4-FFF2-40B4-BE49-F238E27FC236}">
                <a16:creationId xmlns:a16="http://schemas.microsoft.com/office/drawing/2014/main" id="{F3B755A8-2EFA-4643-BD68-9FF06D11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19225"/>
            <a:ext cx="274320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245" name="p12-矩形-0245">
            <a:extLst xmlns:a="http://schemas.openxmlformats.org/drawingml/2006/main">
              <a:ext uri="{FF2B5EF4-FFF2-40B4-BE49-F238E27FC236}">
                <a16:creationId xmlns:a16="http://schemas.microsoft.com/office/drawing/2014/main" id="{1CF1592C-DECC-4F97-904B-6481446C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19225"/>
            <a:ext cx="2743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6" name="p12-文本-0246">
            <a:extLst xmlns:a="http://schemas.openxmlformats.org/drawingml/2006/main">
              <a:ext uri="{FF2B5EF4-FFF2-40B4-BE49-F238E27FC236}">
                <a16:creationId xmlns:a16="http://schemas.microsoft.com/office/drawing/2014/main" id="{14EB1E3E-D4C5-4376-9221-71C6B7D9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797" y="14407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性能验证</a:t>
            </a:r>
          </a:p>
        </p:txBody>
      </p:sp>
      <p:sp>
        <p:nvSpPr>
          <p:cNvPr id="247" name="p12-文本-0247">
            <a:extLst xmlns:a="http://schemas.openxmlformats.org/drawingml/2006/main">
              <a:ext uri="{FF2B5EF4-FFF2-40B4-BE49-F238E27FC236}">
                <a16:creationId xmlns:a16="http://schemas.microsoft.com/office/drawing/2014/main" id="{36C66F1B-9C18-4E65-B66B-BD3CC005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2580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48" name="p12-线-0248">
            <a:extLst xmlns:a="http://schemas.openxmlformats.org/drawingml/2006/main">
              <a:ext uri="{FF2B5EF4-FFF2-40B4-BE49-F238E27FC236}">
                <a16:creationId xmlns:a16="http://schemas.microsoft.com/office/drawing/2014/main" id="{B539C4E8-507E-479B-98B8-ACA9ACEC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64814"/>
            <a:ext cx="2286000" cy="95"/>
          </a:xfrm>
          <a:custGeom xmlns:a="http://schemas.openxmlformats.org/drawingml/2006/main">
            <a:pathLst>
              <a:path w="2286000" h="95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49" name="p12-线-0249">
            <a:extLst xmlns:a="http://schemas.openxmlformats.org/drawingml/2006/main">
              <a:ext uri="{FF2B5EF4-FFF2-40B4-BE49-F238E27FC236}">
                <a16:creationId xmlns:a16="http://schemas.microsoft.com/office/drawing/2014/main" id="{DE3B7891-EBFE-45CD-82DF-F05653EF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90750"/>
            <a:ext cx="95" cy="1274064"/>
          </a:xfrm>
          <a:custGeom xmlns:a="http://schemas.openxmlformats.org/drawingml/2006/main">
            <a:pathLst>
              <a:path w="95" h="1274064">
                <a:moveTo>
                  <a:pt x="0" y="0"/>
                </a:moveTo>
                <a:lnTo>
                  <a:pt x="0" y="1274064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50" name="p12-线-0250">
            <a:extLst xmlns:a="http://schemas.openxmlformats.org/drawingml/2006/main">
              <a:ext uri="{FF2B5EF4-FFF2-40B4-BE49-F238E27FC236}">
                <a16:creationId xmlns:a16="http://schemas.microsoft.com/office/drawing/2014/main" id="{8B3A3270-047F-419B-B4D0-911ED17E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09266"/>
            <a:ext cx="2286000" cy="95"/>
          </a:xfrm>
          <a:custGeom xmlns:a="http://schemas.openxmlformats.org/drawingml/2006/main">
            <a:pathLst>
              <a:path w="2286000" h="95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1" name="p12-线-0251">
            <a:extLst xmlns:a="http://schemas.openxmlformats.org/drawingml/2006/main">
              <a:ext uri="{FF2B5EF4-FFF2-40B4-BE49-F238E27FC236}">
                <a16:creationId xmlns:a16="http://schemas.microsoft.com/office/drawing/2014/main" id="{5EAC52D6-8E93-46A7-9D25-BE131CC8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27782"/>
            <a:ext cx="2286000" cy="95"/>
          </a:xfrm>
          <a:custGeom xmlns:a="http://schemas.openxmlformats.org/drawingml/2006/main">
            <a:pathLst>
              <a:path w="2286000" h="95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2" name="p12-线-0252">
            <a:extLst xmlns:a="http://schemas.openxmlformats.org/drawingml/2006/main">
              <a:ext uri="{FF2B5EF4-FFF2-40B4-BE49-F238E27FC236}">
                <a16:creationId xmlns:a16="http://schemas.microsoft.com/office/drawing/2014/main" id="{C39BDCED-9F61-4D12-A471-5FBCE9CC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6298"/>
            <a:ext cx="2286000" cy="95"/>
          </a:xfrm>
          <a:custGeom xmlns:a="http://schemas.openxmlformats.org/drawingml/2006/main">
            <a:pathLst>
              <a:path w="2286000" h="95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3" name="p12-路径-0253">
            <a:extLst xmlns:a="http://schemas.openxmlformats.org/drawingml/2006/main">
              <a:ext uri="{FF2B5EF4-FFF2-40B4-BE49-F238E27FC236}">
                <a16:creationId xmlns:a16="http://schemas.microsoft.com/office/drawing/2014/main" id="{2382F076-A49E-494F-AEE8-ABFCDE4E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6968"/>
            <a:ext cx="2286000" cy="716280"/>
          </a:xfrm>
          <a:custGeom xmlns:a="http://schemas.openxmlformats.org/drawingml/2006/main">
            <a:pathLst>
              <a:path w="2286000" h="716280">
                <a:moveTo>
                  <a:pt x="0" y="0"/>
                </a:moveTo>
                <a:lnTo>
                  <a:pt x="76200" y="53340"/>
                </a:lnTo>
                <a:lnTo>
                  <a:pt x="152400" y="103823"/>
                </a:lnTo>
                <a:lnTo>
                  <a:pt x="228600" y="150495"/>
                </a:lnTo>
                <a:lnTo>
                  <a:pt x="304800" y="194310"/>
                </a:lnTo>
                <a:lnTo>
                  <a:pt x="381000" y="235267"/>
                </a:lnTo>
                <a:lnTo>
                  <a:pt x="457200" y="273367"/>
                </a:lnTo>
                <a:lnTo>
                  <a:pt x="533400" y="309563"/>
                </a:lnTo>
                <a:lnTo>
                  <a:pt x="609600" y="342900"/>
                </a:lnTo>
                <a:lnTo>
                  <a:pt x="685800" y="374333"/>
                </a:lnTo>
                <a:lnTo>
                  <a:pt x="762000" y="402908"/>
                </a:lnTo>
                <a:lnTo>
                  <a:pt x="838200" y="430530"/>
                </a:lnTo>
                <a:lnTo>
                  <a:pt x="914400" y="456248"/>
                </a:lnTo>
                <a:lnTo>
                  <a:pt x="990600" y="480060"/>
                </a:lnTo>
                <a:lnTo>
                  <a:pt x="1066800" y="502920"/>
                </a:lnTo>
                <a:lnTo>
                  <a:pt x="1143000" y="523875"/>
                </a:lnTo>
                <a:lnTo>
                  <a:pt x="1219200" y="543878"/>
                </a:lnTo>
                <a:lnTo>
                  <a:pt x="1295400" y="561975"/>
                </a:lnTo>
                <a:lnTo>
                  <a:pt x="1371600" y="579120"/>
                </a:lnTo>
                <a:lnTo>
                  <a:pt x="1447800" y="595313"/>
                </a:lnTo>
                <a:lnTo>
                  <a:pt x="1524000" y="610553"/>
                </a:lnTo>
                <a:lnTo>
                  <a:pt x="1600200" y="623888"/>
                </a:lnTo>
                <a:lnTo>
                  <a:pt x="1676400" y="637223"/>
                </a:lnTo>
                <a:lnTo>
                  <a:pt x="1752600" y="649605"/>
                </a:lnTo>
                <a:lnTo>
                  <a:pt x="1828800" y="661035"/>
                </a:lnTo>
                <a:lnTo>
                  <a:pt x="1905000" y="672465"/>
                </a:lnTo>
                <a:lnTo>
                  <a:pt x="1981200" y="681990"/>
                </a:lnTo>
                <a:lnTo>
                  <a:pt x="2057400" y="691515"/>
                </a:lnTo>
                <a:lnTo>
                  <a:pt x="2133600" y="700088"/>
                </a:lnTo>
                <a:lnTo>
                  <a:pt x="2209800" y="708660"/>
                </a:lnTo>
                <a:lnTo>
                  <a:pt x="2286000" y="71628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54" name="p12-椭圆-0254">
            <a:extLst xmlns:a="http://schemas.openxmlformats.org/drawingml/2006/main">
              <a:ext uri="{FF2B5EF4-FFF2-40B4-BE49-F238E27FC236}">
                <a16:creationId xmlns:a16="http://schemas.microsoft.com/office/drawing/2014/main" id="{DFB28CBA-10A3-401C-83CA-406E2EAB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238067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5" name="p12-椭圆-0255">
            <a:extLst xmlns:a="http://schemas.openxmlformats.org/drawingml/2006/main">
              <a:ext uri="{FF2B5EF4-FFF2-40B4-BE49-F238E27FC236}">
                <a16:creationId xmlns:a16="http://schemas.microsoft.com/office/drawing/2014/main" id="{C2265F1C-C02A-4B36-A8C3-57FFDCAE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380" y="265369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6" name="p12-椭圆-0256">
            <a:extLst xmlns:a="http://schemas.openxmlformats.org/drawingml/2006/main">
              <a:ext uri="{FF2B5EF4-FFF2-40B4-BE49-F238E27FC236}">
                <a16:creationId xmlns:a16="http://schemas.microsoft.com/office/drawing/2014/main" id="{A7158B74-6399-4AAF-8B57-EDEB008B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4580" y="28367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7" name="p12-椭圆-0257">
            <a:extLst xmlns:a="http://schemas.openxmlformats.org/drawingml/2006/main">
              <a:ext uri="{FF2B5EF4-FFF2-40B4-BE49-F238E27FC236}">
                <a16:creationId xmlns:a16="http://schemas.microsoft.com/office/drawing/2014/main" id="{F3F79296-6FD6-4580-B1A4-A2D5774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1780" y="29593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8" name="p12-椭圆-0258">
            <a:extLst xmlns:a="http://schemas.openxmlformats.org/drawingml/2006/main">
              <a:ext uri="{FF2B5EF4-FFF2-40B4-BE49-F238E27FC236}">
                <a16:creationId xmlns:a16="http://schemas.microsoft.com/office/drawing/2014/main" id="{B0A6B653-F0E8-4EB7-89A0-25AE3AA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8980" y="304161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9" name="p12-椭圆-0259">
            <a:extLst xmlns:a="http://schemas.openxmlformats.org/drawingml/2006/main">
              <a:ext uri="{FF2B5EF4-FFF2-40B4-BE49-F238E27FC236}">
                <a16:creationId xmlns:a16="http://schemas.microsoft.com/office/drawing/2014/main" id="{4A37E673-D714-4C6A-AC66-224642B6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09673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0" name="p12-路径-0260">
            <a:extLst xmlns:a="http://schemas.openxmlformats.org/drawingml/2006/main">
              <a:ext uri="{FF2B5EF4-FFF2-40B4-BE49-F238E27FC236}">
                <a16:creationId xmlns:a16="http://schemas.microsoft.com/office/drawing/2014/main" id="{2BE1F870-C359-495A-B756-5FFFDDEB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6968"/>
            <a:ext cx="2286000" cy="787717"/>
          </a:xfrm>
          <a:custGeom xmlns:a="http://schemas.openxmlformats.org/drawingml/2006/main">
            <a:pathLst>
              <a:path w="2286000" h="787717">
                <a:moveTo>
                  <a:pt x="0" y="0"/>
                </a:moveTo>
                <a:lnTo>
                  <a:pt x="76200" y="79058"/>
                </a:lnTo>
                <a:lnTo>
                  <a:pt x="152400" y="150495"/>
                </a:lnTo>
                <a:lnTo>
                  <a:pt x="228600" y="215265"/>
                </a:lnTo>
                <a:lnTo>
                  <a:pt x="304800" y="273367"/>
                </a:lnTo>
                <a:lnTo>
                  <a:pt x="381000" y="325755"/>
                </a:lnTo>
                <a:lnTo>
                  <a:pt x="457200" y="374333"/>
                </a:lnTo>
                <a:lnTo>
                  <a:pt x="533400" y="417195"/>
                </a:lnTo>
                <a:lnTo>
                  <a:pt x="609600" y="456248"/>
                </a:lnTo>
                <a:lnTo>
                  <a:pt x="685800" y="491490"/>
                </a:lnTo>
                <a:lnTo>
                  <a:pt x="762000" y="523875"/>
                </a:lnTo>
                <a:lnTo>
                  <a:pt x="838200" y="552450"/>
                </a:lnTo>
                <a:lnTo>
                  <a:pt x="914400" y="579120"/>
                </a:lnTo>
                <a:lnTo>
                  <a:pt x="990600" y="602933"/>
                </a:lnTo>
                <a:lnTo>
                  <a:pt x="1066800" y="623888"/>
                </a:lnTo>
                <a:lnTo>
                  <a:pt x="1143000" y="643890"/>
                </a:lnTo>
                <a:lnTo>
                  <a:pt x="1219200" y="661035"/>
                </a:lnTo>
                <a:lnTo>
                  <a:pt x="1295400" y="677228"/>
                </a:lnTo>
                <a:lnTo>
                  <a:pt x="1371600" y="691515"/>
                </a:lnTo>
                <a:lnTo>
                  <a:pt x="1447800" y="704850"/>
                </a:lnTo>
                <a:lnTo>
                  <a:pt x="1524000" y="716280"/>
                </a:lnTo>
                <a:lnTo>
                  <a:pt x="1600200" y="726758"/>
                </a:lnTo>
                <a:lnTo>
                  <a:pt x="1676400" y="736283"/>
                </a:lnTo>
                <a:lnTo>
                  <a:pt x="1752600" y="745808"/>
                </a:lnTo>
                <a:lnTo>
                  <a:pt x="1828800" y="753428"/>
                </a:lnTo>
                <a:lnTo>
                  <a:pt x="1905000" y="760095"/>
                </a:lnTo>
                <a:lnTo>
                  <a:pt x="1981200" y="766763"/>
                </a:lnTo>
                <a:lnTo>
                  <a:pt x="2057400" y="772478"/>
                </a:lnTo>
                <a:lnTo>
                  <a:pt x="2133600" y="778192"/>
                </a:lnTo>
                <a:lnTo>
                  <a:pt x="2209800" y="782955"/>
                </a:lnTo>
                <a:lnTo>
                  <a:pt x="2286000" y="787717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61" name="p12-椭圆-0261">
            <a:extLst xmlns:a="http://schemas.openxmlformats.org/drawingml/2006/main">
              <a:ext uri="{FF2B5EF4-FFF2-40B4-BE49-F238E27FC236}">
                <a16:creationId xmlns:a16="http://schemas.microsoft.com/office/drawing/2014/main" id="{1ACA6AC6-D386-4732-A85C-B0A68DAB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238067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2" name="p12-椭圆-0262">
            <a:extLst xmlns:a="http://schemas.openxmlformats.org/drawingml/2006/main">
              <a:ext uri="{FF2B5EF4-FFF2-40B4-BE49-F238E27FC236}">
                <a16:creationId xmlns:a16="http://schemas.microsoft.com/office/drawing/2014/main" id="{912E14B4-1380-4BEC-AFE0-526FE273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380" y="275431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3" name="p12-椭圆-0263">
            <a:extLst xmlns:a="http://schemas.openxmlformats.org/drawingml/2006/main">
              <a:ext uri="{FF2B5EF4-FFF2-40B4-BE49-F238E27FC236}">
                <a16:creationId xmlns:a16="http://schemas.microsoft.com/office/drawing/2014/main" id="{A5A4E428-C780-4D0D-982C-2D849381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4580" y="29593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4" name="p12-椭圆-0264">
            <a:extLst xmlns:a="http://schemas.openxmlformats.org/drawingml/2006/main">
              <a:ext uri="{FF2B5EF4-FFF2-40B4-BE49-F238E27FC236}">
                <a16:creationId xmlns:a16="http://schemas.microsoft.com/office/drawing/2014/main" id="{72E8335B-3E79-4C9B-8F63-49968140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1780" y="307192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5" name="p12-椭圆-0265">
            <a:extLst xmlns:a="http://schemas.openxmlformats.org/drawingml/2006/main">
              <a:ext uri="{FF2B5EF4-FFF2-40B4-BE49-F238E27FC236}">
                <a16:creationId xmlns:a16="http://schemas.microsoft.com/office/drawing/2014/main" id="{1759115C-AF35-4405-AF0B-E0239D67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8980" y="313368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6" name="p12-椭圆-0266">
            <a:extLst xmlns:a="http://schemas.openxmlformats.org/drawingml/2006/main">
              <a:ext uri="{FF2B5EF4-FFF2-40B4-BE49-F238E27FC236}">
                <a16:creationId xmlns:a16="http://schemas.microsoft.com/office/drawing/2014/main" id="{1A7B9C9B-6AE8-4E4A-B1DC-265203BA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16758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7" name="p12-路径-0267">
            <a:extLst xmlns:a="http://schemas.openxmlformats.org/drawingml/2006/main">
              <a:ext uri="{FF2B5EF4-FFF2-40B4-BE49-F238E27FC236}">
                <a16:creationId xmlns:a16="http://schemas.microsoft.com/office/drawing/2014/main" id="{2971AAD6-179A-4314-BE49-496FA869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6968"/>
            <a:ext cx="2286000" cy="813435"/>
          </a:xfrm>
          <a:custGeom xmlns:a="http://schemas.openxmlformats.org/drawingml/2006/main">
            <a:pathLst>
              <a:path w="2286000" h="813435">
                <a:moveTo>
                  <a:pt x="0" y="0"/>
                </a:moveTo>
                <a:lnTo>
                  <a:pt x="76200" y="103823"/>
                </a:lnTo>
                <a:lnTo>
                  <a:pt x="152400" y="194310"/>
                </a:lnTo>
                <a:lnTo>
                  <a:pt x="228600" y="273367"/>
                </a:lnTo>
                <a:lnTo>
                  <a:pt x="304800" y="342900"/>
                </a:lnTo>
                <a:lnTo>
                  <a:pt x="381000" y="402908"/>
                </a:lnTo>
                <a:lnTo>
                  <a:pt x="457200" y="456248"/>
                </a:lnTo>
                <a:lnTo>
                  <a:pt x="533400" y="502920"/>
                </a:lnTo>
                <a:lnTo>
                  <a:pt x="609600" y="543878"/>
                </a:lnTo>
                <a:lnTo>
                  <a:pt x="685800" y="579120"/>
                </a:lnTo>
                <a:lnTo>
                  <a:pt x="762000" y="610553"/>
                </a:lnTo>
                <a:lnTo>
                  <a:pt x="838200" y="637223"/>
                </a:lnTo>
                <a:lnTo>
                  <a:pt x="914400" y="661035"/>
                </a:lnTo>
                <a:lnTo>
                  <a:pt x="990600" y="681990"/>
                </a:lnTo>
                <a:lnTo>
                  <a:pt x="1066800" y="700088"/>
                </a:lnTo>
                <a:lnTo>
                  <a:pt x="1143000" y="716280"/>
                </a:lnTo>
                <a:lnTo>
                  <a:pt x="1219200" y="730567"/>
                </a:lnTo>
                <a:lnTo>
                  <a:pt x="1295400" y="742950"/>
                </a:lnTo>
                <a:lnTo>
                  <a:pt x="1371600" y="753428"/>
                </a:lnTo>
                <a:lnTo>
                  <a:pt x="1447800" y="762953"/>
                </a:lnTo>
                <a:lnTo>
                  <a:pt x="1524000" y="770573"/>
                </a:lnTo>
                <a:lnTo>
                  <a:pt x="1600200" y="778192"/>
                </a:lnTo>
                <a:lnTo>
                  <a:pt x="1676400" y="784860"/>
                </a:lnTo>
                <a:lnTo>
                  <a:pt x="1752600" y="789623"/>
                </a:lnTo>
                <a:lnTo>
                  <a:pt x="1828800" y="794385"/>
                </a:lnTo>
                <a:lnTo>
                  <a:pt x="1905000" y="799148"/>
                </a:lnTo>
                <a:lnTo>
                  <a:pt x="1981200" y="802958"/>
                </a:lnTo>
                <a:lnTo>
                  <a:pt x="2057400" y="805815"/>
                </a:lnTo>
                <a:lnTo>
                  <a:pt x="2133600" y="808673"/>
                </a:lnTo>
                <a:lnTo>
                  <a:pt x="2209800" y="811530"/>
                </a:lnTo>
                <a:lnTo>
                  <a:pt x="2286000" y="81343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68" name="p12-椭圆-0268">
            <a:extLst xmlns:a="http://schemas.openxmlformats.org/drawingml/2006/main">
              <a:ext uri="{FF2B5EF4-FFF2-40B4-BE49-F238E27FC236}">
                <a16:creationId xmlns:a16="http://schemas.microsoft.com/office/drawing/2014/main" id="{9AFC4993-605D-44F0-B209-E50008FC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238067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9" name="p12-椭圆-0269">
            <a:extLst xmlns:a="http://schemas.openxmlformats.org/drawingml/2006/main">
              <a:ext uri="{FF2B5EF4-FFF2-40B4-BE49-F238E27FC236}">
                <a16:creationId xmlns:a16="http://schemas.microsoft.com/office/drawing/2014/main" id="{04F52CF5-2FFC-4293-B4F5-B7F1927C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380" y="28367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0" name="p12-椭圆-0270">
            <a:extLst xmlns:a="http://schemas.openxmlformats.org/drawingml/2006/main">
              <a:ext uri="{FF2B5EF4-FFF2-40B4-BE49-F238E27FC236}">
                <a16:creationId xmlns:a16="http://schemas.microsoft.com/office/drawing/2014/main" id="{C69D50A5-1DED-4007-82BD-4A8296E0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4580" y="304161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1" name="p12-椭圆-0271">
            <a:extLst xmlns:a="http://schemas.openxmlformats.org/drawingml/2006/main">
              <a:ext uri="{FF2B5EF4-FFF2-40B4-BE49-F238E27FC236}">
                <a16:creationId xmlns:a16="http://schemas.microsoft.com/office/drawing/2014/main" id="{0E4C86D7-102B-47A9-9774-7FD908F8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1780" y="313368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2" name="p12-椭圆-0272">
            <a:extLst xmlns:a="http://schemas.openxmlformats.org/drawingml/2006/main">
              <a:ext uri="{FF2B5EF4-FFF2-40B4-BE49-F238E27FC236}">
                <a16:creationId xmlns:a16="http://schemas.microsoft.com/office/drawing/2014/main" id="{6E634E11-F76D-4C71-93D2-F90FEE31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8980" y="317505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3" name="p12-椭圆-0273">
            <a:extLst xmlns:a="http://schemas.openxmlformats.org/drawingml/2006/main">
              <a:ext uri="{FF2B5EF4-FFF2-40B4-BE49-F238E27FC236}">
                <a16:creationId xmlns:a16="http://schemas.microsoft.com/office/drawing/2014/main" id="{79F33252-BE83-413E-A01B-8715D2D9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19364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4" name="p12-文本-0274">
            <a:extLst xmlns:a="http://schemas.openxmlformats.org/drawingml/2006/main">
              <a:ext uri="{FF2B5EF4-FFF2-40B4-BE49-F238E27FC236}">
                <a16:creationId xmlns:a16="http://schemas.microsoft.com/office/drawing/2014/main" id="{CDDA2D63-050F-4A49-B39D-B4AFE31F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561841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75" name="p12-线-0275">
            <a:extLst xmlns:a="http://schemas.openxmlformats.org/drawingml/2006/main">
              <a:ext uri="{FF2B5EF4-FFF2-40B4-BE49-F238E27FC236}">
                <a16:creationId xmlns:a16="http://schemas.microsoft.com/office/drawing/2014/main" id="{BC0535BF-26E7-4AD1-BDAB-006ABD5F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288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76" name="p12-文本-0276">
            <a:extLst xmlns:a="http://schemas.openxmlformats.org/drawingml/2006/main">
              <a:ext uri="{FF2B5EF4-FFF2-40B4-BE49-F238E27FC236}">
                <a16:creationId xmlns:a16="http://schemas.microsoft.com/office/drawing/2014/main" id="{04572DC8-B875-43F4-B8F1-7CE7DD6B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3590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77" name="p12-线-0277">
            <a:extLst xmlns:a="http://schemas.openxmlformats.org/drawingml/2006/main">
              <a:ext uri="{FF2B5EF4-FFF2-40B4-BE49-F238E27FC236}">
                <a16:creationId xmlns:a16="http://schemas.microsoft.com/office/drawing/2014/main" id="{EADB7B65-41D8-4CE7-97FA-5DDD8A89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288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78" name="p12-文本-0278">
            <a:extLst xmlns:a="http://schemas.openxmlformats.org/drawingml/2006/main">
              <a:ext uri="{FF2B5EF4-FFF2-40B4-BE49-F238E27FC236}">
                <a16:creationId xmlns:a16="http://schemas.microsoft.com/office/drawing/2014/main" id="{B8E923BD-1E33-4C19-9D0D-EE1AC6E3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93590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79" name="p12-线-0279">
            <a:extLst xmlns:a="http://schemas.openxmlformats.org/drawingml/2006/main">
              <a:ext uri="{FF2B5EF4-FFF2-40B4-BE49-F238E27FC236}">
                <a16:creationId xmlns:a16="http://schemas.microsoft.com/office/drawing/2014/main" id="{05BF87A4-4A61-4A1F-8843-ABEA9FDA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288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80" name="p12-文本-0280">
            <a:extLst xmlns:a="http://schemas.openxmlformats.org/drawingml/2006/main">
              <a:ext uri="{FF2B5EF4-FFF2-40B4-BE49-F238E27FC236}">
                <a16:creationId xmlns:a16="http://schemas.microsoft.com/office/drawing/2014/main" id="{10B0166C-2E6E-40E6-9930-9ED1A856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93590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81" name="p12-文本-0281">
            <a:extLst xmlns:a="http://schemas.openxmlformats.org/drawingml/2006/main">
              <a:ext uri="{FF2B5EF4-FFF2-40B4-BE49-F238E27FC236}">
                <a16:creationId xmlns:a16="http://schemas.microsoft.com/office/drawing/2014/main" id="{1F4F09C5-04C5-4696-A51F-B0B7C647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56278"/>
            <a:ext cx="13066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统一评价与对照</a:t>
            </a:r>
          </a:p>
        </p:txBody>
      </p:sp>
      <p:sp>
        <p:nvSpPr>
          <p:cNvPr id="282" name="p12-文本-0282">
            <a:extLst xmlns:a="http://schemas.openxmlformats.org/drawingml/2006/main">
              <a:ext uri="{FF2B5EF4-FFF2-40B4-BE49-F238E27FC236}">
                <a16:creationId xmlns:a16="http://schemas.microsoft.com/office/drawing/2014/main" id="{2FCF8EBB-9187-4A30-BF0B-49A65F3E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2978"/>
            <a:ext cx="14876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跨条件检验稳定性</a:t>
            </a:r>
          </a:p>
        </p:txBody>
      </p:sp>
      <p:sp>
        <p:nvSpPr>
          <p:cNvPr id="283" name="p12-文本-0283">
            <a:extLst xmlns:a="http://schemas.openxmlformats.org/drawingml/2006/main">
              <a:ext uri="{FF2B5EF4-FFF2-40B4-BE49-F238E27FC236}">
                <a16:creationId xmlns:a16="http://schemas.microsoft.com/office/drawing/2014/main" id="{7898D986-27C3-4DAF-BF69-70475AD5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395" y="54467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建立可信比较</a:t>
            </a:r>
          </a:p>
        </p:txBody>
      </p:sp>
      <p:sp>
        <p:nvSpPr>
          <p:cNvPr id="284" name="p12-文本-0284">
            <a:extLst xmlns:a="http://schemas.openxmlformats.org/drawingml/2006/main">
              <a:ext uri="{FF2B5EF4-FFF2-40B4-BE49-F238E27FC236}">
                <a16:creationId xmlns:a16="http://schemas.microsoft.com/office/drawing/2014/main" id="{0688BE3A-6A25-448D-99B1-DA8E6EF3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582649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6" name="p13-矩形-0001">
            <a:extLst xmlns:a="http://schemas.openxmlformats.org/drawingml/2006/main">
              <a:ext uri="{FF2B5EF4-FFF2-40B4-BE49-F238E27FC236}">
                <a16:creationId xmlns:a16="http://schemas.microsoft.com/office/drawing/2014/main" id="{86666C59-A61E-402E-94C1-1ACA421B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3-矩形-0002">
            <a:extLst xmlns:a="http://schemas.openxmlformats.org/drawingml/2006/main">
              <a:ext uri="{FF2B5EF4-FFF2-40B4-BE49-F238E27FC236}">
                <a16:creationId xmlns:a16="http://schemas.microsoft.com/office/drawing/2014/main" id="{497FFE3F-22E0-4D66-A792-08481EB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3-文本-0003">
            <a:extLst xmlns:a="http://schemas.openxmlformats.org/drawingml/2006/main">
              <a:ext uri="{FF2B5EF4-FFF2-40B4-BE49-F238E27FC236}">
                <a16:creationId xmlns:a16="http://schemas.microsoft.com/office/drawing/2014/main" id="{3C4853BA-D57F-47F8-8A42-230FE9A3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从整体结构定位局部作用，再提出可测假设</a:t>
            </a:r>
          </a:p>
        </p:txBody>
      </p:sp>
      <p:sp>
        <p:nvSpPr>
          <p:cNvPr id="4" name="p13-文本-0004">
            <a:extLst xmlns:a="http://schemas.openxmlformats.org/drawingml/2006/main">
              <a:ext uri="{FF2B5EF4-FFF2-40B4-BE49-F238E27FC236}">
                <a16:creationId xmlns:a16="http://schemas.microsoft.com/office/drawing/2014/main" id="{3C5A0467-F21F-40C6-AE72-3F10F951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6593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同一科学对象在三个观察层级中保持位置对应</a:t>
            </a:r>
          </a:p>
        </p:txBody>
      </p:sp>
      <p:sp>
        <p:nvSpPr>
          <p:cNvPr id="5" name="p13-线-0005">
            <a:extLst xmlns:a="http://schemas.openxmlformats.org/drawingml/2006/main">
              <a:ext uri="{FF2B5EF4-FFF2-40B4-BE49-F238E27FC236}">
                <a16:creationId xmlns:a16="http://schemas.microsoft.com/office/drawing/2014/main" id="{288701E3-ABB9-4B01-9F29-F63BFAE4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3-矩形-0006">
            <a:extLst xmlns:a="http://schemas.openxmlformats.org/drawingml/2006/main">
              <a:ext uri="{FF2B5EF4-FFF2-40B4-BE49-F238E27FC236}">
                <a16:creationId xmlns:a16="http://schemas.microsoft.com/office/drawing/2014/main" id="{F0E48327-A31D-43C2-B0A6-DFE1353F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440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13-文本-0007">
            <a:extLst xmlns:a="http://schemas.openxmlformats.org/drawingml/2006/main">
              <a:ext uri="{FF2B5EF4-FFF2-40B4-BE49-F238E27FC236}">
                <a16:creationId xmlns:a16="http://schemas.microsoft.com/office/drawing/2014/main" id="{8648E82B-7467-4B44-BD5F-FD10BAEA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472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整体结构</a:t>
            </a:r>
          </a:p>
        </p:txBody>
      </p:sp>
      <p:sp>
        <p:nvSpPr>
          <p:cNvPr id="8" name="p13-矩形-0008">
            <a:extLst xmlns:a="http://schemas.openxmlformats.org/drawingml/2006/main">
              <a:ext uri="{FF2B5EF4-FFF2-40B4-BE49-F238E27FC236}">
                <a16:creationId xmlns:a16="http://schemas.microsoft.com/office/drawing/2014/main" id="{8095FD5E-6AE6-4C04-B359-DAA5D15B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40862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9" name="p13-线-0009">
            <a:extLst xmlns:a="http://schemas.openxmlformats.org/drawingml/2006/main">
              <a:ext uri="{FF2B5EF4-FFF2-40B4-BE49-F238E27FC236}">
                <a16:creationId xmlns:a16="http://schemas.microsoft.com/office/drawing/2014/main" id="{93665F95-97F8-4B59-B64C-498B70E4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" name="p13-线-0010">
            <a:extLst xmlns:a="http://schemas.openxmlformats.org/drawingml/2006/main">
              <a:ext uri="{FF2B5EF4-FFF2-40B4-BE49-F238E27FC236}">
                <a16:creationId xmlns:a16="http://schemas.microsoft.com/office/drawing/2014/main" id="{A70A6187-0700-4CD6-A72E-DEF14B55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" name="p13-线-0011">
            <a:extLst xmlns:a="http://schemas.openxmlformats.org/drawingml/2006/main">
              <a:ext uri="{FF2B5EF4-FFF2-40B4-BE49-F238E27FC236}">
                <a16:creationId xmlns:a16="http://schemas.microsoft.com/office/drawing/2014/main" id="{4686E44D-2F52-4894-9123-5C251C1B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" name="p13-线-0012">
            <a:extLst xmlns:a="http://schemas.openxmlformats.org/drawingml/2006/main">
              <a:ext uri="{FF2B5EF4-FFF2-40B4-BE49-F238E27FC236}">
                <a16:creationId xmlns:a16="http://schemas.microsoft.com/office/drawing/2014/main" id="{A2760E74-6A56-4997-8ED8-4498A598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194310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" name="p13-线-0013">
            <a:extLst xmlns:a="http://schemas.openxmlformats.org/drawingml/2006/main">
              <a:ext uri="{FF2B5EF4-FFF2-40B4-BE49-F238E27FC236}">
                <a16:creationId xmlns:a16="http://schemas.microsoft.com/office/drawing/2014/main" id="{04C8D613-DE81-46B0-8F93-A362E505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" name="p13-线-0014">
            <a:extLst xmlns:a="http://schemas.openxmlformats.org/drawingml/2006/main">
              <a:ext uri="{FF2B5EF4-FFF2-40B4-BE49-F238E27FC236}">
                <a16:creationId xmlns:a16="http://schemas.microsoft.com/office/drawing/2014/main" id="{0B97B794-D335-458E-9971-0CA8A86A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1943100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" name="p13-线-0015">
            <a:extLst xmlns:a="http://schemas.openxmlformats.org/drawingml/2006/main">
              <a:ext uri="{FF2B5EF4-FFF2-40B4-BE49-F238E27FC236}">
                <a16:creationId xmlns:a16="http://schemas.microsoft.com/office/drawing/2014/main" id="{E09990EF-B22C-4114-BE1F-8B86816B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194310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" name="p13-线-0016">
            <a:extLst xmlns:a="http://schemas.openxmlformats.org/drawingml/2006/main">
              <a:ext uri="{FF2B5EF4-FFF2-40B4-BE49-F238E27FC236}">
                <a16:creationId xmlns:a16="http://schemas.microsoft.com/office/drawing/2014/main" id="{5E0CD7BA-D12E-4621-9EE0-16BBC57E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" name="p13-线-0017">
            <a:extLst xmlns:a="http://schemas.openxmlformats.org/drawingml/2006/main">
              <a:ext uri="{FF2B5EF4-FFF2-40B4-BE49-F238E27FC236}">
                <a16:creationId xmlns:a16="http://schemas.microsoft.com/office/drawing/2014/main" id="{F27FE453-D5B5-441B-B4AE-2C59161D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1943100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" name="p13-线-0018">
            <a:extLst xmlns:a="http://schemas.openxmlformats.org/drawingml/2006/main">
              <a:ext uri="{FF2B5EF4-FFF2-40B4-BE49-F238E27FC236}">
                <a16:creationId xmlns:a16="http://schemas.microsoft.com/office/drawing/2014/main" id="{DB9BEAE9-31B4-41FE-B73A-0FD2AA17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194310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" name="p13-线-0019">
            <a:extLst xmlns:a="http://schemas.openxmlformats.org/drawingml/2006/main">
              <a:ext uri="{FF2B5EF4-FFF2-40B4-BE49-F238E27FC236}">
                <a16:creationId xmlns:a16="http://schemas.microsoft.com/office/drawing/2014/main" id="{8F00EE32-AC86-4ECE-872F-558D247F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" name="p13-线-0020">
            <a:extLst xmlns:a="http://schemas.openxmlformats.org/drawingml/2006/main">
              <a:ext uri="{FF2B5EF4-FFF2-40B4-BE49-F238E27FC236}">
                <a16:creationId xmlns:a16="http://schemas.microsoft.com/office/drawing/2014/main" id="{1A569131-8526-406D-92CA-B5952407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1943100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" name="p13-线-0021">
            <a:extLst xmlns:a="http://schemas.openxmlformats.org/drawingml/2006/main">
              <a:ext uri="{FF2B5EF4-FFF2-40B4-BE49-F238E27FC236}">
                <a16:creationId xmlns:a16="http://schemas.microsoft.com/office/drawing/2014/main" id="{57E812B4-51AE-4AE9-BDFA-E28E9717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194310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" name="p13-线-0022">
            <a:extLst xmlns:a="http://schemas.openxmlformats.org/drawingml/2006/main">
              <a:ext uri="{FF2B5EF4-FFF2-40B4-BE49-F238E27FC236}">
                <a16:creationId xmlns:a16="http://schemas.microsoft.com/office/drawing/2014/main" id="{888E8BA3-9A78-47DA-A8E1-9543AF28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13-线-0023">
            <a:extLst xmlns:a="http://schemas.openxmlformats.org/drawingml/2006/main">
              <a:ext uri="{FF2B5EF4-FFF2-40B4-BE49-F238E27FC236}">
                <a16:creationId xmlns:a16="http://schemas.microsoft.com/office/drawing/2014/main" id="{7DE0537C-7FDA-45F0-865D-57BC7AC5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1943100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" name="p13-线-0024">
            <a:extLst xmlns:a="http://schemas.openxmlformats.org/drawingml/2006/main">
              <a:ext uri="{FF2B5EF4-FFF2-40B4-BE49-F238E27FC236}">
                <a16:creationId xmlns:a16="http://schemas.microsoft.com/office/drawing/2014/main" id="{E720361C-91E5-4291-8498-44670553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194310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13-线-0025">
            <a:extLst xmlns:a="http://schemas.openxmlformats.org/drawingml/2006/main">
              <a:ext uri="{FF2B5EF4-FFF2-40B4-BE49-F238E27FC236}">
                <a16:creationId xmlns:a16="http://schemas.microsoft.com/office/drawing/2014/main" id="{00DDAF83-2B7A-4226-BE42-C975E596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13-线-0026">
            <a:extLst xmlns:a="http://schemas.openxmlformats.org/drawingml/2006/main">
              <a:ext uri="{FF2B5EF4-FFF2-40B4-BE49-F238E27FC236}">
                <a16:creationId xmlns:a16="http://schemas.microsoft.com/office/drawing/2014/main" id="{6B901AED-D8B2-4A72-A1A4-5D8AC158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1943100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" name="p13-线-0027">
            <a:extLst xmlns:a="http://schemas.openxmlformats.org/drawingml/2006/main">
              <a:ext uri="{FF2B5EF4-FFF2-40B4-BE49-F238E27FC236}">
                <a16:creationId xmlns:a16="http://schemas.microsoft.com/office/drawing/2014/main" id="{8D5134C7-3EF8-4A3D-9BEF-D4819948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194310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13-线-0028">
            <a:extLst xmlns:a="http://schemas.openxmlformats.org/drawingml/2006/main">
              <a:ext uri="{FF2B5EF4-FFF2-40B4-BE49-F238E27FC236}">
                <a16:creationId xmlns:a16="http://schemas.microsoft.com/office/drawing/2014/main" id="{58977688-24FD-4E62-AB25-11833830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13-线-0029">
            <a:extLst xmlns:a="http://schemas.openxmlformats.org/drawingml/2006/main">
              <a:ext uri="{FF2B5EF4-FFF2-40B4-BE49-F238E27FC236}">
                <a16:creationId xmlns:a16="http://schemas.microsoft.com/office/drawing/2014/main" id="{CAE6F3B4-B362-49AE-A33F-DEA1651B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1943100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" name="p13-线-0030">
            <a:extLst xmlns:a="http://schemas.openxmlformats.org/drawingml/2006/main">
              <a:ext uri="{FF2B5EF4-FFF2-40B4-BE49-F238E27FC236}">
                <a16:creationId xmlns:a16="http://schemas.microsoft.com/office/drawing/2014/main" id="{FAA0306C-B466-4085-B94B-7B1B50C1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194310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13-线-0031">
            <a:extLst xmlns:a="http://schemas.openxmlformats.org/drawingml/2006/main">
              <a:ext uri="{FF2B5EF4-FFF2-40B4-BE49-F238E27FC236}">
                <a16:creationId xmlns:a16="http://schemas.microsoft.com/office/drawing/2014/main" id="{88E12B22-3258-4ADA-BA35-B29242AF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13-线-0032">
            <a:extLst xmlns:a="http://schemas.openxmlformats.org/drawingml/2006/main">
              <a:ext uri="{FF2B5EF4-FFF2-40B4-BE49-F238E27FC236}">
                <a16:creationId xmlns:a16="http://schemas.microsoft.com/office/drawing/2014/main" id="{38493566-BC25-4FBC-AF9F-EAF8CB16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1943100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" name="p13-线-0033">
            <a:extLst xmlns:a="http://schemas.openxmlformats.org/drawingml/2006/main">
              <a:ext uri="{FF2B5EF4-FFF2-40B4-BE49-F238E27FC236}">
                <a16:creationId xmlns:a16="http://schemas.microsoft.com/office/drawing/2014/main" id="{61777D33-259E-44FC-A420-5416DBA3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194310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13-线-0034">
            <a:extLst xmlns:a="http://schemas.openxmlformats.org/drawingml/2006/main">
              <a:ext uri="{FF2B5EF4-FFF2-40B4-BE49-F238E27FC236}">
                <a16:creationId xmlns:a16="http://schemas.microsoft.com/office/drawing/2014/main" id="{1953E4A7-420E-442B-ADA1-A99788B2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13-线-0035">
            <a:extLst xmlns:a="http://schemas.openxmlformats.org/drawingml/2006/main">
              <a:ext uri="{FF2B5EF4-FFF2-40B4-BE49-F238E27FC236}">
                <a16:creationId xmlns:a16="http://schemas.microsoft.com/office/drawing/2014/main" id="{E651FBD9-2E87-4EA4-B40E-3BF19E96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1943100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" name="p13-线-0036">
            <a:extLst xmlns:a="http://schemas.openxmlformats.org/drawingml/2006/main">
              <a:ext uri="{FF2B5EF4-FFF2-40B4-BE49-F238E27FC236}">
                <a16:creationId xmlns:a16="http://schemas.microsoft.com/office/drawing/2014/main" id="{3CED6F5E-E17E-4045-A606-351BB7CC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194310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13-线-0037">
            <a:extLst xmlns:a="http://schemas.openxmlformats.org/drawingml/2006/main">
              <a:ext uri="{FF2B5EF4-FFF2-40B4-BE49-F238E27FC236}">
                <a16:creationId xmlns:a16="http://schemas.microsoft.com/office/drawing/2014/main" id="{ED4CE207-AE3B-4512-B719-441C35F0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13-线-0038">
            <a:extLst xmlns:a="http://schemas.openxmlformats.org/drawingml/2006/main">
              <a:ext uri="{FF2B5EF4-FFF2-40B4-BE49-F238E27FC236}">
                <a16:creationId xmlns:a16="http://schemas.microsoft.com/office/drawing/2014/main" id="{6F90815C-8EA5-44B2-B341-78277D43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1943100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" name="p13-线-0039">
            <a:extLst xmlns:a="http://schemas.openxmlformats.org/drawingml/2006/main">
              <a:ext uri="{FF2B5EF4-FFF2-40B4-BE49-F238E27FC236}">
                <a16:creationId xmlns:a16="http://schemas.microsoft.com/office/drawing/2014/main" id="{7732AD7E-B937-40AB-884E-A459274E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43100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13-线-0040">
            <a:extLst xmlns:a="http://schemas.openxmlformats.org/drawingml/2006/main">
              <a:ext uri="{FF2B5EF4-FFF2-40B4-BE49-F238E27FC236}">
                <a16:creationId xmlns:a16="http://schemas.microsoft.com/office/drawing/2014/main" id="{49233499-1977-44DA-AF92-038DA565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728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13-线-0041">
            <a:extLst xmlns:a="http://schemas.openxmlformats.org/drawingml/2006/main">
              <a:ext uri="{FF2B5EF4-FFF2-40B4-BE49-F238E27FC236}">
                <a16:creationId xmlns:a16="http://schemas.microsoft.com/office/drawing/2014/main" id="{47A82DDA-4123-40B2-9F34-2F6F752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13-线-0042">
            <a:extLst xmlns:a="http://schemas.openxmlformats.org/drawingml/2006/main">
              <a:ext uri="{FF2B5EF4-FFF2-40B4-BE49-F238E27FC236}">
                <a16:creationId xmlns:a16="http://schemas.microsoft.com/office/drawing/2014/main" id="{8AD8DCE0-10C8-4B9F-A987-C523F7EB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7288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" name="p13-线-0043">
            <a:extLst xmlns:a="http://schemas.openxmlformats.org/drawingml/2006/main">
              <a:ext uri="{FF2B5EF4-FFF2-40B4-BE49-F238E27FC236}">
                <a16:creationId xmlns:a16="http://schemas.microsoft.com/office/drawing/2014/main" id="{6339E699-4FFB-4BFE-A9BA-EB9AE004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42728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13-线-0044">
            <a:extLst xmlns:a="http://schemas.openxmlformats.org/drawingml/2006/main">
              <a:ext uri="{FF2B5EF4-FFF2-40B4-BE49-F238E27FC236}">
                <a16:creationId xmlns:a16="http://schemas.microsoft.com/office/drawing/2014/main" id="{6D254B17-D483-4F12-B65B-385EEC6A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13-线-0045">
            <a:extLst xmlns:a="http://schemas.openxmlformats.org/drawingml/2006/main">
              <a:ext uri="{FF2B5EF4-FFF2-40B4-BE49-F238E27FC236}">
                <a16:creationId xmlns:a16="http://schemas.microsoft.com/office/drawing/2014/main" id="{3DAEC228-E4A3-44DE-B3FC-F4C73410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427288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6" name="p13-线-0046">
            <a:extLst xmlns:a="http://schemas.openxmlformats.org/drawingml/2006/main">
              <a:ext uri="{FF2B5EF4-FFF2-40B4-BE49-F238E27FC236}">
                <a16:creationId xmlns:a16="http://schemas.microsoft.com/office/drawing/2014/main" id="{C69BE50D-0E3D-4083-8174-CE90CF35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42728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13-线-0047">
            <a:extLst xmlns:a="http://schemas.openxmlformats.org/drawingml/2006/main">
              <a:ext uri="{FF2B5EF4-FFF2-40B4-BE49-F238E27FC236}">
                <a16:creationId xmlns:a16="http://schemas.microsoft.com/office/drawing/2014/main" id="{0D7A2328-0C62-48E7-BE0F-EB5CBA6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13-线-0048">
            <a:extLst xmlns:a="http://schemas.openxmlformats.org/drawingml/2006/main">
              <a:ext uri="{FF2B5EF4-FFF2-40B4-BE49-F238E27FC236}">
                <a16:creationId xmlns:a16="http://schemas.microsoft.com/office/drawing/2014/main" id="{584F2D7D-4E10-476B-8CC9-0498EF13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427288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9" name="p13-线-0049">
            <a:extLst xmlns:a="http://schemas.openxmlformats.org/drawingml/2006/main">
              <a:ext uri="{FF2B5EF4-FFF2-40B4-BE49-F238E27FC236}">
                <a16:creationId xmlns:a16="http://schemas.microsoft.com/office/drawing/2014/main" id="{D70E3934-1600-4C92-8EF5-DCF9B312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42728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13-线-0050">
            <a:extLst xmlns:a="http://schemas.openxmlformats.org/drawingml/2006/main">
              <a:ext uri="{FF2B5EF4-FFF2-40B4-BE49-F238E27FC236}">
                <a16:creationId xmlns:a16="http://schemas.microsoft.com/office/drawing/2014/main" id="{6AABBAF3-F05B-46DE-917F-06547F4F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13-线-0051">
            <a:extLst xmlns:a="http://schemas.openxmlformats.org/drawingml/2006/main">
              <a:ext uri="{FF2B5EF4-FFF2-40B4-BE49-F238E27FC236}">
                <a16:creationId xmlns:a16="http://schemas.microsoft.com/office/drawing/2014/main" id="{58FCE49F-D516-4556-9596-9D1EADB5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427288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2" name="p13-线-0052">
            <a:extLst xmlns:a="http://schemas.openxmlformats.org/drawingml/2006/main">
              <a:ext uri="{FF2B5EF4-FFF2-40B4-BE49-F238E27FC236}">
                <a16:creationId xmlns:a16="http://schemas.microsoft.com/office/drawing/2014/main" id="{18A0711E-500F-4832-B0D3-8AD35D79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42728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13-线-0053">
            <a:extLst xmlns:a="http://schemas.openxmlformats.org/drawingml/2006/main">
              <a:ext uri="{FF2B5EF4-FFF2-40B4-BE49-F238E27FC236}">
                <a16:creationId xmlns:a16="http://schemas.microsoft.com/office/drawing/2014/main" id="{883ABDB0-EC7E-4FCC-8930-A88F1AB3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13-线-0054">
            <a:extLst xmlns:a="http://schemas.openxmlformats.org/drawingml/2006/main">
              <a:ext uri="{FF2B5EF4-FFF2-40B4-BE49-F238E27FC236}">
                <a16:creationId xmlns:a16="http://schemas.microsoft.com/office/drawing/2014/main" id="{E4984BF9-0B05-4A0F-877C-76E9DFF1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427288"/>
            <a:ext cx="408623" cy="484188"/>
          </a:xfrm>
          <a:custGeom xmlns:a="http://schemas.openxmlformats.org/drawingml/2006/main">
            <a:pathLst>
              <a:path w="408623" h="484188">
                <a:moveTo>
                  <a:pt x="0" y="0"/>
                </a:moveTo>
                <a:lnTo>
                  <a:pt x="408623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5" name="p13-线-0055">
            <a:extLst xmlns:a="http://schemas.openxmlformats.org/drawingml/2006/main">
              <a:ext uri="{FF2B5EF4-FFF2-40B4-BE49-F238E27FC236}">
                <a16:creationId xmlns:a16="http://schemas.microsoft.com/office/drawing/2014/main" id="{28955C6B-4336-48A2-8A0C-49994C76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42728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13-线-0056">
            <a:extLst xmlns:a="http://schemas.openxmlformats.org/drawingml/2006/main">
              <a:ext uri="{FF2B5EF4-FFF2-40B4-BE49-F238E27FC236}">
                <a16:creationId xmlns:a16="http://schemas.microsoft.com/office/drawing/2014/main" id="{7C5D771D-30A0-4E31-9A89-14910F26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13-线-0057">
            <a:extLst xmlns:a="http://schemas.openxmlformats.org/drawingml/2006/main">
              <a:ext uri="{FF2B5EF4-FFF2-40B4-BE49-F238E27FC236}">
                <a16:creationId xmlns:a16="http://schemas.microsoft.com/office/drawing/2014/main" id="{2C517961-436E-4803-A08B-6CF82347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427288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8" name="p13-线-0058">
            <a:extLst xmlns:a="http://schemas.openxmlformats.org/drawingml/2006/main">
              <a:ext uri="{FF2B5EF4-FFF2-40B4-BE49-F238E27FC236}">
                <a16:creationId xmlns:a16="http://schemas.microsoft.com/office/drawing/2014/main" id="{6EC56363-93D5-4201-A4A0-845E1DA6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42728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13-线-0059">
            <a:extLst xmlns:a="http://schemas.openxmlformats.org/drawingml/2006/main">
              <a:ext uri="{FF2B5EF4-FFF2-40B4-BE49-F238E27FC236}">
                <a16:creationId xmlns:a16="http://schemas.microsoft.com/office/drawing/2014/main" id="{FD8A3B5C-7F91-4228-B4A1-9850EE5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13-线-0060">
            <a:extLst xmlns:a="http://schemas.openxmlformats.org/drawingml/2006/main">
              <a:ext uri="{FF2B5EF4-FFF2-40B4-BE49-F238E27FC236}">
                <a16:creationId xmlns:a16="http://schemas.microsoft.com/office/drawing/2014/main" id="{CEE1358B-FC2E-4886-B910-BBC12908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427288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13-线-0061">
            <a:extLst xmlns:a="http://schemas.openxmlformats.org/drawingml/2006/main">
              <a:ext uri="{FF2B5EF4-FFF2-40B4-BE49-F238E27FC236}">
                <a16:creationId xmlns:a16="http://schemas.microsoft.com/office/drawing/2014/main" id="{6F48FCE5-EF6E-40B5-9FB7-38EC0FC4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42728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13-线-0062">
            <a:extLst xmlns:a="http://schemas.openxmlformats.org/drawingml/2006/main">
              <a:ext uri="{FF2B5EF4-FFF2-40B4-BE49-F238E27FC236}">
                <a16:creationId xmlns:a16="http://schemas.microsoft.com/office/drawing/2014/main" id="{3C228F02-CE03-4298-9B3B-E5893F3F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13-线-0063">
            <a:extLst xmlns:a="http://schemas.openxmlformats.org/drawingml/2006/main">
              <a:ext uri="{FF2B5EF4-FFF2-40B4-BE49-F238E27FC236}">
                <a16:creationId xmlns:a16="http://schemas.microsoft.com/office/drawing/2014/main" id="{1F6F042D-1FF3-441F-9E7E-C2F8B3E7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427288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13-线-0064">
            <a:extLst xmlns:a="http://schemas.openxmlformats.org/drawingml/2006/main">
              <a:ext uri="{FF2B5EF4-FFF2-40B4-BE49-F238E27FC236}">
                <a16:creationId xmlns:a16="http://schemas.microsoft.com/office/drawing/2014/main" id="{7CACF6F1-00A1-4234-B490-995D21D0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42728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13-线-0065">
            <a:extLst xmlns:a="http://schemas.openxmlformats.org/drawingml/2006/main">
              <a:ext uri="{FF2B5EF4-FFF2-40B4-BE49-F238E27FC236}">
                <a16:creationId xmlns:a16="http://schemas.microsoft.com/office/drawing/2014/main" id="{5457D217-0552-41EF-B6D3-AC7EF975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13-线-0066">
            <a:extLst xmlns:a="http://schemas.openxmlformats.org/drawingml/2006/main">
              <a:ext uri="{FF2B5EF4-FFF2-40B4-BE49-F238E27FC236}">
                <a16:creationId xmlns:a16="http://schemas.microsoft.com/office/drawing/2014/main" id="{AE64C530-46D2-4F72-8162-2255BF7E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427288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7" name="p13-线-0067">
            <a:extLst xmlns:a="http://schemas.openxmlformats.org/drawingml/2006/main">
              <a:ext uri="{FF2B5EF4-FFF2-40B4-BE49-F238E27FC236}">
                <a16:creationId xmlns:a16="http://schemas.microsoft.com/office/drawing/2014/main" id="{08C30C1C-BC3D-46A9-B941-8DFD3C9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42728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13-线-0068">
            <a:extLst xmlns:a="http://schemas.openxmlformats.org/drawingml/2006/main">
              <a:ext uri="{FF2B5EF4-FFF2-40B4-BE49-F238E27FC236}">
                <a16:creationId xmlns:a16="http://schemas.microsoft.com/office/drawing/2014/main" id="{63CC3B0C-1D3D-4E9E-81EA-5FFDECA6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13-线-0069">
            <a:extLst xmlns:a="http://schemas.openxmlformats.org/drawingml/2006/main">
              <a:ext uri="{FF2B5EF4-FFF2-40B4-BE49-F238E27FC236}">
                <a16:creationId xmlns:a16="http://schemas.microsoft.com/office/drawing/2014/main" id="{57643CFB-CBCF-436D-B474-432D1890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427288"/>
            <a:ext cx="408622" cy="484188"/>
          </a:xfrm>
          <a:custGeom xmlns:a="http://schemas.openxmlformats.org/drawingml/2006/main">
            <a:pathLst>
              <a:path w="408622" h="484188">
                <a:moveTo>
                  <a:pt x="0" y="0"/>
                </a:moveTo>
                <a:lnTo>
                  <a:pt x="408622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13-线-0070">
            <a:extLst xmlns:a="http://schemas.openxmlformats.org/drawingml/2006/main">
              <a:ext uri="{FF2B5EF4-FFF2-40B4-BE49-F238E27FC236}">
                <a16:creationId xmlns:a16="http://schemas.microsoft.com/office/drawing/2014/main" id="{14AFD0D9-3468-4185-9948-5B15232E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27288"/>
            <a:ext cx="95" cy="484188"/>
          </a:xfrm>
          <a:custGeom xmlns:a="http://schemas.openxmlformats.org/drawingml/2006/main">
            <a:pathLst>
              <a:path w="95" h="484188">
                <a:moveTo>
                  <a:pt x="0" y="0"/>
                </a:moveTo>
                <a:lnTo>
                  <a:pt x="0" y="4841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13-线-0071">
            <a:extLst xmlns:a="http://schemas.openxmlformats.org/drawingml/2006/main">
              <a:ext uri="{FF2B5EF4-FFF2-40B4-BE49-F238E27FC236}">
                <a16:creationId xmlns:a16="http://schemas.microsoft.com/office/drawing/2014/main" id="{7ADA56FA-A068-4902-8E6C-A724F915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147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13-线-0072">
            <a:extLst xmlns:a="http://schemas.openxmlformats.org/drawingml/2006/main">
              <a:ext uri="{FF2B5EF4-FFF2-40B4-BE49-F238E27FC236}">
                <a16:creationId xmlns:a16="http://schemas.microsoft.com/office/drawing/2014/main" id="{8625C7E9-D649-4AFB-88CF-429C552D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13-线-0073">
            <a:extLst xmlns:a="http://schemas.openxmlformats.org/drawingml/2006/main">
              <a:ext uri="{FF2B5EF4-FFF2-40B4-BE49-F238E27FC236}">
                <a16:creationId xmlns:a16="http://schemas.microsoft.com/office/drawing/2014/main" id="{B491BC32-6177-452A-B4B9-E861B28A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1475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4" name="p13-线-0074">
            <a:extLst xmlns:a="http://schemas.openxmlformats.org/drawingml/2006/main">
              <a:ext uri="{FF2B5EF4-FFF2-40B4-BE49-F238E27FC236}">
                <a16:creationId xmlns:a16="http://schemas.microsoft.com/office/drawing/2014/main" id="{51682021-3D56-40F0-BBDE-239A72E5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91147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13-线-0075">
            <a:extLst xmlns:a="http://schemas.openxmlformats.org/drawingml/2006/main">
              <a:ext uri="{FF2B5EF4-FFF2-40B4-BE49-F238E27FC236}">
                <a16:creationId xmlns:a16="http://schemas.microsoft.com/office/drawing/2014/main" id="{D3E1F0B5-4840-4F42-8BD8-14B222AC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13-线-0076">
            <a:extLst xmlns:a="http://schemas.openxmlformats.org/drawingml/2006/main">
              <a:ext uri="{FF2B5EF4-FFF2-40B4-BE49-F238E27FC236}">
                <a16:creationId xmlns:a16="http://schemas.microsoft.com/office/drawing/2014/main" id="{2F90F5F3-D269-4D41-90DD-0932F33C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2911475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7" name="p13-线-0077">
            <a:extLst xmlns:a="http://schemas.openxmlformats.org/drawingml/2006/main">
              <a:ext uri="{FF2B5EF4-FFF2-40B4-BE49-F238E27FC236}">
                <a16:creationId xmlns:a16="http://schemas.microsoft.com/office/drawing/2014/main" id="{19790A3C-F407-461F-B56F-BC390A93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91147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13-线-0078">
            <a:extLst xmlns:a="http://schemas.openxmlformats.org/drawingml/2006/main">
              <a:ext uri="{FF2B5EF4-FFF2-40B4-BE49-F238E27FC236}">
                <a16:creationId xmlns:a16="http://schemas.microsoft.com/office/drawing/2014/main" id="{F27A06FB-78D6-46D0-AFE3-9644E349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13-线-0079">
            <a:extLst xmlns:a="http://schemas.openxmlformats.org/drawingml/2006/main">
              <a:ext uri="{FF2B5EF4-FFF2-40B4-BE49-F238E27FC236}">
                <a16:creationId xmlns:a16="http://schemas.microsoft.com/office/drawing/2014/main" id="{3371E3C1-B7FF-40B6-9295-92EBA4E2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2911475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0" name="p13-线-0080">
            <a:extLst xmlns:a="http://schemas.openxmlformats.org/drawingml/2006/main">
              <a:ext uri="{FF2B5EF4-FFF2-40B4-BE49-F238E27FC236}">
                <a16:creationId xmlns:a16="http://schemas.microsoft.com/office/drawing/2014/main" id="{2A905AB1-A62F-4E52-9C92-C6B08FF4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91147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13-线-0081">
            <a:extLst xmlns:a="http://schemas.openxmlformats.org/drawingml/2006/main">
              <a:ext uri="{FF2B5EF4-FFF2-40B4-BE49-F238E27FC236}">
                <a16:creationId xmlns:a16="http://schemas.microsoft.com/office/drawing/2014/main" id="{EB6E91C1-A178-44E7-85DB-019A4A42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13-线-0082">
            <a:extLst xmlns:a="http://schemas.openxmlformats.org/drawingml/2006/main">
              <a:ext uri="{FF2B5EF4-FFF2-40B4-BE49-F238E27FC236}">
                <a16:creationId xmlns:a16="http://schemas.microsoft.com/office/drawing/2014/main" id="{7621B57F-E3D1-4D9F-8B26-C13D9A70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2911475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3" name="p13-线-0083">
            <a:extLst xmlns:a="http://schemas.openxmlformats.org/drawingml/2006/main">
              <a:ext uri="{FF2B5EF4-FFF2-40B4-BE49-F238E27FC236}">
                <a16:creationId xmlns:a16="http://schemas.microsoft.com/office/drawing/2014/main" id="{C41458F5-D5F0-41E1-81C6-370299FF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91147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13-线-0084">
            <a:extLst xmlns:a="http://schemas.openxmlformats.org/drawingml/2006/main">
              <a:ext uri="{FF2B5EF4-FFF2-40B4-BE49-F238E27FC236}">
                <a16:creationId xmlns:a16="http://schemas.microsoft.com/office/drawing/2014/main" id="{71EA3FC0-E3AF-42A9-84CB-8D0E090B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13-线-0085">
            <a:extLst xmlns:a="http://schemas.openxmlformats.org/drawingml/2006/main">
              <a:ext uri="{FF2B5EF4-FFF2-40B4-BE49-F238E27FC236}">
                <a16:creationId xmlns:a16="http://schemas.microsoft.com/office/drawing/2014/main" id="{10CED5E4-6447-4C80-B408-959F88C7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2911475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6" name="p13-线-0086">
            <a:extLst xmlns:a="http://schemas.openxmlformats.org/drawingml/2006/main">
              <a:ext uri="{FF2B5EF4-FFF2-40B4-BE49-F238E27FC236}">
                <a16:creationId xmlns:a16="http://schemas.microsoft.com/office/drawing/2014/main" id="{E45A06C0-A36D-48DA-B181-5F0E7FE5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91147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13-线-0087">
            <a:extLst xmlns:a="http://schemas.openxmlformats.org/drawingml/2006/main">
              <a:ext uri="{FF2B5EF4-FFF2-40B4-BE49-F238E27FC236}">
                <a16:creationId xmlns:a16="http://schemas.microsoft.com/office/drawing/2014/main" id="{0DC26494-74BE-4C09-BFA3-1D64D50C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13-线-0088">
            <a:extLst xmlns:a="http://schemas.openxmlformats.org/drawingml/2006/main">
              <a:ext uri="{FF2B5EF4-FFF2-40B4-BE49-F238E27FC236}">
                <a16:creationId xmlns:a16="http://schemas.microsoft.com/office/drawing/2014/main" id="{66B070F4-84B8-4645-9E58-16BE323C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2911475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9" name="p13-线-0089">
            <a:extLst xmlns:a="http://schemas.openxmlformats.org/drawingml/2006/main">
              <a:ext uri="{FF2B5EF4-FFF2-40B4-BE49-F238E27FC236}">
                <a16:creationId xmlns:a16="http://schemas.microsoft.com/office/drawing/2014/main" id="{2CCC9B63-F582-46A7-9EC2-28976E18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91147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13-线-0090">
            <a:extLst xmlns:a="http://schemas.openxmlformats.org/drawingml/2006/main">
              <a:ext uri="{FF2B5EF4-FFF2-40B4-BE49-F238E27FC236}">
                <a16:creationId xmlns:a16="http://schemas.microsoft.com/office/drawing/2014/main" id="{9A11FD22-5D7B-40B8-A5D2-33FC91AD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13-线-0091">
            <a:extLst xmlns:a="http://schemas.openxmlformats.org/drawingml/2006/main">
              <a:ext uri="{FF2B5EF4-FFF2-40B4-BE49-F238E27FC236}">
                <a16:creationId xmlns:a16="http://schemas.microsoft.com/office/drawing/2014/main" id="{D05F9C00-46D4-490A-A94F-243E815E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2911475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13-线-0092">
            <a:extLst xmlns:a="http://schemas.openxmlformats.org/drawingml/2006/main">
              <a:ext uri="{FF2B5EF4-FFF2-40B4-BE49-F238E27FC236}">
                <a16:creationId xmlns:a16="http://schemas.microsoft.com/office/drawing/2014/main" id="{EEB8C4FD-7029-4B18-9200-4E5AD99E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91147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13-线-0093">
            <a:extLst xmlns:a="http://schemas.openxmlformats.org/drawingml/2006/main">
              <a:ext uri="{FF2B5EF4-FFF2-40B4-BE49-F238E27FC236}">
                <a16:creationId xmlns:a16="http://schemas.microsoft.com/office/drawing/2014/main" id="{8EEEA54A-12F4-40D6-AAA4-D9A5EA6F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13-线-0094">
            <a:extLst xmlns:a="http://schemas.openxmlformats.org/drawingml/2006/main">
              <a:ext uri="{FF2B5EF4-FFF2-40B4-BE49-F238E27FC236}">
                <a16:creationId xmlns:a16="http://schemas.microsoft.com/office/drawing/2014/main" id="{7D1DFFCF-9A58-4F01-AF0D-203AB6A8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2911475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13-线-0095">
            <a:extLst xmlns:a="http://schemas.openxmlformats.org/drawingml/2006/main">
              <a:ext uri="{FF2B5EF4-FFF2-40B4-BE49-F238E27FC236}">
                <a16:creationId xmlns:a16="http://schemas.microsoft.com/office/drawing/2014/main" id="{95ECA09F-C49F-495D-91AE-853852EE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91147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13-线-0096">
            <a:extLst xmlns:a="http://schemas.openxmlformats.org/drawingml/2006/main">
              <a:ext uri="{FF2B5EF4-FFF2-40B4-BE49-F238E27FC236}">
                <a16:creationId xmlns:a16="http://schemas.microsoft.com/office/drawing/2014/main" id="{DCF36EF8-ADA6-4FEC-905D-CAF4097F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13-线-0097">
            <a:extLst xmlns:a="http://schemas.openxmlformats.org/drawingml/2006/main">
              <a:ext uri="{FF2B5EF4-FFF2-40B4-BE49-F238E27FC236}">
                <a16:creationId xmlns:a16="http://schemas.microsoft.com/office/drawing/2014/main" id="{9B725ACD-B132-4BCE-BABD-80921FE7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2911475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13-线-0098">
            <a:extLst xmlns:a="http://schemas.openxmlformats.org/drawingml/2006/main">
              <a:ext uri="{FF2B5EF4-FFF2-40B4-BE49-F238E27FC236}">
                <a16:creationId xmlns:a16="http://schemas.microsoft.com/office/drawing/2014/main" id="{63DA60B8-8070-4932-8C7F-A4C766C0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91147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13-线-0099">
            <a:extLst xmlns:a="http://schemas.openxmlformats.org/drawingml/2006/main">
              <a:ext uri="{FF2B5EF4-FFF2-40B4-BE49-F238E27FC236}">
                <a16:creationId xmlns:a16="http://schemas.microsoft.com/office/drawing/2014/main" id="{CFA9986C-2FEC-41B5-8AFA-BF9E2549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13-线-0100">
            <a:extLst xmlns:a="http://schemas.openxmlformats.org/drawingml/2006/main">
              <a:ext uri="{FF2B5EF4-FFF2-40B4-BE49-F238E27FC236}">
                <a16:creationId xmlns:a16="http://schemas.microsoft.com/office/drawing/2014/main" id="{B3DCF705-634D-4F50-8FC5-F0D78858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2911475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13-线-0101">
            <a:extLst xmlns:a="http://schemas.openxmlformats.org/drawingml/2006/main">
              <a:ext uri="{FF2B5EF4-FFF2-40B4-BE49-F238E27FC236}">
                <a16:creationId xmlns:a16="http://schemas.microsoft.com/office/drawing/2014/main" id="{C1170C86-C3CD-4F32-BF4F-43E9D0C3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1475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13-线-0102">
            <a:extLst xmlns:a="http://schemas.openxmlformats.org/drawingml/2006/main">
              <a:ext uri="{FF2B5EF4-FFF2-40B4-BE49-F238E27FC236}">
                <a16:creationId xmlns:a16="http://schemas.microsoft.com/office/drawing/2014/main" id="{D8AD2E7C-C1ED-47F5-B3A2-980CA88E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5663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13-线-0103">
            <a:extLst xmlns:a="http://schemas.openxmlformats.org/drawingml/2006/main">
              <a:ext uri="{FF2B5EF4-FFF2-40B4-BE49-F238E27FC236}">
                <a16:creationId xmlns:a16="http://schemas.microsoft.com/office/drawing/2014/main" id="{28E3DB49-B115-4051-B4A6-75FD3D66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13-线-0104">
            <a:extLst xmlns:a="http://schemas.openxmlformats.org/drawingml/2006/main">
              <a:ext uri="{FF2B5EF4-FFF2-40B4-BE49-F238E27FC236}">
                <a16:creationId xmlns:a16="http://schemas.microsoft.com/office/drawing/2014/main" id="{98752DF1-8431-4FF0-8D2B-5F52707C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5663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5" name="p13-线-0105">
            <a:extLst xmlns:a="http://schemas.openxmlformats.org/drawingml/2006/main">
              <a:ext uri="{FF2B5EF4-FFF2-40B4-BE49-F238E27FC236}">
                <a16:creationId xmlns:a16="http://schemas.microsoft.com/office/drawing/2014/main" id="{0224FFA6-330E-49CB-B99B-3E9D6D3E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395663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13-线-0106">
            <a:extLst xmlns:a="http://schemas.openxmlformats.org/drawingml/2006/main">
              <a:ext uri="{FF2B5EF4-FFF2-40B4-BE49-F238E27FC236}">
                <a16:creationId xmlns:a16="http://schemas.microsoft.com/office/drawing/2014/main" id="{72BB6F6A-2DFF-4EC2-942C-768AE93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13-线-0107">
            <a:extLst xmlns:a="http://schemas.openxmlformats.org/drawingml/2006/main">
              <a:ext uri="{FF2B5EF4-FFF2-40B4-BE49-F238E27FC236}">
                <a16:creationId xmlns:a16="http://schemas.microsoft.com/office/drawing/2014/main" id="{4BC97FC0-37B9-471F-9EE7-FC873C9F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395663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8" name="p13-线-0108">
            <a:extLst xmlns:a="http://schemas.openxmlformats.org/drawingml/2006/main">
              <a:ext uri="{FF2B5EF4-FFF2-40B4-BE49-F238E27FC236}">
                <a16:creationId xmlns:a16="http://schemas.microsoft.com/office/drawing/2014/main" id="{3ED2B96D-6736-415A-ACF9-DADD7DC3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395663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13-线-0109">
            <a:extLst xmlns:a="http://schemas.openxmlformats.org/drawingml/2006/main">
              <a:ext uri="{FF2B5EF4-FFF2-40B4-BE49-F238E27FC236}">
                <a16:creationId xmlns:a16="http://schemas.microsoft.com/office/drawing/2014/main" id="{47F30235-ACE4-4194-8BCA-0F91DA75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13-线-0110">
            <a:extLst xmlns:a="http://schemas.openxmlformats.org/drawingml/2006/main">
              <a:ext uri="{FF2B5EF4-FFF2-40B4-BE49-F238E27FC236}">
                <a16:creationId xmlns:a16="http://schemas.microsoft.com/office/drawing/2014/main" id="{3FA038ED-E64C-4934-A79A-A0BED61A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395663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1" name="p13-线-0111">
            <a:extLst xmlns:a="http://schemas.openxmlformats.org/drawingml/2006/main">
              <a:ext uri="{FF2B5EF4-FFF2-40B4-BE49-F238E27FC236}">
                <a16:creationId xmlns:a16="http://schemas.microsoft.com/office/drawing/2014/main" id="{21DEBB68-91FE-454E-8805-2818EB18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395663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13-线-0112">
            <a:extLst xmlns:a="http://schemas.openxmlformats.org/drawingml/2006/main">
              <a:ext uri="{FF2B5EF4-FFF2-40B4-BE49-F238E27FC236}">
                <a16:creationId xmlns:a16="http://schemas.microsoft.com/office/drawing/2014/main" id="{E76A0980-1C4E-4761-AD6F-E9E070BA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13-线-0113">
            <a:extLst xmlns:a="http://schemas.openxmlformats.org/drawingml/2006/main">
              <a:ext uri="{FF2B5EF4-FFF2-40B4-BE49-F238E27FC236}">
                <a16:creationId xmlns:a16="http://schemas.microsoft.com/office/drawing/2014/main" id="{0B52DF6A-4182-4E41-A0AD-18B04F3E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395663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4" name="p13-线-0114">
            <a:extLst xmlns:a="http://schemas.openxmlformats.org/drawingml/2006/main">
              <a:ext uri="{FF2B5EF4-FFF2-40B4-BE49-F238E27FC236}">
                <a16:creationId xmlns:a16="http://schemas.microsoft.com/office/drawing/2014/main" id="{B6BDABB0-0263-4892-9F4E-82C896A5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395663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13-线-0115">
            <a:extLst xmlns:a="http://schemas.openxmlformats.org/drawingml/2006/main">
              <a:ext uri="{FF2B5EF4-FFF2-40B4-BE49-F238E27FC236}">
                <a16:creationId xmlns:a16="http://schemas.microsoft.com/office/drawing/2014/main" id="{14062927-9E5B-429F-ACC1-15229969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13-线-0116">
            <a:extLst xmlns:a="http://schemas.openxmlformats.org/drawingml/2006/main">
              <a:ext uri="{FF2B5EF4-FFF2-40B4-BE49-F238E27FC236}">
                <a16:creationId xmlns:a16="http://schemas.microsoft.com/office/drawing/2014/main" id="{F3FF8AF8-19D5-44E7-AD3D-59D5A574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395663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7" name="p13-线-0117">
            <a:extLst xmlns:a="http://schemas.openxmlformats.org/drawingml/2006/main">
              <a:ext uri="{FF2B5EF4-FFF2-40B4-BE49-F238E27FC236}">
                <a16:creationId xmlns:a16="http://schemas.microsoft.com/office/drawing/2014/main" id="{A5F06BAF-5178-4BDA-B8B0-F135D518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395663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13-线-0118">
            <a:extLst xmlns:a="http://schemas.openxmlformats.org/drawingml/2006/main">
              <a:ext uri="{FF2B5EF4-FFF2-40B4-BE49-F238E27FC236}">
                <a16:creationId xmlns:a16="http://schemas.microsoft.com/office/drawing/2014/main" id="{8D056F8D-6F63-44D2-8D47-4B37684C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13-线-0119">
            <a:extLst xmlns:a="http://schemas.openxmlformats.org/drawingml/2006/main">
              <a:ext uri="{FF2B5EF4-FFF2-40B4-BE49-F238E27FC236}">
                <a16:creationId xmlns:a16="http://schemas.microsoft.com/office/drawing/2014/main" id="{C4D6C341-F4F3-4E1C-A7E9-2489F38E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395663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0" name="p13-线-0120">
            <a:extLst xmlns:a="http://schemas.openxmlformats.org/drawingml/2006/main">
              <a:ext uri="{FF2B5EF4-FFF2-40B4-BE49-F238E27FC236}">
                <a16:creationId xmlns:a16="http://schemas.microsoft.com/office/drawing/2014/main" id="{096D58C3-2A80-41E5-B35D-0A48FEAC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395663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13-线-0121">
            <a:extLst xmlns:a="http://schemas.openxmlformats.org/drawingml/2006/main">
              <a:ext uri="{FF2B5EF4-FFF2-40B4-BE49-F238E27FC236}">
                <a16:creationId xmlns:a16="http://schemas.microsoft.com/office/drawing/2014/main" id="{7450C93B-A56E-4708-89DE-8385B4C1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13-线-0122">
            <a:extLst xmlns:a="http://schemas.openxmlformats.org/drawingml/2006/main">
              <a:ext uri="{FF2B5EF4-FFF2-40B4-BE49-F238E27FC236}">
                <a16:creationId xmlns:a16="http://schemas.microsoft.com/office/drawing/2014/main" id="{244177EA-AF6A-43BB-9B07-60E8A2AE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395663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13-线-0123">
            <a:extLst xmlns:a="http://schemas.openxmlformats.org/drawingml/2006/main">
              <a:ext uri="{FF2B5EF4-FFF2-40B4-BE49-F238E27FC236}">
                <a16:creationId xmlns:a16="http://schemas.microsoft.com/office/drawing/2014/main" id="{9141E0AB-81B0-4300-AC3B-6CDB3523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395663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13-线-0124">
            <a:extLst xmlns:a="http://schemas.openxmlformats.org/drawingml/2006/main">
              <a:ext uri="{FF2B5EF4-FFF2-40B4-BE49-F238E27FC236}">
                <a16:creationId xmlns:a16="http://schemas.microsoft.com/office/drawing/2014/main" id="{4AF4E40D-39D1-4754-88BE-2C2585FB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13-线-0125">
            <a:extLst xmlns:a="http://schemas.openxmlformats.org/drawingml/2006/main">
              <a:ext uri="{FF2B5EF4-FFF2-40B4-BE49-F238E27FC236}">
                <a16:creationId xmlns:a16="http://schemas.microsoft.com/office/drawing/2014/main" id="{FA53E66B-557A-4D5A-A3E4-317406F1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395663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13-线-0126">
            <a:extLst xmlns:a="http://schemas.openxmlformats.org/drawingml/2006/main">
              <a:ext uri="{FF2B5EF4-FFF2-40B4-BE49-F238E27FC236}">
                <a16:creationId xmlns:a16="http://schemas.microsoft.com/office/drawing/2014/main" id="{080CAA1E-EABB-4B13-86D0-9C3816EF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395663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13-线-0127">
            <a:extLst xmlns:a="http://schemas.openxmlformats.org/drawingml/2006/main">
              <a:ext uri="{FF2B5EF4-FFF2-40B4-BE49-F238E27FC236}">
                <a16:creationId xmlns:a16="http://schemas.microsoft.com/office/drawing/2014/main" id="{C2B631E5-27FF-44A0-97F5-7300DEAD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13-线-0128">
            <a:extLst xmlns:a="http://schemas.openxmlformats.org/drawingml/2006/main">
              <a:ext uri="{FF2B5EF4-FFF2-40B4-BE49-F238E27FC236}">
                <a16:creationId xmlns:a16="http://schemas.microsoft.com/office/drawing/2014/main" id="{6F9059CF-6E5B-45B7-8055-2AE4A8BF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395663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13-线-0129">
            <a:extLst xmlns:a="http://schemas.openxmlformats.org/drawingml/2006/main">
              <a:ext uri="{FF2B5EF4-FFF2-40B4-BE49-F238E27FC236}">
                <a16:creationId xmlns:a16="http://schemas.microsoft.com/office/drawing/2014/main" id="{1AB90F95-F9BE-4A12-9CBF-78D06C4F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395663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13-线-0130">
            <a:extLst xmlns:a="http://schemas.openxmlformats.org/drawingml/2006/main">
              <a:ext uri="{FF2B5EF4-FFF2-40B4-BE49-F238E27FC236}">
                <a16:creationId xmlns:a16="http://schemas.microsoft.com/office/drawing/2014/main" id="{15BB4169-CD1F-4642-B827-657786A0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13-线-0131">
            <a:extLst xmlns:a="http://schemas.openxmlformats.org/drawingml/2006/main">
              <a:ext uri="{FF2B5EF4-FFF2-40B4-BE49-F238E27FC236}">
                <a16:creationId xmlns:a16="http://schemas.microsoft.com/office/drawing/2014/main" id="{91C693E2-1DBC-4907-AC37-CCE89A62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395663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13-线-0132">
            <a:extLst xmlns:a="http://schemas.openxmlformats.org/drawingml/2006/main">
              <a:ext uri="{FF2B5EF4-FFF2-40B4-BE49-F238E27FC236}">
                <a16:creationId xmlns:a16="http://schemas.microsoft.com/office/drawing/2014/main" id="{90EE7DF4-337A-4EFE-8BB1-CCF05DCB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395663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13-线-0133">
            <a:extLst xmlns:a="http://schemas.openxmlformats.org/drawingml/2006/main">
              <a:ext uri="{FF2B5EF4-FFF2-40B4-BE49-F238E27FC236}">
                <a16:creationId xmlns:a16="http://schemas.microsoft.com/office/drawing/2014/main" id="{ECF36ED5-782E-4C09-9339-8EFBD8C5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985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13-线-0134">
            <a:extLst xmlns:a="http://schemas.openxmlformats.org/drawingml/2006/main">
              <a:ext uri="{FF2B5EF4-FFF2-40B4-BE49-F238E27FC236}">
                <a16:creationId xmlns:a16="http://schemas.microsoft.com/office/drawing/2014/main" id="{D8458D65-0689-44CA-96B2-E72E0A8B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13-线-0135">
            <a:extLst xmlns:a="http://schemas.openxmlformats.org/drawingml/2006/main">
              <a:ext uri="{FF2B5EF4-FFF2-40B4-BE49-F238E27FC236}">
                <a16:creationId xmlns:a16="http://schemas.microsoft.com/office/drawing/2014/main" id="{A19708FE-001D-48E3-8EC8-457C8987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9850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6" name="p13-线-0136">
            <a:extLst xmlns:a="http://schemas.openxmlformats.org/drawingml/2006/main">
              <a:ext uri="{FF2B5EF4-FFF2-40B4-BE49-F238E27FC236}">
                <a16:creationId xmlns:a16="http://schemas.microsoft.com/office/drawing/2014/main" id="{50C4BCD5-6BF1-4B74-9CC9-F272C53F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87985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13-线-0137">
            <a:extLst xmlns:a="http://schemas.openxmlformats.org/drawingml/2006/main">
              <a:ext uri="{FF2B5EF4-FFF2-40B4-BE49-F238E27FC236}">
                <a16:creationId xmlns:a16="http://schemas.microsoft.com/office/drawing/2014/main" id="{820A90E5-456C-486F-8883-4F394F04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13-线-0138">
            <a:extLst xmlns:a="http://schemas.openxmlformats.org/drawingml/2006/main">
              <a:ext uri="{FF2B5EF4-FFF2-40B4-BE49-F238E27FC236}">
                <a16:creationId xmlns:a16="http://schemas.microsoft.com/office/drawing/2014/main" id="{719C0C4C-CD2A-4E00-83C0-8A254191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3879850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9" name="p13-线-0139">
            <a:extLst xmlns:a="http://schemas.openxmlformats.org/drawingml/2006/main">
              <a:ext uri="{FF2B5EF4-FFF2-40B4-BE49-F238E27FC236}">
                <a16:creationId xmlns:a16="http://schemas.microsoft.com/office/drawing/2014/main" id="{BA7DA143-C21F-4689-84EA-35FF86B2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87985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13-线-0140">
            <a:extLst xmlns:a="http://schemas.openxmlformats.org/drawingml/2006/main">
              <a:ext uri="{FF2B5EF4-FFF2-40B4-BE49-F238E27FC236}">
                <a16:creationId xmlns:a16="http://schemas.microsoft.com/office/drawing/2014/main" id="{F5CE6FFB-1FA6-42B7-81F0-68A7DBDB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13-线-0141">
            <a:extLst xmlns:a="http://schemas.openxmlformats.org/drawingml/2006/main">
              <a:ext uri="{FF2B5EF4-FFF2-40B4-BE49-F238E27FC236}">
                <a16:creationId xmlns:a16="http://schemas.microsoft.com/office/drawing/2014/main" id="{2BF4A8B5-F88C-4EDD-A84F-BC116F34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3879850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2" name="p13-线-0142">
            <a:extLst xmlns:a="http://schemas.openxmlformats.org/drawingml/2006/main">
              <a:ext uri="{FF2B5EF4-FFF2-40B4-BE49-F238E27FC236}">
                <a16:creationId xmlns:a16="http://schemas.microsoft.com/office/drawing/2014/main" id="{207F4C61-6E0F-4231-A182-5F251042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87985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13-线-0143">
            <a:extLst xmlns:a="http://schemas.openxmlformats.org/drawingml/2006/main">
              <a:ext uri="{FF2B5EF4-FFF2-40B4-BE49-F238E27FC236}">
                <a16:creationId xmlns:a16="http://schemas.microsoft.com/office/drawing/2014/main" id="{6C1537BE-BC54-4D00-8FB6-06D87ADC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13-线-0144">
            <a:extLst xmlns:a="http://schemas.openxmlformats.org/drawingml/2006/main">
              <a:ext uri="{FF2B5EF4-FFF2-40B4-BE49-F238E27FC236}">
                <a16:creationId xmlns:a16="http://schemas.microsoft.com/office/drawing/2014/main" id="{1BF81751-B509-441E-A0E1-3A1607CA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3879850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5" name="p13-线-0145">
            <a:extLst xmlns:a="http://schemas.openxmlformats.org/drawingml/2006/main">
              <a:ext uri="{FF2B5EF4-FFF2-40B4-BE49-F238E27FC236}">
                <a16:creationId xmlns:a16="http://schemas.microsoft.com/office/drawing/2014/main" id="{276C92F7-B386-4B43-8BA2-4B292E59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879850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13-线-0146">
            <a:extLst xmlns:a="http://schemas.openxmlformats.org/drawingml/2006/main">
              <a:ext uri="{FF2B5EF4-FFF2-40B4-BE49-F238E27FC236}">
                <a16:creationId xmlns:a16="http://schemas.microsoft.com/office/drawing/2014/main" id="{38C3D67A-80E5-46C3-8780-109964A8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13-线-0147">
            <a:extLst xmlns:a="http://schemas.openxmlformats.org/drawingml/2006/main">
              <a:ext uri="{FF2B5EF4-FFF2-40B4-BE49-F238E27FC236}">
                <a16:creationId xmlns:a16="http://schemas.microsoft.com/office/drawing/2014/main" id="{EBA2E284-B672-4E48-AC07-35AEB62B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3879850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8" name="p13-线-0148">
            <a:extLst xmlns:a="http://schemas.openxmlformats.org/drawingml/2006/main">
              <a:ext uri="{FF2B5EF4-FFF2-40B4-BE49-F238E27FC236}">
                <a16:creationId xmlns:a16="http://schemas.microsoft.com/office/drawing/2014/main" id="{78833A48-57AA-42A6-A6F5-DB48FE04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87985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13-线-0149">
            <a:extLst xmlns:a="http://schemas.openxmlformats.org/drawingml/2006/main">
              <a:ext uri="{FF2B5EF4-FFF2-40B4-BE49-F238E27FC236}">
                <a16:creationId xmlns:a16="http://schemas.microsoft.com/office/drawing/2014/main" id="{33A54F51-D6F2-4B50-B772-6EBE3AAB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13-线-0150">
            <a:extLst xmlns:a="http://schemas.openxmlformats.org/drawingml/2006/main">
              <a:ext uri="{FF2B5EF4-FFF2-40B4-BE49-F238E27FC236}">
                <a16:creationId xmlns:a16="http://schemas.microsoft.com/office/drawing/2014/main" id="{A21F1ED5-B6AF-4494-B201-24A4CC1C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3879850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1" name="p13-线-0151">
            <a:extLst xmlns:a="http://schemas.openxmlformats.org/drawingml/2006/main">
              <a:ext uri="{FF2B5EF4-FFF2-40B4-BE49-F238E27FC236}">
                <a16:creationId xmlns:a16="http://schemas.microsoft.com/office/drawing/2014/main" id="{8C72F17C-31C4-493B-ABCD-81257237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87985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13-线-0152">
            <a:extLst xmlns:a="http://schemas.openxmlformats.org/drawingml/2006/main">
              <a:ext uri="{FF2B5EF4-FFF2-40B4-BE49-F238E27FC236}">
                <a16:creationId xmlns:a16="http://schemas.microsoft.com/office/drawing/2014/main" id="{653A3CB4-8A53-450F-B61D-113DAF5C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13-线-0153">
            <a:extLst xmlns:a="http://schemas.openxmlformats.org/drawingml/2006/main">
              <a:ext uri="{FF2B5EF4-FFF2-40B4-BE49-F238E27FC236}">
                <a16:creationId xmlns:a16="http://schemas.microsoft.com/office/drawing/2014/main" id="{DE61049D-6688-4B9D-B1E3-C4D58320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3879850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13-线-0154">
            <a:extLst xmlns:a="http://schemas.openxmlformats.org/drawingml/2006/main">
              <a:ext uri="{FF2B5EF4-FFF2-40B4-BE49-F238E27FC236}">
                <a16:creationId xmlns:a16="http://schemas.microsoft.com/office/drawing/2014/main" id="{44EC8939-0C61-4C60-84B1-D0DD3969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87985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13-线-0155">
            <a:extLst xmlns:a="http://schemas.openxmlformats.org/drawingml/2006/main">
              <a:ext uri="{FF2B5EF4-FFF2-40B4-BE49-F238E27FC236}">
                <a16:creationId xmlns:a16="http://schemas.microsoft.com/office/drawing/2014/main" id="{5C3B4119-B5C4-4A80-8F5C-40163FB0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13-线-0156">
            <a:extLst xmlns:a="http://schemas.openxmlformats.org/drawingml/2006/main">
              <a:ext uri="{FF2B5EF4-FFF2-40B4-BE49-F238E27FC236}">
                <a16:creationId xmlns:a16="http://schemas.microsoft.com/office/drawing/2014/main" id="{9989D8F2-788C-46E3-8A56-C06D6E39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3879850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13-线-0157">
            <a:extLst xmlns:a="http://schemas.openxmlformats.org/drawingml/2006/main">
              <a:ext uri="{FF2B5EF4-FFF2-40B4-BE49-F238E27FC236}">
                <a16:creationId xmlns:a16="http://schemas.microsoft.com/office/drawing/2014/main" id="{099B82DD-D541-4B08-9FA4-236C6C5E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87985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13-线-0158">
            <a:extLst xmlns:a="http://schemas.openxmlformats.org/drawingml/2006/main">
              <a:ext uri="{FF2B5EF4-FFF2-40B4-BE49-F238E27FC236}">
                <a16:creationId xmlns:a16="http://schemas.microsoft.com/office/drawing/2014/main" id="{BBB65608-4BB4-42BF-ABDC-31D3A317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13-线-0159">
            <a:extLst xmlns:a="http://schemas.openxmlformats.org/drawingml/2006/main">
              <a:ext uri="{FF2B5EF4-FFF2-40B4-BE49-F238E27FC236}">
                <a16:creationId xmlns:a16="http://schemas.microsoft.com/office/drawing/2014/main" id="{8BEAB198-02D4-4D6E-A9AC-C1614ACD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3879850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13-线-0160">
            <a:extLst xmlns:a="http://schemas.openxmlformats.org/drawingml/2006/main">
              <a:ext uri="{FF2B5EF4-FFF2-40B4-BE49-F238E27FC236}">
                <a16:creationId xmlns:a16="http://schemas.microsoft.com/office/drawing/2014/main" id="{60089F50-5912-4B87-9823-C4335769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879850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13-线-0161">
            <a:extLst xmlns:a="http://schemas.openxmlformats.org/drawingml/2006/main">
              <a:ext uri="{FF2B5EF4-FFF2-40B4-BE49-F238E27FC236}">
                <a16:creationId xmlns:a16="http://schemas.microsoft.com/office/drawing/2014/main" id="{C4BC9D25-BEAF-416D-840E-51A59160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13-线-0162">
            <a:extLst xmlns:a="http://schemas.openxmlformats.org/drawingml/2006/main">
              <a:ext uri="{FF2B5EF4-FFF2-40B4-BE49-F238E27FC236}">
                <a16:creationId xmlns:a16="http://schemas.microsoft.com/office/drawing/2014/main" id="{9536F48C-EB2D-4AB3-A08E-271DAECF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3879850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13-线-0163">
            <a:extLst xmlns:a="http://schemas.openxmlformats.org/drawingml/2006/main">
              <a:ext uri="{FF2B5EF4-FFF2-40B4-BE49-F238E27FC236}">
                <a16:creationId xmlns:a16="http://schemas.microsoft.com/office/drawing/2014/main" id="{992F38E6-C89E-4667-86B9-BEA3729D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879850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13-线-0164">
            <a:extLst xmlns:a="http://schemas.openxmlformats.org/drawingml/2006/main">
              <a:ext uri="{FF2B5EF4-FFF2-40B4-BE49-F238E27FC236}">
                <a16:creationId xmlns:a16="http://schemas.microsoft.com/office/drawing/2014/main" id="{157839D5-DE45-4E3C-A9E9-0D26B3C4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403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13-线-0165">
            <a:extLst xmlns:a="http://schemas.openxmlformats.org/drawingml/2006/main">
              <a:ext uri="{FF2B5EF4-FFF2-40B4-BE49-F238E27FC236}">
                <a16:creationId xmlns:a16="http://schemas.microsoft.com/office/drawing/2014/main" id="{5C6B0275-0C64-432B-BFBA-17660457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13-线-0166">
            <a:extLst xmlns:a="http://schemas.openxmlformats.org/drawingml/2006/main">
              <a:ext uri="{FF2B5EF4-FFF2-40B4-BE49-F238E27FC236}">
                <a16:creationId xmlns:a16="http://schemas.microsoft.com/office/drawing/2014/main" id="{21623E8B-3468-4167-97CE-B83CC996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4038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7" name="p13-线-0167">
            <a:extLst xmlns:a="http://schemas.openxmlformats.org/drawingml/2006/main">
              <a:ext uri="{FF2B5EF4-FFF2-40B4-BE49-F238E27FC236}">
                <a16:creationId xmlns:a16="http://schemas.microsoft.com/office/drawing/2014/main" id="{AAFEFB81-F6BC-4E10-B6FB-5D1B7792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436403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13-线-0168">
            <a:extLst xmlns:a="http://schemas.openxmlformats.org/drawingml/2006/main">
              <a:ext uri="{FF2B5EF4-FFF2-40B4-BE49-F238E27FC236}">
                <a16:creationId xmlns:a16="http://schemas.microsoft.com/office/drawing/2014/main" id="{17C4CFD1-461A-4887-8740-839F3DFE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13-线-0169">
            <a:extLst xmlns:a="http://schemas.openxmlformats.org/drawingml/2006/main">
              <a:ext uri="{FF2B5EF4-FFF2-40B4-BE49-F238E27FC236}">
                <a16:creationId xmlns:a16="http://schemas.microsoft.com/office/drawing/2014/main" id="{CC0FB2D8-C826-4DB4-9CD6-2036BEA5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4364038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0" name="p13-线-0170">
            <a:extLst xmlns:a="http://schemas.openxmlformats.org/drawingml/2006/main">
              <a:ext uri="{FF2B5EF4-FFF2-40B4-BE49-F238E27FC236}">
                <a16:creationId xmlns:a16="http://schemas.microsoft.com/office/drawing/2014/main" id="{81303FC9-6CE2-4849-97FA-F4DA8E15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436403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13-线-0171">
            <a:extLst xmlns:a="http://schemas.openxmlformats.org/drawingml/2006/main">
              <a:ext uri="{FF2B5EF4-FFF2-40B4-BE49-F238E27FC236}">
                <a16:creationId xmlns:a16="http://schemas.microsoft.com/office/drawing/2014/main" id="{B1E05B3D-DD2F-4B52-AD51-827902CD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13-线-0172">
            <a:extLst xmlns:a="http://schemas.openxmlformats.org/drawingml/2006/main">
              <a:ext uri="{FF2B5EF4-FFF2-40B4-BE49-F238E27FC236}">
                <a16:creationId xmlns:a16="http://schemas.microsoft.com/office/drawing/2014/main" id="{9DF23BE1-BC41-41A3-9AEB-6231619A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4364038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3" name="p13-线-0173">
            <a:extLst xmlns:a="http://schemas.openxmlformats.org/drawingml/2006/main">
              <a:ext uri="{FF2B5EF4-FFF2-40B4-BE49-F238E27FC236}">
                <a16:creationId xmlns:a16="http://schemas.microsoft.com/office/drawing/2014/main" id="{BF07730D-3EF4-416B-8A12-102E5639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436403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13-线-0174">
            <a:extLst xmlns:a="http://schemas.openxmlformats.org/drawingml/2006/main">
              <a:ext uri="{FF2B5EF4-FFF2-40B4-BE49-F238E27FC236}">
                <a16:creationId xmlns:a16="http://schemas.microsoft.com/office/drawing/2014/main" id="{A3C10825-C9EA-43D2-BFCE-7C84C7BE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13-线-0175">
            <a:extLst xmlns:a="http://schemas.openxmlformats.org/drawingml/2006/main">
              <a:ext uri="{FF2B5EF4-FFF2-40B4-BE49-F238E27FC236}">
                <a16:creationId xmlns:a16="http://schemas.microsoft.com/office/drawing/2014/main" id="{D77C034C-7518-47A0-B4BC-7B142F41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4364038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6" name="p13-线-0176">
            <a:extLst xmlns:a="http://schemas.openxmlformats.org/drawingml/2006/main">
              <a:ext uri="{FF2B5EF4-FFF2-40B4-BE49-F238E27FC236}">
                <a16:creationId xmlns:a16="http://schemas.microsoft.com/office/drawing/2014/main" id="{4562219C-5335-459A-A973-03DD45AB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4364038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13-线-0177">
            <a:extLst xmlns:a="http://schemas.openxmlformats.org/drawingml/2006/main">
              <a:ext uri="{FF2B5EF4-FFF2-40B4-BE49-F238E27FC236}">
                <a16:creationId xmlns:a16="http://schemas.microsoft.com/office/drawing/2014/main" id="{31B109BA-52F4-4105-B722-9F140CAC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13-线-0178">
            <a:extLst xmlns:a="http://schemas.openxmlformats.org/drawingml/2006/main">
              <a:ext uri="{FF2B5EF4-FFF2-40B4-BE49-F238E27FC236}">
                <a16:creationId xmlns:a16="http://schemas.microsoft.com/office/drawing/2014/main" id="{8F0EE52E-2698-4428-B9EF-DF2E838E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4364038"/>
            <a:ext cx="408623" cy="484187"/>
          </a:xfrm>
          <a:custGeom xmlns:a="http://schemas.openxmlformats.org/drawingml/2006/main">
            <a:pathLst>
              <a:path w="408623" h="484187">
                <a:moveTo>
                  <a:pt x="0" y="0"/>
                </a:moveTo>
                <a:lnTo>
                  <a:pt x="408623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9" name="p13-线-0179">
            <a:extLst xmlns:a="http://schemas.openxmlformats.org/drawingml/2006/main">
              <a:ext uri="{FF2B5EF4-FFF2-40B4-BE49-F238E27FC236}">
                <a16:creationId xmlns:a16="http://schemas.microsoft.com/office/drawing/2014/main" id="{B285D4EB-2D01-425A-9C08-4060A790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436403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13-线-0180">
            <a:extLst xmlns:a="http://schemas.openxmlformats.org/drawingml/2006/main">
              <a:ext uri="{FF2B5EF4-FFF2-40B4-BE49-F238E27FC236}">
                <a16:creationId xmlns:a16="http://schemas.microsoft.com/office/drawing/2014/main" id="{16F3257A-D5CE-415A-A375-0D7D3C5A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13-线-0181">
            <a:extLst xmlns:a="http://schemas.openxmlformats.org/drawingml/2006/main">
              <a:ext uri="{FF2B5EF4-FFF2-40B4-BE49-F238E27FC236}">
                <a16:creationId xmlns:a16="http://schemas.microsoft.com/office/drawing/2014/main" id="{8530456B-9530-47EF-B723-EB4562F5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4364038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2" name="p13-线-0182">
            <a:extLst xmlns:a="http://schemas.openxmlformats.org/drawingml/2006/main">
              <a:ext uri="{FF2B5EF4-FFF2-40B4-BE49-F238E27FC236}">
                <a16:creationId xmlns:a16="http://schemas.microsoft.com/office/drawing/2014/main" id="{3F84F016-6E41-4A24-B574-A3E667FB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436403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13-线-0183">
            <a:extLst xmlns:a="http://schemas.openxmlformats.org/drawingml/2006/main">
              <a:ext uri="{FF2B5EF4-FFF2-40B4-BE49-F238E27FC236}">
                <a16:creationId xmlns:a16="http://schemas.microsoft.com/office/drawing/2014/main" id="{02FF970B-156C-4A74-A3E9-2D20B2F7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13-线-0184">
            <a:extLst xmlns:a="http://schemas.openxmlformats.org/drawingml/2006/main">
              <a:ext uri="{FF2B5EF4-FFF2-40B4-BE49-F238E27FC236}">
                <a16:creationId xmlns:a16="http://schemas.microsoft.com/office/drawing/2014/main" id="{C144BB8D-41A9-4135-9683-D2ED131B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4364038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13-线-0185">
            <a:extLst xmlns:a="http://schemas.openxmlformats.org/drawingml/2006/main">
              <a:ext uri="{FF2B5EF4-FFF2-40B4-BE49-F238E27FC236}">
                <a16:creationId xmlns:a16="http://schemas.microsoft.com/office/drawing/2014/main" id="{9EAA7F4F-BEB9-45C1-B989-6E1AA79E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436403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13-线-0186">
            <a:extLst xmlns:a="http://schemas.openxmlformats.org/drawingml/2006/main">
              <a:ext uri="{FF2B5EF4-FFF2-40B4-BE49-F238E27FC236}">
                <a16:creationId xmlns:a16="http://schemas.microsoft.com/office/drawing/2014/main" id="{4037969E-BFDC-4846-BD7F-11267A44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13-线-0187">
            <a:extLst xmlns:a="http://schemas.openxmlformats.org/drawingml/2006/main">
              <a:ext uri="{FF2B5EF4-FFF2-40B4-BE49-F238E27FC236}">
                <a16:creationId xmlns:a16="http://schemas.microsoft.com/office/drawing/2014/main" id="{C0C8A962-308A-4C93-B52C-192A47B7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4364038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13-线-0188">
            <a:extLst xmlns:a="http://schemas.openxmlformats.org/drawingml/2006/main">
              <a:ext uri="{FF2B5EF4-FFF2-40B4-BE49-F238E27FC236}">
                <a16:creationId xmlns:a16="http://schemas.microsoft.com/office/drawing/2014/main" id="{C01386BD-F491-46CD-9E55-E2D90BF7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436403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13-线-0189">
            <a:extLst xmlns:a="http://schemas.openxmlformats.org/drawingml/2006/main">
              <a:ext uri="{FF2B5EF4-FFF2-40B4-BE49-F238E27FC236}">
                <a16:creationId xmlns:a16="http://schemas.microsoft.com/office/drawing/2014/main" id="{5B4D510F-F482-4543-A9DF-D867B7EE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13-线-0190">
            <a:extLst xmlns:a="http://schemas.openxmlformats.org/drawingml/2006/main">
              <a:ext uri="{FF2B5EF4-FFF2-40B4-BE49-F238E27FC236}">
                <a16:creationId xmlns:a16="http://schemas.microsoft.com/office/drawing/2014/main" id="{B9E32125-6F26-41F9-87D7-862105B4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4364038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13-线-0191">
            <a:extLst xmlns:a="http://schemas.openxmlformats.org/drawingml/2006/main">
              <a:ext uri="{FF2B5EF4-FFF2-40B4-BE49-F238E27FC236}">
                <a16:creationId xmlns:a16="http://schemas.microsoft.com/office/drawing/2014/main" id="{44D1FA97-6094-46F8-9984-4C800A27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4364038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13-线-0192">
            <a:extLst xmlns:a="http://schemas.openxmlformats.org/drawingml/2006/main">
              <a:ext uri="{FF2B5EF4-FFF2-40B4-BE49-F238E27FC236}">
                <a16:creationId xmlns:a16="http://schemas.microsoft.com/office/drawing/2014/main" id="{8C784C89-C38E-4F18-822B-AC2ABFD0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13-线-0193">
            <a:extLst xmlns:a="http://schemas.openxmlformats.org/drawingml/2006/main">
              <a:ext uri="{FF2B5EF4-FFF2-40B4-BE49-F238E27FC236}">
                <a16:creationId xmlns:a16="http://schemas.microsoft.com/office/drawing/2014/main" id="{1D0AF7E9-D3E5-4AB0-B0C9-0DDF3C49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4364038"/>
            <a:ext cx="408622" cy="484187"/>
          </a:xfrm>
          <a:custGeom xmlns:a="http://schemas.openxmlformats.org/drawingml/2006/main">
            <a:pathLst>
              <a:path w="408622" h="484187">
                <a:moveTo>
                  <a:pt x="0" y="0"/>
                </a:moveTo>
                <a:lnTo>
                  <a:pt x="408622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13-线-0194">
            <a:extLst xmlns:a="http://schemas.openxmlformats.org/drawingml/2006/main">
              <a:ext uri="{FF2B5EF4-FFF2-40B4-BE49-F238E27FC236}">
                <a16:creationId xmlns:a16="http://schemas.microsoft.com/office/drawing/2014/main" id="{5951146F-B1DF-48D6-BA2C-97810569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64038"/>
            <a:ext cx="95" cy="484187"/>
          </a:xfrm>
          <a:custGeom xmlns:a="http://schemas.openxmlformats.org/drawingml/2006/main">
            <a:pathLst>
              <a:path w="95" h="484187">
                <a:moveTo>
                  <a:pt x="0" y="0"/>
                </a:moveTo>
                <a:lnTo>
                  <a:pt x="0" y="4841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13-线-0195">
            <a:extLst xmlns:a="http://schemas.openxmlformats.org/drawingml/2006/main">
              <a:ext uri="{FF2B5EF4-FFF2-40B4-BE49-F238E27FC236}">
                <a16:creationId xmlns:a16="http://schemas.microsoft.com/office/drawing/2014/main" id="{9870A634-4DFC-4D2A-8A17-F3A54BBD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822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13-线-0196">
            <a:extLst xmlns:a="http://schemas.openxmlformats.org/drawingml/2006/main">
              <a:ext uri="{FF2B5EF4-FFF2-40B4-BE49-F238E27FC236}">
                <a16:creationId xmlns:a16="http://schemas.microsoft.com/office/drawing/2014/main" id="{F9E01FD0-D116-4879-8AC8-AB8584BF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3" y="484822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13-线-0197">
            <a:extLst xmlns:a="http://schemas.openxmlformats.org/drawingml/2006/main">
              <a:ext uri="{FF2B5EF4-FFF2-40B4-BE49-F238E27FC236}">
                <a16:creationId xmlns:a16="http://schemas.microsoft.com/office/drawing/2014/main" id="{22CB45DB-DE63-4622-91AE-FFB9732D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895" y="484822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13-线-0198">
            <a:extLst xmlns:a="http://schemas.openxmlformats.org/drawingml/2006/main">
              <a:ext uri="{FF2B5EF4-FFF2-40B4-BE49-F238E27FC236}">
                <a16:creationId xmlns:a16="http://schemas.microsoft.com/office/drawing/2014/main" id="{BD48EE79-7AEE-48A2-8278-C9777AF2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18" y="484822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13-线-0199">
            <a:extLst xmlns:a="http://schemas.openxmlformats.org/drawingml/2006/main">
              <a:ext uri="{FF2B5EF4-FFF2-40B4-BE49-F238E27FC236}">
                <a16:creationId xmlns:a16="http://schemas.microsoft.com/office/drawing/2014/main" id="{18F6AB69-57CD-4529-9734-59709B5D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140" y="4848225"/>
            <a:ext cx="408623" cy="95"/>
          </a:xfrm>
          <a:custGeom xmlns:a="http://schemas.openxmlformats.org/drawingml/2006/main">
            <a:pathLst>
              <a:path w="408623" h="95">
                <a:moveTo>
                  <a:pt x="0" y="0"/>
                </a:moveTo>
                <a:lnTo>
                  <a:pt x="408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13-线-0200">
            <a:extLst xmlns:a="http://schemas.openxmlformats.org/drawingml/2006/main">
              <a:ext uri="{FF2B5EF4-FFF2-40B4-BE49-F238E27FC236}">
                <a16:creationId xmlns:a16="http://schemas.microsoft.com/office/drawing/2014/main" id="{BEF490FB-A6F7-4432-B194-3B481B44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763" y="484822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13-线-0201">
            <a:extLst xmlns:a="http://schemas.openxmlformats.org/drawingml/2006/main">
              <a:ext uri="{FF2B5EF4-FFF2-40B4-BE49-F238E27FC236}">
                <a16:creationId xmlns:a16="http://schemas.microsoft.com/office/drawing/2014/main" id="{2AA9DDAD-8806-47D1-987C-16F5F39A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385" y="484822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13-线-0202">
            <a:extLst xmlns:a="http://schemas.openxmlformats.org/drawingml/2006/main">
              <a:ext uri="{FF2B5EF4-FFF2-40B4-BE49-F238E27FC236}">
                <a16:creationId xmlns:a16="http://schemas.microsoft.com/office/drawing/2014/main" id="{09D96949-FA65-4DBB-B949-874EB55F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008" y="484822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13-线-0203">
            <a:extLst xmlns:a="http://schemas.openxmlformats.org/drawingml/2006/main">
              <a:ext uri="{FF2B5EF4-FFF2-40B4-BE49-F238E27FC236}">
                <a16:creationId xmlns:a16="http://schemas.microsoft.com/office/drawing/2014/main" id="{A865EBFB-0A5D-427A-BAA8-F9FABD23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630" y="484822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13-线-0204">
            <a:extLst xmlns:a="http://schemas.openxmlformats.org/drawingml/2006/main">
              <a:ext uri="{FF2B5EF4-FFF2-40B4-BE49-F238E27FC236}">
                <a16:creationId xmlns:a16="http://schemas.microsoft.com/office/drawing/2014/main" id="{0E2DB362-E86F-47C5-9467-62CC7192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4848225"/>
            <a:ext cx="408622" cy="95"/>
          </a:xfrm>
          <a:custGeom xmlns:a="http://schemas.openxmlformats.org/drawingml/2006/main">
            <a:pathLst>
              <a:path w="408622" h="95">
                <a:moveTo>
                  <a:pt x="0" y="0"/>
                </a:moveTo>
                <a:lnTo>
                  <a:pt x="4086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13-椭圆-0205">
            <a:extLst xmlns:a="http://schemas.openxmlformats.org/drawingml/2006/main">
              <a:ext uri="{FF2B5EF4-FFF2-40B4-BE49-F238E27FC236}">
                <a16:creationId xmlns:a16="http://schemas.microsoft.com/office/drawing/2014/main" id="{D8C7F078-82DD-4283-848A-5DAA0EDF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57" y="2731463"/>
            <a:ext cx="450031" cy="36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6" name="p13-椭圆-0206">
            <a:extLst xmlns:a="http://schemas.openxmlformats.org/drawingml/2006/main">
              <a:ext uri="{FF2B5EF4-FFF2-40B4-BE49-F238E27FC236}">
                <a16:creationId xmlns:a16="http://schemas.microsoft.com/office/drawing/2014/main" id="{1793F0E6-A14D-4E1A-AFB7-E5BA288E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484" y="2758648"/>
            <a:ext cx="382066" cy="3056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7" name="p13-椭圆-0207">
            <a:extLst xmlns:a="http://schemas.openxmlformats.org/drawingml/2006/main">
              <a:ext uri="{FF2B5EF4-FFF2-40B4-BE49-F238E27FC236}">
                <a16:creationId xmlns:a16="http://schemas.microsoft.com/office/drawing/2014/main" id="{D7C3B215-C5FF-4563-B78E-B859D1A0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811" y="2718714"/>
            <a:ext cx="481903" cy="3855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8" name="p13-椭圆-0208">
            <a:extLst xmlns:a="http://schemas.openxmlformats.org/drawingml/2006/main">
              <a:ext uri="{FF2B5EF4-FFF2-40B4-BE49-F238E27FC236}">
                <a16:creationId xmlns:a16="http://schemas.microsoft.com/office/drawing/2014/main" id="{55774136-A90A-42ED-B595-AC3CD690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620" y="2724765"/>
            <a:ext cx="466775" cy="3734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9" name="p13-椭圆-0209">
            <a:extLst xmlns:a="http://schemas.openxmlformats.org/drawingml/2006/main">
              <a:ext uri="{FF2B5EF4-FFF2-40B4-BE49-F238E27FC236}">
                <a16:creationId xmlns:a16="http://schemas.microsoft.com/office/drawing/2014/main" id="{612936BB-3698-4E9C-8EAC-D9CD2B20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6488" y="2759663"/>
            <a:ext cx="379529" cy="3036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0" name="p13-椭圆-0210">
            <a:extLst xmlns:a="http://schemas.openxmlformats.org/drawingml/2006/main">
              <a:ext uri="{FF2B5EF4-FFF2-40B4-BE49-F238E27FC236}">
                <a16:creationId xmlns:a16="http://schemas.microsoft.com/office/drawing/2014/main" id="{67633DA9-A983-4CAF-88A3-E4B96772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239" y="3727023"/>
            <a:ext cx="382066" cy="3056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1" name="p13-椭圆-0211">
            <a:extLst xmlns:a="http://schemas.openxmlformats.org/drawingml/2006/main">
              <a:ext uri="{FF2B5EF4-FFF2-40B4-BE49-F238E27FC236}">
                <a16:creationId xmlns:a16="http://schemas.microsoft.com/office/drawing/2014/main" id="{D0165504-B5FB-4AE8-8229-C01EB835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3566" y="3687089"/>
            <a:ext cx="481903" cy="3855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2" name="p13-椭圆-0212">
            <a:extLst xmlns:a="http://schemas.openxmlformats.org/drawingml/2006/main">
              <a:ext uri="{FF2B5EF4-FFF2-40B4-BE49-F238E27FC236}">
                <a16:creationId xmlns:a16="http://schemas.microsoft.com/office/drawing/2014/main" id="{B259B2A0-76F5-43AF-84D1-D659EE18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375" y="3693140"/>
            <a:ext cx="466775" cy="3734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3" name="p13-椭圆-0213">
            <a:extLst xmlns:a="http://schemas.openxmlformats.org/drawingml/2006/main">
              <a:ext uri="{FF2B5EF4-FFF2-40B4-BE49-F238E27FC236}">
                <a16:creationId xmlns:a16="http://schemas.microsoft.com/office/drawing/2014/main" id="{1B20F823-3B38-44D6-B8CE-2B61C3B2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9243" y="3728038"/>
            <a:ext cx="379529" cy="3036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4" name="p13-椭圆-0214">
            <a:extLst xmlns:a="http://schemas.openxmlformats.org/drawingml/2006/main">
              <a:ext uri="{FF2B5EF4-FFF2-40B4-BE49-F238E27FC236}">
                <a16:creationId xmlns:a16="http://schemas.microsoft.com/office/drawing/2014/main" id="{553EB9CF-357B-4D6D-A124-5D461ACC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17" y="3692941"/>
            <a:ext cx="467272" cy="373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5" name="p13-路径-0215">
            <a:extLst xmlns:a="http://schemas.openxmlformats.org/drawingml/2006/main">
              <a:ext uri="{FF2B5EF4-FFF2-40B4-BE49-F238E27FC236}">
                <a16:creationId xmlns:a16="http://schemas.microsoft.com/office/drawing/2014/main" id="{E8A894E1-8721-47CD-8859-24A05281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7038"/>
            <a:ext cx="3933825" cy="512837"/>
          </a:xfrm>
          <a:custGeom xmlns:a="http://schemas.openxmlformats.org/drawingml/2006/main">
            <a:pathLst>
              <a:path w="3933825" h="512837">
                <a:moveTo>
                  <a:pt x="0" y="210522"/>
                </a:moveTo>
                <a:lnTo>
                  <a:pt x="54095" y="174349"/>
                </a:lnTo>
                <a:lnTo>
                  <a:pt x="108592" y="142003"/>
                </a:lnTo>
                <a:lnTo>
                  <a:pt x="163484" y="113350"/>
                </a:lnTo>
                <a:lnTo>
                  <a:pt x="218763" y="88260"/>
                </a:lnTo>
                <a:lnTo>
                  <a:pt x="274420" y="66601"/>
                </a:lnTo>
                <a:lnTo>
                  <a:pt x="330446" y="48242"/>
                </a:lnTo>
                <a:lnTo>
                  <a:pt x="386835" y="33050"/>
                </a:lnTo>
                <a:lnTo>
                  <a:pt x="443578" y="20895"/>
                </a:lnTo>
                <a:lnTo>
                  <a:pt x="500666" y="11644"/>
                </a:lnTo>
                <a:lnTo>
                  <a:pt x="558091" y="5165"/>
                </a:lnTo>
                <a:lnTo>
                  <a:pt x="615846" y="1328"/>
                </a:lnTo>
                <a:lnTo>
                  <a:pt x="673922" y="0"/>
                </a:lnTo>
                <a:lnTo>
                  <a:pt x="732311" y="1050"/>
                </a:lnTo>
                <a:lnTo>
                  <a:pt x="791004" y="4346"/>
                </a:lnTo>
                <a:lnTo>
                  <a:pt x="849994" y="9757"/>
                </a:lnTo>
                <a:lnTo>
                  <a:pt x="909273" y="17150"/>
                </a:lnTo>
                <a:lnTo>
                  <a:pt x="1028663" y="37358"/>
                </a:lnTo>
                <a:lnTo>
                  <a:pt x="1149108" y="63918"/>
                </a:lnTo>
                <a:lnTo>
                  <a:pt x="1270544" y="95777"/>
                </a:lnTo>
                <a:lnTo>
                  <a:pt x="1392906" y="131880"/>
                </a:lnTo>
                <a:lnTo>
                  <a:pt x="1516127" y="171174"/>
                </a:lnTo>
                <a:lnTo>
                  <a:pt x="1640142" y="212607"/>
                </a:lnTo>
                <a:lnTo>
                  <a:pt x="1890296" y="297676"/>
                </a:lnTo>
                <a:lnTo>
                  <a:pt x="2016303" y="339205"/>
                </a:lnTo>
                <a:lnTo>
                  <a:pt x="2142844" y="378659"/>
                </a:lnTo>
                <a:lnTo>
                  <a:pt x="2269852" y="414986"/>
                </a:lnTo>
                <a:lnTo>
                  <a:pt x="2397263" y="447131"/>
                </a:lnTo>
                <a:lnTo>
                  <a:pt x="2525011" y="474042"/>
                </a:lnTo>
                <a:lnTo>
                  <a:pt x="2588992" y="485206"/>
                </a:lnTo>
                <a:lnTo>
                  <a:pt x="2653032" y="494666"/>
                </a:lnTo>
                <a:lnTo>
                  <a:pt x="2717123" y="502290"/>
                </a:lnTo>
                <a:lnTo>
                  <a:pt x="2781259" y="507948"/>
                </a:lnTo>
                <a:lnTo>
                  <a:pt x="2845429" y="511508"/>
                </a:lnTo>
                <a:lnTo>
                  <a:pt x="2909627" y="512837"/>
                </a:lnTo>
                <a:lnTo>
                  <a:pt x="2973844" y="511804"/>
                </a:lnTo>
                <a:lnTo>
                  <a:pt x="3038071" y="508278"/>
                </a:lnTo>
                <a:lnTo>
                  <a:pt x="3102302" y="502127"/>
                </a:lnTo>
                <a:lnTo>
                  <a:pt x="3166527" y="493219"/>
                </a:lnTo>
                <a:lnTo>
                  <a:pt x="3230738" y="481422"/>
                </a:lnTo>
                <a:lnTo>
                  <a:pt x="3294927" y="466606"/>
                </a:lnTo>
                <a:lnTo>
                  <a:pt x="3359087" y="448637"/>
                </a:lnTo>
                <a:lnTo>
                  <a:pt x="3423208" y="427385"/>
                </a:lnTo>
                <a:lnTo>
                  <a:pt x="3487283" y="402718"/>
                </a:lnTo>
                <a:lnTo>
                  <a:pt x="3551303" y="374505"/>
                </a:lnTo>
                <a:lnTo>
                  <a:pt x="3615261" y="342613"/>
                </a:lnTo>
                <a:lnTo>
                  <a:pt x="3679148" y="306911"/>
                </a:lnTo>
                <a:lnTo>
                  <a:pt x="3742956" y="267267"/>
                </a:lnTo>
                <a:lnTo>
                  <a:pt x="3806677" y="223550"/>
                </a:lnTo>
                <a:lnTo>
                  <a:pt x="3870303" y="175627"/>
                </a:lnTo>
                <a:lnTo>
                  <a:pt x="3933825" y="123369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16" name="p13-矩形-0216">
            <a:extLst xmlns:a="http://schemas.openxmlformats.org/drawingml/2006/main">
              <a:ext uri="{FF2B5EF4-FFF2-40B4-BE49-F238E27FC236}">
                <a16:creationId xmlns:a16="http://schemas.microsoft.com/office/drawing/2014/main" id="{A0F14016-7236-488B-B171-4C9D675A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62275"/>
            <a:ext cx="10096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17" name="p13-文本-0217">
            <a:extLst xmlns:a="http://schemas.openxmlformats.org/drawingml/2006/main">
              <a:ext uri="{FF2B5EF4-FFF2-40B4-BE49-F238E27FC236}">
                <a16:creationId xmlns:a16="http://schemas.microsoft.com/office/drawing/2014/main" id="{505F87C5-5665-4A04-9EC7-8105579D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8461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关键连接区域</a:t>
            </a:r>
          </a:p>
        </p:txBody>
      </p:sp>
      <p:sp>
        <p:nvSpPr>
          <p:cNvPr id="218" name="p13-线-0218">
            <a:extLst xmlns:a="http://schemas.openxmlformats.org/drawingml/2006/main">
              <a:ext uri="{FF2B5EF4-FFF2-40B4-BE49-F238E27FC236}">
                <a16:creationId xmlns:a16="http://schemas.microsoft.com/office/drawing/2014/main" id="{11D7E7FB-5480-4A14-BBAF-E9FD51DA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52650"/>
            <a:ext cx="1847850" cy="819150"/>
          </a:xfrm>
          <a:custGeom xmlns:a="http://schemas.openxmlformats.org/drawingml/2006/main">
            <a:pathLst>
              <a:path w="1847850" h="819150">
                <a:moveTo>
                  <a:pt x="0" y="819150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219" name="p13-线-0219">
            <a:extLst xmlns:a="http://schemas.openxmlformats.org/drawingml/2006/main">
              <a:ext uri="{FF2B5EF4-FFF2-40B4-BE49-F238E27FC236}">
                <a16:creationId xmlns:a16="http://schemas.microsoft.com/office/drawing/2014/main" id="{8A1DEDDB-FA5C-4C37-B059-A1FB9B4F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52800"/>
            <a:ext cx="1847850" cy="428625"/>
          </a:xfrm>
          <a:custGeom xmlns:a="http://schemas.openxmlformats.org/drawingml/2006/main">
            <a:pathLst>
              <a:path w="1847850" h="428625">
                <a:moveTo>
                  <a:pt x="0" y="428625"/>
                </a:moveTo>
                <a:lnTo>
                  <a:pt x="1847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220" name="p13-矩形-0220">
            <a:extLst xmlns:a="http://schemas.openxmlformats.org/drawingml/2006/main">
              <a:ext uri="{FF2B5EF4-FFF2-40B4-BE49-F238E27FC236}">
                <a16:creationId xmlns:a16="http://schemas.microsoft.com/office/drawing/2014/main" id="{C4B7BAA0-2A29-4465-B084-D244E5D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876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1" name="p13-文本-0221">
            <a:extLst xmlns:a="http://schemas.openxmlformats.org/drawingml/2006/main">
              <a:ext uri="{FF2B5EF4-FFF2-40B4-BE49-F238E27FC236}">
                <a16:creationId xmlns:a16="http://schemas.microsoft.com/office/drawing/2014/main" id="{BD8864E3-CCDA-4DCD-B888-C6E752CF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522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局部特征</a:t>
            </a:r>
          </a:p>
        </p:txBody>
      </p:sp>
      <p:pic>
        <p:nvPicPr>
          <p:cNvPr id="4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89583c7654e38"/>
          <a:stretch xmlns:a="http://schemas.openxmlformats.org/drawingml/2006/main"/>
        </p:blipFill>
        <p:spPr>
          <a:xfrm xmlns:a="http://schemas.openxmlformats.org/drawingml/2006/main">
            <a:off x="5600840" y="2057400"/>
            <a:ext cx="2552420" cy="2066925"/>
          </a:xfrm>
          <a:prstGeom xmlns:a="http://schemas.openxmlformats.org/drawingml/2006/main" prst="rect">
            <a:avLst/>
          </a:prstGeom>
        </p:spPr>
      </p:pic>
      <p:sp>
        <p:nvSpPr>
          <p:cNvPr id="223" name="p13-文本-0223">
            <a:extLst xmlns:a="http://schemas.openxmlformats.org/drawingml/2006/main">
              <a:ext uri="{FF2B5EF4-FFF2-40B4-BE49-F238E27FC236}">
                <a16:creationId xmlns:a16="http://schemas.microsoft.com/office/drawing/2014/main" id="{5238B1B9-B138-48C5-83DF-3AC197D0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5082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孔隙与连接路径变化</a:t>
            </a:r>
          </a:p>
        </p:txBody>
      </p:sp>
      <p:sp>
        <p:nvSpPr>
          <p:cNvPr id="224" name="p13-文本-0224">
            <a:extLst xmlns:a="http://schemas.openxmlformats.org/drawingml/2006/main">
              <a:ext uri="{FF2B5EF4-FFF2-40B4-BE49-F238E27FC236}">
                <a16:creationId xmlns:a16="http://schemas.microsoft.com/office/drawing/2014/main" id="{B1F14036-3A02-4261-8181-7DC1C679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8420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形成可检验的机制假设</a:t>
            </a:r>
          </a:p>
        </p:txBody>
      </p:sp>
      <p:sp>
        <p:nvSpPr>
          <p:cNvPr id="225" name="p13-路径-0225">
            <a:extLst xmlns:a="http://schemas.openxmlformats.org/drawingml/2006/main">
              <a:ext uri="{FF2B5EF4-FFF2-40B4-BE49-F238E27FC236}">
                <a16:creationId xmlns:a16="http://schemas.microsoft.com/office/drawing/2014/main" id="{F265A6BD-4857-4233-A5AD-50CFB0C1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63062"/>
            <a:ext cx="419100" cy="188976"/>
          </a:xfrm>
          <a:custGeom xmlns:a="http://schemas.openxmlformats.org/drawingml/2006/main">
            <a:pathLst>
              <a:path w="419100" h="188976">
                <a:moveTo>
                  <a:pt x="0" y="142113"/>
                </a:moveTo>
                <a:lnTo>
                  <a:pt x="266700" y="142113"/>
                </a:lnTo>
                <a:lnTo>
                  <a:pt x="266700" y="188976"/>
                </a:lnTo>
                <a:lnTo>
                  <a:pt x="419100" y="94488"/>
                </a:lnTo>
                <a:lnTo>
                  <a:pt x="266700" y="0"/>
                </a:lnTo>
                <a:lnTo>
                  <a:pt x="2667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6" name="p13-矩形-0226">
            <a:extLst xmlns:a="http://schemas.openxmlformats.org/drawingml/2006/main">
              <a:ext uri="{FF2B5EF4-FFF2-40B4-BE49-F238E27FC236}">
                <a16:creationId xmlns:a16="http://schemas.microsoft.com/office/drawing/2014/main" id="{10A93471-0033-4339-AD99-6C50280D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381125"/>
            <a:ext cx="262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7" name="p13-文本-0227">
            <a:extLst xmlns:a="http://schemas.openxmlformats.org/drawingml/2006/main">
              <a:ext uri="{FF2B5EF4-FFF2-40B4-BE49-F238E27FC236}">
                <a16:creationId xmlns:a16="http://schemas.microsoft.com/office/drawing/2014/main" id="{65DF6367-7560-4BDD-A50F-DE12D21A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9710" y="140264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机制与响应</a:t>
            </a:r>
          </a:p>
        </p:txBody>
      </p:sp>
      <p:sp>
        <p:nvSpPr>
          <p:cNvPr id="228" name="p13-文本-0228">
            <a:extLst xmlns:a="http://schemas.openxmlformats.org/drawingml/2006/main">
              <a:ext uri="{FF2B5EF4-FFF2-40B4-BE49-F238E27FC236}">
                <a16:creationId xmlns:a16="http://schemas.microsoft.com/office/drawing/2014/main" id="{51779525-E580-4EBD-95FB-C8375EBB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8297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29" name="p13-线-0229">
            <a:extLst xmlns:a="http://schemas.openxmlformats.org/drawingml/2006/main">
              <a:ext uri="{FF2B5EF4-FFF2-40B4-BE49-F238E27FC236}">
                <a16:creationId xmlns:a16="http://schemas.microsoft.com/office/drawing/2014/main" id="{094624EF-34B6-434F-B080-E0C4D30F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0" name="p13-线-0230">
            <a:extLst xmlns:a="http://schemas.openxmlformats.org/drawingml/2006/main">
              <a:ext uri="{FF2B5EF4-FFF2-40B4-BE49-F238E27FC236}">
                <a16:creationId xmlns:a16="http://schemas.microsoft.com/office/drawing/2014/main" id="{1B65B5C0-6AC0-4B62-B905-18EBB76A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47925"/>
            <a:ext cx="95" cy="1819275"/>
          </a:xfrm>
          <a:custGeom xmlns:a="http://schemas.openxmlformats.org/drawingml/2006/main">
            <a:pathLst>
              <a:path w="95" h="1819275">
                <a:moveTo>
                  <a:pt x="0" y="0"/>
                </a:moveTo>
                <a:lnTo>
                  <a:pt x="0" y="181927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1" name="p13-线-0231">
            <a:extLst xmlns:a="http://schemas.openxmlformats.org/drawingml/2006/main">
              <a:ext uri="{FF2B5EF4-FFF2-40B4-BE49-F238E27FC236}">
                <a16:creationId xmlns:a16="http://schemas.microsoft.com/office/drawing/2014/main" id="{9FC48115-66C0-4D7D-9151-70FA8754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02744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2" name="p13-线-0232">
            <a:extLst xmlns:a="http://schemas.openxmlformats.org/drawingml/2006/main">
              <a:ext uri="{FF2B5EF4-FFF2-40B4-BE49-F238E27FC236}">
                <a16:creationId xmlns:a16="http://schemas.microsoft.com/office/drawing/2014/main" id="{DC5A61F9-444A-4C72-A481-8D742B58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57563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3" name="p13-线-0233">
            <a:extLst xmlns:a="http://schemas.openxmlformats.org/drawingml/2006/main">
              <a:ext uri="{FF2B5EF4-FFF2-40B4-BE49-F238E27FC236}">
                <a16:creationId xmlns:a16="http://schemas.microsoft.com/office/drawing/2014/main" id="{291AA714-AD24-4A18-B812-0F4C16E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12381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4" name="p13-路径-0234">
            <a:extLst xmlns:a="http://schemas.openxmlformats.org/drawingml/2006/main">
              <a:ext uri="{FF2B5EF4-FFF2-40B4-BE49-F238E27FC236}">
                <a16:creationId xmlns:a16="http://schemas.microsoft.com/office/drawing/2014/main" id="{CCEEA26A-FFB5-4858-AD84-064FA299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55633"/>
            <a:ext cx="2124075" cy="893445"/>
          </a:xfrm>
          <a:custGeom xmlns:a="http://schemas.openxmlformats.org/drawingml/2006/main">
            <a:pathLst>
              <a:path w="2124075" h="893445">
                <a:moveTo>
                  <a:pt x="0" y="893445"/>
                </a:moveTo>
                <a:lnTo>
                  <a:pt x="70485" y="780097"/>
                </a:lnTo>
                <a:lnTo>
                  <a:pt x="141922" y="680085"/>
                </a:lnTo>
                <a:lnTo>
                  <a:pt x="212407" y="593408"/>
                </a:lnTo>
                <a:lnTo>
                  <a:pt x="282893" y="517208"/>
                </a:lnTo>
                <a:lnTo>
                  <a:pt x="354330" y="450533"/>
                </a:lnTo>
                <a:lnTo>
                  <a:pt x="424815" y="392430"/>
                </a:lnTo>
                <a:lnTo>
                  <a:pt x="495300" y="340995"/>
                </a:lnTo>
                <a:lnTo>
                  <a:pt x="566738" y="296227"/>
                </a:lnTo>
                <a:lnTo>
                  <a:pt x="637223" y="257175"/>
                </a:lnTo>
                <a:lnTo>
                  <a:pt x="707707" y="223838"/>
                </a:lnTo>
                <a:lnTo>
                  <a:pt x="779145" y="193358"/>
                </a:lnTo>
                <a:lnTo>
                  <a:pt x="849630" y="167640"/>
                </a:lnTo>
                <a:lnTo>
                  <a:pt x="920115" y="144780"/>
                </a:lnTo>
                <a:lnTo>
                  <a:pt x="991552" y="123825"/>
                </a:lnTo>
                <a:lnTo>
                  <a:pt x="1062038" y="106680"/>
                </a:lnTo>
                <a:lnTo>
                  <a:pt x="1132523" y="91440"/>
                </a:lnTo>
                <a:lnTo>
                  <a:pt x="1203960" y="78105"/>
                </a:lnTo>
                <a:lnTo>
                  <a:pt x="1274445" y="65722"/>
                </a:lnTo>
                <a:lnTo>
                  <a:pt x="1344930" y="56197"/>
                </a:lnTo>
                <a:lnTo>
                  <a:pt x="1416368" y="46672"/>
                </a:lnTo>
                <a:lnTo>
                  <a:pt x="1486852" y="39052"/>
                </a:lnTo>
                <a:lnTo>
                  <a:pt x="1557338" y="32385"/>
                </a:lnTo>
                <a:lnTo>
                  <a:pt x="1628775" y="25717"/>
                </a:lnTo>
                <a:lnTo>
                  <a:pt x="1699260" y="20955"/>
                </a:lnTo>
                <a:lnTo>
                  <a:pt x="1769745" y="16192"/>
                </a:lnTo>
                <a:lnTo>
                  <a:pt x="1841182" y="12383"/>
                </a:lnTo>
                <a:lnTo>
                  <a:pt x="1911668" y="8572"/>
                </a:lnTo>
                <a:lnTo>
                  <a:pt x="1982152" y="5715"/>
                </a:lnTo>
                <a:lnTo>
                  <a:pt x="2053590" y="2858"/>
                </a:ln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35" name="p13-椭圆-0235">
            <a:extLst xmlns:a="http://schemas.openxmlformats.org/drawingml/2006/main">
              <a:ext uri="{FF2B5EF4-FFF2-40B4-BE49-F238E27FC236}">
                <a16:creationId xmlns:a16="http://schemas.microsoft.com/office/drawing/2014/main" id="{93325348-929B-48B5-B737-96942508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8780" y="40222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6" name="p13-椭圆-0236">
            <a:extLst xmlns:a="http://schemas.openxmlformats.org/drawingml/2006/main">
              <a:ext uri="{FF2B5EF4-FFF2-40B4-BE49-F238E27FC236}">
                <a16:creationId xmlns:a16="http://schemas.microsoft.com/office/drawing/2014/main" id="{86E73DA7-9A4E-4038-8B7D-79D782DC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3595" y="352130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7" name="p13-椭圆-0237">
            <a:extLst xmlns:a="http://schemas.openxmlformats.org/drawingml/2006/main">
              <a:ext uri="{FF2B5EF4-FFF2-40B4-BE49-F238E27FC236}">
                <a16:creationId xmlns:a16="http://schemas.microsoft.com/office/drawing/2014/main" id="{9F475535-0894-4D6C-8381-D4D93550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8410" y="329623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8" name="p13-椭圆-0238">
            <a:extLst xmlns:a="http://schemas.openxmlformats.org/drawingml/2006/main">
              <a:ext uri="{FF2B5EF4-FFF2-40B4-BE49-F238E27FC236}">
                <a16:creationId xmlns:a16="http://schemas.microsoft.com/office/drawing/2014/main" id="{F4A957D9-E895-4394-BCA2-215083D4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31951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9" name="p13-椭圆-0239">
            <a:extLst xmlns:a="http://schemas.openxmlformats.org/drawingml/2006/main">
              <a:ext uri="{FF2B5EF4-FFF2-40B4-BE49-F238E27FC236}">
                <a16:creationId xmlns:a16="http://schemas.microsoft.com/office/drawing/2014/main" id="{230C4B39-D84F-493B-B14A-D9D13033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314965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0" name="p13-椭圆-0240">
            <a:extLst xmlns:a="http://schemas.openxmlformats.org/drawingml/2006/main">
              <a:ext uri="{FF2B5EF4-FFF2-40B4-BE49-F238E27FC236}">
                <a16:creationId xmlns:a16="http://schemas.microsoft.com/office/drawing/2014/main" id="{4B6557D2-A11C-4B92-9D0A-35326BB9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55" y="312924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1" name="p13-路径-0241">
            <a:extLst xmlns:a="http://schemas.openxmlformats.org/drawingml/2006/main">
              <a:ext uri="{FF2B5EF4-FFF2-40B4-BE49-F238E27FC236}">
                <a16:creationId xmlns:a16="http://schemas.microsoft.com/office/drawing/2014/main" id="{F445C02E-A415-4CC8-96DE-0D96AE8A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59418"/>
            <a:ext cx="2124075" cy="1089660"/>
          </a:xfrm>
          <a:custGeom xmlns:a="http://schemas.openxmlformats.org/drawingml/2006/main">
            <a:pathLst>
              <a:path w="2124075" h="1089660">
                <a:moveTo>
                  <a:pt x="0" y="1089660"/>
                </a:moveTo>
                <a:lnTo>
                  <a:pt x="70485" y="950595"/>
                </a:lnTo>
                <a:lnTo>
                  <a:pt x="141922" y="829628"/>
                </a:lnTo>
                <a:lnTo>
                  <a:pt x="212407" y="723900"/>
                </a:lnTo>
                <a:lnTo>
                  <a:pt x="282893" y="630555"/>
                </a:lnTo>
                <a:lnTo>
                  <a:pt x="354330" y="549592"/>
                </a:lnTo>
                <a:lnTo>
                  <a:pt x="424815" y="478155"/>
                </a:lnTo>
                <a:lnTo>
                  <a:pt x="495300" y="416242"/>
                </a:lnTo>
                <a:lnTo>
                  <a:pt x="566738" y="361950"/>
                </a:lnTo>
                <a:lnTo>
                  <a:pt x="637223" y="314325"/>
                </a:lnTo>
                <a:lnTo>
                  <a:pt x="707707" y="272415"/>
                </a:lnTo>
                <a:lnTo>
                  <a:pt x="779145" y="235267"/>
                </a:lnTo>
                <a:lnTo>
                  <a:pt x="849630" y="203835"/>
                </a:lnTo>
                <a:lnTo>
                  <a:pt x="920115" y="176213"/>
                </a:lnTo>
                <a:lnTo>
                  <a:pt x="991552" y="151448"/>
                </a:lnTo>
                <a:lnTo>
                  <a:pt x="1062038" y="129540"/>
                </a:lnTo>
                <a:lnTo>
                  <a:pt x="1132523" y="111442"/>
                </a:lnTo>
                <a:lnTo>
                  <a:pt x="1203960" y="94298"/>
                </a:lnTo>
                <a:lnTo>
                  <a:pt x="1274445" y="80010"/>
                </a:lnTo>
                <a:lnTo>
                  <a:pt x="1344930" y="67628"/>
                </a:lnTo>
                <a:lnTo>
                  <a:pt x="1416368" y="57150"/>
                </a:lnTo>
                <a:lnTo>
                  <a:pt x="1486852" y="47625"/>
                </a:lnTo>
                <a:lnTo>
                  <a:pt x="1557338" y="39053"/>
                </a:lnTo>
                <a:lnTo>
                  <a:pt x="1628775" y="31433"/>
                </a:lnTo>
                <a:lnTo>
                  <a:pt x="1699260" y="24765"/>
                </a:lnTo>
                <a:lnTo>
                  <a:pt x="1769745" y="19050"/>
                </a:lnTo>
                <a:lnTo>
                  <a:pt x="1841182" y="14288"/>
                </a:lnTo>
                <a:lnTo>
                  <a:pt x="1911668" y="10478"/>
                </a:lnTo>
                <a:lnTo>
                  <a:pt x="1982152" y="6667"/>
                </a:lnTo>
                <a:lnTo>
                  <a:pt x="2053590" y="2858"/>
                </a:ln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42" name="p13-椭圆-0242">
            <a:extLst xmlns:a="http://schemas.openxmlformats.org/drawingml/2006/main">
              <a:ext uri="{FF2B5EF4-FFF2-40B4-BE49-F238E27FC236}">
                <a16:creationId xmlns:a16="http://schemas.microsoft.com/office/drawing/2014/main" id="{589BAA67-A5FC-4A7C-8AE4-220DCF15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8780" y="40222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3" name="p13-椭圆-0243">
            <a:extLst xmlns:a="http://schemas.openxmlformats.org/drawingml/2006/main">
              <a:ext uri="{FF2B5EF4-FFF2-40B4-BE49-F238E27FC236}">
                <a16:creationId xmlns:a16="http://schemas.microsoft.com/office/drawing/2014/main" id="{4C3E03B7-F6B6-4BB1-97FA-35C19361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3595" y="341110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4" name="p13-椭圆-0244">
            <a:extLst xmlns:a="http://schemas.openxmlformats.org/drawingml/2006/main">
              <a:ext uri="{FF2B5EF4-FFF2-40B4-BE49-F238E27FC236}">
                <a16:creationId xmlns:a16="http://schemas.microsoft.com/office/drawing/2014/main" id="{615C7DB0-F701-4EFE-91E1-1695D128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8410" y="313651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5" name="p13-椭圆-0245">
            <a:extLst xmlns:a="http://schemas.openxmlformats.org/drawingml/2006/main">
              <a:ext uri="{FF2B5EF4-FFF2-40B4-BE49-F238E27FC236}">
                <a16:creationId xmlns:a16="http://schemas.microsoft.com/office/drawing/2014/main" id="{18C8F7C3-32DC-414D-BA99-CA552DE5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301313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6" name="p13-椭圆-0246">
            <a:extLst xmlns:a="http://schemas.openxmlformats.org/drawingml/2006/main">
              <a:ext uri="{FF2B5EF4-FFF2-40B4-BE49-F238E27FC236}">
                <a16:creationId xmlns:a16="http://schemas.microsoft.com/office/drawing/2014/main" id="{50994F17-23F3-4CDB-9D41-0D4BAE2D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95769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7" name="p13-椭圆-0247">
            <a:extLst xmlns:a="http://schemas.openxmlformats.org/drawingml/2006/main">
              <a:ext uri="{FF2B5EF4-FFF2-40B4-BE49-F238E27FC236}">
                <a16:creationId xmlns:a16="http://schemas.microsoft.com/office/drawing/2014/main" id="{6AF1AAFE-7EB6-4FF5-9E34-9220442D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55" y="293278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8" name="p13-路径-0248">
            <a:extLst xmlns:a="http://schemas.openxmlformats.org/drawingml/2006/main">
              <a:ext uri="{FF2B5EF4-FFF2-40B4-BE49-F238E27FC236}">
                <a16:creationId xmlns:a16="http://schemas.microsoft.com/office/drawing/2014/main" id="{685A6982-8019-4F79-93B0-1E2C390A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3203"/>
            <a:ext cx="2124075" cy="1285875"/>
          </a:xfrm>
          <a:custGeom xmlns:a="http://schemas.openxmlformats.org/drawingml/2006/main">
            <a:pathLst>
              <a:path w="2124075" h="1285875">
                <a:moveTo>
                  <a:pt x="0" y="1285875"/>
                </a:moveTo>
                <a:lnTo>
                  <a:pt x="70485" y="1122045"/>
                </a:lnTo>
                <a:lnTo>
                  <a:pt x="141922" y="979170"/>
                </a:lnTo>
                <a:lnTo>
                  <a:pt x="212407" y="853440"/>
                </a:lnTo>
                <a:lnTo>
                  <a:pt x="282893" y="743902"/>
                </a:lnTo>
                <a:lnTo>
                  <a:pt x="354330" y="648652"/>
                </a:lnTo>
                <a:lnTo>
                  <a:pt x="424815" y="564832"/>
                </a:lnTo>
                <a:lnTo>
                  <a:pt x="495300" y="490538"/>
                </a:lnTo>
                <a:lnTo>
                  <a:pt x="566738" y="426720"/>
                </a:lnTo>
                <a:lnTo>
                  <a:pt x="637223" y="370522"/>
                </a:lnTo>
                <a:lnTo>
                  <a:pt x="707707" y="320992"/>
                </a:lnTo>
                <a:lnTo>
                  <a:pt x="779145" y="278130"/>
                </a:lnTo>
                <a:lnTo>
                  <a:pt x="849630" y="240030"/>
                </a:lnTo>
                <a:lnTo>
                  <a:pt x="920115" y="207645"/>
                </a:lnTo>
                <a:lnTo>
                  <a:pt x="991552" y="178117"/>
                </a:lnTo>
                <a:lnTo>
                  <a:pt x="1062038" y="153352"/>
                </a:lnTo>
                <a:lnTo>
                  <a:pt x="1132523" y="130492"/>
                </a:lnTo>
                <a:lnTo>
                  <a:pt x="1203960" y="111442"/>
                </a:lnTo>
                <a:lnTo>
                  <a:pt x="1274445" y="94297"/>
                </a:lnTo>
                <a:lnTo>
                  <a:pt x="1344930" y="80010"/>
                </a:lnTo>
                <a:lnTo>
                  <a:pt x="1416368" y="66675"/>
                </a:lnTo>
                <a:lnTo>
                  <a:pt x="1486852" y="55245"/>
                </a:lnTo>
                <a:lnTo>
                  <a:pt x="1557338" y="45720"/>
                </a:lnTo>
                <a:lnTo>
                  <a:pt x="1628775" y="37147"/>
                </a:lnTo>
                <a:lnTo>
                  <a:pt x="1699260" y="29527"/>
                </a:lnTo>
                <a:lnTo>
                  <a:pt x="1769745" y="22860"/>
                </a:lnTo>
                <a:lnTo>
                  <a:pt x="1841182" y="17145"/>
                </a:lnTo>
                <a:lnTo>
                  <a:pt x="1911668" y="11430"/>
                </a:lnTo>
                <a:lnTo>
                  <a:pt x="1982152" y="6667"/>
                </a:lnTo>
                <a:lnTo>
                  <a:pt x="2053590" y="2857"/>
                </a:ln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49" name="p13-椭圆-0249">
            <a:extLst xmlns:a="http://schemas.openxmlformats.org/drawingml/2006/main">
              <a:ext uri="{FF2B5EF4-FFF2-40B4-BE49-F238E27FC236}">
                <a16:creationId xmlns:a16="http://schemas.microsoft.com/office/drawing/2014/main" id="{8716AB6C-8A16-4E32-B82D-8158EB08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8780" y="40222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0" name="p13-椭圆-0250">
            <a:extLst xmlns:a="http://schemas.openxmlformats.org/drawingml/2006/main">
              <a:ext uri="{FF2B5EF4-FFF2-40B4-BE49-F238E27FC236}">
                <a16:creationId xmlns:a16="http://schemas.microsoft.com/office/drawing/2014/main" id="{AF5D369D-6C98-42AC-B757-6C99ADEA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3595" y="33009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1" name="p13-椭圆-0251">
            <a:extLst xmlns:a="http://schemas.openxmlformats.org/drawingml/2006/main">
              <a:ext uri="{FF2B5EF4-FFF2-40B4-BE49-F238E27FC236}">
                <a16:creationId xmlns:a16="http://schemas.microsoft.com/office/drawing/2014/main" id="{DF5492F5-6486-42F0-80D2-404AE1D6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8410" y="297679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2" name="p13-椭圆-0252">
            <a:extLst xmlns:a="http://schemas.openxmlformats.org/drawingml/2006/main">
              <a:ext uri="{FF2B5EF4-FFF2-40B4-BE49-F238E27FC236}">
                <a16:creationId xmlns:a16="http://schemas.microsoft.com/office/drawing/2014/main" id="{20985AEB-BE40-48A7-9046-8333F7F6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28311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3" name="p13-椭圆-0253">
            <a:extLst xmlns:a="http://schemas.openxmlformats.org/drawingml/2006/main">
              <a:ext uri="{FF2B5EF4-FFF2-40B4-BE49-F238E27FC236}">
                <a16:creationId xmlns:a16="http://schemas.microsoft.com/office/drawing/2014/main" id="{C859E1FD-66F1-48E0-8ED2-31742015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76573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4" name="p13-椭圆-0254">
            <a:extLst xmlns:a="http://schemas.openxmlformats.org/drawingml/2006/main">
              <a:ext uri="{FF2B5EF4-FFF2-40B4-BE49-F238E27FC236}">
                <a16:creationId xmlns:a16="http://schemas.microsoft.com/office/drawing/2014/main" id="{D4C11FF4-43DA-46F3-8F70-7DE0609F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2855" y="273633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5" name="p13-文本-0255">
            <a:extLst xmlns:a="http://schemas.openxmlformats.org/drawingml/2006/main">
              <a:ext uri="{FF2B5EF4-FFF2-40B4-BE49-F238E27FC236}">
                <a16:creationId xmlns:a16="http://schemas.microsoft.com/office/drawing/2014/main" id="{5280FC07-154B-4111-98A7-10FBA06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5063" y="4364227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56" name="p13-线-0256">
            <a:extLst xmlns:a="http://schemas.openxmlformats.org/drawingml/2006/main">
              <a:ext uri="{FF2B5EF4-FFF2-40B4-BE49-F238E27FC236}">
                <a16:creationId xmlns:a16="http://schemas.microsoft.com/office/drawing/2014/main" id="{A4660A77-90EB-4E25-BCD8-CE6EFD0C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860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57" name="p13-文本-0257">
            <a:extLst xmlns:a="http://schemas.openxmlformats.org/drawingml/2006/main">
              <a:ext uri="{FF2B5EF4-FFF2-40B4-BE49-F238E27FC236}">
                <a16:creationId xmlns:a16="http://schemas.microsoft.com/office/drawing/2014/main" id="{AF1EB738-9989-4D42-890B-559E78B9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9308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58" name="p13-线-0258">
            <a:extLst xmlns:a="http://schemas.openxmlformats.org/drawingml/2006/main">
              <a:ext uri="{FF2B5EF4-FFF2-40B4-BE49-F238E27FC236}">
                <a16:creationId xmlns:a16="http://schemas.microsoft.com/office/drawing/2014/main" id="{E972980E-A420-43A8-A269-843B8DE8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0625" y="22860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59" name="p13-文本-0259">
            <a:extLst xmlns:a="http://schemas.openxmlformats.org/drawingml/2006/main">
              <a:ext uri="{FF2B5EF4-FFF2-40B4-BE49-F238E27FC236}">
                <a16:creationId xmlns:a16="http://schemas.microsoft.com/office/drawing/2014/main" id="{BEF287D8-31ED-446C-808C-06467C2C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9225" y="219308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0" name="p13-线-0260">
            <a:extLst xmlns:a="http://schemas.openxmlformats.org/drawingml/2006/main">
              <a:ext uri="{FF2B5EF4-FFF2-40B4-BE49-F238E27FC236}">
                <a16:creationId xmlns:a16="http://schemas.microsoft.com/office/drawing/2014/main" id="{ED2B5341-4D22-4EE8-8B4D-9F0CA0D7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8650" y="228600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61" name="p13-文本-0261">
            <a:extLst xmlns:a="http://schemas.openxmlformats.org/drawingml/2006/main">
              <a:ext uri="{FF2B5EF4-FFF2-40B4-BE49-F238E27FC236}">
                <a16:creationId xmlns:a16="http://schemas.microsoft.com/office/drawing/2014/main" id="{606B9AE0-6424-4494-8FBA-B8FBFD9A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7250" y="219308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62" name="p13-文本-0262">
            <a:extLst xmlns:a="http://schemas.openxmlformats.org/drawingml/2006/main">
              <a:ext uri="{FF2B5EF4-FFF2-40B4-BE49-F238E27FC236}">
                <a16:creationId xmlns:a16="http://schemas.microsoft.com/office/drawing/2014/main" id="{64500B38-D3FA-4505-8981-FF247AE8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66515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选择可测量响应</a:t>
            </a:r>
          </a:p>
        </p:txBody>
      </p:sp>
      <p:sp>
        <p:nvSpPr>
          <p:cNvPr id="263" name="p13-文本-0263">
            <a:extLst xmlns:a="http://schemas.openxmlformats.org/drawingml/2006/main">
              <a:ext uri="{FF2B5EF4-FFF2-40B4-BE49-F238E27FC236}">
                <a16:creationId xmlns:a16="http://schemas.microsoft.com/office/drawing/2014/main" id="{2BEAE061-DEE3-4013-B6C3-A8A16C9A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99852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设置针对性对照</a:t>
            </a:r>
          </a:p>
        </p:txBody>
      </p:sp>
      <p:sp>
        <p:nvSpPr>
          <p:cNvPr id="264" name="p13-文本-0264">
            <a:extLst xmlns:a="http://schemas.openxmlformats.org/drawingml/2006/main">
              <a:ext uri="{FF2B5EF4-FFF2-40B4-BE49-F238E27FC236}">
                <a16:creationId xmlns:a16="http://schemas.microsoft.com/office/drawing/2014/main" id="{2EBBA6A0-BA5E-42F6-8697-1C1BD4D7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611" y="6062007"/>
            <a:ext cx="62287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局部连接路径的变化提出机制假设，并由响应测量检验</a:t>
            </a:r>
          </a:p>
        </p:txBody>
      </p:sp>
      <p:sp>
        <p:nvSpPr>
          <p:cNvPr id="265" name="p13-文本-0265">
            <a:extLst xmlns:a="http://schemas.openxmlformats.org/drawingml/2006/main">
              <a:ext uri="{FF2B5EF4-FFF2-40B4-BE49-F238E27FC236}">
                <a16:creationId xmlns:a16="http://schemas.microsoft.com/office/drawing/2014/main" id="{98D76F06-FF9D-4F2E-AB42-D1D83E70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949524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4" name="p14-矩形-0001">
            <a:extLst xmlns:a="http://schemas.openxmlformats.org/drawingml/2006/main">
              <a:ext uri="{FF2B5EF4-FFF2-40B4-BE49-F238E27FC236}">
                <a16:creationId xmlns:a16="http://schemas.microsoft.com/office/drawing/2014/main" id="{A4D67A5B-8300-4422-8627-4E83F668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4-矩形-0002">
            <a:extLst xmlns:a="http://schemas.openxmlformats.org/drawingml/2006/main">
              <a:ext uri="{FF2B5EF4-FFF2-40B4-BE49-F238E27FC236}">
                <a16:creationId xmlns:a16="http://schemas.microsoft.com/office/drawing/2014/main" id="{BDE1DC9D-651A-4A92-AA1D-72231B72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4-文本-0003">
            <a:extLst xmlns:a="http://schemas.openxmlformats.org/drawingml/2006/main">
              <a:ext uri="{FF2B5EF4-FFF2-40B4-BE49-F238E27FC236}">
                <a16:creationId xmlns:a16="http://schemas.microsoft.com/office/drawing/2014/main" id="{E2393E36-DE8B-4FCB-9ECF-E6CAEB0B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8720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条件矩阵揭示响应变化，实验设计解释比较边界</a:t>
            </a:r>
          </a:p>
        </p:txBody>
      </p:sp>
      <p:sp>
        <p:nvSpPr>
          <p:cNvPr id="4" name="p14-文本-0004">
            <a:extLst xmlns:a="http://schemas.openxmlformats.org/drawingml/2006/main">
              <a:ext uri="{FF2B5EF4-FFF2-40B4-BE49-F238E27FC236}">
                <a16:creationId xmlns:a16="http://schemas.microsoft.com/office/drawing/2014/main" id="{497F8236-66B2-4852-B4BD-CFE6503C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6593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固定样本条件，比较参数变化对应的响应模式</a:t>
            </a:r>
          </a:p>
        </p:txBody>
      </p:sp>
      <p:sp>
        <p:nvSpPr>
          <p:cNvPr id="5" name="p14-线-0005">
            <a:extLst xmlns:a="http://schemas.openxmlformats.org/drawingml/2006/main">
              <a:ext uri="{FF2B5EF4-FFF2-40B4-BE49-F238E27FC236}">
                <a16:creationId xmlns:a16="http://schemas.microsoft.com/office/drawing/2014/main" id="{3D322B31-76C0-43FD-A443-DBAECD54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4-矩形-0006">
            <a:extLst xmlns:a="http://schemas.openxmlformats.org/drawingml/2006/main">
              <a:ext uri="{FF2B5EF4-FFF2-40B4-BE49-F238E27FC236}">
                <a16:creationId xmlns:a16="http://schemas.microsoft.com/office/drawing/2014/main" id="{6CC1E652-CBA2-489D-B8D3-A52EB567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7477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14-文本-0007">
            <a:extLst xmlns:a="http://schemas.openxmlformats.org/drawingml/2006/main">
              <a:ext uri="{FF2B5EF4-FFF2-40B4-BE49-F238E27FC236}">
                <a16:creationId xmlns:a16="http://schemas.microsoft.com/office/drawing/2014/main" id="{F43BB38E-A02C-446E-AE52-2F2A9B88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760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响应矩阵</a:t>
            </a:r>
          </a:p>
        </p:txBody>
      </p:sp>
      <p:sp>
        <p:nvSpPr>
          <p:cNvPr id="8" name="p14-文本-0008">
            <a:extLst xmlns:a="http://schemas.openxmlformats.org/drawingml/2006/main">
              <a:ext uri="{FF2B5EF4-FFF2-40B4-BE49-F238E27FC236}">
                <a16:creationId xmlns:a16="http://schemas.microsoft.com/office/drawing/2014/main" id="{C9BD3A3C-8887-4D23-99D4-68C4FAE9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900" y="186424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参数分组</a:t>
            </a:r>
          </a:p>
        </p:txBody>
      </p:sp>
      <p:sp>
        <p:nvSpPr>
          <p:cNvPr id="9" name="p14-矩形-0009">
            <a:extLst xmlns:a="http://schemas.openxmlformats.org/drawingml/2006/main">
              <a:ext uri="{FF2B5EF4-FFF2-40B4-BE49-F238E27FC236}">
                <a16:creationId xmlns:a16="http://schemas.microsoft.com/office/drawing/2014/main" id="{C398A990-3820-4BAC-9C74-CD5F8498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0" name="p14-矩形-0010">
            <a:extLst xmlns:a="http://schemas.openxmlformats.org/drawingml/2006/main">
              <a:ext uri="{FF2B5EF4-FFF2-40B4-BE49-F238E27FC236}">
                <a16:creationId xmlns:a16="http://schemas.microsoft.com/office/drawing/2014/main" id="{37EF8EED-4427-4844-A43F-725D0CD2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" name="p14-矩形-0011">
            <a:extLst xmlns:a="http://schemas.openxmlformats.org/drawingml/2006/main">
              <a:ext uri="{FF2B5EF4-FFF2-40B4-BE49-F238E27FC236}">
                <a16:creationId xmlns:a16="http://schemas.microsoft.com/office/drawing/2014/main" id="{17C5E605-953B-4D4A-B198-B3876D1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2" name="p14-矩形-0012">
            <a:extLst xmlns:a="http://schemas.openxmlformats.org/drawingml/2006/main">
              <a:ext uri="{FF2B5EF4-FFF2-40B4-BE49-F238E27FC236}">
                <a16:creationId xmlns:a16="http://schemas.microsoft.com/office/drawing/2014/main" id="{CEA00606-ABDA-438B-B966-F36F4E0C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3" name="p14-矩形-0013">
            <a:extLst xmlns:a="http://schemas.openxmlformats.org/drawingml/2006/main">
              <a:ext uri="{FF2B5EF4-FFF2-40B4-BE49-F238E27FC236}">
                <a16:creationId xmlns:a16="http://schemas.microsoft.com/office/drawing/2014/main" id="{E0D1C881-8A68-4947-916B-BAF43DCC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4" name="p14-矩形-0014">
            <a:extLst xmlns:a="http://schemas.openxmlformats.org/drawingml/2006/main">
              <a:ext uri="{FF2B5EF4-FFF2-40B4-BE49-F238E27FC236}">
                <a16:creationId xmlns:a16="http://schemas.microsoft.com/office/drawing/2014/main" id="{DDDFACF8-14B4-4185-A366-EDF0091C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5" name="p14-矩形-0015">
            <a:extLst xmlns:a="http://schemas.openxmlformats.org/drawingml/2006/main">
              <a:ext uri="{FF2B5EF4-FFF2-40B4-BE49-F238E27FC236}">
                <a16:creationId xmlns:a16="http://schemas.microsoft.com/office/drawing/2014/main" id="{3663169B-E0C2-4C62-87E8-0675453A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" name="p14-矩形-0016">
            <a:extLst xmlns:a="http://schemas.openxmlformats.org/drawingml/2006/main">
              <a:ext uri="{FF2B5EF4-FFF2-40B4-BE49-F238E27FC236}">
                <a16:creationId xmlns:a16="http://schemas.microsoft.com/office/drawing/2014/main" id="{7264DB9A-1108-4DBC-BD3B-974E62E0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7" name="p14-矩形-0017">
            <a:extLst xmlns:a="http://schemas.openxmlformats.org/drawingml/2006/main">
              <a:ext uri="{FF2B5EF4-FFF2-40B4-BE49-F238E27FC236}">
                <a16:creationId xmlns:a16="http://schemas.microsoft.com/office/drawing/2014/main" id="{C9E092E2-87F6-4C32-B89F-979D3ADE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8" name="p14-矩形-0018">
            <a:extLst xmlns:a="http://schemas.openxmlformats.org/drawingml/2006/main">
              <a:ext uri="{FF2B5EF4-FFF2-40B4-BE49-F238E27FC236}">
                <a16:creationId xmlns:a16="http://schemas.microsoft.com/office/drawing/2014/main" id="{C6130AD7-65F5-4574-9E3D-0BA22514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9" name="p14-矩形-0019">
            <a:extLst xmlns:a="http://schemas.openxmlformats.org/drawingml/2006/main">
              <a:ext uri="{FF2B5EF4-FFF2-40B4-BE49-F238E27FC236}">
                <a16:creationId xmlns:a16="http://schemas.microsoft.com/office/drawing/2014/main" id="{6BD81795-293F-4DD1-AC25-88501737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0" name="p14-矩形-0020">
            <a:extLst xmlns:a="http://schemas.openxmlformats.org/drawingml/2006/main">
              <a:ext uri="{FF2B5EF4-FFF2-40B4-BE49-F238E27FC236}">
                <a16:creationId xmlns:a16="http://schemas.microsoft.com/office/drawing/2014/main" id="{91261772-899B-4401-BF59-2A3817D5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1" name="p14-矩形-0021">
            <a:extLst xmlns:a="http://schemas.openxmlformats.org/drawingml/2006/main">
              <a:ext uri="{FF2B5EF4-FFF2-40B4-BE49-F238E27FC236}">
                <a16:creationId xmlns:a16="http://schemas.microsoft.com/office/drawing/2014/main" id="{091A29C3-AA87-4265-9F52-ACDFD083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2" name="p14-矩形-0022">
            <a:extLst xmlns:a="http://schemas.openxmlformats.org/drawingml/2006/main">
              <a:ext uri="{FF2B5EF4-FFF2-40B4-BE49-F238E27FC236}">
                <a16:creationId xmlns:a16="http://schemas.microsoft.com/office/drawing/2014/main" id="{66DE0E87-97A7-479F-8320-13395669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3907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3" name="p14-矩形-0023">
            <a:extLst xmlns:a="http://schemas.openxmlformats.org/drawingml/2006/main">
              <a:ext uri="{FF2B5EF4-FFF2-40B4-BE49-F238E27FC236}">
                <a16:creationId xmlns:a16="http://schemas.microsoft.com/office/drawing/2014/main" id="{30BF3BFF-A478-4194-82ED-78B76BAF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4" name="p14-矩形-0024">
            <a:extLst xmlns:a="http://schemas.openxmlformats.org/drawingml/2006/main">
              <a:ext uri="{FF2B5EF4-FFF2-40B4-BE49-F238E27FC236}">
                <a16:creationId xmlns:a16="http://schemas.microsoft.com/office/drawing/2014/main" id="{7DF33EE5-4E9B-4615-965A-ED25D24D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5" name="p14-矩形-0025">
            <a:extLst xmlns:a="http://schemas.openxmlformats.org/drawingml/2006/main">
              <a:ext uri="{FF2B5EF4-FFF2-40B4-BE49-F238E27FC236}">
                <a16:creationId xmlns:a16="http://schemas.microsoft.com/office/drawing/2014/main" id="{5750646A-8BFD-4BC3-833C-0BE22164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6" name="p14-矩形-0026">
            <a:extLst xmlns:a="http://schemas.openxmlformats.org/drawingml/2006/main">
              <a:ext uri="{FF2B5EF4-FFF2-40B4-BE49-F238E27FC236}">
                <a16:creationId xmlns:a16="http://schemas.microsoft.com/office/drawing/2014/main" id="{0B76DBC8-AEB6-4BF7-9749-DCA80FD1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" name="p14-矩形-0027">
            <a:extLst xmlns:a="http://schemas.openxmlformats.org/drawingml/2006/main">
              <a:ext uri="{FF2B5EF4-FFF2-40B4-BE49-F238E27FC236}">
                <a16:creationId xmlns:a16="http://schemas.microsoft.com/office/drawing/2014/main" id="{EE791380-062C-4DA0-B1A4-3B1504C4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8" name="p14-矩形-0028">
            <a:extLst xmlns:a="http://schemas.openxmlformats.org/drawingml/2006/main">
              <a:ext uri="{FF2B5EF4-FFF2-40B4-BE49-F238E27FC236}">
                <a16:creationId xmlns:a16="http://schemas.microsoft.com/office/drawing/2014/main" id="{6380395F-CF53-4DB6-96D2-240BE04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" name="p14-矩形-0029">
            <a:extLst xmlns:a="http://schemas.openxmlformats.org/drawingml/2006/main">
              <a:ext uri="{FF2B5EF4-FFF2-40B4-BE49-F238E27FC236}">
                <a16:creationId xmlns:a16="http://schemas.microsoft.com/office/drawing/2014/main" id="{3CC0AF80-4018-4E55-B41D-10537434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" name="p14-矩形-0030">
            <a:extLst xmlns:a="http://schemas.openxmlformats.org/drawingml/2006/main">
              <a:ext uri="{FF2B5EF4-FFF2-40B4-BE49-F238E27FC236}">
                <a16:creationId xmlns:a16="http://schemas.microsoft.com/office/drawing/2014/main" id="{3D373C1F-8C87-4C75-B8BC-03B5AC87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" name="p14-矩形-0031">
            <a:extLst xmlns:a="http://schemas.openxmlformats.org/drawingml/2006/main">
              <a:ext uri="{FF2B5EF4-FFF2-40B4-BE49-F238E27FC236}">
                <a16:creationId xmlns:a16="http://schemas.microsoft.com/office/drawing/2014/main" id="{1EADA8E0-DDA7-4F61-A4FC-E63F549B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" name="p14-矩形-0032">
            <a:extLst xmlns:a="http://schemas.openxmlformats.org/drawingml/2006/main">
              <a:ext uri="{FF2B5EF4-FFF2-40B4-BE49-F238E27FC236}">
                <a16:creationId xmlns:a16="http://schemas.microsoft.com/office/drawing/2014/main" id="{8BA39AED-24E0-4A35-8636-1F7E98C4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" name="p14-矩形-0033">
            <a:extLst xmlns:a="http://schemas.openxmlformats.org/drawingml/2006/main">
              <a:ext uri="{FF2B5EF4-FFF2-40B4-BE49-F238E27FC236}">
                <a16:creationId xmlns:a16="http://schemas.microsoft.com/office/drawing/2014/main" id="{C535E15F-DFF5-4503-9EB7-9CB8F101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" name="p14-矩形-0034">
            <a:extLst xmlns:a="http://schemas.openxmlformats.org/drawingml/2006/main">
              <a:ext uri="{FF2B5EF4-FFF2-40B4-BE49-F238E27FC236}">
                <a16:creationId xmlns:a16="http://schemas.microsoft.com/office/drawing/2014/main" id="{EAD8BBEF-FCB0-45F3-A2B8-4969119B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" name="p14-矩形-0035">
            <a:extLst xmlns:a="http://schemas.openxmlformats.org/drawingml/2006/main">
              <a:ext uri="{FF2B5EF4-FFF2-40B4-BE49-F238E27FC236}">
                <a16:creationId xmlns:a16="http://schemas.microsoft.com/office/drawing/2014/main" id="{770FB8CF-FF70-402F-8C45-7C9663BB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" name="p14-矩形-0036">
            <a:extLst xmlns:a="http://schemas.openxmlformats.org/drawingml/2006/main">
              <a:ext uri="{FF2B5EF4-FFF2-40B4-BE49-F238E27FC236}">
                <a16:creationId xmlns:a16="http://schemas.microsoft.com/office/drawing/2014/main" id="{698EC5E5-1A85-4805-8630-498A3EBC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527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" name="p14-矩形-0037">
            <a:extLst xmlns:a="http://schemas.openxmlformats.org/drawingml/2006/main">
              <a:ext uri="{FF2B5EF4-FFF2-40B4-BE49-F238E27FC236}">
                <a16:creationId xmlns:a16="http://schemas.microsoft.com/office/drawing/2014/main" id="{157BC974-F789-47DB-AC87-C69AD541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8" name="p14-矩形-0038">
            <a:extLst xmlns:a="http://schemas.openxmlformats.org/drawingml/2006/main">
              <a:ext uri="{FF2B5EF4-FFF2-40B4-BE49-F238E27FC236}">
                <a16:creationId xmlns:a16="http://schemas.microsoft.com/office/drawing/2014/main" id="{D32353FD-2EAD-457B-9D63-64DD6530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9" name="p14-矩形-0039">
            <a:extLst xmlns:a="http://schemas.openxmlformats.org/drawingml/2006/main">
              <a:ext uri="{FF2B5EF4-FFF2-40B4-BE49-F238E27FC236}">
                <a16:creationId xmlns:a16="http://schemas.microsoft.com/office/drawing/2014/main" id="{435F8BD9-8964-4D91-AC41-9F8AEE05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0" name="p14-矩形-0040">
            <a:extLst xmlns:a="http://schemas.openxmlformats.org/drawingml/2006/main">
              <a:ext uri="{FF2B5EF4-FFF2-40B4-BE49-F238E27FC236}">
                <a16:creationId xmlns:a16="http://schemas.microsoft.com/office/drawing/2014/main" id="{4394E736-6467-47EC-A406-F1F90938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1" name="p14-矩形-0041">
            <a:extLst xmlns:a="http://schemas.openxmlformats.org/drawingml/2006/main">
              <a:ext uri="{FF2B5EF4-FFF2-40B4-BE49-F238E27FC236}">
                <a16:creationId xmlns:a16="http://schemas.microsoft.com/office/drawing/2014/main" id="{854CDFF3-814A-4112-AE02-F1D39780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2" name="p14-矩形-0042">
            <a:extLst xmlns:a="http://schemas.openxmlformats.org/drawingml/2006/main">
              <a:ext uri="{FF2B5EF4-FFF2-40B4-BE49-F238E27FC236}">
                <a16:creationId xmlns:a16="http://schemas.microsoft.com/office/drawing/2014/main" id="{A1B446C0-A51E-42F7-8E2A-C0E37988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3" name="p14-矩形-0043">
            <a:extLst xmlns:a="http://schemas.openxmlformats.org/drawingml/2006/main">
              <a:ext uri="{FF2B5EF4-FFF2-40B4-BE49-F238E27FC236}">
                <a16:creationId xmlns:a16="http://schemas.microsoft.com/office/drawing/2014/main" id="{7B661BEC-DC8A-4CA1-836B-C9AD2458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4" name="p14-矩形-0044">
            <a:extLst xmlns:a="http://schemas.openxmlformats.org/drawingml/2006/main">
              <a:ext uri="{FF2B5EF4-FFF2-40B4-BE49-F238E27FC236}">
                <a16:creationId xmlns:a16="http://schemas.microsoft.com/office/drawing/2014/main" id="{E9512D52-6A59-41E1-8CBE-1AB45C56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5" name="p14-矩形-0045">
            <a:extLst xmlns:a="http://schemas.openxmlformats.org/drawingml/2006/main">
              <a:ext uri="{FF2B5EF4-FFF2-40B4-BE49-F238E27FC236}">
                <a16:creationId xmlns:a16="http://schemas.microsoft.com/office/drawing/2014/main" id="{CFD52197-A9CC-414B-92A1-9213BEED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6" name="p14-矩形-0046">
            <a:extLst xmlns:a="http://schemas.openxmlformats.org/drawingml/2006/main">
              <a:ext uri="{FF2B5EF4-FFF2-40B4-BE49-F238E27FC236}">
                <a16:creationId xmlns:a16="http://schemas.microsoft.com/office/drawing/2014/main" id="{A23AFE60-7321-415C-B454-AE772234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7" name="p14-矩形-0047">
            <a:extLst xmlns:a="http://schemas.openxmlformats.org/drawingml/2006/main">
              <a:ext uri="{FF2B5EF4-FFF2-40B4-BE49-F238E27FC236}">
                <a16:creationId xmlns:a16="http://schemas.microsoft.com/office/drawing/2014/main" id="{7F684EFC-DBB7-48A5-98EB-1EC7FB1D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8" name="p14-矩形-0048">
            <a:extLst xmlns:a="http://schemas.openxmlformats.org/drawingml/2006/main">
              <a:ext uri="{FF2B5EF4-FFF2-40B4-BE49-F238E27FC236}">
                <a16:creationId xmlns:a16="http://schemas.microsoft.com/office/drawing/2014/main" id="{E80CB667-D34C-4E7D-9C55-7D873F4A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9" name="p14-矩形-0049">
            <a:extLst xmlns:a="http://schemas.openxmlformats.org/drawingml/2006/main">
              <a:ext uri="{FF2B5EF4-FFF2-40B4-BE49-F238E27FC236}">
                <a16:creationId xmlns:a16="http://schemas.microsoft.com/office/drawing/2014/main" id="{244DBDCB-F361-4ED8-9721-B2713607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0" name="p14-矩形-0050">
            <a:extLst xmlns:a="http://schemas.openxmlformats.org/drawingml/2006/main">
              <a:ext uri="{FF2B5EF4-FFF2-40B4-BE49-F238E27FC236}">
                <a16:creationId xmlns:a16="http://schemas.microsoft.com/office/drawing/2014/main" id="{DC070FE2-B55B-4875-BBA4-1DA67AF2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1146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1" name="p14-矩形-0051">
            <a:extLst xmlns:a="http://schemas.openxmlformats.org/drawingml/2006/main">
              <a:ext uri="{FF2B5EF4-FFF2-40B4-BE49-F238E27FC236}">
                <a16:creationId xmlns:a16="http://schemas.microsoft.com/office/drawing/2014/main" id="{7BD59DAC-A17F-4E77-907A-9C468849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2" name="p14-矩形-0052">
            <a:extLst xmlns:a="http://schemas.openxmlformats.org/drawingml/2006/main">
              <a:ext uri="{FF2B5EF4-FFF2-40B4-BE49-F238E27FC236}">
                <a16:creationId xmlns:a16="http://schemas.microsoft.com/office/drawing/2014/main" id="{A427D67F-C42A-4719-83B6-76DCF502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3" name="p14-矩形-0053">
            <a:extLst xmlns:a="http://schemas.openxmlformats.org/drawingml/2006/main">
              <a:ext uri="{FF2B5EF4-FFF2-40B4-BE49-F238E27FC236}">
                <a16:creationId xmlns:a16="http://schemas.microsoft.com/office/drawing/2014/main" id="{8AA87074-D9FA-4E54-9782-21A3FAD0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4" name="p14-矩形-0054">
            <a:extLst xmlns:a="http://schemas.openxmlformats.org/drawingml/2006/main">
              <a:ext uri="{FF2B5EF4-FFF2-40B4-BE49-F238E27FC236}">
                <a16:creationId xmlns:a16="http://schemas.microsoft.com/office/drawing/2014/main" id="{067F4DF8-CE1B-45DF-97FC-6CA8FC4F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5" name="p14-矩形-0055">
            <a:extLst xmlns:a="http://schemas.openxmlformats.org/drawingml/2006/main">
              <a:ext uri="{FF2B5EF4-FFF2-40B4-BE49-F238E27FC236}">
                <a16:creationId xmlns:a16="http://schemas.microsoft.com/office/drawing/2014/main" id="{5827F0C7-2302-4995-BADE-4FF7C8BF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6" name="p14-矩形-0056">
            <a:extLst xmlns:a="http://schemas.openxmlformats.org/drawingml/2006/main">
              <a:ext uri="{FF2B5EF4-FFF2-40B4-BE49-F238E27FC236}">
                <a16:creationId xmlns:a16="http://schemas.microsoft.com/office/drawing/2014/main" id="{902B5AAF-4EEA-4A9B-9E52-7E989FAB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7" name="p14-矩形-0057">
            <a:extLst xmlns:a="http://schemas.openxmlformats.org/drawingml/2006/main">
              <a:ext uri="{FF2B5EF4-FFF2-40B4-BE49-F238E27FC236}">
                <a16:creationId xmlns:a16="http://schemas.microsoft.com/office/drawing/2014/main" id="{C6878C4A-0303-425F-8167-265EFBBC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8" name="p14-矩形-0058">
            <a:extLst xmlns:a="http://schemas.openxmlformats.org/drawingml/2006/main">
              <a:ext uri="{FF2B5EF4-FFF2-40B4-BE49-F238E27FC236}">
                <a16:creationId xmlns:a16="http://schemas.microsoft.com/office/drawing/2014/main" id="{ACF5C8FB-909D-4DC1-BC04-3BB724D8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9" name="p14-矩形-0059">
            <a:extLst xmlns:a="http://schemas.openxmlformats.org/drawingml/2006/main">
              <a:ext uri="{FF2B5EF4-FFF2-40B4-BE49-F238E27FC236}">
                <a16:creationId xmlns:a16="http://schemas.microsoft.com/office/drawing/2014/main" id="{C30C0A94-E502-48C2-8342-239B8499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0" name="p14-矩形-0060">
            <a:extLst xmlns:a="http://schemas.openxmlformats.org/drawingml/2006/main">
              <a:ext uri="{FF2B5EF4-FFF2-40B4-BE49-F238E27FC236}">
                <a16:creationId xmlns:a16="http://schemas.microsoft.com/office/drawing/2014/main" id="{93DBCA41-3ABC-4510-8930-6034D459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1" name="p14-矩形-0061">
            <a:extLst xmlns:a="http://schemas.openxmlformats.org/drawingml/2006/main">
              <a:ext uri="{FF2B5EF4-FFF2-40B4-BE49-F238E27FC236}">
                <a16:creationId xmlns:a16="http://schemas.microsoft.com/office/drawing/2014/main" id="{170A1C45-95D1-4726-8B5D-E250D7C6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2" name="p14-矩形-0062">
            <a:extLst xmlns:a="http://schemas.openxmlformats.org/drawingml/2006/main">
              <a:ext uri="{FF2B5EF4-FFF2-40B4-BE49-F238E27FC236}">
                <a16:creationId xmlns:a16="http://schemas.microsoft.com/office/drawing/2014/main" id="{43682CFE-A4F0-4390-9E3A-C6ED7E6C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3" name="p14-矩形-0063">
            <a:extLst xmlns:a="http://schemas.openxmlformats.org/drawingml/2006/main">
              <a:ext uri="{FF2B5EF4-FFF2-40B4-BE49-F238E27FC236}">
                <a16:creationId xmlns:a16="http://schemas.microsoft.com/office/drawing/2014/main" id="{9F3F9EB5-F610-4B78-BE84-CC782A4B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4" name="p14-矩形-0064">
            <a:extLst xmlns:a="http://schemas.openxmlformats.org/drawingml/2006/main">
              <a:ext uri="{FF2B5EF4-FFF2-40B4-BE49-F238E27FC236}">
                <a16:creationId xmlns:a16="http://schemas.microsoft.com/office/drawing/2014/main" id="{20035D21-D50D-46CF-BF5B-5FA58E4D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766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5" name="p14-矩形-0065">
            <a:extLst xmlns:a="http://schemas.openxmlformats.org/drawingml/2006/main">
              <a:ext uri="{FF2B5EF4-FFF2-40B4-BE49-F238E27FC236}">
                <a16:creationId xmlns:a16="http://schemas.microsoft.com/office/drawing/2014/main" id="{243BB5D8-D2F4-46D0-890E-3DF33708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6" name="p14-矩形-0066">
            <a:extLst xmlns:a="http://schemas.openxmlformats.org/drawingml/2006/main">
              <a:ext uri="{FF2B5EF4-FFF2-40B4-BE49-F238E27FC236}">
                <a16:creationId xmlns:a16="http://schemas.microsoft.com/office/drawing/2014/main" id="{DBD02EBC-F066-43D3-AF7B-C7C45EC9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7" name="p14-矩形-0067">
            <a:extLst xmlns:a="http://schemas.openxmlformats.org/drawingml/2006/main">
              <a:ext uri="{FF2B5EF4-FFF2-40B4-BE49-F238E27FC236}">
                <a16:creationId xmlns:a16="http://schemas.microsoft.com/office/drawing/2014/main" id="{68D86522-C267-4B7C-908A-00703CF7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8" name="p14-矩形-0068">
            <a:extLst xmlns:a="http://schemas.openxmlformats.org/drawingml/2006/main">
              <a:ext uri="{FF2B5EF4-FFF2-40B4-BE49-F238E27FC236}">
                <a16:creationId xmlns:a16="http://schemas.microsoft.com/office/drawing/2014/main" id="{48073FCD-ECD9-4406-AD67-55C14999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9" name="p14-矩形-0069">
            <a:extLst xmlns:a="http://schemas.openxmlformats.org/drawingml/2006/main">
              <a:ext uri="{FF2B5EF4-FFF2-40B4-BE49-F238E27FC236}">
                <a16:creationId xmlns:a16="http://schemas.microsoft.com/office/drawing/2014/main" id="{C0F3D12E-2A47-48B2-94B5-180FED77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0" name="p14-矩形-0070">
            <a:extLst xmlns:a="http://schemas.openxmlformats.org/drawingml/2006/main">
              <a:ext uri="{FF2B5EF4-FFF2-40B4-BE49-F238E27FC236}">
                <a16:creationId xmlns:a16="http://schemas.microsoft.com/office/drawing/2014/main" id="{77F51EA2-DEB6-4199-A2E9-E2F9C3EF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1" name="p14-矩形-0071">
            <a:extLst xmlns:a="http://schemas.openxmlformats.org/drawingml/2006/main">
              <a:ext uri="{FF2B5EF4-FFF2-40B4-BE49-F238E27FC236}">
                <a16:creationId xmlns:a16="http://schemas.microsoft.com/office/drawing/2014/main" id="{A07BF28F-ABB7-421B-BA63-91CF2B94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2" name="p14-矩形-0072">
            <a:extLst xmlns:a="http://schemas.openxmlformats.org/drawingml/2006/main">
              <a:ext uri="{FF2B5EF4-FFF2-40B4-BE49-F238E27FC236}">
                <a16:creationId xmlns:a16="http://schemas.microsoft.com/office/drawing/2014/main" id="{5D325B1E-DB60-492E-853D-727D1C3C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3" name="p14-矩形-0073">
            <a:extLst xmlns:a="http://schemas.openxmlformats.org/drawingml/2006/main">
              <a:ext uri="{FF2B5EF4-FFF2-40B4-BE49-F238E27FC236}">
                <a16:creationId xmlns:a16="http://schemas.microsoft.com/office/drawing/2014/main" id="{B468FCC8-B2C6-45E2-AF6C-764CF9F9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4" name="p14-矩形-0074">
            <a:extLst xmlns:a="http://schemas.openxmlformats.org/drawingml/2006/main">
              <a:ext uri="{FF2B5EF4-FFF2-40B4-BE49-F238E27FC236}">
                <a16:creationId xmlns:a16="http://schemas.microsoft.com/office/drawing/2014/main" id="{5E925B0F-0054-4184-9A14-876C9DAF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5" name="p14-矩形-0075">
            <a:extLst xmlns:a="http://schemas.openxmlformats.org/drawingml/2006/main">
              <a:ext uri="{FF2B5EF4-FFF2-40B4-BE49-F238E27FC236}">
                <a16:creationId xmlns:a16="http://schemas.microsoft.com/office/drawing/2014/main" id="{360D65C1-FE1E-4D3A-90DF-8ED77F20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6" name="p14-矩形-0076">
            <a:extLst xmlns:a="http://schemas.openxmlformats.org/drawingml/2006/main">
              <a:ext uri="{FF2B5EF4-FFF2-40B4-BE49-F238E27FC236}">
                <a16:creationId xmlns:a16="http://schemas.microsoft.com/office/drawing/2014/main" id="{670ACE18-F6B9-4E5F-A864-CE3D4487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7" name="p14-矩形-0077">
            <a:extLst xmlns:a="http://schemas.openxmlformats.org/drawingml/2006/main">
              <a:ext uri="{FF2B5EF4-FFF2-40B4-BE49-F238E27FC236}">
                <a16:creationId xmlns:a16="http://schemas.microsoft.com/office/drawing/2014/main" id="{165580F6-8BFB-4E8E-BD69-30778728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8" name="p14-矩形-0078">
            <a:extLst xmlns:a="http://schemas.openxmlformats.org/drawingml/2006/main">
              <a:ext uri="{FF2B5EF4-FFF2-40B4-BE49-F238E27FC236}">
                <a16:creationId xmlns:a16="http://schemas.microsoft.com/office/drawing/2014/main" id="{40410020-81C3-43D5-9A93-E34B13F8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385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9" name="p14-矩形-0079">
            <a:extLst xmlns:a="http://schemas.openxmlformats.org/drawingml/2006/main">
              <a:ext uri="{FF2B5EF4-FFF2-40B4-BE49-F238E27FC236}">
                <a16:creationId xmlns:a16="http://schemas.microsoft.com/office/drawing/2014/main" id="{39471532-23E8-41E2-9FCD-4534FCAD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0" name="p14-矩形-0080">
            <a:extLst xmlns:a="http://schemas.openxmlformats.org/drawingml/2006/main">
              <a:ext uri="{FF2B5EF4-FFF2-40B4-BE49-F238E27FC236}">
                <a16:creationId xmlns:a16="http://schemas.microsoft.com/office/drawing/2014/main" id="{28128F18-B495-4DAD-82BF-D40885ED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1" name="p14-矩形-0081">
            <a:extLst xmlns:a="http://schemas.openxmlformats.org/drawingml/2006/main">
              <a:ext uri="{FF2B5EF4-FFF2-40B4-BE49-F238E27FC236}">
                <a16:creationId xmlns:a16="http://schemas.microsoft.com/office/drawing/2014/main" id="{EB43E30B-21E7-49B4-B763-B45C5C42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82" name="p14-矩形-0082">
            <a:extLst xmlns:a="http://schemas.openxmlformats.org/drawingml/2006/main">
              <a:ext uri="{FF2B5EF4-FFF2-40B4-BE49-F238E27FC236}">
                <a16:creationId xmlns:a16="http://schemas.microsoft.com/office/drawing/2014/main" id="{CFB5B26E-7044-4F84-BF21-A3BE680F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83" name="p14-矩形-0083">
            <a:extLst xmlns:a="http://schemas.openxmlformats.org/drawingml/2006/main">
              <a:ext uri="{FF2B5EF4-FFF2-40B4-BE49-F238E27FC236}">
                <a16:creationId xmlns:a16="http://schemas.microsoft.com/office/drawing/2014/main" id="{B7F35C95-0FAE-4CF5-9DD6-5BA8BBD2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84" name="p14-矩形-0084">
            <a:extLst xmlns:a="http://schemas.openxmlformats.org/drawingml/2006/main">
              <a:ext uri="{FF2B5EF4-FFF2-40B4-BE49-F238E27FC236}">
                <a16:creationId xmlns:a16="http://schemas.microsoft.com/office/drawing/2014/main" id="{0AC963BE-2E7E-4201-AB15-4B09DF4F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85" name="p14-矩形-0085">
            <a:extLst xmlns:a="http://schemas.openxmlformats.org/drawingml/2006/main">
              <a:ext uri="{FF2B5EF4-FFF2-40B4-BE49-F238E27FC236}">
                <a16:creationId xmlns:a16="http://schemas.microsoft.com/office/drawing/2014/main" id="{DFDEC6EA-E65F-48F4-ADE6-035239EC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86" name="p14-矩形-0086">
            <a:extLst xmlns:a="http://schemas.openxmlformats.org/drawingml/2006/main">
              <a:ext uri="{FF2B5EF4-FFF2-40B4-BE49-F238E27FC236}">
                <a16:creationId xmlns:a16="http://schemas.microsoft.com/office/drawing/2014/main" id="{55E79B5E-4FC2-4890-9B9A-5669D27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7" name="p14-矩形-0087">
            <a:extLst xmlns:a="http://schemas.openxmlformats.org/drawingml/2006/main">
              <a:ext uri="{FF2B5EF4-FFF2-40B4-BE49-F238E27FC236}">
                <a16:creationId xmlns:a16="http://schemas.microsoft.com/office/drawing/2014/main" id="{279E2487-853F-4EC7-810D-1D959E63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8" name="p14-矩形-0088">
            <a:extLst xmlns:a="http://schemas.openxmlformats.org/drawingml/2006/main">
              <a:ext uri="{FF2B5EF4-FFF2-40B4-BE49-F238E27FC236}">
                <a16:creationId xmlns:a16="http://schemas.microsoft.com/office/drawing/2014/main" id="{62B7B6D7-2D92-42AD-943F-3CCF533D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9" name="p14-矩形-0089">
            <a:extLst xmlns:a="http://schemas.openxmlformats.org/drawingml/2006/main">
              <a:ext uri="{FF2B5EF4-FFF2-40B4-BE49-F238E27FC236}">
                <a16:creationId xmlns:a16="http://schemas.microsoft.com/office/drawing/2014/main" id="{944748AF-369C-4A65-929E-C229FEA8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0" name="p14-矩形-0090">
            <a:extLst xmlns:a="http://schemas.openxmlformats.org/drawingml/2006/main">
              <a:ext uri="{FF2B5EF4-FFF2-40B4-BE49-F238E27FC236}">
                <a16:creationId xmlns:a16="http://schemas.microsoft.com/office/drawing/2014/main" id="{F090FE35-B15D-4DE3-8CF7-29D70C9F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1" name="p14-矩形-0091">
            <a:extLst xmlns:a="http://schemas.openxmlformats.org/drawingml/2006/main">
              <a:ext uri="{FF2B5EF4-FFF2-40B4-BE49-F238E27FC236}">
                <a16:creationId xmlns:a16="http://schemas.microsoft.com/office/drawing/2014/main" id="{394A874E-CC6F-4FBC-A81F-6324CAF0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92" name="p14-矩形-0092">
            <a:extLst xmlns:a="http://schemas.openxmlformats.org/drawingml/2006/main">
              <a:ext uri="{FF2B5EF4-FFF2-40B4-BE49-F238E27FC236}">
                <a16:creationId xmlns:a16="http://schemas.microsoft.com/office/drawing/2014/main" id="{1EB42BD6-BC8E-4968-894E-F6CFCE46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2005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93" name="p14-矩形-0093">
            <a:extLst xmlns:a="http://schemas.openxmlformats.org/drawingml/2006/main">
              <a:ext uri="{FF2B5EF4-FFF2-40B4-BE49-F238E27FC236}">
                <a16:creationId xmlns:a16="http://schemas.microsoft.com/office/drawing/2014/main" id="{53982D9B-A637-4374-93AC-EAEF1B78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4" name="p14-矩形-0094">
            <a:extLst xmlns:a="http://schemas.openxmlformats.org/drawingml/2006/main">
              <a:ext uri="{FF2B5EF4-FFF2-40B4-BE49-F238E27FC236}">
                <a16:creationId xmlns:a16="http://schemas.microsoft.com/office/drawing/2014/main" id="{757E16E5-D333-4CEB-9EE4-7093A895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5" name="p14-矩形-0095">
            <a:extLst xmlns:a="http://schemas.openxmlformats.org/drawingml/2006/main">
              <a:ext uri="{FF2B5EF4-FFF2-40B4-BE49-F238E27FC236}">
                <a16:creationId xmlns:a16="http://schemas.microsoft.com/office/drawing/2014/main" id="{15D19873-F00F-43CE-9DC8-35B1ACE0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96" name="p14-矩形-0096">
            <a:extLst xmlns:a="http://schemas.openxmlformats.org/drawingml/2006/main">
              <a:ext uri="{FF2B5EF4-FFF2-40B4-BE49-F238E27FC236}">
                <a16:creationId xmlns:a16="http://schemas.microsoft.com/office/drawing/2014/main" id="{B6E26E82-0EB7-42D2-B960-81255A4C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7" name="p14-矩形-0097">
            <a:extLst xmlns:a="http://schemas.openxmlformats.org/drawingml/2006/main">
              <a:ext uri="{FF2B5EF4-FFF2-40B4-BE49-F238E27FC236}">
                <a16:creationId xmlns:a16="http://schemas.microsoft.com/office/drawing/2014/main" id="{E95A6D40-1392-482E-86BC-C785CBA4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8" name="p14-矩形-0098">
            <a:extLst xmlns:a="http://schemas.openxmlformats.org/drawingml/2006/main">
              <a:ext uri="{FF2B5EF4-FFF2-40B4-BE49-F238E27FC236}">
                <a16:creationId xmlns:a16="http://schemas.microsoft.com/office/drawing/2014/main" id="{DE0A7B53-650B-4F4B-8B5A-EF3D54A4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9" name="p14-矩形-0099">
            <a:extLst xmlns:a="http://schemas.openxmlformats.org/drawingml/2006/main">
              <a:ext uri="{FF2B5EF4-FFF2-40B4-BE49-F238E27FC236}">
                <a16:creationId xmlns:a16="http://schemas.microsoft.com/office/drawing/2014/main" id="{572CAEC4-53D1-4DA2-ABF7-E55AF095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0" name="p14-矩形-0100">
            <a:extLst xmlns:a="http://schemas.openxmlformats.org/drawingml/2006/main">
              <a:ext uri="{FF2B5EF4-FFF2-40B4-BE49-F238E27FC236}">
                <a16:creationId xmlns:a16="http://schemas.microsoft.com/office/drawing/2014/main" id="{0E6F1AF1-6945-4535-A797-F19E2136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1" name="p14-矩形-0101">
            <a:extLst xmlns:a="http://schemas.openxmlformats.org/drawingml/2006/main">
              <a:ext uri="{FF2B5EF4-FFF2-40B4-BE49-F238E27FC236}">
                <a16:creationId xmlns:a16="http://schemas.microsoft.com/office/drawing/2014/main" id="{4A781B01-F5B7-4127-873C-0E22705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2" name="p14-矩形-0102">
            <a:extLst xmlns:a="http://schemas.openxmlformats.org/drawingml/2006/main">
              <a:ext uri="{FF2B5EF4-FFF2-40B4-BE49-F238E27FC236}">
                <a16:creationId xmlns:a16="http://schemas.microsoft.com/office/drawing/2014/main" id="{2E194B42-D4F8-41A9-B9FD-968D807E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3" name="p14-矩形-0103">
            <a:extLst xmlns:a="http://schemas.openxmlformats.org/drawingml/2006/main">
              <a:ext uri="{FF2B5EF4-FFF2-40B4-BE49-F238E27FC236}">
                <a16:creationId xmlns:a16="http://schemas.microsoft.com/office/drawing/2014/main" id="{5DB9EBEF-096C-42B6-B9A4-2BBE22C5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4" name="p14-矩形-0104">
            <a:extLst xmlns:a="http://schemas.openxmlformats.org/drawingml/2006/main">
              <a:ext uri="{FF2B5EF4-FFF2-40B4-BE49-F238E27FC236}">
                <a16:creationId xmlns:a16="http://schemas.microsoft.com/office/drawing/2014/main" id="{D3EF3263-A6CF-4217-AC96-74F237A0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5" name="p14-矩形-0105">
            <a:extLst xmlns:a="http://schemas.openxmlformats.org/drawingml/2006/main">
              <a:ext uri="{FF2B5EF4-FFF2-40B4-BE49-F238E27FC236}">
                <a16:creationId xmlns:a16="http://schemas.microsoft.com/office/drawing/2014/main" id="{42714949-7B5D-400E-8460-62BA67E8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6" name="p14-矩形-0106">
            <a:extLst xmlns:a="http://schemas.openxmlformats.org/drawingml/2006/main">
              <a:ext uri="{FF2B5EF4-FFF2-40B4-BE49-F238E27FC236}">
                <a16:creationId xmlns:a16="http://schemas.microsoft.com/office/drawing/2014/main" id="{ED624F27-5281-47FF-AAFB-2B7413B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56247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7" name="p14-矩形-0107">
            <a:extLst xmlns:a="http://schemas.openxmlformats.org/drawingml/2006/main">
              <a:ext uri="{FF2B5EF4-FFF2-40B4-BE49-F238E27FC236}">
                <a16:creationId xmlns:a16="http://schemas.microsoft.com/office/drawing/2014/main" id="{3F10A19C-5AA8-46B8-A0E2-39EEAC41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8" name="p14-矩形-0108">
            <a:extLst xmlns:a="http://schemas.openxmlformats.org/drawingml/2006/main">
              <a:ext uri="{FF2B5EF4-FFF2-40B4-BE49-F238E27FC236}">
                <a16:creationId xmlns:a16="http://schemas.microsoft.com/office/drawing/2014/main" id="{BEFF0B87-8ACF-43D8-90E9-66610CA4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9" name="p14-矩形-0109">
            <a:extLst xmlns:a="http://schemas.openxmlformats.org/drawingml/2006/main">
              <a:ext uri="{FF2B5EF4-FFF2-40B4-BE49-F238E27FC236}">
                <a16:creationId xmlns:a16="http://schemas.microsoft.com/office/drawing/2014/main" id="{361CABF3-A32F-4F18-ADDB-C142BD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0" name="p14-矩形-0110">
            <a:extLst xmlns:a="http://schemas.openxmlformats.org/drawingml/2006/main">
              <a:ext uri="{FF2B5EF4-FFF2-40B4-BE49-F238E27FC236}">
                <a16:creationId xmlns:a16="http://schemas.microsoft.com/office/drawing/2014/main" id="{7C90657C-E56B-413C-BF44-DA89C45B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1" name="p14-矩形-0111">
            <a:extLst xmlns:a="http://schemas.openxmlformats.org/drawingml/2006/main">
              <a:ext uri="{FF2B5EF4-FFF2-40B4-BE49-F238E27FC236}">
                <a16:creationId xmlns:a16="http://schemas.microsoft.com/office/drawing/2014/main" id="{706F3CD5-06E0-4B22-9C74-D4D428C4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2" name="p14-矩形-0112">
            <a:extLst xmlns:a="http://schemas.openxmlformats.org/drawingml/2006/main">
              <a:ext uri="{FF2B5EF4-FFF2-40B4-BE49-F238E27FC236}">
                <a16:creationId xmlns:a16="http://schemas.microsoft.com/office/drawing/2014/main" id="{E197F6F9-7E1F-4A04-BB40-3CFC95A7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3" name="p14-矩形-0113">
            <a:extLst xmlns:a="http://schemas.openxmlformats.org/drawingml/2006/main">
              <a:ext uri="{FF2B5EF4-FFF2-40B4-BE49-F238E27FC236}">
                <a16:creationId xmlns:a16="http://schemas.microsoft.com/office/drawing/2014/main" id="{29F08A82-48C8-4F8F-A213-733AFD60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4" name="p14-矩形-0114">
            <a:extLst xmlns:a="http://schemas.openxmlformats.org/drawingml/2006/main">
              <a:ext uri="{FF2B5EF4-FFF2-40B4-BE49-F238E27FC236}">
                <a16:creationId xmlns:a16="http://schemas.microsoft.com/office/drawing/2014/main" id="{56A8496C-77C3-4C55-B6C3-7E02A1A8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5" name="p14-矩形-0115">
            <a:extLst xmlns:a="http://schemas.openxmlformats.org/drawingml/2006/main">
              <a:ext uri="{FF2B5EF4-FFF2-40B4-BE49-F238E27FC236}">
                <a16:creationId xmlns:a16="http://schemas.microsoft.com/office/drawing/2014/main" id="{E1D2D2A6-44BE-41B6-8CD4-F92EC532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6" name="p14-矩形-0116">
            <a:extLst xmlns:a="http://schemas.openxmlformats.org/drawingml/2006/main">
              <a:ext uri="{FF2B5EF4-FFF2-40B4-BE49-F238E27FC236}">
                <a16:creationId xmlns:a16="http://schemas.microsoft.com/office/drawing/2014/main" id="{2DFD0387-55B2-444B-8BB9-D1129297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7" name="p14-矩形-0117">
            <a:extLst xmlns:a="http://schemas.openxmlformats.org/drawingml/2006/main">
              <a:ext uri="{FF2B5EF4-FFF2-40B4-BE49-F238E27FC236}">
                <a16:creationId xmlns:a16="http://schemas.microsoft.com/office/drawing/2014/main" id="{0371EC84-F9C6-4045-80F2-8EA46159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8" name="p14-矩形-0118">
            <a:extLst xmlns:a="http://schemas.openxmlformats.org/drawingml/2006/main">
              <a:ext uri="{FF2B5EF4-FFF2-40B4-BE49-F238E27FC236}">
                <a16:creationId xmlns:a16="http://schemas.microsoft.com/office/drawing/2014/main" id="{11290437-A76E-4319-BF19-664D2A16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9" name="p14-矩形-0119">
            <a:extLst xmlns:a="http://schemas.openxmlformats.org/drawingml/2006/main">
              <a:ext uri="{FF2B5EF4-FFF2-40B4-BE49-F238E27FC236}">
                <a16:creationId xmlns:a16="http://schemas.microsoft.com/office/drawing/2014/main" id="{48EE904E-FB73-4542-9786-C5D97B5C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0" name="p14-矩形-0120">
            <a:extLst xmlns:a="http://schemas.openxmlformats.org/drawingml/2006/main">
              <a:ext uri="{FF2B5EF4-FFF2-40B4-BE49-F238E27FC236}">
                <a16:creationId xmlns:a16="http://schemas.microsoft.com/office/drawing/2014/main" id="{43B83484-CFDA-4D44-B956-EBCF3E4F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924425"/>
            <a:ext cx="466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1" name="p14-文本-0121">
            <a:extLst xmlns:a="http://schemas.openxmlformats.org/drawingml/2006/main">
              <a:ext uri="{FF2B5EF4-FFF2-40B4-BE49-F238E27FC236}">
                <a16:creationId xmlns:a16="http://schemas.microsoft.com/office/drawing/2014/main" id="{2B7E6D28-AF87-44F4-9BC5-C8F4D73B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660" y="53363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2" name="p14-文本-0122">
            <a:extLst xmlns:a="http://schemas.openxmlformats.org/drawingml/2006/main">
              <a:ext uri="{FF2B5EF4-FFF2-40B4-BE49-F238E27FC236}">
                <a16:creationId xmlns:a16="http://schemas.microsoft.com/office/drawing/2014/main" id="{813583BA-26F3-4D4C-96FE-F4F34D3B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410" y="53363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23" name="p14-文本-0123">
            <a:extLst xmlns:a="http://schemas.openxmlformats.org/drawingml/2006/main">
              <a:ext uri="{FF2B5EF4-FFF2-40B4-BE49-F238E27FC236}">
                <a16:creationId xmlns:a16="http://schemas.microsoft.com/office/drawing/2014/main" id="{5D892E70-612D-4685-911E-AC8BCD24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572" y="5336330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24" name="p14-文本-0124">
            <a:extLst xmlns:a="http://schemas.openxmlformats.org/drawingml/2006/main">
              <a:ext uri="{FF2B5EF4-FFF2-40B4-BE49-F238E27FC236}">
                <a16:creationId xmlns:a16="http://schemas.microsoft.com/office/drawing/2014/main" id="{424026CE-4C51-4906-AA60-5F188087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20" y="250226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5" name="p14-文本-0125">
            <a:extLst xmlns:a="http://schemas.openxmlformats.org/drawingml/2006/main">
              <a:ext uri="{FF2B5EF4-FFF2-40B4-BE49-F238E27FC236}">
                <a16:creationId xmlns:a16="http://schemas.microsoft.com/office/drawing/2014/main" id="{ED0B02B1-0C83-4FB1-946F-54885ABC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20" y="503591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26" name="p14-文本-0126">
            <a:extLst xmlns:a="http://schemas.openxmlformats.org/drawingml/2006/main">
              <a:ext uri="{FF2B5EF4-FFF2-40B4-BE49-F238E27FC236}">
                <a16:creationId xmlns:a16="http://schemas.microsoft.com/office/drawing/2014/main" id="{4C559014-C217-4F2C-8721-0A0940BF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15220"/>
            <a:ext cx="342900" cy="224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27" name="p14-文本-0127">
            <a:extLst xmlns:a="http://schemas.openxmlformats.org/drawingml/2006/main">
              <a:ext uri="{FF2B5EF4-FFF2-40B4-BE49-F238E27FC236}">
                <a16:creationId xmlns:a16="http://schemas.microsoft.com/office/drawing/2014/main" id="{9B7C35DE-2AEE-4017-A5EE-35AAE025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897" y="5474777"/>
            <a:ext cx="32444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每个单元对应一组条件下的相对响应</a:t>
            </a:r>
          </a:p>
        </p:txBody>
      </p:sp>
      <p:sp>
        <p:nvSpPr>
          <p:cNvPr id="128" name="p14-矩形-0128">
            <a:extLst xmlns:a="http://schemas.openxmlformats.org/drawingml/2006/main">
              <a:ext uri="{FF2B5EF4-FFF2-40B4-BE49-F238E27FC236}">
                <a16:creationId xmlns:a16="http://schemas.microsoft.com/office/drawing/2014/main" id="{9BB2772C-0EE7-41D2-97BF-659AF92B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9" name="p14-矩形-0129">
            <a:extLst xmlns:a="http://schemas.openxmlformats.org/drawingml/2006/main">
              <a:ext uri="{FF2B5EF4-FFF2-40B4-BE49-F238E27FC236}">
                <a16:creationId xmlns:a16="http://schemas.microsoft.com/office/drawing/2014/main" id="{EB31AD0D-BD09-41D8-A9AC-FCCB1C85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30" name="p14-矩形-0130">
            <a:extLst xmlns:a="http://schemas.openxmlformats.org/drawingml/2006/main">
              <a:ext uri="{FF2B5EF4-FFF2-40B4-BE49-F238E27FC236}">
                <a16:creationId xmlns:a16="http://schemas.microsoft.com/office/drawing/2014/main" id="{025180DE-C0CF-400D-BFC5-A7465B0A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31" name="p14-矩形-0131">
            <a:extLst xmlns:a="http://schemas.openxmlformats.org/drawingml/2006/main">
              <a:ext uri="{FF2B5EF4-FFF2-40B4-BE49-F238E27FC236}">
                <a16:creationId xmlns:a16="http://schemas.microsoft.com/office/drawing/2014/main" id="{1C9712AB-BAD6-4F0E-A7F0-8767486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32" name="p14-矩形-0132">
            <a:extLst xmlns:a="http://schemas.openxmlformats.org/drawingml/2006/main">
              <a:ext uri="{FF2B5EF4-FFF2-40B4-BE49-F238E27FC236}">
                <a16:creationId xmlns:a16="http://schemas.microsoft.com/office/drawing/2014/main" id="{4AFABBCD-3233-4B24-B33E-B2272737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3" name="p14-矩形-0133">
            <a:extLst xmlns:a="http://schemas.openxmlformats.org/drawingml/2006/main">
              <a:ext uri="{FF2B5EF4-FFF2-40B4-BE49-F238E27FC236}">
                <a16:creationId xmlns:a16="http://schemas.microsoft.com/office/drawing/2014/main" id="{82522495-9AED-4942-A76D-E23C6E7E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34" name="p14-矩形-0134">
            <a:extLst xmlns:a="http://schemas.openxmlformats.org/drawingml/2006/main">
              <a:ext uri="{FF2B5EF4-FFF2-40B4-BE49-F238E27FC236}">
                <a16:creationId xmlns:a16="http://schemas.microsoft.com/office/drawing/2014/main" id="{B6FF583C-4B7A-41A6-AA78-3D725754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35" name="p14-矩形-0135">
            <a:extLst xmlns:a="http://schemas.openxmlformats.org/drawingml/2006/main">
              <a:ext uri="{FF2B5EF4-FFF2-40B4-BE49-F238E27FC236}">
                <a16:creationId xmlns:a16="http://schemas.microsoft.com/office/drawing/2014/main" id="{EEA99D6D-3FBB-4287-A618-7D0ABC90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67400"/>
            <a:ext cx="4095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36" name="p14-文本-0136">
            <a:extLst xmlns:a="http://schemas.openxmlformats.org/drawingml/2006/main">
              <a:ext uri="{FF2B5EF4-FFF2-40B4-BE49-F238E27FC236}">
                <a16:creationId xmlns:a16="http://schemas.microsoft.com/office/drawing/2014/main" id="{1C5E0905-F561-465B-B0FF-C4A01020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840048"/>
            <a:ext cx="18097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137" name="p14-文本-0137">
            <a:extLst xmlns:a="http://schemas.openxmlformats.org/drawingml/2006/main">
              <a:ext uri="{FF2B5EF4-FFF2-40B4-BE49-F238E27FC236}">
                <a16:creationId xmlns:a16="http://schemas.microsoft.com/office/drawing/2014/main" id="{F4C9C0CF-9078-4A3B-9A00-90AEA5F5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840048"/>
            <a:ext cx="18097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  <p:sp>
        <p:nvSpPr>
          <p:cNvPr id="138" name="p14-矩形-0138">
            <a:extLst xmlns:a="http://schemas.openxmlformats.org/drawingml/2006/main">
              <a:ext uri="{FF2B5EF4-FFF2-40B4-BE49-F238E27FC236}">
                <a16:creationId xmlns:a16="http://schemas.microsoft.com/office/drawing/2014/main" id="{8E406681-AF73-4BEB-8312-45235CFC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409700"/>
            <a:ext cx="3419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9" name="p14-文本-0139">
            <a:extLst xmlns:a="http://schemas.openxmlformats.org/drawingml/2006/main">
              <a:ext uri="{FF2B5EF4-FFF2-40B4-BE49-F238E27FC236}">
                <a16:creationId xmlns:a16="http://schemas.microsoft.com/office/drawing/2014/main" id="{2600D8EF-6C44-4CD9-BE24-499773C7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3960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实验设计</a:t>
            </a:r>
          </a:p>
        </p:txBody>
      </p:sp>
      <p:sp>
        <p:nvSpPr>
          <p:cNvPr id="140" name="p14-矩形-0140">
            <a:extLst xmlns:a="http://schemas.openxmlformats.org/drawingml/2006/main">
              <a:ext uri="{FF2B5EF4-FFF2-40B4-BE49-F238E27FC236}">
                <a16:creationId xmlns:a16="http://schemas.microsoft.com/office/drawing/2014/main" id="{CD2BB505-FE1B-4956-95C5-7706E30F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962150"/>
            <a:ext cx="28765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141" name="p14-椭圆-0141">
            <a:extLst xmlns:a="http://schemas.openxmlformats.org/drawingml/2006/main">
              <a:ext uri="{FF2B5EF4-FFF2-40B4-BE49-F238E27FC236}">
                <a16:creationId xmlns:a16="http://schemas.microsoft.com/office/drawing/2014/main" id="{717AA09D-2F71-4CEA-BC73-80A5F517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42" name="p14-椭圆-0142">
            <a:extLst xmlns:a="http://schemas.openxmlformats.org/drawingml/2006/main">
              <a:ext uri="{FF2B5EF4-FFF2-40B4-BE49-F238E27FC236}">
                <a16:creationId xmlns:a16="http://schemas.microsoft.com/office/drawing/2014/main" id="{22ACFF38-531C-4875-877D-3BE4021C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3" name="p14-椭圆-0143">
            <a:extLst xmlns:a="http://schemas.openxmlformats.org/drawingml/2006/main">
              <a:ext uri="{FF2B5EF4-FFF2-40B4-BE49-F238E27FC236}">
                <a16:creationId xmlns:a16="http://schemas.microsoft.com/office/drawing/2014/main" id="{5A707267-5F63-45E1-A840-810C33DE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4" name="p14-椭圆-0144">
            <a:extLst xmlns:a="http://schemas.openxmlformats.org/drawingml/2006/main">
              <a:ext uri="{FF2B5EF4-FFF2-40B4-BE49-F238E27FC236}">
                <a16:creationId xmlns:a16="http://schemas.microsoft.com/office/drawing/2014/main" id="{8D2F851B-1814-4F3A-9072-F3793365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5" name="p14-椭圆-0145">
            <a:extLst xmlns:a="http://schemas.openxmlformats.org/drawingml/2006/main">
              <a:ext uri="{FF2B5EF4-FFF2-40B4-BE49-F238E27FC236}">
                <a16:creationId xmlns:a16="http://schemas.microsoft.com/office/drawing/2014/main" id="{68E3AB14-6660-4D5D-B765-BCB200F6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46" name="p14-椭圆-0146">
            <a:extLst xmlns:a="http://schemas.openxmlformats.org/drawingml/2006/main">
              <a:ext uri="{FF2B5EF4-FFF2-40B4-BE49-F238E27FC236}">
                <a16:creationId xmlns:a16="http://schemas.microsoft.com/office/drawing/2014/main" id="{FF129E51-848A-4A66-9A6E-7FBD9170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7" name="p14-椭圆-0147">
            <a:extLst xmlns:a="http://schemas.openxmlformats.org/drawingml/2006/main">
              <a:ext uri="{FF2B5EF4-FFF2-40B4-BE49-F238E27FC236}">
                <a16:creationId xmlns:a16="http://schemas.microsoft.com/office/drawing/2014/main" id="{2CEF315B-AC03-429E-9047-649044BF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8" name="p14-椭圆-0148">
            <a:extLst xmlns:a="http://schemas.openxmlformats.org/drawingml/2006/main">
              <a:ext uri="{FF2B5EF4-FFF2-40B4-BE49-F238E27FC236}">
                <a16:creationId xmlns:a16="http://schemas.microsoft.com/office/drawing/2014/main" id="{D2B69046-39CB-4C7A-8180-35EDFD1A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9" name="p14-椭圆-0149">
            <a:extLst xmlns:a="http://schemas.openxmlformats.org/drawingml/2006/main">
              <a:ext uri="{FF2B5EF4-FFF2-40B4-BE49-F238E27FC236}">
                <a16:creationId xmlns:a16="http://schemas.microsoft.com/office/drawing/2014/main" id="{205594D6-DBB6-40EA-A089-85E6E70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0" name="p14-椭圆-0150">
            <a:extLst xmlns:a="http://schemas.openxmlformats.org/drawingml/2006/main">
              <a:ext uri="{FF2B5EF4-FFF2-40B4-BE49-F238E27FC236}">
                <a16:creationId xmlns:a16="http://schemas.microsoft.com/office/drawing/2014/main" id="{50E117F1-5EE6-4784-A00C-02007455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1" name="p14-椭圆-0151">
            <a:extLst xmlns:a="http://schemas.openxmlformats.org/drawingml/2006/main">
              <a:ext uri="{FF2B5EF4-FFF2-40B4-BE49-F238E27FC236}">
                <a16:creationId xmlns:a16="http://schemas.microsoft.com/office/drawing/2014/main" id="{9C2B39EE-2E15-4CB3-87AA-BE0D8DEA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2" name="p14-椭圆-0152">
            <a:extLst xmlns:a="http://schemas.openxmlformats.org/drawingml/2006/main">
              <a:ext uri="{FF2B5EF4-FFF2-40B4-BE49-F238E27FC236}">
                <a16:creationId xmlns:a16="http://schemas.microsoft.com/office/drawing/2014/main" id="{FBFF03E6-6745-464A-9E5D-0D8D62AE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207409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3" name="p14-椭圆-0153">
            <a:extLst xmlns:a="http://schemas.openxmlformats.org/drawingml/2006/main">
              <a:ext uri="{FF2B5EF4-FFF2-40B4-BE49-F238E27FC236}">
                <a16:creationId xmlns:a16="http://schemas.microsoft.com/office/drawing/2014/main" id="{3009586F-00F5-46C4-A5EA-6513DE0A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4" name="p14-椭圆-0154">
            <a:extLst xmlns:a="http://schemas.openxmlformats.org/drawingml/2006/main">
              <a:ext uri="{FF2B5EF4-FFF2-40B4-BE49-F238E27FC236}">
                <a16:creationId xmlns:a16="http://schemas.microsoft.com/office/drawing/2014/main" id="{F9F4A82B-6A44-4776-841C-7340D279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5" name="p14-椭圆-0155">
            <a:extLst xmlns:a="http://schemas.openxmlformats.org/drawingml/2006/main">
              <a:ext uri="{FF2B5EF4-FFF2-40B4-BE49-F238E27FC236}">
                <a16:creationId xmlns:a16="http://schemas.microsoft.com/office/drawing/2014/main" id="{4C410CD2-6CB8-4143-96E3-99A00324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6" name="p14-椭圆-0156">
            <a:extLst xmlns:a="http://schemas.openxmlformats.org/drawingml/2006/main">
              <a:ext uri="{FF2B5EF4-FFF2-40B4-BE49-F238E27FC236}">
                <a16:creationId xmlns:a16="http://schemas.microsoft.com/office/drawing/2014/main" id="{66B5AC6A-EA63-4737-9153-D9471535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7" name="p14-椭圆-0157">
            <a:extLst xmlns:a="http://schemas.openxmlformats.org/drawingml/2006/main">
              <a:ext uri="{FF2B5EF4-FFF2-40B4-BE49-F238E27FC236}">
                <a16:creationId xmlns:a16="http://schemas.microsoft.com/office/drawing/2014/main" id="{AB2656BD-442A-4E0C-8A5D-E2704663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8" name="p14-椭圆-0158">
            <a:extLst xmlns:a="http://schemas.openxmlformats.org/drawingml/2006/main">
              <a:ext uri="{FF2B5EF4-FFF2-40B4-BE49-F238E27FC236}">
                <a16:creationId xmlns:a16="http://schemas.microsoft.com/office/drawing/2014/main" id="{99FBEC39-BB88-4513-8635-635BEA0C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9" name="p14-椭圆-0159">
            <a:extLst xmlns:a="http://schemas.openxmlformats.org/drawingml/2006/main">
              <a:ext uri="{FF2B5EF4-FFF2-40B4-BE49-F238E27FC236}">
                <a16:creationId xmlns:a16="http://schemas.microsoft.com/office/drawing/2014/main" id="{864E6E3A-C026-4939-8883-19B99812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0" name="p14-椭圆-0160">
            <a:extLst xmlns:a="http://schemas.openxmlformats.org/drawingml/2006/main">
              <a:ext uri="{FF2B5EF4-FFF2-40B4-BE49-F238E27FC236}">
                <a16:creationId xmlns:a16="http://schemas.microsoft.com/office/drawing/2014/main" id="{D25973B1-2BB1-4B90-8021-2AB827C4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61" name="p14-椭圆-0161">
            <a:extLst xmlns:a="http://schemas.openxmlformats.org/drawingml/2006/main">
              <a:ext uri="{FF2B5EF4-FFF2-40B4-BE49-F238E27FC236}">
                <a16:creationId xmlns:a16="http://schemas.microsoft.com/office/drawing/2014/main" id="{A581FC23-C3A5-4A8A-A91C-BD91EF8E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2" name="p14-椭圆-0162">
            <a:extLst xmlns:a="http://schemas.openxmlformats.org/drawingml/2006/main">
              <a:ext uri="{FF2B5EF4-FFF2-40B4-BE49-F238E27FC236}">
                <a16:creationId xmlns:a16="http://schemas.microsoft.com/office/drawing/2014/main" id="{92525F85-ABA2-4073-B2AE-D1460989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3" name="p14-椭圆-0163">
            <a:extLst xmlns:a="http://schemas.openxmlformats.org/drawingml/2006/main">
              <a:ext uri="{FF2B5EF4-FFF2-40B4-BE49-F238E27FC236}">
                <a16:creationId xmlns:a16="http://schemas.microsoft.com/office/drawing/2014/main" id="{095A5B48-736D-400D-91B1-0FFC4A05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4" name="p14-椭圆-0164">
            <a:extLst xmlns:a="http://schemas.openxmlformats.org/drawingml/2006/main">
              <a:ext uri="{FF2B5EF4-FFF2-40B4-BE49-F238E27FC236}">
                <a16:creationId xmlns:a16="http://schemas.microsoft.com/office/drawing/2014/main" id="{AEECBA86-39AB-48B0-ACFF-06F04AB5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226353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65" name="p14-椭圆-0165">
            <a:extLst xmlns:a="http://schemas.openxmlformats.org/drawingml/2006/main">
              <a:ext uri="{FF2B5EF4-FFF2-40B4-BE49-F238E27FC236}">
                <a16:creationId xmlns:a16="http://schemas.microsoft.com/office/drawing/2014/main" id="{B9F4EFAF-C9C7-40AB-9166-B63CCA5E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6" name="p14-椭圆-0166">
            <a:extLst xmlns:a="http://schemas.openxmlformats.org/drawingml/2006/main">
              <a:ext uri="{FF2B5EF4-FFF2-40B4-BE49-F238E27FC236}">
                <a16:creationId xmlns:a16="http://schemas.microsoft.com/office/drawing/2014/main" id="{F68CC46B-913F-47A9-B42F-EABB390D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7" name="p14-椭圆-0167">
            <a:extLst xmlns:a="http://schemas.openxmlformats.org/drawingml/2006/main">
              <a:ext uri="{FF2B5EF4-FFF2-40B4-BE49-F238E27FC236}">
                <a16:creationId xmlns:a16="http://schemas.microsoft.com/office/drawing/2014/main" id="{3DEC771D-E972-41D4-AA12-74677F90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68" name="p14-椭圆-0168">
            <a:extLst xmlns:a="http://schemas.openxmlformats.org/drawingml/2006/main">
              <a:ext uri="{FF2B5EF4-FFF2-40B4-BE49-F238E27FC236}">
                <a16:creationId xmlns:a16="http://schemas.microsoft.com/office/drawing/2014/main" id="{442BCBB7-F7C0-406C-AC6E-77EF2DFD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69" name="p14-椭圆-0169">
            <a:extLst xmlns:a="http://schemas.openxmlformats.org/drawingml/2006/main">
              <a:ext uri="{FF2B5EF4-FFF2-40B4-BE49-F238E27FC236}">
                <a16:creationId xmlns:a16="http://schemas.microsoft.com/office/drawing/2014/main" id="{AAB9D474-9E37-45AE-88BB-558CD5E7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0" name="p14-椭圆-0170">
            <a:extLst xmlns:a="http://schemas.openxmlformats.org/drawingml/2006/main">
              <a:ext uri="{FF2B5EF4-FFF2-40B4-BE49-F238E27FC236}">
                <a16:creationId xmlns:a16="http://schemas.microsoft.com/office/drawing/2014/main" id="{1AAAF438-ED2A-445C-B677-85B62F53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1" name="p14-椭圆-0171">
            <a:extLst xmlns:a="http://schemas.openxmlformats.org/drawingml/2006/main">
              <a:ext uri="{FF2B5EF4-FFF2-40B4-BE49-F238E27FC236}">
                <a16:creationId xmlns:a16="http://schemas.microsoft.com/office/drawing/2014/main" id="{DFEFC43C-6D4B-4D98-BD2C-91D77E8A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72" name="p14-椭圆-0172">
            <a:extLst xmlns:a="http://schemas.openxmlformats.org/drawingml/2006/main">
              <a:ext uri="{FF2B5EF4-FFF2-40B4-BE49-F238E27FC236}">
                <a16:creationId xmlns:a16="http://schemas.microsoft.com/office/drawing/2014/main" id="{F11BABF3-4A55-4987-89D9-B6246A2C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3" name="p14-椭圆-0173">
            <a:extLst xmlns:a="http://schemas.openxmlformats.org/drawingml/2006/main">
              <a:ext uri="{FF2B5EF4-FFF2-40B4-BE49-F238E27FC236}">
                <a16:creationId xmlns:a16="http://schemas.microsoft.com/office/drawing/2014/main" id="{0DF95561-4D51-467E-95DD-798BD2F5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4" name="p14-椭圆-0174">
            <a:extLst xmlns:a="http://schemas.openxmlformats.org/drawingml/2006/main">
              <a:ext uri="{FF2B5EF4-FFF2-40B4-BE49-F238E27FC236}">
                <a16:creationId xmlns:a16="http://schemas.microsoft.com/office/drawing/2014/main" id="{0AAE7F92-7A95-40DE-BFCE-C2443CFD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5" name="p14-椭圆-0175">
            <a:extLst xmlns:a="http://schemas.openxmlformats.org/drawingml/2006/main">
              <a:ext uri="{FF2B5EF4-FFF2-40B4-BE49-F238E27FC236}">
                <a16:creationId xmlns:a16="http://schemas.microsoft.com/office/drawing/2014/main" id="{0955FE70-79E3-4A1C-B582-8F7A1D30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6" name="p14-椭圆-0176">
            <a:extLst xmlns:a="http://schemas.openxmlformats.org/drawingml/2006/main">
              <a:ext uri="{FF2B5EF4-FFF2-40B4-BE49-F238E27FC236}">
                <a16:creationId xmlns:a16="http://schemas.microsoft.com/office/drawing/2014/main" id="{D0685C0A-4A9A-4BB6-978C-20F623A3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2452976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7" name="p14-椭圆-0177">
            <a:extLst xmlns:a="http://schemas.openxmlformats.org/drawingml/2006/main">
              <a:ext uri="{FF2B5EF4-FFF2-40B4-BE49-F238E27FC236}">
                <a16:creationId xmlns:a16="http://schemas.microsoft.com/office/drawing/2014/main" id="{C1DADD2D-BE23-43E7-A64F-8F6985BE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8" name="p14-椭圆-0178">
            <a:extLst xmlns:a="http://schemas.openxmlformats.org/drawingml/2006/main">
              <a:ext uri="{FF2B5EF4-FFF2-40B4-BE49-F238E27FC236}">
                <a16:creationId xmlns:a16="http://schemas.microsoft.com/office/drawing/2014/main" id="{63F58EB7-0D56-460F-9834-A5C4BEC0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9" name="p14-椭圆-0179">
            <a:extLst xmlns:a="http://schemas.openxmlformats.org/drawingml/2006/main">
              <a:ext uri="{FF2B5EF4-FFF2-40B4-BE49-F238E27FC236}">
                <a16:creationId xmlns:a16="http://schemas.microsoft.com/office/drawing/2014/main" id="{C35A61F5-610F-4892-B747-B1C8C665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0" name="p14-椭圆-0180">
            <a:extLst xmlns:a="http://schemas.openxmlformats.org/drawingml/2006/main">
              <a:ext uri="{FF2B5EF4-FFF2-40B4-BE49-F238E27FC236}">
                <a16:creationId xmlns:a16="http://schemas.microsoft.com/office/drawing/2014/main" id="{AAB6309D-3E3D-48EE-A618-B48E403B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1" name="p14-椭圆-0181">
            <a:extLst xmlns:a="http://schemas.openxmlformats.org/drawingml/2006/main">
              <a:ext uri="{FF2B5EF4-FFF2-40B4-BE49-F238E27FC236}">
                <a16:creationId xmlns:a16="http://schemas.microsoft.com/office/drawing/2014/main" id="{4EC7DC9A-49C7-4C6B-A044-B2EB30A1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2" name="p14-椭圆-0182">
            <a:extLst xmlns:a="http://schemas.openxmlformats.org/drawingml/2006/main">
              <a:ext uri="{FF2B5EF4-FFF2-40B4-BE49-F238E27FC236}">
                <a16:creationId xmlns:a16="http://schemas.microsoft.com/office/drawing/2014/main" id="{F9897592-094D-4A28-AE1F-A6B9DAE5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3" name="p14-椭圆-0183">
            <a:extLst xmlns:a="http://schemas.openxmlformats.org/drawingml/2006/main">
              <a:ext uri="{FF2B5EF4-FFF2-40B4-BE49-F238E27FC236}">
                <a16:creationId xmlns:a16="http://schemas.microsoft.com/office/drawing/2014/main" id="{8B043FE3-8C01-4DF1-8E74-9A17C139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84" name="p14-椭圆-0184">
            <a:extLst xmlns:a="http://schemas.openxmlformats.org/drawingml/2006/main">
              <a:ext uri="{FF2B5EF4-FFF2-40B4-BE49-F238E27FC236}">
                <a16:creationId xmlns:a16="http://schemas.microsoft.com/office/drawing/2014/main" id="{1D29C6BA-2D1B-4FA1-81FF-843C7F16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5" name="p14-椭圆-0185">
            <a:extLst xmlns:a="http://schemas.openxmlformats.org/drawingml/2006/main">
              <a:ext uri="{FF2B5EF4-FFF2-40B4-BE49-F238E27FC236}">
                <a16:creationId xmlns:a16="http://schemas.microsoft.com/office/drawing/2014/main" id="{BD95231A-F8B7-43DE-8454-8B753B5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6" name="p14-椭圆-0186">
            <a:extLst xmlns:a="http://schemas.openxmlformats.org/drawingml/2006/main">
              <a:ext uri="{FF2B5EF4-FFF2-40B4-BE49-F238E27FC236}">
                <a16:creationId xmlns:a16="http://schemas.microsoft.com/office/drawing/2014/main" id="{2C02433C-DB80-47E8-B8E4-5659EC5D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87" name="p14-椭圆-0187">
            <a:extLst xmlns:a="http://schemas.openxmlformats.org/drawingml/2006/main">
              <a:ext uri="{FF2B5EF4-FFF2-40B4-BE49-F238E27FC236}">
                <a16:creationId xmlns:a16="http://schemas.microsoft.com/office/drawing/2014/main" id="{F20FB757-D62D-4BBF-958D-9E7339EE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8" name="p14-椭圆-0188">
            <a:extLst xmlns:a="http://schemas.openxmlformats.org/drawingml/2006/main">
              <a:ext uri="{FF2B5EF4-FFF2-40B4-BE49-F238E27FC236}">
                <a16:creationId xmlns:a16="http://schemas.microsoft.com/office/drawing/2014/main" id="{805FE658-C06A-42E2-8B12-71A5D04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2642418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9" name="p14-椭圆-0189">
            <a:extLst xmlns:a="http://schemas.openxmlformats.org/drawingml/2006/main">
              <a:ext uri="{FF2B5EF4-FFF2-40B4-BE49-F238E27FC236}">
                <a16:creationId xmlns:a16="http://schemas.microsoft.com/office/drawing/2014/main" id="{D8150067-C6BE-4061-90DC-327EBFE6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0" name="p14-椭圆-0190">
            <a:extLst xmlns:a="http://schemas.openxmlformats.org/drawingml/2006/main">
              <a:ext uri="{FF2B5EF4-FFF2-40B4-BE49-F238E27FC236}">
                <a16:creationId xmlns:a16="http://schemas.microsoft.com/office/drawing/2014/main" id="{BF50B2FD-FEC2-4C60-AA14-37C5EB87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91" name="p14-椭圆-0191">
            <a:extLst xmlns:a="http://schemas.openxmlformats.org/drawingml/2006/main">
              <a:ext uri="{FF2B5EF4-FFF2-40B4-BE49-F238E27FC236}">
                <a16:creationId xmlns:a16="http://schemas.microsoft.com/office/drawing/2014/main" id="{A724FFE3-8E44-4FB8-B2CB-B25587CE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2" name="p14-椭圆-0192">
            <a:extLst xmlns:a="http://schemas.openxmlformats.org/drawingml/2006/main">
              <a:ext uri="{FF2B5EF4-FFF2-40B4-BE49-F238E27FC236}">
                <a16:creationId xmlns:a16="http://schemas.microsoft.com/office/drawing/2014/main" id="{AF0E4A8F-9923-4A91-B62D-ED558132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3" name="p14-椭圆-0193">
            <a:extLst xmlns:a="http://schemas.openxmlformats.org/drawingml/2006/main">
              <a:ext uri="{FF2B5EF4-FFF2-40B4-BE49-F238E27FC236}">
                <a16:creationId xmlns:a16="http://schemas.microsoft.com/office/drawing/2014/main" id="{28AAA4FB-6E7E-4472-84D2-DAE3247B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4" name="p14-椭圆-0194">
            <a:extLst xmlns:a="http://schemas.openxmlformats.org/drawingml/2006/main">
              <a:ext uri="{FF2B5EF4-FFF2-40B4-BE49-F238E27FC236}">
                <a16:creationId xmlns:a16="http://schemas.microsoft.com/office/drawing/2014/main" id="{F7B5EEC7-608A-48C8-83A9-BDE40E5B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95" name="p14-椭圆-0195">
            <a:extLst xmlns:a="http://schemas.openxmlformats.org/drawingml/2006/main">
              <a:ext uri="{FF2B5EF4-FFF2-40B4-BE49-F238E27FC236}">
                <a16:creationId xmlns:a16="http://schemas.microsoft.com/office/drawing/2014/main" id="{6F2EC7D1-ABC8-4DCD-BF2E-4349AA4C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6" name="p14-椭圆-0196">
            <a:extLst xmlns:a="http://schemas.openxmlformats.org/drawingml/2006/main">
              <a:ext uri="{FF2B5EF4-FFF2-40B4-BE49-F238E27FC236}">
                <a16:creationId xmlns:a16="http://schemas.microsoft.com/office/drawing/2014/main" id="{BC67EC80-36D2-4D0E-A9C0-828EA5F6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7" name="p14-椭圆-0197">
            <a:extLst xmlns:a="http://schemas.openxmlformats.org/drawingml/2006/main">
              <a:ext uri="{FF2B5EF4-FFF2-40B4-BE49-F238E27FC236}">
                <a16:creationId xmlns:a16="http://schemas.microsoft.com/office/drawing/2014/main" id="{3898267C-8031-442A-AEA2-916307D7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8" name="p14-椭圆-0198">
            <a:extLst xmlns:a="http://schemas.openxmlformats.org/drawingml/2006/main">
              <a:ext uri="{FF2B5EF4-FFF2-40B4-BE49-F238E27FC236}">
                <a16:creationId xmlns:a16="http://schemas.microsoft.com/office/drawing/2014/main" id="{54A5A455-9B74-430D-ADF2-59B01F4E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99" name="p14-椭圆-0199">
            <a:extLst xmlns:a="http://schemas.openxmlformats.org/drawingml/2006/main">
              <a:ext uri="{FF2B5EF4-FFF2-40B4-BE49-F238E27FC236}">
                <a16:creationId xmlns:a16="http://schemas.microsoft.com/office/drawing/2014/main" id="{0E7CDCD5-8195-4AE4-BD78-902A9C6A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0" name="p14-椭圆-0200">
            <a:extLst xmlns:a="http://schemas.openxmlformats.org/drawingml/2006/main">
              <a:ext uri="{FF2B5EF4-FFF2-40B4-BE49-F238E27FC236}">
                <a16:creationId xmlns:a16="http://schemas.microsoft.com/office/drawing/2014/main" id="{AD7BAEB3-8CDF-42C7-808D-F1259740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2831859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1" name="p14-椭圆-0201">
            <a:extLst xmlns:a="http://schemas.openxmlformats.org/drawingml/2006/main">
              <a:ext uri="{FF2B5EF4-FFF2-40B4-BE49-F238E27FC236}">
                <a16:creationId xmlns:a16="http://schemas.microsoft.com/office/drawing/2014/main" id="{913E62C3-32D7-4F7E-B01D-B29638FD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02" name="p14-椭圆-0202">
            <a:extLst xmlns:a="http://schemas.openxmlformats.org/drawingml/2006/main">
              <a:ext uri="{FF2B5EF4-FFF2-40B4-BE49-F238E27FC236}">
                <a16:creationId xmlns:a16="http://schemas.microsoft.com/office/drawing/2014/main" id="{7D670B6C-8EDF-4F31-A4B5-FF910BF7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3" name="p14-椭圆-0203">
            <a:extLst xmlns:a="http://schemas.openxmlformats.org/drawingml/2006/main">
              <a:ext uri="{FF2B5EF4-FFF2-40B4-BE49-F238E27FC236}">
                <a16:creationId xmlns:a16="http://schemas.microsoft.com/office/drawing/2014/main" id="{F6083C20-FDA6-41D7-8D3A-142ABEB0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4" name="p14-椭圆-0204">
            <a:extLst xmlns:a="http://schemas.openxmlformats.org/drawingml/2006/main">
              <a:ext uri="{FF2B5EF4-FFF2-40B4-BE49-F238E27FC236}">
                <a16:creationId xmlns:a16="http://schemas.microsoft.com/office/drawing/2014/main" id="{F65C1FD7-FAB8-45BD-B790-912B79C5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5" name="p14-椭圆-0205">
            <a:extLst xmlns:a="http://schemas.openxmlformats.org/drawingml/2006/main">
              <a:ext uri="{FF2B5EF4-FFF2-40B4-BE49-F238E27FC236}">
                <a16:creationId xmlns:a16="http://schemas.microsoft.com/office/drawing/2014/main" id="{5B43D3A4-AB18-4365-837D-1066C33C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06" name="p14-椭圆-0206">
            <a:extLst xmlns:a="http://schemas.openxmlformats.org/drawingml/2006/main">
              <a:ext uri="{FF2B5EF4-FFF2-40B4-BE49-F238E27FC236}">
                <a16:creationId xmlns:a16="http://schemas.microsoft.com/office/drawing/2014/main" id="{FDE3B904-42BE-46E0-BB62-503F0DC6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7" name="p14-椭圆-0207">
            <a:extLst xmlns:a="http://schemas.openxmlformats.org/drawingml/2006/main">
              <a:ext uri="{FF2B5EF4-FFF2-40B4-BE49-F238E27FC236}">
                <a16:creationId xmlns:a16="http://schemas.microsoft.com/office/drawing/2014/main" id="{F50C97D7-F402-47C5-832E-8C635362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8" name="p14-椭圆-0208">
            <a:extLst xmlns:a="http://schemas.openxmlformats.org/drawingml/2006/main">
              <a:ext uri="{FF2B5EF4-FFF2-40B4-BE49-F238E27FC236}">
                <a16:creationId xmlns:a16="http://schemas.microsoft.com/office/drawing/2014/main" id="{3A33D52C-9DC3-4DE9-8F56-26EBD376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9" name="p14-椭圆-0209">
            <a:extLst xmlns:a="http://schemas.openxmlformats.org/drawingml/2006/main">
              <a:ext uri="{FF2B5EF4-FFF2-40B4-BE49-F238E27FC236}">
                <a16:creationId xmlns:a16="http://schemas.microsoft.com/office/drawing/2014/main" id="{56F13EEA-757A-4278-B8EB-00EB1D80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0" name="p14-椭圆-0210">
            <a:extLst xmlns:a="http://schemas.openxmlformats.org/drawingml/2006/main">
              <a:ext uri="{FF2B5EF4-FFF2-40B4-BE49-F238E27FC236}">
                <a16:creationId xmlns:a16="http://schemas.microsoft.com/office/drawing/2014/main" id="{A52830A6-5F15-477E-9DB9-EEFB597E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1" name="p14-椭圆-0211">
            <a:extLst xmlns:a="http://schemas.openxmlformats.org/drawingml/2006/main">
              <a:ext uri="{FF2B5EF4-FFF2-40B4-BE49-F238E27FC236}">
                <a16:creationId xmlns:a16="http://schemas.microsoft.com/office/drawing/2014/main" id="{16A7DFED-5346-4337-9534-8686125A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2" name="p14-椭圆-0212">
            <a:extLst xmlns:a="http://schemas.openxmlformats.org/drawingml/2006/main">
              <a:ext uri="{FF2B5EF4-FFF2-40B4-BE49-F238E27FC236}">
                <a16:creationId xmlns:a16="http://schemas.microsoft.com/office/drawing/2014/main" id="{157849E9-D7C4-42A5-AC74-2C529665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3021301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3" name="p14-椭圆-0213">
            <a:extLst xmlns:a="http://schemas.openxmlformats.org/drawingml/2006/main">
              <a:ext uri="{FF2B5EF4-FFF2-40B4-BE49-F238E27FC236}">
                <a16:creationId xmlns:a16="http://schemas.microsoft.com/office/drawing/2014/main" id="{311DA2FA-4A2B-4097-A0E0-6F4BFB3C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4" name="p14-椭圆-0214">
            <a:extLst xmlns:a="http://schemas.openxmlformats.org/drawingml/2006/main">
              <a:ext uri="{FF2B5EF4-FFF2-40B4-BE49-F238E27FC236}">
                <a16:creationId xmlns:a16="http://schemas.microsoft.com/office/drawing/2014/main" id="{5C3BEA03-E81F-46C3-802E-5B945781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5" name="p14-椭圆-0215">
            <a:extLst xmlns:a="http://schemas.openxmlformats.org/drawingml/2006/main">
              <a:ext uri="{FF2B5EF4-FFF2-40B4-BE49-F238E27FC236}">
                <a16:creationId xmlns:a16="http://schemas.microsoft.com/office/drawing/2014/main" id="{E50CA762-E533-4D0C-8672-D9DA243D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6" name="p14-椭圆-0216">
            <a:extLst xmlns:a="http://schemas.openxmlformats.org/drawingml/2006/main">
              <a:ext uri="{FF2B5EF4-FFF2-40B4-BE49-F238E27FC236}">
                <a16:creationId xmlns:a16="http://schemas.microsoft.com/office/drawing/2014/main" id="{0C0A3A02-8AEC-4F5F-BA4E-A0C8C6FA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7" name="p14-椭圆-0217">
            <a:extLst xmlns:a="http://schemas.openxmlformats.org/drawingml/2006/main">
              <a:ext uri="{FF2B5EF4-FFF2-40B4-BE49-F238E27FC236}">
                <a16:creationId xmlns:a16="http://schemas.microsoft.com/office/drawing/2014/main" id="{0ED15310-C2B3-4A23-8A5B-1EDD3318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8" name="p14-椭圆-0218">
            <a:extLst xmlns:a="http://schemas.openxmlformats.org/drawingml/2006/main">
              <a:ext uri="{FF2B5EF4-FFF2-40B4-BE49-F238E27FC236}">
                <a16:creationId xmlns:a16="http://schemas.microsoft.com/office/drawing/2014/main" id="{BEFBE5C3-8456-472E-852A-ECB3599A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9" name="p14-椭圆-0219">
            <a:extLst xmlns:a="http://schemas.openxmlformats.org/drawingml/2006/main">
              <a:ext uri="{FF2B5EF4-FFF2-40B4-BE49-F238E27FC236}">
                <a16:creationId xmlns:a16="http://schemas.microsoft.com/office/drawing/2014/main" id="{F3DF910A-39DF-40EC-8836-3BD1E947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0" name="p14-椭圆-0220">
            <a:extLst xmlns:a="http://schemas.openxmlformats.org/drawingml/2006/main">
              <a:ext uri="{FF2B5EF4-FFF2-40B4-BE49-F238E27FC236}">
                <a16:creationId xmlns:a16="http://schemas.microsoft.com/office/drawing/2014/main" id="{935FB66E-8D5F-4572-B0B3-81142851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1" name="p14-椭圆-0221">
            <a:extLst xmlns:a="http://schemas.openxmlformats.org/drawingml/2006/main">
              <a:ext uri="{FF2B5EF4-FFF2-40B4-BE49-F238E27FC236}">
                <a16:creationId xmlns:a16="http://schemas.microsoft.com/office/drawing/2014/main" id="{D4401FDD-8E3B-4FB3-97D3-712D2199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2" name="p14-椭圆-0222">
            <a:extLst xmlns:a="http://schemas.openxmlformats.org/drawingml/2006/main">
              <a:ext uri="{FF2B5EF4-FFF2-40B4-BE49-F238E27FC236}">
                <a16:creationId xmlns:a16="http://schemas.microsoft.com/office/drawing/2014/main" id="{7971BA06-9DA5-476B-95C2-08D03118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3" name="p14-椭圆-0223">
            <a:extLst xmlns:a="http://schemas.openxmlformats.org/drawingml/2006/main">
              <a:ext uri="{FF2B5EF4-FFF2-40B4-BE49-F238E27FC236}">
                <a16:creationId xmlns:a16="http://schemas.microsoft.com/office/drawing/2014/main" id="{DD150393-467D-4B20-BA3B-40529571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4" name="p14-椭圆-0224">
            <a:extLst xmlns:a="http://schemas.openxmlformats.org/drawingml/2006/main">
              <a:ext uri="{FF2B5EF4-FFF2-40B4-BE49-F238E27FC236}">
                <a16:creationId xmlns:a16="http://schemas.microsoft.com/office/drawing/2014/main" id="{2962E4D5-7F08-4291-9A68-10DD83C6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3210743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25" name="p14-椭圆-0225">
            <a:extLst xmlns:a="http://schemas.openxmlformats.org/drawingml/2006/main">
              <a:ext uri="{FF2B5EF4-FFF2-40B4-BE49-F238E27FC236}">
                <a16:creationId xmlns:a16="http://schemas.microsoft.com/office/drawing/2014/main" id="{1884285A-4F7D-4F6E-B0B7-65042C98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6749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6" name="p14-椭圆-0226">
            <a:extLst xmlns:a="http://schemas.openxmlformats.org/drawingml/2006/main">
              <a:ext uri="{FF2B5EF4-FFF2-40B4-BE49-F238E27FC236}">
                <a16:creationId xmlns:a16="http://schemas.microsoft.com/office/drawing/2014/main" id="{39878DC5-C1F6-4FBC-BA9A-599B9865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22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7" name="p14-椭圆-0227">
            <a:extLst xmlns:a="http://schemas.openxmlformats.org/drawingml/2006/main">
              <a:ext uri="{FF2B5EF4-FFF2-40B4-BE49-F238E27FC236}">
                <a16:creationId xmlns:a16="http://schemas.microsoft.com/office/drawing/2014/main" id="{349BD13F-3519-45E3-BFF6-CCD169B1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95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28" name="p14-椭圆-0228">
            <a:extLst xmlns:a="http://schemas.openxmlformats.org/drawingml/2006/main">
              <a:ext uri="{FF2B5EF4-FFF2-40B4-BE49-F238E27FC236}">
                <a16:creationId xmlns:a16="http://schemas.microsoft.com/office/drawing/2014/main" id="{A4C916E6-DB18-4079-9EA9-E899A02C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568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9" name="p14-椭圆-0229">
            <a:extLst xmlns:a="http://schemas.openxmlformats.org/drawingml/2006/main">
              <a:ext uri="{FF2B5EF4-FFF2-40B4-BE49-F238E27FC236}">
                <a16:creationId xmlns:a16="http://schemas.microsoft.com/office/drawing/2014/main" id="{CCB4692A-8BD6-4E9B-AA6F-0E9DC5BE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842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0" name="p14-椭圆-0230">
            <a:extLst xmlns:a="http://schemas.openxmlformats.org/drawingml/2006/main">
              <a:ext uri="{FF2B5EF4-FFF2-40B4-BE49-F238E27FC236}">
                <a16:creationId xmlns:a16="http://schemas.microsoft.com/office/drawing/2014/main" id="{AF0ABE72-A43A-4CE1-89A7-8C28F5BE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115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1" name="p14-椭圆-0231">
            <a:extLst xmlns:a="http://schemas.openxmlformats.org/drawingml/2006/main">
              <a:ext uri="{FF2B5EF4-FFF2-40B4-BE49-F238E27FC236}">
                <a16:creationId xmlns:a16="http://schemas.microsoft.com/office/drawing/2014/main" id="{F22C8780-56F4-4250-B113-0DBBC561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4388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2" name="p14-椭圆-0232">
            <a:extLst xmlns:a="http://schemas.openxmlformats.org/drawingml/2006/main">
              <a:ext uri="{FF2B5EF4-FFF2-40B4-BE49-F238E27FC236}">
                <a16:creationId xmlns:a16="http://schemas.microsoft.com/office/drawing/2014/main" id="{16F461B6-70D5-4C80-B13A-7745FE2C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661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3" name="p14-椭圆-0233">
            <a:extLst xmlns:a="http://schemas.openxmlformats.org/drawingml/2006/main">
              <a:ext uri="{FF2B5EF4-FFF2-40B4-BE49-F238E27FC236}">
                <a16:creationId xmlns:a16="http://schemas.microsoft.com/office/drawing/2014/main" id="{A7A40C0E-2DF5-4B1E-8615-78AB8BCF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6934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4" name="p14-椭圆-0234">
            <a:extLst xmlns:a="http://schemas.openxmlformats.org/drawingml/2006/main">
              <a:ext uri="{FF2B5EF4-FFF2-40B4-BE49-F238E27FC236}">
                <a16:creationId xmlns:a16="http://schemas.microsoft.com/office/drawing/2014/main" id="{9AB30B87-D5D3-462C-BFD9-9BF94444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207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5" name="p14-椭圆-0235">
            <a:extLst xmlns:a="http://schemas.openxmlformats.org/drawingml/2006/main">
              <a:ext uri="{FF2B5EF4-FFF2-40B4-BE49-F238E27FC236}">
                <a16:creationId xmlns:a16="http://schemas.microsoft.com/office/drawing/2014/main" id="{EBEC12F5-08AB-43A0-974C-9A961179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9480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6" name="p14-椭圆-0236">
            <a:extLst xmlns:a="http://schemas.openxmlformats.org/drawingml/2006/main">
              <a:ext uri="{FF2B5EF4-FFF2-40B4-BE49-F238E27FC236}">
                <a16:creationId xmlns:a16="http://schemas.microsoft.com/office/drawing/2014/main" id="{7460F64B-9D00-411F-80E1-5497896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0753" y="3400184"/>
            <a:ext cx="154998" cy="1549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7" name="p14-文本-0237">
            <a:extLst xmlns:a="http://schemas.openxmlformats.org/drawingml/2006/main">
              <a:ext uri="{FF2B5EF4-FFF2-40B4-BE49-F238E27FC236}">
                <a16:creationId xmlns:a16="http://schemas.microsoft.com/office/drawing/2014/main" id="{74316CFA-2805-4F9D-BC4B-086A24FF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930621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固定样本处理条件</a:t>
            </a:r>
          </a:p>
        </p:txBody>
      </p:sp>
      <p:sp>
        <p:nvSpPr>
          <p:cNvPr id="238" name="p14-文本-0238">
            <a:extLst xmlns:a="http://schemas.openxmlformats.org/drawingml/2006/main">
              <a:ext uri="{FF2B5EF4-FFF2-40B4-BE49-F238E27FC236}">
                <a16:creationId xmlns:a16="http://schemas.microsoft.com/office/drawing/2014/main" id="{DE1885D3-CF19-4F62-BFC2-99238F63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302096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覆盖选定参数范围</a:t>
            </a:r>
          </a:p>
        </p:txBody>
      </p:sp>
      <p:sp>
        <p:nvSpPr>
          <p:cNvPr id="239" name="p14-文本-0239">
            <a:extLst xmlns:a="http://schemas.openxmlformats.org/drawingml/2006/main">
              <a:ext uri="{FF2B5EF4-FFF2-40B4-BE49-F238E27FC236}">
                <a16:creationId xmlns:a16="http://schemas.microsoft.com/office/drawing/2014/main" id="{54F16FFB-204D-4171-9B73-20A1F697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673571"/>
            <a:ext cx="20198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加入基准与重复测量</a:t>
            </a:r>
          </a:p>
        </p:txBody>
      </p:sp>
      <p:sp>
        <p:nvSpPr>
          <p:cNvPr id="240" name="p14-矩形-0240">
            <a:extLst xmlns:a="http://schemas.openxmlformats.org/drawingml/2006/main">
              <a:ext uri="{FF2B5EF4-FFF2-40B4-BE49-F238E27FC236}">
                <a16:creationId xmlns:a16="http://schemas.microsoft.com/office/drawing/2014/main" id="{46D62601-88AE-4343-8F5B-55AF19CD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410200"/>
            <a:ext cx="31242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41" name="p14-文本-0241">
            <a:extLst xmlns:a="http://schemas.openxmlformats.org/drawingml/2006/main">
              <a:ext uri="{FF2B5EF4-FFF2-40B4-BE49-F238E27FC236}">
                <a16:creationId xmlns:a16="http://schemas.microsoft.com/office/drawing/2014/main" id="{38DB4AAF-89D6-4016-8147-CFCFD59E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514538"/>
            <a:ext cx="19240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读图重点：比较条件模式</a:t>
            </a:r>
          </a:p>
        </p:txBody>
      </p:sp>
      <p:sp>
        <p:nvSpPr>
          <p:cNvPr id="242" name="p14-文本-0242">
            <a:extLst xmlns:a="http://schemas.openxmlformats.org/drawingml/2006/main">
              <a:ext uri="{FF2B5EF4-FFF2-40B4-BE49-F238E27FC236}">
                <a16:creationId xmlns:a16="http://schemas.microsoft.com/office/drawing/2014/main" id="{97DD5D4D-020D-4778-A444-FA837B7C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790763"/>
            <a:ext cx="20955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不把色块自动等同功能改善</a:t>
            </a:r>
          </a:p>
        </p:txBody>
      </p:sp>
      <p:sp>
        <p:nvSpPr>
          <p:cNvPr id="243" name="p14-文本-0243">
            <a:extLst xmlns:a="http://schemas.openxmlformats.org/drawingml/2006/main">
              <a:ext uri="{FF2B5EF4-FFF2-40B4-BE49-F238E27FC236}">
                <a16:creationId xmlns:a16="http://schemas.microsoft.com/office/drawing/2014/main" id="{E0DC696D-0983-467F-8176-A3413421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195708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p15-矩形-0001">
            <a:extLst xmlns:a="http://schemas.openxmlformats.org/drawingml/2006/main">
              <a:ext uri="{FF2B5EF4-FFF2-40B4-BE49-F238E27FC236}">
                <a16:creationId xmlns:a16="http://schemas.microsoft.com/office/drawing/2014/main" id="{2BA992DC-4DF8-41C4-BF01-E9CD5371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5-矩形-0002">
            <a:extLst xmlns:a="http://schemas.openxmlformats.org/drawingml/2006/main">
              <a:ext uri="{FF2B5EF4-FFF2-40B4-BE49-F238E27FC236}">
                <a16:creationId xmlns:a16="http://schemas.microsoft.com/office/drawing/2014/main" id="{6E4EC218-7821-4622-8CC8-CA0E0F69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5-文本-0003">
            <a:extLst xmlns:a="http://schemas.openxmlformats.org/drawingml/2006/main">
              <a:ext uri="{FF2B5EF4-FFF2-40B4-BE49-F238E27FC236}">
                <a16:creationId xmlns:a16="http://schemas.microsoft.com/office/drawing/2014/main" id="{9416467D-FF1A-4F6D-9F4B-2A718892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用观测训练模型，用独立测量检验推荐</a:t>
            </a:r>
          </a:p>
        </p:txBody>
      </p:sp>
      <p:sp>
        <p:nvSpPr>
          <p:cNvPr id="4" name="p15-文本-0004">
            <a:extLst xmlns:a="http://schemas.openxmlformats.org/drawingml/2006/main">
              <a:ext uri="{FF2B5EF4-FFF2-40B4-BE49-F238E27FC236}">
                <a16:creationId xmlns:a16="http://schemas.microsoft.com/office/drawing/2014/main" id="{6CFD2666-C8BA-411E-9410-85820499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926139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观测确定输入与目标，独立数据评估预测，实验复核推荐条件</a:t>
            </a:r>
          </a:p>
        </p:txBody>
      </p:sp>
      <p:sp>
        <p:nvSpPr>
          <p:cNvPr id="5" name="p15-线-0005">
            <a:extLst xmlns:a="http://schemas.openxmlformats.org/drawingml/2006/main">
              <a:ext uri="{FF2B5EF4-FFF2-40B4-BE49-F238E27FC236}">
                <a16:creationId xmlns:a16="http://schemas.microsoft.com/office/drawing/2014/main" id="{40472224-B780-47AB-A731-D146B751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5-矩形-0006">
            <a:extLst xmlns:a="http://schemas.openxmlformats.org/drawingml/2006/main">
              <a:ext uri="{FF2B5EF4-FFF2-40B4-BE49-F238E27FC236}">
                <a16:creationId xmlns:a16="http://schemas.microsoft.com/office/drawing/2014/main" id="{3F64D89D-44FF-49BB-A08C-C5578330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0175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15-文本-0007">
            <a:extLst xmlns:a="http://schemas.openxmlformats.org/drawingml/2006/main">
              <a:ext uri="{FF2B5EF4-FFF2-40B4-BE49-F238E27FC236}">
                <a16:creationId xmlns:a16="http://schemas.microsoft.com/office/drawing/2014/main" id="{C18F1561-C9CE-4C3A-9F7B-36E495A7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60" y="142169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观测与特征</a:t>
            </a:r>
          </a:p>
        </p:txBody>
      </p:sp>
      <p:sp>
        <p:nvSpPr>
          <p:cNvPr id="8" name="p15-矩形-0008">
            <a:extLst xmlns:a="http://schemas.openxmlformats.org/drawingml/2006/main">
              <a:ext uri="{FF2B5EF4-FFF2-40B4-BE49-F238E27FC236}">
                <a16:creationId xmlns:a16="http://schemas.microsoft.com/office/drawing/2014/main" id="{4E0B87AA-7C63-47AB-BB8D-B942A1B6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" name="p15-矩形-0009">
            <a:extLst xmlns:a="http://schemas.openxmlformats.org/drawingml/2006/main">
              <a:ext uri="{FF2B5EF4-FFF2-40B4-BE49-F238E27FC236}">
                <a16:creationId xmlns:a16="http://schemas.microsoft.com/office/drawing/2014/main" id="{C8F9B2AE-81AD-4E88-9772-7396A8DC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0" name="p15-矩形-0010">
            <a:extLst xmlns:a="http://schemas.openxmlformats.org/drawingml/2006/main">
              <a:ext uri="{FF2B5EF4-FFF2-40B4-BE49-F238E27FC236}">
                <a16:creationId xmlns:a16="http://schemas.microsoft.com/office/drawing/2014/main" id="{CA56A6A0-72D4-4992-BBAF-982CC42E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" name="p15-矩形-0011">
            <a:extLst xmlns:a="http://schemas.openxmlformats.org/drawingml/2006/main">
              <a:ext uri="{FF2B5EF4-FFF2-40B4-BE49-F238E27FC236}">
                <a16:creationId xmlns:a16="http://schemas.microsoft.com/office/drawing/2014/main" id="{AA441613-1DDD-433C-B959-9F03AA0A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2" name="p15-矩形-0012">
            <a:extLst xmlns:a="http://schemas.openxmlformats.org/drawingml/2006/main">
              <a:ext uri="{FF2B5EF4-FFF2-40B4-BE49-F238E27FC236}">
                <a16:creationId xmlns:a16="http://schemas.microsoft.com/office/drawing/2014/main" id="{DBFCBF16-16E4-41DD-8D39-76E0F8F6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3" name="p15-矩形-0013">
            <a:extLst xmlns:a="http://schemas.openxmlformats.org/drawingml/2006/main">
              <a:ext uri="{FF2B5EF4-FFF2-40B4-BE49-F238E27FC236}">
                <a16:creationId xmlns:a16="http://schemas.microsoft.com/office/drawing/2014/main" id="{204EBF7F-397D-4B6F-91FD-6550BFC3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4" name="p15-矩形-0014">
            <a:extLst xmlns:a="http://schemas.openxmlformats.org/drawingml/2006/main">
              <a:ext uri="{FF2B5EF4-FFF2-40B4-BE49-F238E27FC236}">
                <a16:creationId xmlns:a16="http://schemas.microsoft.com/office/drawing/2014/main" id="{F230A067-F5F7-429C-AB75-22F1E172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5" name="p15-矩形-0015">
            <a:extLst xmlns:a="http://schemas.openxmlformats.org/drawingml/2006/main">
              <a:ext uri="{FF2B5EF4-FFF2-40B4-BE49-F238E27FC236}">
                <a16:creationId xmlns:a16="http://schemas.microsoft.com/office/drawing/2014/main" id="{BF5931E0-6424-4453-8321-E48F341D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" name="p15-矩形-0016">
            <a:extLst xmlns:a="http://schemas.openxmlformats.org/drawingml/2006/main">
              <a:ext uri="{FF2B5EF4-FFF2-40B4-BE49-F238E27FC236}">
                <a16:creationId xmlns:a16="http://schemas.microsoft.com/office/drawing/2014/main" id="{32AB9E7B-060E-47F4-AF3F-5B78B3B8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7" name="p15-矩形-0017">
            <a:extLst xmlns:a="http://schemas.openxmlformats.org/drawingml/2006/main">
              <a:ext uri="{FF2B5EF4-FFF2-40B4-BE49-F238E27FC236}">
                <a16:creationId xmlns:a16="http://schemas.microsoft.com/office/drawing/2014/main" id="{FA9CBE52-88C5-4738-843D-C44FF0FE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8" name="p15-矩形-0018">
            <a:extLst xmlns:a="http://schemas.openxmlformats.org/drawingml/2006/main">
              <a:ext uri="{FF2B5EF4-FFF2-40B4-BE49-F238E27FC236}">
                <a16:creationId xmlns:a16="http://schemas.microsoft.com/office/drawing/2014/main" id="{A73A11E4-AF88-4780-95B1-F6F8B343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9" name="p15-矩形-0019">
            <a:extLst xmlns:a="http://schemas.openxmlformats.org/drawingml/2006/main">
              <a:ext uri="{FF2B5EF4-FFF2-40B4-BE49-F238E27FC236}">
                <a16:creationId xmlns:a16="http://schemas.microsoft.com/office/drawing/2014/main" id="{F8099DBA-DD52-4363-917E-8439F341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0" name="p15-矩形-0020">
            <a:extLst xmlns:a="http://schemas.openxmlformats.org/drawingml/2006/main">
              <a:ext uri="{FF2B5EF4-FFF2-40B4-BE49-F238E27FC236}">
                <a16:creationId xmlns:a16="http://schemas.microsoft.com/office/drawing/2014/main" id="{21B039DF-E3A6-4E8A-A43D-997139B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1" name="p15-矩形-0021">
            <a:extLst xmlns:a="http://schemas.openxmlformats.org/drawingml/2006/main">
              <a:ext uri="{FF2B5EF4-FFF2-40B4-BE49-F238E27FC236}">
                <a16:creationId xmlns:a16="http://schemas.microsoft.com/office/drawing/2014/main" id="{AA2A9264-ED30-42E9-A773-3B3888E9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2038350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2" name="p15-矩形-0022">
            <a:extLst xmlns:a="http://schemas.openxmlformats.org/drawingml/2006/main">
              <a:ext uri="{FF2B5EF4-FFF2-40B4-BE49-F238E27FC236}">
                <a16:creationId xmlns:a16="http://schemas.microsoft.com/office/drawing/2014/main" id="{DDDB1AEB-DE9E-4F29-A21C-DF0409C6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3" name="p15-矩形-0023">
            <a:extLst xmlns:a="http://schemas.openxmlformats.org/drawingml/2006/main">
              <a:ext uri="{FF2B5EF4-FFF2-40B4-BE49-F238E27FC236}">
                <a16:creationId xmlns:a16="http://schemas.microsoft.com/office/drawing/2014/main" id="{10C409EB-AE46-47FB-8B0B-17382DB8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4" name="p15-矩形-0024">
            <a:extLst xmlns:a="http://schemas.openxmlformats.org/drawingml/2006/main">
              <a:ext uri="{FF2B5EF4-FFF2-40B4-BE49-F238E27FC236}">
                <a16:creationId xmlns:a16="http://schemas.microsoft.com/office/drawing/2014/main" id="{FAAFCC26-CF6F-4A6A-8AF7-9F90E3FB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5" name="p15-矩形-0025">
            <a:extLst xmlns:a="http://schemas.openxmlformats.org/drawingml/2006/main">
              <a:ext uri="{FF2B5EF4-FFF2-40B4-BE49-F238E27FC236}">
                <a16:creationId xmlns:a16="http://schemas.microsoft.com/office/drawing/2014/main" id="{49CF4903-280B-4F75-AFD0-22B35891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6" name="p15-矩形-0026">
            <a:extLst xmlns:a="http://schemas.openxmlformats.org/drawingml/2006/main">
              <a:ext uri="{FF2B5EF4-FFF2-40B4-BE49-F238E27FC236}">
                <a16:creationId xmlns:a16="http://schemas.microsoft.com/office/drawing/2014/main" id="{3E296482-B630-4DE2-80CB-2942A27D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7" name="p15-矩形-0027">
            <a:extLst xmlns:a="http://schemas.openxmlformats.org/drawingml/2006/main">
              <a:ext uri="{FF2B5EF4-FFF2-40B4-BE49-F238E27FC236}">
                <a16:creationId xmlns:a16="http://schemas.microsoft.com/office/drawing/2014/main" id="{665B775B-0B2A-4737-A5D2-39EA5929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8" name="p15-矩形-0028">
            <a:extLst xmlns:a="http://schemas.openxmlformats.org/drawingml/2006/main">
              <a:ext uri="{FF2B5EF4-FFF2-40B4-BE49-F238E27FC236}">
                <a16:creationId xmlns:a16="http://schemas.microsoft.com/office/drawing/2014/main" id="{04AD20FF-0960-410E-9452-72953573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" name="p15-矩形-0029">
            <a:extLst xmlns:a="http://schemas.openxmlformats.org/drawingml/2006/main">
              <a:ext uri="{FF2B5EF4-FFF2-40B4-BE49-F238E27FC236}">
                <a16:creationId xmlns:a16="http://schemas.microsoft.com/office/drawing/2014/main" id="{85969EE4-F9AF-4020-8185-5BC17410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" name="p15-矩形-0030">
            <a:extLst xmlns:a="http://schemas.openxmlformats.org/drawingml/2006/main">
              <a:ext uri="{FF2B5EF4-FFF2-40B4-BE49-F238E27FC236}">
                <a16:creationId xmlns:a16="http://schemas.microsoft.com/office/drawing/2014/main" id="{C7EECE4F-4F63-49AC-9E38-40D1895F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" name="p15-矩形-0031">
            <a:extLst xmlns:a="http://schemas.openxmlformats.org/drawingml/2006/main">
              <a:ext uri="{FF2B5EF4-FFF2-40B4-BE49-F238E27FC236}">
                <a16:creationId xmlns:a16="http://schemas.microsoft.com/office/drawing/2014/main" id="{D3FE4B2C-F724-490C-A0E8-D5B92041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" name="p15-矩形-0032">
            <a:extLst xmlns:a="http://schemas.openxmlformats.org/drawingml/2006/main">
              <a:ext uri="{FF2B5EF4-FFF2-40B4-BE49-F238E27FC236}">
                <a16:creationId xmlns:a16="http://schemas.microsoft.com/office/drawing/2014/main" id="{894D8421-E763-4886-AD37-E02B0316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" name="p15-矩形-0033">
            <a:extLst xmlns:a="http://schemas.openxmlformats.org/drawingml/2006/main">
              <a:ext uri="{FF2B5EF4-FFF2-40B4-BE49-F238E27FC236}">
                <a16:creationId xmlns:a16="http://schemas.microsoft.com/office/drawing/2014/main" id="{A4A854CA-A67B-49C1-ACC8-EF575DC2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" name="p15-矩形-0034">
            <a:extLst xmlns:a="http://schemas.openxmlformats.org/drawingml/2006/main">
              <a:ext uri="{FF2B5EF4-FFF2-40B4-BE49-F238E27FC236}">
                <a16:creationId xmlns:a16="http://schemas.microsoft.com/office/drawing/2014/main" id="{50E52980-F1A7-4D16-AEC3-46952134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5" name="p15-矩形-0035">
            <a:extLst xmlns:a="http://schemas.openxmlformats.org/drawingml/2006/main">
              <a:ext uri="{FF2B5EF4-FFF2-40B4-BE49-F238E27FC236}">
                <a16:creationId xmlns:a16="http://schemas.microsoft.com/office/drawing/2014/main" id="{063E63F8-99D4-441F-AF00-4E28B626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2244328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" name="p15-矩形-0036">
            <a:extLst xmlns:a="http://schemas.openxmlformats.org/drawingml/2006/main">
              <a:ext uri="{FF2B5EF4-FFF2-40B4-BE49-F238E27FC236}">
                <a16:creationId xmlns:a16="http://schemas.microsoft.com/office/drawing/2014/main" id="{A24C11B9-FE5A-47F2-81EB-368DFE6D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7" name="p15-矩形-0037">
            <a:extLst xmlns:a="http://schemas.openxmlformats.org/drawingml/2006/main">
              <a:ext uri="{FF2B5EF4-FFF2-40B4-BE49-F238E27FC236}">
                <a16:creationId xmlns:a16="http://schemas.microsoft.com/office/drawing/2014/main" id="{507397A5-1C40-48D0-B0E7-2A9575CF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8" name="p15-矩形-0038">
            <a:extLst xmlns:a="http://schemas.openxmlformats.org/drawingml/2006/main">
              <a:ext uri="{FF2B5EF4-FFF2-40B4-BE49-F238E27FC236}">
                <a16:creationId xmlns:a16="http://schemas.microsoft.com/office/drawing/2014/main" id="{B1AA4D12-1F9C-4120-BACA-20A3DB5A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9" name="p15-矩形-0039">
            <a:extLst xmlns:a="http://schemas.openxmlformats.org/drawingml/2006/main">
              <a:ext uri="{FF2B5EF4-FFF2-40B4-BE49-F238E27FC236}">
                <a16:creationId xmlns:a16="http://schemas.microsoft.com/office/drawing/2014/main" id="{3BED24EF-16BF-4F62-A16F-1FCF51DC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0" name="p15-矩形-0040">
            <a:extLst xmlns:a="http://schemas.openxmlformats.org/drawingml/2006/main">
              <a:ext uri="{FF2B5EF4-FFF2-40B4-BE49-F238E27FC236}">
                <a16:creationId xmlns:a16="http://schemas.microsoft.com/office/drawing/2014/main" id="{53DFE3F0-BD89-46CC-83B9-A33B9431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1" name="p15-矩形-0041">
            <a:extLst xmlns:a="http://schemas.openxmlformats.org/drawingml/2006/main">
              <a:ext uri="{FF2B5EF4-FFF2-40B4-BE49-F238E27FC236}">
                <a16:creationId xmlns:a16="http://schemas.microsoft.com/office/drawing/2014/main" id="{20595DDE-DFAE-431E-B777-1A8473D8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2" name="p15-矩形-0042">
            <a:extLst xmlns:a="http://schemas.openxmlformats.org/drawingml/2006/main">
              <a:ext uri="{FF2B5EF4-FFF2-40B4-BE49-F238E27FC236}">
                <a16:creationId xmlns:a16="http://schemas.microsoft.com/office/drawing/2014/main" id="{CDCC3B7E-6940-4898-BC4C-2B560D41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3" name="p15-矩形-0043">
            <a:extLst xmlns:a="http://schemas.openxmlformats.org/drawingml/2006/main">
              <a:ext uri="{FF2B5EF4-FFF2-40B4-BE49-F238E27FC236}">
                <a16:creationId xmlns:a16="http://schemas.microsoft.com/office/drawing/2014/main" id="{A0B756FC-A890-4C72-8836-B1EB2CFE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4" name="p15-矩形-0044">
            <a:extLst xmlns:a="http://schemas.openxmlformats.org/drawingml/2006/main">
              <a:ext uri="{FF2B5EF4-FFF2-40B4-BE49-F238E27FC236}">
                <a16:creationId xmlns:a16="http://schemas.microsoft.com/office/drawing/2014/main" id="{5A7E07EB-EFFD-4725-9D82-B1AB9A9A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5" name="p15-矩形-0045">
            <a:extLst xmlns:a="http://schemas.openxmlformats.org/drawingml/2006/main">
              <a:ext uri="{FF2B5EF4-FFF2-40B4-BE49-F238E27FC236}">
                <a16:creationId xmlns:a16="http://schemas.microsoft.com/office/drawing/2014/main" id="{68A96866-125D-4F7C-9563-5832ECE4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6" name="p15-矩形-0046">
            <a:extLst xmlns:a="http://schemas.openxmlformats.org/drawingml/2006/main">
              <a:ext uri="{FF2B5EF4-FFF2-40B4-BE49-F238E27FC236}">
                <a16:creationId xmlns:a16="http://schemas.microsoft.com/office/drawing/2014/main" id="{245B72D2-913E-468C-BFA8-215201EF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7" name="p15-矩形-0047">
            <a:extLst xmlns:a="http://schemas.openxmlformats.org/drawingml/2006/main">
              <a:ext uri="{FF2B5EF4-FFF2-40B4-BE49-F238E27FC236}">
                <a16:creationId xmlns:a16="http://schemas.microsoft.com/office/drawing/2014/main" id="{AE3A8FB0-EF9A-4A60-8D5E-B5E7B9B6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8" name="p15-矩形-0048">
            <a:extLst xmlns:a="http://schemas.openxmlformats.org/drawingml/2006/main">
              <a:ext uri="{FF2B5EF4-FFF2-40B4-BE49-F238E27FC236}">
                <a16:creationId xmlns:a16="http://schemas.microsoft.com/office/drawing/2014/main" id="{2B14BF75-FCF4-4302-8F25-0088FCF7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9" name="p15-矩形-0049">
            <a:extLst xmlns:a="http://schemas.openxmlformats.org/drawingml/2006/main">
              <a:ext uri="{FF2B5EF4-FFF2-40B4-BE49-F238E27FC236}">
                <a16:creationId xmlns:a16="http://schemas.microsoft.com/office/drawing/2014/main" id="{9954604C-7925-49DC-8999-4D07AFA9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2450306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0" name="p15-矩形-0050">
            <a:extLst xmlns:a="http://schemas.openxmlformats.org/drawingml/2006/main">
              <a:ext uri="{FF2B5EF4-FFF2-40B4-BE49-F238E27FC236}">
                <a16:creationId xmlns:a16="http://schemas.microsoft.com/office/drawing/2014/main" id="{A57D53BB-56A8-4CB6-A97B-219C5EE7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1" name="p15-矩形-0051">
            <a:extLst xmlns:a="http://schemas.openxmlformats.org/drawingml/2006/main">
              <a:ext uri="{FF2B5EF4-FFF2-40B4-BE49-F238E27FC236}">
                <a16:creationId xmlns:a16="http://schemas.microsoft.com/office/drawing/2014/main" id="{DC75CE32-35FB-4DE8-AF3C-7A5DDD16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2" name="p15-矩形-0052">
            <a:extLst xmlns:a="http://schemas.openxmlformats.org/drawingml/2006/main">
              <a:ext uri="{FF2B5EF4-FFF2-40B4-BE49-F238E27FC236}">
                <a16:creationId xmlns:a16="http://schemas.microsoft.com/office/drawing/2014/main" id="{A331C6C3-65DD-4DDE-97D2-28B66C5D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3" name="p15-矩形-0053">
            <a:extLst xmlns:a="http://schemas.openxmlformats.org/drawingml/2006/main">
              <a:ext uri="{FF2B5EF4-FFF2-40B4-BE49-F238E27FC236}">
                <a16:creationId xmlns:a16="http://schemas.microsoft.com/office/drawing/2014/main" id="{CE88C429-256B-4513-8697-17B4ECFD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4" name="p15-矩形-0054">
            <a:extLst xmlns:a="http://schemas.openxmlformats.org/drawingml/2006/main">
              <a:ext uri="{FF2B5EF4-FFF2-40B4-BE49-F238E27FC236}">
                <a16:creationId xmlns:a16="http://schemas.microsoft.com/office/drawing/2014/main" id="{E9CAC64C-45B4-4F46-BB00-FDFBC9DA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5" name="p15-矩形-0055">
            <a:extLst xmlns:a="http://schemas.openxmlformats.org/drawingml/2006/main">
              <a:ext uri="{FF2B5EF4-FFF2-40B4-BE49-F238E27FC236}">
                <a16:creationId xmlns:a16="http://schemas.microsoft.com/office/drawing/2014/main" id="{4F11BCCC-EE86-4B16-9F31-ADCE4F1D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6" name="p15-矩形-0056">
            <a:extLst xmlns:a="http://schemas.openxmlformats.org/drawingml/2006/main">
              <a:ext uri="{FF2B5EF4-FFF2-40B4-BE49-F238E27FC236}">
                <a16:creationId xmlns:a16="http://schemas.microsoft.com/office/drawing/2014/main" id="{8254FBE3-6F83-48DF-8D03-AD6665D5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7" name="p15-矩形-0057">
            <a:extLst xmlns:a="http://schemas.openxmlformats.org/drawingml/2006/main">
              <a:ext uri="{FF2B5EF4-FFF2-40B4-BE49-F238E27FC236}">
                <a16:creationId xmlns:a16="http://schemas.microsoft.com/office/drawing/2014/main" id="{014DCF5F-E6E1-4905-A5D4-CA01EB5F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8" name="p15-矩形-0058">
            <a:extLst xmlns:a="http://schemas.openxmlformats.org/drawingml/2006/main">
              <a:ext uri="{FF2B5EF4-FFF2-40B4-BE49-F238E27FC236}">
                <a16:creationId xmlns:a16="http://schemas.microsoft.com/office/drawing/2014/main" id="{1C514CC1-395B-45D4-BBA1-D2D147E9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9" name="p15-矩形-0059">
            <a:extLst xmlns:a="http://schemas.openxmlformats.org/drawingml/2006/main">
              <a:ext uri="{FF2B5EF4-FFF2-40B4-BE49-F238E27FC236}">
                <a16:creationId xmlns:a16="http://schemas.microsoft.com/office/drawing/2014/main" id="{B4D63D0A-1734-4F7D-8A50-8ECBC002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0" name="p15-矩形-0060">
            <a:extLst xmlns:a="http://schemas.openxmlformats.org/drawingml/2006/main">
              <a:ext uri="{FF2B5EF4-FFF2-40B4-BE49-F238E27FC236}">
                <a16:creationId xmlns:a16="http://schemas.microsoft.com/office/drawing/2014/main" id="{6901BB82-ECBF-468C-8959-7B406F0B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1" name="p15-矩形-0061">
            <a:extLst xmlns:a="http://schemas.openxmlformats.org/drawingml/2006/main">
              <a:ext uri="{FF2B5EF4-FFF2-40B4-BE49-F238E27FC236}">
                <a16:creationId xmlns:a16="http://schemas.microsoft.com/office/drawing/2014/main" id="{917C0AC9-C0B7-4649-BD69-F93305CB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2" name="p15-矩形-0062">
            <a:extLst xmlns:a="http://schemas.openxmlformats.org/drawingml/2006/main">
              <a:ext uri="{FF2B5EF4-FFF2-40B4-BE49-F238E27FC236}">
                <a16:creationId xmlns:a16="http://schemas.microsoft.com/office/drawing/2014/main" id="{3355C848-0237-450D-B6FF-67E62E05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3" name="p15-矩形-0063">
            <a:extLst xmlns:a="http://schemas.openxmlformats.org/drawingml/2006/main">
              <a:ext uri="{FF2B5EF4-FFF2-40B4-BE49-F238E27FC236}">
                <a16:creationId xmlns:a16="http://schemas.microsoft.com/office/drawing/2014/main" id="{56BC2DEF-B660-4023-B59A-0D955227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2656284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4" name="p15-矩形-0064">
            <a:extLst xmlns:a="http://schemas.openxmlformats.org/drawingml/2006/main">
              <a:ext uri="{FF2B5EF4-FFF2-40B4-BE49-F238E27FC236}">
                <a16:creationId xmlns:a16="http://schemas.microsoft.com/office/drawing/2014/main" id="{F401AF36-820A-4617-888A-3531DAA6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5" name="p15-矩形-0065">
            <a:extLst xmlns:a="http://schemas.openxmlformats.org/drawingml/2006/main">
              <a:ext uri="{FF2B5EF4-FFF2-40B4-BE49-F238E27FC236}">
                <a16:creationId xmlns:a16="http://schemas.microsoft.com/office/drawing/2014/main" id="{16E69085-CE28-4E3E-8AD0-596E53AF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6" name="p15-矩形-0066">
            <a:extLst xmlns:a="http://schemas.openxmlformats.org/drawingml/2006/main">
              <a:ext uri="{FF2B5EF4-FFF2-40B4-BE49-F238E27FC236}">
                <a16:creationId xmlns:a16="http://schemas.microsoft.com/office/drawing/2014/main" id="{C2E10BFC-D8B0-4039-80C5-16886A3C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7" name="p15-矩形-0067">
            <a:extLst xmlns:a="http://schemas.openxmlformats.org/drawingml/2006/main">
              <a:ext uri="{FF2B5EF4-FFF2-40B4-BE49-F238E27FC236}">
                <a16:creationId xmlns:a16="http://schemas.microsoft.com/office/drawing/2014/main" id="{B2E236EA-6682-4655-9938-A04A6528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8" name="p15-矩形-0068">
            <a:extLst xmlns:a="http://schemas.openxmlformats.org/drawingml/2006/main">
              <a:ext uri="{FF2B5EF4-FFF2-40B4-BE49-F238E27FC236}">
                <a16:creationId xmlns:a16="http://schemas.microsoft.com/office/drawing/2014/main" id="{8A9CC496-8802-460E-90CC-5E70EA69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69" name="p15-矩形-0069">
            <a:extLst xmlns:a="http://schemas.openxmlformats.org/drawingml/2006/main">
              <a:ext uri="{FF2B5EF4-FFF2-40B4-BE49-F238E27FC236}">
                <a16:creationId xmlns:a16="http://schemas.microsoft.com/office/drawing/2014/main" id="{62AC9985-BF3C-46F0-B055-147831B1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0" name="p15-矩形-0070">
            <a:extLst xmlns:a="http://schemas.openxmlformats.org/drawingml/2006/main">
              <a:ext uri="{FF2B5EF4-FFF2-40B4-BE49-F238E27FC236}">
                <a16:creationId xmlns:a16="http://schemas.microsoft.com/office/drawing/2014/main" id="{BF203FC3-B134-46A9-86C7-360C6C38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1" name="p15-矩形-0071">
            <a:extLst xmlns:a="http://schemas.openxmlformats.org/drawingml/2006/main">
              <a:ext uri="{FF2B5EF4-FFF2-40B4-BE49-F238E27FC236}">
                <a16:creationId xmlns:a16="http://schemas.microsoft.com/office/drawing/2014/main" id="{38F75F75-50D3-4DE7-AC41-5BF72A37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2" name="p15-矩形-0072">
            <a:extLst xmlns:a="http://schemas.openxmlformats.org/drawingml/2006/main">
              <a:ext uri="{FF2B5EF4-FFF2-40B4-BE49-F238E27FC236}">
                <a16:creationId xmlns:a16="http://schemas.microsoft.com/office/drawing/2014/main" id="{703B1D8A-7580-475D-A00D-A1C926A6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3" name="p15-矩形-0073">
            <a:extLst xmlns:a="http://schemas.openxmlformats.org/drawingml/2006/main">
              <a:ext uri="{FF2B5EF4-FFF2-40B4-BE49-F238E27FC236}">
                <a16:creationId xmlns:a16="http://schemas.microsoft.com/office/drawing/2014/main" id="{1CD391C2-6992-40C0-9A8F-F694DBCE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4" name="p15-矩形-0074">
            <a:extLst xmlns:a="http://schemas.openxmlformats.org/drawingml/2006/main">
              <a:ext uri="{FF2B5EF4-FFF2-40B4-BE49-F238E27FC236}">
                <a16:creationId xmlns:a16="http://schemas.microsoft.com/office/drawing/2014/main" id="{9649B887-A597-48E4-9D53-248E5F1F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5" name="p15-矩形-0075">
            <a:extLst xmlns:a="http://schemas.openxmlformats.org/drawingml/2006/main">
              <a:ext uri="{FF2B5EF4-FFF2-40B4-BE49-F238E27FC236}">
                <a16:creationId xmlns:a16="http://schemas.microsoft.com/office/drawing/2014/main" id="{9E6F701F-86DE-4B9A-9DD6-D1254066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6" name="p15-矩形-0076">
            <a:extLst xmlns:a="http://schemas.openxmlformats.org/drawingml/2006/main">
              <a:ext uri="{FF2B5EF4-FFF2-40B4-BE49-F238E27FC236}">
                <a16:creationId xmlns:a16="http://schemas.microsoft.com/office/drawing/2014/main" id="{3237CDA7-AEE3-4D22-955F-19E7964F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7" name="p15-矩形-0077">
            <a:extLst xmlns:a="http://schemas.openxmlformats.org/drawingml/2006/main">
              <a:ext uri="{FF2B5EF4-FFF2-40B4-BE49-F238E27FC236}">
                <a16:creationId xmlns:a16="http://schemas.microsoft.com/office/drawing/2014/main" id="{07243552-6E29-4653-AE08-B194AE3D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2862263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8" name="p15-矩形-0078">
            <a:extLst xmlns:a="http://schemas.openxmlformats.org/drawingml/2006/main">
              <a:ext uri="{FF2B5EF4-FFF2-40B4-BE49-F238E27FC236}">
                <a16:creationId xmlns:a16="http://schemas.microsoft.com/office/drawing/2014/main" id="{E38EF573-FA08-4DD9-99CB-DC216678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9" name="p15-矩形-0079">
            <a:extLst xmlns:a="http://schemas.openxmlformats.org/drawingml/2006/main">
              <a:ext uri="{FF2B5EF4-FFF2-40B4-BE49-F238E27FC236}">
                <a16:creationId xmlns:a16="http://schemas.microsoft.com/office/drawing/2014/main" id="{3236D841-D271-48FF-B45D-D3859AEA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0" name="p15-矩形-0080">
            <a:extLst xmlns:a="http://schemas.openxmlformats.org/drawingml/2006/main">
              <a:ext uri="{FF2B5EF4-FFF2-40B4-BE49-F238E27FC236}">
                <a16:creationId xmlns:a16="http://schemas.microsoft.com/office/drawing/2014/main" id="{B3186DFB-8D6B-4D28-BEF3-40C0EC4A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81" name="p15-矩形-0081">
            <a:extLst xmlns:a="http://schemas.openxmlformats.org/drawingml/2006/main">
              <a:ext uri="{FF2B5EF4-FFF2-40B4-BE49-F238E27FC236}">
                <a16:creationId xmlns:a16="http://schemas.microsoft.com/office/drawing/2014/main" id="{C5702D5F-4546-4866-8E37-4CE0C36B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82" name="p15-矩形-0082">
            <a:extLst xmlns:a="http://schemas.openxmlformats.org/drawingml/2006/main">
              <a:ext uri="{FF2B5EF4-FFF2-40B4-BE49-F238E27FC236}">
                <a16:creationId xmlns:a16="http://schemas.microsoft.com/office/drawing/2014/main" id="{668D97A5-739C-486C-8C27-5EF979C9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83" name="p15-矩形-0083">
            <a:extLst xmlns:a="http://schemas.openxmlformats.org/drawingml/2006/main">
              <a:ext uri="{FF2B5EF4-FFF2-40B4-BE49-F238E27FC236}">
                <a16:creationId xmlns:a16="http://schemas.microsoft.com/office/drawing/2014/main" id="{D17138D9-064A-4BAD-A65E-8946F393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84" name="p15-矩形-0084">
            <a:extLst xmlns:a="http://schemas.openxmlformats.org/drawingml/2006/main">
              <a:ext uri="{FF2B5EF4-FFF2-40B4-BE49-F238E27FC236}">
                <a16:creationId xmlns:a16="http://schemas.microsoft.com/office/drawing/2014/main" id="{F82FC3AC-1B41-4271-9F73-C93BC532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85" name="p15-矩形-0085">
            <a:extLst xmlns:a="http://schemas.openxmlformats.org/drawingml/2006/main">
              <a:ext uri="{FF2B5EF4-FFF2-40B4-BE49-F238E27FC236}">
                <a16:creationId xmlns:a16="http://schemas.microsoft.com/office/drawing/2014/main" id="{085C7302-247C-4BFF-BA75-189015DB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6" name="p15-矩形-0086">
            <a:extLst xmlns:a="http://schemas.openxmlformats.org/drawingml/2006/main">
              <a:ext uri="{FF2B5EF4-FFF2-40B4-BE49-F238E27FC236}">
                <a16:creationId xmlns:a16="http://schemas.microsoft.com/office/drawing/2014/main" id="{7AFE1450-0D9B-4769-A5FF-0EC1A11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7" name="p15-矩形-0087">
            <a:extLst xmlns:a="http://schemas.openxmlformats.org/drawingml/2006/main">
              <a:ext uri="{FF2B5EF4-FFF2-40B4-BE49-F238E27FC236}">
                <a16:creationId xmlns:a16="http://schemas.microsoft.com/office/drawing/2014/main" id="{9A1E59D9-D17C-4ECD-A1E6-278FDB2E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8" name="p15-矩形-0088">
            <a:extLst xmlns:a="http://schemas.openxmlformats.org/drawingml/2006/main">
              <a:ext uri="{FF2B5EF4-FFF2-40B4-BE49-F238E27FC236}">
                <a16:creationId xmlns:a16="http://schemas.microsoft.com/office/drawing/2014/main" id="{92E63F37-4DA8-46EA-88CD-46A697B0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9" name="p15-矩形-0089">
            <a:extLst xmlns:a="http://schemas.openxmlformats.org/drawingml/2006/main">
              <a:ext uri="{FF2B5EF4-FFF2-40B4-BE49-F238E27FC236}">
                <a16:creationId xmlns:a16="http://schemas.microsoft.com/office/drawing/2014/main" id="{382075B7-5FB7-4A9C-80D7-ED22411C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0" name="p15-矩形-0090">
            <a:extLst xmlns:a="http://schemas.openxmlformats.org/drawingml/2006/main">
              <a:ext uri="{FF2B5EF4-FFF2-40B4-BE49-F238E27FC236}">
                <a16:creationId xmlns:a16="http://schemas.microsoft.com/office/drawing/2014/main" id="{203D6004-98D4-4781-BE5E-140A433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91" name="p15-矩形-0091">
            <a:extLst xmlns:a="http://schemas.openxmlformats.org/drawingml/2006/main">
              <a:ext uri="{FF2B5EF4-FFF2-40B4-BE49-F238E27FC236}">
                <a16:creationId xmlns:a16="http://schemas.microsoft.com/office/drawing/2014/main" id="{E28595FB-E515-4BC7-83D1-6A03CB08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3068241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92" name="p15-矩形-0092">
            <a:extLst xmlns:a="http://schemas.openxmlformats.org/drawingml/2006/main">
              <a:ext uri="{FF2B5EF4-FFF2-40B4-BE49-F238E27FC236}">
                <a16:creationId xmlns:a16="http://schemas.microsoft.com/office/drawing/2014/main" id="{97244742-DDB2-41B8-AF1D-4748B42F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3" name="p15-矩形-0093">
            <a:extLst xmlns:a="http://schemas.openxmlformats.org/drawingml/2006/main">
              <a:ext uri="{FF2B5EF4-FFF2-40B4-BE49-F238E27FC236}">
                <a16:creationId xmlns:a16="http://schemas.microsoft.com/office/drawing/2014/main" id="{80DF21D7-8FED-4E68-80BE-152BCBDF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4" name="p15-矩形-0094">
            <a:extLst xmlns:a="http://schemas.openxmlformats.org/drawingml/2006/main">
              <a:ext uri="{FF2B5EF4-FFF2-40B4-BE49-F238E27FC236}">
                <a16:creationId xmlns:a16="http://schemas.microsoft.com/office/drawing/2014/main" id="{29DE8893-A153-4BD0-B04C-CABFCA6B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95" name="p15-矩形-0095">
            <a:extLst xmlns:a="http://schemas.openxmlformats.org/drawingml/2006/main">
              <a:ext uri="{FF2B5EF4-FFF2-40B4-BE49-F238E27FC236}">
                <a16:creationId xmlns:a16="http://schemas.microsoft.com/office/drawing/2014/main" id="{029BA799-06C1-4FBD-BE73-494E1B5C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6" name="p15-矩形-0096">
            <a:extLst xmlns:a="http://schemas.openxmlformats.org/drawingml/2006/main">
              <a:ext uri="{FF2B5EF4-FFF2-40B4-BE49-F238E27FC236}">
                <a16:creationId xmlns:a16="http://schemas.microsoft.com/office/drawing/2014/main" id="{832934E9-F756-4E58-9C2A-03140D9C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7" name="p15-矩形-0097">
            <a:extLst xmlns:a="http://schemas.openxmlformats.org/drawingml/2006/main">
              <a:ext uri="{FF2B5EF4-FFF2-40B4-BE49-F238E27FC236}">
                <a16:creationId xmlns:a16="http://schemas.microsoft.com/office/drawing/2014/main" id="{C607C1B9-D6DC-4134-AF76-ED6D964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8" name="p15-矩形-0098">
            <a:extLst xmlns:a="http://schemas.openxmlformats.org/drawingml/2006/main">
              <a:ext uri="{FF2B5EF4-FFF2-40B4-BE49-F238E27FC236}">
                <a16:creationId xmlns:a16="http://schemas.microsoft.com/office/drawing/2014/main" id="{1679F10D-7206-46CE-8573-21314A6B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99" name="p15-矩形-0099">
            <a:extLst xmlns:a="http://schemas.openxmlformats.org/drawingml/2006/main">
              <a:ext uri="{FF2B5EF4-FFF2-40B4-BE49-F238E27FC236}">
                <a16:creationId xmlns:a16="http://schemas.microsoft.com/office/drawing/2014/main" id="{E95E9A49-3373-4747-BDFA-6FD4AB97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0" name="p15-矩形-0100">
            <a:extLst xmlns:a="http://schemas.openxmlformats.org/drawingml/2006/main">
              <a:ext uri="{FF2B5EF4-FFF2-40B4-BE49-F238E27FC236}">
                <a16:creationId xmlns:a16="http://schemas.microsoft.com/office/drawing/2014/main" id="{75BA6B86-5623-4265-BE0A-7738C0F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1" name="p15-矩形-0101">
            <a:extLst xmlns:a="http://schemas.openxmlformats.org/drawingml/2006/main">
              <a:ext uri="{FF2B5EF4-FFF2-40B4-BE49-F238E27FC236}">
                <a16:creationId xmlns:a16="http://schemas.microsoft.com/office/drawing/2014/main" id="{9310C17F-FDED-477F-9BC4-D76B3055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2" name="p15-矩形-0102">
            <a:extLst xmlns:a="http://schemas.openxmlformats.org/drawingml/2006/main">
              <a:ext uri="{FF2B5EF4-FFF2-40B4-BE49-F238E27FC236}">
                <a16:creationId xmlns:a16="http://schemas.microsoft.com/office/drawing/2014/main" id="{8CE6C567-7638-4722-9363-4A9E27E8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3" name="p15-矩形-0103">
            <a:extLst xmlns:a="http://schemas.openxmlformats.org/drawingml/2006/main">
              <a:ext uri="{FF2B5EF4-FFF2-40B4-BE49-F238E27FC236}">
                <a16:creationId xmlns:a16="http://schemas.microsoft.com/office/drawing/2014/main" id="{4F86154F-3FD8-4571-9F98-5E41DC15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4" name="p15-矩形-0104">
            <a:extLst xmlns:a="http://schemas.openxmlformats.org/drawingml/2006/main">
              <a:ext uri="{FF2B5EF4-FFF2-40B4-BE49-F238E27FC236}">
                <a16:creationId xmlns:a16="http://schemas.microsoft.com/office/drawing/2014/main" id="{1E989523-41B7-4851-9A45-8D4E48EA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5" name="p15-矩形-0105">
            <a:extLst xmlns:a="http://schemas.openxmlformats.org/drawingml/2006/main">
              <a:ext uri="{FF2B5EF4-FFF2-40B4-BE49-F238E27FC236}">
                <a16:creationId xmlns:a16="http://schemas.microsoft.com/office/drawing/2014/main" id="{A9839108-1322-4C56-AB91-B283C233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3274219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6" name="p15-矩形-0106">
            <a:extLst xmlns:a="http://schemas.openxmlformats.org/drawingml/2006/main">
              <a:ext uri="{FF2B5EF4-FFF2-40B4-BE49-F238E27FC236}">
                <a16:creationId xmlns:a16="http://schemas.microsoft.com/office/drawing/2014/main" id="{8D01D3E3-18EC-419E-B221-C8890242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7" name="p15-矩形-0107">
            <a:extLst xmlns:a="http://schemas.openxmlformats.org/drawingml/2006/main">
              <a:ext uri="{FF2B5EF4-FFF2-40B4-BE49-F238E27FC236}">
                <a16:creationId xmlns:a16="http://schemas.microsoft.com/office/drawing/2014/main" id="{E2737FE6-A2A2-406E-BE5C-5CF08A14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8" name="p15-矩形-0108">
            <a:extLst xmlns:a="http://schemas.openxmlformats.org/drawingml/2006/main">
              <a:ext uri="{FF2B5EF4-FFF2-40B4-BE49-F238E27FC236}">
                <a16:creationId xmlns:a16="http://schemas.microsoft.com/office/drawing/2014/main" id="{F75CCC75-B983-493A-BB08-B4742465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018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9" name="p15-矩形-0109">
            <a:extLst xmlns:a="http://schemas.openxmlformats.org/drawingml/2006/main">
              <a:ext uri="{FF2B5EF4-FFF2-40B4-BE49-F238E27FC236}">
                <a16:creationId xmlns:a16="http://schemas.microsoft.com/office/drawing/2014/main" id="{9F8680EC-1726-4197-9704-E26A9109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527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0" name="p15-矩形-0110">
            <a:extLst xmlns:a="http://schemas.openxmlformats.org/drawingml/2006/main">
              <a:ext uri="{FF2B5EF4-FFF2-40B4-BE49-F238E27FC236}">
                <a16:creationId xmlns:a16="http://schemas.microsoft.com/office/drawing/2014/main" id="{C2C6D6A7-C603-4FFD-AF16-7567B786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036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1" name="p15-矩形-0111">
            <a:extLst xmlns:a="http://schemas.openxmlformats.org/drawingml/2006/main">
              <a:ext uri="{FF2B5EF4-FFF2-40B4-BE49-F238E27FC236}">
                <a16:creationId xmlns:a16="http://schemas.microsoft.com/office/drawing/2014/main" id="{53FE16B2-44D0-4856-A8BB-42C0887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5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2" name="p15-矩形-0112">
            <a:extLst xmlns:a="http://schemas.openxmlformats.org/drawingml/2006/main">
              <a:ext uri="{FF2B5EF4-FFF2-40B4-BE49-F238E27FC236}">
                <a16:creationId xmlns:a16="http://schemas.microsoft.com/office/drawing/2014/main" id="{BAB6B669-ECEF-416D-8DB9-61314C4D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54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3" name="p15-矩形-0113">
            <a:extLst xmlns:a="http://schemas.openxmlformats.org/drawingml/2006/main">
              <a:ext uri="{FF2B5EF4-FFF2-40B4-BE49-F238E27FC236}">
                <a16:creationId xmlns:a16="http://schemas.microsoft.com/office/drawing/2014/main" id="{278C9C47-CFF3-420A-B0EB-BA96796B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4" name="p15-矩形-0114">
            <a:extLst xmlns:a="http://schemas.openxmlformats.org/drawingml/2006/main">
              <a:ext uri="{FF2B5EF4-FFF2-40B4-BE49-F238E27FC236}">
                <a16:creationId xmlns:a16="http://schemas.microsoft.com/office/drawing/2014/main" id="{8243FDBC-46D9-40BB-9843-32F53D5E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71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5" name="p15-矩形-0115">
            <a:extLst xmlns:a="http://schemas.openxmlformats.org/drawingml/2006/main">
              <a:ext uri="{FF2B5EF4-FFF2-40B4-BE49-F238E27FC236}">
                <a16:creationId xmlns:a16="http://schemas.microsoft.com/office/drawing/2014/main" id="{C798326D-2471-4FCF-9E2A-CDDC99CC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580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6" name="p15-矩形-0116">
            <a:extLst xmlns:a="http://schemas.openxmlformats.org/drawingml/2006/main">
              <a:ext uri="{FF2B5EF4-FFF2-40B4-BE49-F238E27FC236}">
                <a16:creationId xmlns:a16="http://schemas.microsoft.com/office/drawing/2014/main" id="{A55C029C-E033-4DCD-8F61-85E9D5C1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089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7" name="p15-矩形-0117">
            <a:extLst xmlns:a="http://schemas.openxmlformats.org/drawingml/2006/main">
              <a:ext uri="{FF2B5EF4-FFF2-40B4-BE49-F238E27FC236}">
                <a16:creationId xmlns:a16="http://schemas.microsoft.com/office/drawing/2014/main" id="{99C079A6-C84F-46C2-A452-5F808502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98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8" name="p15-矩形-0118">
            <a:extLst xmlns:a="http://schemas.openxmlformats.org/drawingml/2006/main">
              <a:ext uri="{FF2B5EF4-FFF2-40B4-BE49-F238E27FC236}">
                <a16:creationId xmlns:a16="http://schemas.microsoft.com/office/drawing/2014/main" id="{78B759B2-9FB4-42F9-AB8B-2AC1E9C9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107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19" name="p15-矩形-0119">
            <a:extLst xmlns:a="http://schemas.openxmlformats.org/drawingml/2006/main">
              <a:ext uri="{FF2B5EF4-FFF2-40B4-BE49-F238E27FC236}">
                <a16:creationId xmlns:a16="http://schemas.microsoft.com/office/drawing/2014/main" id="{D92CFAB9-EFFC-4A5D-9866-CD78E667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16" y="3480197"/>
            <a:ext cx="197984" cy="1964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0" name="p15-文本-0120">
            <a:extLst xmlns:a="http://schemas.openxmlformats.org/drawingml/2006/main">
              <a:ext uri="{FF2B5EF4-FFF2-40B4-BE49-F238E27FC236}">
                <a16:creationId xmlns:a16="http://schemas.microsoft.com/office/drawing/2014/main" id="{E7529AA2-4230-44F0-9521-6DE958C9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414" y="37361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1" name="p15-文本-0121">
            <a:extLst xmlns:a="http://schemas.openxmlformats.org/drawingml/2006/main">
              <a:ext uri="{FF2B5EF4-FFF2-40B4-BE49-F238E27FC236}">
                <a16:creationId xmlns:a16="http://schemas.microsoft.com/office/drawing/2014/main" id="{24B2D9A4-56E5-4D8F-962C-73E71ED8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977" y="37361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22" name="p15-文本-0122">
            <a:extLst xmlns:a="http://schemas.openxmlformats.org/drawingml/2006/main">
              <a:ext uri="{FF2B5EF4-FFF2-40B4-BE49-F238E27FC236}">
                <a16:creationId xmlns:a16="http://schemas.microsoft.com/office/drawing/2014/main" id="{2A68CD1D-1528-439A-AF3F-15BAD47D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692" y="3736130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23" name="p15-文本-0123">
            <a:extLst xmlns:a="http://schemas.openxmlformats.org/drawingml/2006/main">
              <a:ext uri="{FF2B5EF4-FFF2-40B4-BE49-F238E27FC236}">
                <a16:creationId xmlns:a16="http://schemas.microsoft.com/office/drawing/2014/main" id="{D60F45EB-E256-4A8F-955B-B0B24C13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645" y="204533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4" name="p15-文本-0124">
            <a:extLst xmlns:a="http://schemas.openxmlformats.org/drawingml/2006/main">
              <a:ext uri="{FF2B5EF4-FFF2-40B4-BE49-F238E27FC236}">
                <a16:creationId xmlns:a16="http://schemas.microsoft.com/office/drawing/2014/main" id="{03A9A761-F76D-4632-AF02-B50481E5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645" y="348718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25" name="p15-文本-0125">
            <a:extLst xmlns:a="http://schemas.openxmlformats.org/drawingml/2006/main">
              <a:ext uri="{FF2B5EF4-FFF2-40B4-BE49-F238E27FC236}">
                <a16:creationId xmlns:a16="http://schemas.microsoft.com/office/drawing/2014/main" id="{93CAD017-B715-4724-9E9C-EF007728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747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结构与条件形成输入</a:t>
            </a:r>
          </a:p>
        </p:txBody>
      </p:sp>
      <p:sp>
        <p:nvSpPr>
          <p:cNvPr id="126" name="p15-文本-0126">
            <a:extLst xmlns:a="http://schemas.openxmlformats.org/drawingml/2006/main">
              <a:ext uri="{FF2B5EF4-FFF2-40B4-BE49-F238E27FC236}">
                <a16:creationId xmlns:a16="http://schemas.microsoft.com/office/drawing/2014/main" id="{7E504CAA-F848-495F-8405-39BD75F1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603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实验响应作为学习目标</a:t>
            </a:r>
          </a:p>
        </p:txBody>
      </p:sp>
      <p:sp>
        <p:nvSpPr>
          <p:cNvPr id="127" name="p15-文本-0127">
            <a:extLst xmlns:a="http://schemas.openxmlformats.org/drawingml/2006/main">
              <a:ext uri="{FF2B5EF4-FFF2-40B4-BE49-F238E27FC236}">
                <a16:creationId xmlns:a16="http://schemas.microsoft.com/office/drawing/2014/main" id="{CA5DB2B5-4201-4398-99D8-B50DA8F7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3277"/>
            <a:ext cx="24443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按样本来源划分训练与验证</a:t>
            </a:r>
          </a:p>
        </p:txBody>
      </p:sp>
      <p:sp>
        <p:nvSpPr>
          <p:cNvPr id="128" name="p15-路径-0128">
            <a:extLst xmlns:a="http://schemas.openxmlformats.org/drawingml/2006/main">
              <a:ext uri="{FF2B5EF4-FFF2-40B4-BE49-F238E27FC236}">
                <a16:creationId xmlns:a16="http://schemas.microsoft.com/office/drawing/2014/main" id="{7D557145-1461-4543-BF09-6EC91B7D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72537"/>
            <a:ext cx="419100" cy="188976"/>
          </a:xfrm>
          <a:custGeom xmlns:a="http://schemas.openxmlformats.org/drawingml/2006/main">
            <a:pathLst>
              <a:path w="419100" h="188976">
                <a:moveTo>
                  <a:pt x="0" y="142113"/>
                </a:moveTo>
                <a:lnTo>
                  <a:pt x="266700" y="142113"/>
                </a:lnTo>
                <a:lnTo>
                  <a:pt x="266700" y="188976"/>
                </a:lnTo>
                <a:lnTo>
                  <a:pt x="419100" y="94488"/>
                </a:lnTo>
                <a:lnTo>
                  <a:pt x="266700" y="0"/>
                </a:lnTo>
                <a:lnTo>
                  <a:pt x="2667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9" name="p15-矩形-0129">
            <a:extLst xmlns:a="http://schemas.openxmlformats.org/drawingml/2006/main">
              <a:ext uri="{FF2B5EF4-FFF2-40B4-BE49-F238E27FC236}">
                <a16:creationId xmlns:a16="http://schemas.microsoft.com/office/drawing/2014/main" id="{FC414C3E-92D9-4F4F-9233-F29087F5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400175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0" name="p15-文本-0130">
            <a:extLst xmlns:a="http://schemas.openxmlformats.org/drawingml/2006/main">
              <a:ext uri="{FF2B5EF4-FFF2-40B4-BE49-F238E27FC236}">
                <a16:creationId xmlns:a16="http://schemas.microsoft.com/office/drawing/2014/main" id="{5119B102-99C2-4BD7-8ACB-1B3AF6D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185" y="142169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模型与评估</a:t>
            </a:r>
          </a:p>
        </p:txBody>
      </p:sp>
      <p:sp>
        <p:nvSpPr>
          <p:cNvPr id="131" name="p15-线-0131">
            <a:extLst xmlns:a="http://schemas.openxmlformats.org/drawingml/2006/main">
              <a:ext uri="{FF2B5EF4-FFF2-40B4-BE49-F238E27FC236}">
                <a16:creationId xmlns:a16="http://schemas.microsoft.com/office/drawing/2014/main" id="{13FC3FA8-C3FA-4FB9-99AD-8CEA22A9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838575"/>
            <a:ext cx="2381250" cy="95"/>
          </a:xfrm>
          <a:custGeom xmlns:a="http://schemas.openxmlformats.org/drawingml/2006/main">
            <a:pathLst>
              <a:path w="2381250" h="95">
                <a:moveTo>
                  <a:pt x="0" y="0"/>
                </a:moveTo>
                <a:lnTo>
                  <a:pt x="238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32" name="p15-线-0132">
            <a:extLst xmlns:a="http://schemas.openxmlformats.org/drawingml/2006/main">
              <a:ext uri="{FF2B5EF4-FFF2-40B4-BE49-F238E27FC236}">
                <a16:creationId xmlns:a16="http://schemas.microsoft.com/office/drawing/2014/main" id="{DA0BCA7E-0567-4B68-BBC6-056B764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00275"/>
            <a:ext cx="95" cy="1638300"/>
          </a:xfrm>
          <a:custGeom xmlns:a="http://schemas.openxmlformats.org/drawingml/2006/main">
            <a:pathLst>
              <a:path w="95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33" name="p15-线-0133">
            <a:extLst xmlns:a="http://schemas.openxmlformats.org/drawingml/2006/main">
              <a:ext uri="{FF2B5EF4-FFF2-40B4-BE49-F238E27FC236}">
                <a16:creationId xmlns:a16="http://schemas.microsoft.com/office/drawing/2014/main" id="{6422C0A8-5F68-4A2D-8613-60E01A86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200275"/>
            <a:ext cx="2381250" cy="1638300"/>
          </a:xfrm>
          <a:custGeom xmlns:a="http://schemas.openxmlformats.org/drawingml/2006/main">
            <a:pathLst>
              <a:path w="2381250" h="1638300">
                <a:moveTo>
                  <a:pt x="0" y="1638300"/>
                </a:moveTo>
                <a:lnTo>
                  <a:pt x="238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134" name="p15-椭圆-0134">
            <a:extLst xmlns:a="http://schemas.openxmlformats.org/drawingml/2006/main">
              <a:ext uri="{FF2B5EF4-FFF2-40B4-BE49-F238E27FC236}">
                <a16:creationId xmlns:a16="http://schemas.microsoft.com/office/drawing/2014/main" id="{091E36A0-F08A-4674-A78E-ACF9B366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095" y="3758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5" name="p15-椭圆-0135">
            <a:extLst xmlns:a="http://schemas.openxmlformats.org/drawingml/2006/main">
              <a:ext uri="{FF2B5EF4-FFF2-40B4-BE49-F238E27FC236}">
                <a16:creationId xmlns:a16="http://schemas.microsoft.com/office/drawing/2014/main" id="{B28EA195-F309-43C9-8D28-215EDCC6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788" y="261892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6" name="p15-椭圆-0136">
            <a:extLst xmlns:a="http://schemas.openxmlformats.org/drawingml/2006/main">
              <a:ext uri="{FF2B5EF4-FFF2-40B4-BE49-F238E27FC236}">
                <a16:creationId xmlns:a16="http://schemas.microsoft.com/office/drawing/2014/main" id="{1A20948B-4BD6-4DE1-BF9A-D521B6DB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232" y="34912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7" name="p15-椭圆-0137">
            <a:extLst xmlns:a="http://schemas.openxmlformats.org/drawingml/2006/main">
              <a:ext uri="{FF2B5EF4-FFF2-40B4-BE49-F238E27FC236}">
                <a16:creationId xmlns:a16="http://schemas.microsoft.com/office/drawing/2014/main" id="{E1521A83-DC8A-41A3-AB04-897A0732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925" y="25577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8" name="p15-椭圆-0138">
            <a:extLst xmlns:a="http://schemas.openxmlformats.org/drawingml/2006/main">
              <a:ext uri="{FF2B5EF4-FFF2-40B4-BE49-F238E27FC236}">
                <a16:creationId xmlns:a16="http://schemas.microsoft.com/office/drawing/2014/main" id="{9E2A6A9A-F040-4943-B34D-D3EACF44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69" y="290571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9" name="p15-椭圆-0139">
            <a:extLst xmlns:a="http://schemas.openxmlformats.org/drawingml/2006/main">
              <a:ext uri="{FF2B5EF4-FFF2-40B4-BE49-F238E27FC236}">
                <a16:creationId xmlns:a16="http://schemas.microsoft.com/office/drawing/2014/main" id="{AFCB3CC3-5433-4C00-A1BA-941F1262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5812" y="35623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0" name="p15-椭圆-0140">
            <a:extLst xmlns:a="http://schemas.openxmlformats.org/drawingml/2006/main">
              <a:ext uri="{FF2B5EF4-FFF2-40B4-BE49-F238E27FC236}">
                <a16:creationId xmlns:a16="http://schemas.microsoft.com/office/drawing/2014/main" id="{A23B8007-E201-4FF2-99D8-7B2B79F5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506" y="281549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1" name="p15-椭圆-0141">
            <a:extLst xmlns:a="http://schemas.openxmlformats.org/drawingml/2006/main">
              <a:ext uri="{FF2B5EF4-FFF2-40B4-BE49-F238E27FC236}">
                <a16:creationId xmlns:a16="http://schemas.microsoft.com/office/drawing/2014/main" id="{53F5EC67-9F5D-4AEC-9227-B8A5292C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7949" y="330523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2" name="p15-椭圆-0142">
            <a:extLst xmlns:a="http://schemas.openxmlformats.org/drawingml/2006/main">
              <a:ext uri="{FF2B5EF4-FFF2-40B4-BE49-F238E27FC236}">
                <a16:creationId xmlns:a16="http://schemas.microsoft.com/office/drawing/2014/main" id="{E56FCFFC-479D-4C76-8D59-36DA7D58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642" y="22189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3" name="p15-椭圆-0143">
            <a:extLst xmlns:a="http://schemas.openxmlformats.org/drawingml/2006/main">
              <a:ext uri="{FF2B5EF4-FFF2-40B4-BE49-F238E27FC236}">
                <a16:creationId xmlns:a16="http://schemas.microsoft.com/office/drawing/2014/main" id="{EEE37368-D47B-4E38-BE4F-FF0BE991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086" y="292655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4" name="p15-椭圆-0144">
            <a:extLst xmlns:a="http://schemas.openxmlformats.org/drawingml/2006/main">
              <a:ext uri="{FF2B5EF4-FFF2-40B4-BE49-F238E27FC236}">
                <a16:creationId xmlns:a16="http://schemas.microsoft.com/office/drawing/2014/main" id="{F93FE8AF-E38C-4030-AA88-4255CD37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529" y="36771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5" name="p15-椭圆-0145">
            <a:extLst xmlns:a="http://schemas.openxmlformats.org/drawingml/2006/main">
              <a:ext uri="{FF2B5EF4-FFF2-40B4-BE49-F238E27FC236}">
                <a16:creationId xmlns:a16="http://schemas.microsoft.com/office/drawing/2014/main" id="{573F3F4C-BA74-4224-8FF3-F3C822A1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2223" y="23953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6" name="p15-椭圆-0146">
            <a:extLst xmlns:a="http://schemas.openxmlformats.org/drawingml/2006/main">
              <a:ext uri="{FF2B5EF4-FFF2-40B4-BE49-F238E27FC236}">
                <a16:creationId xmlns:a16="http://schemas.microsoft.com/office/drawing/2014/main" id="{42189891-C6C1-4E39-A15C-A0BE1B25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2666" y="30029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7" name="p15-椭圆-0147">
            <a:extLst xmlns:a="http://schemas.openxmlformats.org/drawingml/2006/main">
              <a:ext uri="{FF2B5EF4-FFF2-40B4-BE49-F238E27FC236}">
                <a16:creationId xmlns:a16="http://schemas.microsoft.com/office/drawing/2014/main" id="{83D38107-F4D8-4D8B-B042-B96D2681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3110" y="3758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8" name="p15-椭圆-0148">
            <a:extLst xmlns:a="http://schemas.openxmlformats.org/drawingml/2006/main">
              <a:ext uri="{FF2B5EF4-FFF2-40B4-BE49-F238E27FC236}">
                <a16:creationId xmlns:a16="http://schemas.microsoft.com/office/drawing/2014/main" id="{8D755D7E-0189-47C9-9981-3AB78243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803" y="28014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9" name="p15-椭圆-0149">
            <a:extLst xmlns:a="http://schemas.openxmlformats.org/drawingml/2006/main">
              <a:ext uri="{FF2B5EF4-FFF2-40B4-BE49-F238E27FC236}">
                <a16:creationId xmlns:a16="http://schemas.microsoft.com/office/drawing/2014/main" id="{154BE82B-A91D-41B8-AE1F-54F173A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47" y="31868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0" name="p15-椭圆-0150">
            <a:extLst xmlns:a="http://schemas.openxmlformats.org/drawingml/2006/main">
              <a:ext uri="{FF2B5EF4-FFF2-40B4-BE49-F238E27FC236}">
                <a16:creationId xmlns:a16="http://schemas.microsoft.com/office/drawing/2014/main" id="{9DA689BA-6D38-4CF5-9F1F-212D476E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6940" y="23606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1" name="p15-椭圆-0151">
            <a:extLst xmlns:a="http://schemas.openxmlformats.org/drawingml/2006/main">
              <a:ext uri="{FF2B5EF4-FFF2-40B4-BE49-F238E27FC236}">
                <a16:creationId xmlns:a16="http://schemas.microsoft.com/office/drawing/2014/main" id="{C1560585-89BE-4ECD-A5A4-A0D7E5F6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383" y="315300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2" name="p15-椭圆-0152">
            <a:extLst xmlns:a="http://schemas.openxmlformats.org/drawingml/2006/main">
              <a:ext uri="{FF2B5EF4-FFF2-40B4-BE49-F238E27FC236}">
                <a16:creationId xmlns:a16="http://schemas.microsoft.com/office/drawing/2014/main" id="{9131D8F5-1F99-447E-AFF9-F78B5D37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7827" y="35265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3" name="p15-椭圆-0153">
            <a:extLst xmlns:a="http://schemas.openxmlformats.org/drawingml/2006/main">
              <a:ext uri="{FF2B5EF4-FFF2-40B4-BE49-F238E27FC236}">
                <a16:creationId xmlns:a16="http://schemas.microsoft.com/office/drawing/2014/main" id="{9A638FE8-6270-4AD1-B04F-DEBE9041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520" y="24472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4" name="p15-椭圆-0154">
            <a:extLst xmlns:a="http://schemas.openxmlformats.org/drawingml/2006/main">
              <a:ext uri="{FF2B5EF4-FFF2-40B4-BE49-F238E27FC236}">
                <a16:creationId xmlns:a16="http://schemas.microsoft.com/office/drawing/2014/main" id="{A0DDB06E-9A38-4C8F-80F0-0139FC21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9964" y="33516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5" name="p15-椭圆-0155">
            <a:extLst xmlns:a="http://schemas.openxmlformats.org/drawingml/2006/main">
              <a:ext uri="{FF2B5EF4-FFF2-40B4-BE49-F238E27FC236}">
                <a16:creationId xmlns:a16="http://schemas.microsoft.com/office/drawing/2014/main" id="{C7A308EE-189E-49B8-96D7-F4E42B2B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1657" y="229563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6" name="p15-椭圆-0156">
            <a:extLst xmlns:a="http://schemas.openxmlformats.org/drawingml/2006/main">
              <a:ext uri="{FF2B5EF4-FFF2-40B4-BE49-F238E27FC236}">
                <a16:creationId xmlns:a16="http://schemas.microsoft.com/office/drawing/2014/main" id="{C2DFAF4E-042A-42E1-BF61-D6408059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101" y="265994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7" name="p15-椭圆-0157">
            <a:extLst xmlns:a="http://schemas.openxmlformats.org/drawingml/2006/main">
              <a:ext uri="{FF2B5EF4-FFF2-40B4-BE49-F238E27FC236}">
                <a16:creationId xmlns:a16="http://schemas.microsoft.com/office/drawing/2014/main" id="{025BCAD1-9EEB-4EA4-AB3D-ED4423AF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2544" y="343273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8" name="p15-椭圆-0158">
            <a:extLst xmlns:a="http://schemas.openxmlformats.org/drawingml/2006/main">
              <a:ext uri="{FF2B5EF4-FFF2-40B4-BE49-F238E27FC236}">
                <a16:creationId xmlns:a16="http://schemas.microsoft.com/office/drawing/2014/main" id="{8FB4EB48-95F6-4D15-89BD-38CFD1D6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37" y="26234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9" name="p15-椭圆-0159">
            <a:extLst xmlns:a="http://schemas.openxmlformats.org/drawingml/2006/main">
              <a:ext uri="{FF2B5EF4-FFF2-40B4-BE49-F238E27FC236}">
                <a16:creationId xmlns:a16="http://schemas.microsoft.com/office/drawing/2014/main" id="{C28F5825-1E4E-4708-9A98-311AC6E7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4681" y="30217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0" name="p15-椭圆-0160">
            <a:extLst xmlns:a="http://schemas.openxmlformats.org/drawingml/2006/main">
              <a:ext uri="{FF2B5EF4-FFF2-40B4-BE49-F238E27FC236}">
                <a16:creationId xmlns:a16="http://schemas.microsoft.com/office/drawing/2014/main" id="{81116182-EBB4-4328-8240-B4452908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5124" y="35343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1" name="p15-椭圆-0161">
            <a:extLst xmlns:a="http://schemas.openxmlformats.org/drawingml/2006/main">
              <a:ext uri="{FF2B5EF4-FFF2-40B4-BE49-F238E27FC236}">
                <a16:creationId xmlns:a16="http://schemas.microsoft.com/office/drawing/2014/main" id="{76285E39-248D-4369-8FAA-3AB3226D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818" y="27940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2" name="p15-椭圆-0162">
            <a:extLst xmlns:a="http://schemas.openxmlformats.org/drawingml/2006/main">
              <a:ext uri="{FF2B5EF4-FFF2-40B4-BE49-F238E27FC236}">
                <a16:creationId xmlns:a16="http://schemas.microsoft.com/office/drawing/2014/main" id="{41F86940-3103-43E8-A74D-EF0DD7C2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261" y="34253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3" name="p15-椭圆-0163">
            <a:extLst xmlns:a="http://schemas.openxmlformats.org/drawingml/2006/main">
              <a:ext uri="{FF2B5EF4-FFF2-40B4-BE49-F238E27FC236}">
                <a16:creationId xmlns:a16="http://schemas.microsoft.com/office/drawing/2014/main" id="{6A49708A-689F-4320-8B19-046488CC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8955" y="22189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4" name="p15-椭圆-0164">
            <a:extLst xmlns:a="http://schemas.openxmlformats.org/drawingml/2006/main">
              <a:ext uri="{FF2B5EF4-FFF2-40B4-BE49-F238E27FC236}">
                <a16:creationId xmlns:a16="http://schemas.microsoft.com/office/drawing/2014/main" id="{6FB699A9-52CA-4517-B63C-77BD16C5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398" y="28672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5" name="p15-椭圆-0165">
            <a:extLst xmlns:a="http://schemas.openxmlformats.org/drawingml/2006/main">
              <a:ext uri="{FF2B5EF4-FFF2-40B4-BE49-F238E27FC236}">
                <a16:creationId xmlns:a16="http://schemas.microsoft.com/office/drawing/2014/main" id="{A1DF7B35-F3BA-4EE0-BF99-62861DE6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842" y="37266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6" name="p15-椭圆-0166">
            <a:extLst xmlns:a="http://schemas.openxmlformats.org/drawingml/2006/main">
              <a:ext uri="{FF2B5EF4-FFF2-40B4-BE49-F238E27FC236}">
                <a16:creationId xmlns:a16="http://schemas.microsoft.com/office/drawing/2014/main" id="{FF1A9365-075D-4742-AF85-359AF49C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535" y="25185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7" name="p15-椭圆-0167">
            <a:extLst xmlns:a="http://schemas.openxmlformats.org/drawingml/2006/main">
              <a:ext uri="{FF2B5EF4-FFF2-40B4-BE49-F238E27FC236}">
                <a16:creationId xmlns:a16="http://schemas.microsoft.com/office/drawing/2014/main" id="{49960DD7-585D-4A8E-A0F9-4E3A8D32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1978" y="29881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8" name="p15-椭圆-0168">
            <a:extLst xmlns:a="http://schemas.openxmlformats.org/drawingml/2006/main">
              <a:ext uri="{FF2B5EF4-FFF2-40B4-BE49-F238E27FC236}">
                <a16:creationId xmlns:a16="http://schemas.microsoft.com/office/drawing/2014/main" id="{EA9BCD5E-9E94-49A9-BADC-A7AC1AA8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422" y="3758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9" name="p15-椭圆-0169">
            <a:extLst xmlns:a="http://schemas.openxmlformats.org/drawingml/2006/main">
              <a:ext uri="{FF2B5EF4-FFF2-40B4-BE49-F238E27FC236}">
                <a16:creationId xmlns:a16="http://schemas.microsoft.com/office/drawing/2014/main" id="{EC7FA646-5B50-46C1-AA55-10521B9D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115" y="291312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0" name="p15-椭圆-0170">
            <a:extLst xmlns:a="http://schemas.openxmlformats.org/drawingml/2006/main">
              <a:ext uri="{FF2B5EF4-FFF2-40B4-BE49-F238E27FC236}">
                <a16:creationId xmlns:a16="http://schemas.microsoft.com/office/drawing/2014/main" id="{8BDBD78B-A66D-4222-9F83-5025316C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4559" y="325996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1" name="p15-椭圆-0171">
            <a:extLst xmlns:a="http://schemas.openxmlformats.org/drawingml/2006/main">
              <a:ext uri="{FF2B5EF4-FFF2-40B4-BE49-F238E27FC236}">
                <a16:creationId xmlns:a16="http://schemas.microsoft.com/office/drawing/2014/main" id="{CAD9A0C7-6AEB-4D1B-9D1C-87930444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6252" y="230349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2" name="p15-椭圆-0172">
            <a:extLst xmlns:a="http://schemas.openxmlformats.org/drawingml/2006/main">
              <a:ext uri="{FF2B5EF4-FFF2-40B4-BE49-F238E27FC236}">
                <a16:creationId xmlns:a16="http://schemas.microsoft.com/office/drawing/2014/main" id="{2F125704-EFF6-4E92-9230-E3CD06A1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6696" y="31860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3" name="p15-椭圆-0173">
            <a:extLst xmlns:a="http://schemas.openxmlformats.org/drawingml/2006/main">
              <a:ext uri="{FF2B5EF4-FFF2-40B4-BE49-F238E27FC236}">
                <a16:creationId xmlns:a16="http://schemas.microsoft.com/office/drawing/2014/main" id="{B4C57581-2ED5-42F1-B948-0A4469EE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7139" y="36541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4" name="p15-椭圆-0174">
            <a:extLst xmlns:a="http://schemas.openxmlformats.org/drawingml/2006/main">
              <a:ext uri="{FF2B5EF4-FFF2-40B4-BE49-F238E27FC236}">
                <a16:creationId xmlns:a16="http://schemas.microsoft.com/office/drawing/2014/main" id="{3B97B15B-4C38-4443-801F-55FD63FF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832" y="244725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5" name="p15-椭圆-0175">
            <a:extLst xmlns:a="http://schemas.openxmlformats.org/drawingml/2006/main">
              <a:ext uri="{FF2B5EF4-FFF2-40B4-BE49-F238E27FC236}">
                <a16:creationId xmlns:a16="http://schemas.microsoft.com/office/drawing/2014/main" id="{BAD35B55-2A6B-4042-9CF7-057E920B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276" y="33076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6" name="p15-椭圆-0176">
            <a:extLst xmlns:a="http://schemas.openxmlformats.org/drawingml/2006/main">
              <a:ext uri="{FF2B5EF4-FFF2-40B4-BE49-F238E27FC236}">
                <a16:creationId xmlns:a16="http://schemas.microsoft.com/office/drawing/2014/main" id="{95D60C0C-02EC-47C2-942E-140B8899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69" y="23965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7" name="p15-椭圆-0177">
            <a:extLst xmlns:a="http://schemas.openxmlformats.org/drawingml/2006/main">
              <a:ext uri="{FF2B5EF4-FFF2-40B4-BE49-F238E27FC236}">
                <a16:creationId xmlns:a16="http://schemas.microsoft.com/office/drawing/2014/main" id="{A31AD239-870E-477D-93FD-C7292A73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413" y="274760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8" name="p15-椭圆-0178">
            <a:extLst xmlns:a="http://schemas.openxmlformats.org/drawingml/2006/main">
              <a:ext uri="{FF2B5EF4-FFF2-40B4-BE49-F238E27FC236}">
                <a16:creationId xmlns:a16="http://schemas.microsoft.com/office/drawing/2014/main" id="{6DB92004-5864-45E0-9BA4-57BA9246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1856" y="33806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9" name="p15-文本-0179">
            <a:extLst xmlns:a="http://schemas.openxmlformats.org/drawingml/2006/main">
              <a:ext uri="{FF2B5EF4-FFF2-40B4-BE49-F238E27FC236}">
                <a16:creationId xmlns:a16="http://schemas.microsoft.com/office/drawing/2014/main" id="{FAEC095D-C48C-4FA3-B5F8-DE11C605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9165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80" name="p15-文本-0180">
            <a:extLst xmlns:a="http://schemas.openxmlformats.org/drawingml/2006/main">
              <a:ext uri="{FF2B5EF4-FFF2-40B4-BE49-F238E27FC236}">
                <a16:creationId xmlns:a16="http://schemas.microsoft.com/office/drawing/2014/main" id="{74BD6800-5DA3-4516-807F-813ADEE2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9639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81" name="p15-文本-0181">
            <a:extLst xmlns:a="http://schemas.openxmlformats.org/drawingml/2006/main">
              <a:ext uri="{FF2B5EF4-FFF2-40B4-BE49-F238E27FC236}">
                <a16:creationId xmlns:a16="http://schemas.microsoft.com/office/drawing/2014/main" id="{E965F2CC-600B-440E-B306-9AF55667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22755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比较预测与独立观测</a:t>
            </a:r>
          </a:p>
        </p:txBody>
      </p:sp>
      <p:sp>
        <p:nvSpPr>
          <p:cNvPr id="182" name="p15-文本-0182">
            <a:extLst xmlns:a="http://schemas.openxmlformats.org/drawingml/2006/main">
              <a:ext uri="{FF2B5EF4-FFF2-40B4-BE49-F238E27FC236}">
                <a16:creationId xmlns:a16="http://schemas.microsoft.com/office/drawing/2014/main" id="{D27E75A6-7E8A-4540-B708-1B94F5D6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560931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检查误差随条件的变化</a:t>
            </a:r>
          </a:p>
        </p:txBody>
      </p:sp>
      <p:sp>
        <p:nvSpPr>
          <p:cNvPr id="183" name="p15-文本-0183">
            <a:extLst xmlns:a="http://schemas.openxmlformats.org/drawingml/2006/main">
              <a:ext uri="{FF2B5EF4-FFF2-40B4-BE49-F238E27FC236}">
                <a16:creationId xmlns:a16="http://schemas.microsoft.com/office/drawing/2014/main" id="{0428A3DF-EDE0-4227-9D0A-DDBDB7AA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89430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记录适用范围与不确定性</a:t>
            </a:r>
          </a:p>
        </p:txBody>
      </p:sp>
      <p:sp>
        <p:nvSpPr>
          <p:cNvPr id="184" name="p15-路径-0184">
            <a:extLst xmlns:a="http://schemas.openxmlformats.org/drawingml/2006/main">
              <a:ext uri="{FF2B5EF4-FFF2-40B4-BE49-F238E27FC236}">
                <a16:creationId xmlns:a16="http://schemas.microsoft.com/office/drawing/2014/main" id="{DE01377D-1A6F-4D0F-AD6F-B2C93247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72537"/>
            <a:ext cx="428625" cy="188976"/>
          </a:xfrm>
          <a:custGeom xmlns:a="http://schemas.openxmlformats.org/drawingml/2006/main">
            <a:pathLst>
              <a:path w="428625" h="188976">
                <a:moveTo>
                  <a:pt x="0" y="142113"/>
                </a:moveTo>
                <a:lnTo>
                  <a:pt x="276225" y="142113"/>
                </a:lnTo>
                <a:lnTo>
                  <a:pt x="276225" y="188976"/>
                </a:lnTo>
                <a:lnTo>
                  <a:pt x="428625" y="94488"/>
                </a:lnTo>
                <a:lnTo>
                  <a:pt x="276225" y="0"/>
                </a:lnTo>
                <a:lnTo>
                  <a:pt x="276225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5" name="p15-矩形-0185">
            <a:extLst xmlns:a="http://schemas.openxmlformats.org/drawingml/2006/main">
              <a:ext uri="{FF2B5EF4-FFF2-40B4-BE49-F238E27FC236}">
                <a16:creationId xmlns:a16="http://schemas.microsoft.com/office/drawing/2014/main" id="{CB304950-9738-4C62-AE7E-D90D33B9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00175"/>
            <a:ext cx="3295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6" name="p15-文本-0186">
            <a:extLst xmlns:a="http://schemas.openxmlformats.org/drawingml/2006/main">
              <a:ext uri="{FF2B5EF4-FFF2-40B4-BE49-F238E27FC236}">
                <a16:creationId xmlns:a16="http://schemas.microsoft.com/office/drawing/2014/main" id="{670C5AA6-E4BD-4C3D-B3C9-DEDA928C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5860" y="1421699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推荐与检验</a:t>
            </a:r>
          </a:p>
        </p:txBody>
      </p:sp>
      <p:sp>
        <p:nvSpPr>
          <p:cNvPr id="187" name="p15-线-0187">
            <a:extLst xmlns:a="http://schemas.openxmlformats.org/drawingml/2006/main">
              <a:ext uri="{FF2B5EF4-FFF2-40B4-BE49-F238E27FC236}">
                <a16:creationId xmlns:a16="http://schemas.microsoft.com/office/drawing/2014/main" id="{5F746224-FA5E-4557-9A35-CD1962C3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38575"/>
            <a:ext cx="2571750" cy="95"/>
          </a:xfrm>
          <a:custGeom xmlns:a="http://schemas.openxmlformats.org/drawingml/2006/main">
            <a:pathLst>
              <a:path w="2571750" h="9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88" name="p15-线-0188">
            <a:extLst xmlns:a="http://schemas.openxmlformats.org/drawingml/2006/main">
              <a:ext uri="{FF2B5EF4-FFF2-40B4-BE49-F238E27FC236}">
                <a16:creationId xmlns:a16="http://schemas.microsoft.com/office/drawing/2014/main" id="{BD80659E-C274-443A-B973-E0EE474E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00275"/>
            <a:ext cx="95" cy="1638300"/>
          </a:xfrm>
          <a:custGeom xmlns:a="http://schemas.openxmlformats.org/drawingml/2006/main">
            <a:pathLst>
              <a:path w="95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89" name="p15-矩形-0189">
            <a:extLst xmlns:a="http://schemas.openxmlformats.org/drawingml/2006/main">
              <a:ext uri="{FF2B5EF4-FFF2-40B4-BE49-F238E27FC236}">
                <a16:creationId xmlns:a16="http://schemas.microsoft.com/office/drawing/2014/main" id="{4417CC05-D856-420B-9A9E-52AD3C17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7067" y="3216021"/>
            <a:ext cx="321469" cy="6225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0" name="p15-线-0190">
            <a:extLst xmlns:a="http://schemas.openxmlformats.org/drawingml/2006/main">
              <a:ext uri="{FF2B5EF4-FFF2-40B4-BE49-F238E27FC236}">
                <a16:creationId xmlns:a16="http://schemas.microsoft.com/office/drawing/2014/main" id="{13658F00-9C8E-443D-8D12-A99206D6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801" y="3139821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1" name="p15-线-0191">
            <a:extLst xmlns:a="http://schemas.openxmlformats.org/drawingml/2006/main">
              <a:ext uri="{FF2B5EF4-FFF2-40B4-BE49-F238E27FC236}">
                <a16:creationId xmlns:a16="http://schemas.microsoft.com/office/drawing/2014/main" id="{42058BF1-2334-47CE-BA10-0493C917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651" y="3139821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2" name="p15-文本-0192">
            <a:extLst xmlns:a="http://schemas.openxmlformats.org/drawingml/2006/main">
              <a:ext uri="{FF2B5EF4-FFF2-40B4-BE49-F238E27FC236}">
                <a16:creationId xmlns:a16="http://schemas.microsoft.com/office/drawing/2014/main" id="{9DD5E29A-E90B-4B9E-ABC5-65AA9CEC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841" y="3907027"/>
            <a:ext cx="131921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93" name="p15-矩形-0193">
            <a:extLst xmlns:a="http://schemas.openxmlformats.org/drawingml/2006/main">
              <a:ext uri="{FF2B5EF4-FFF2-40B4-BE49-F238E27FC236}">
                <a16:creationId xmlns:a16="http://schemas.microsoft.com/office/drawing/2014/main" id="{D257B0A1-1142-4375-8417-7BD36530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0004" y="2675382"/>
            <a:ext cx="321469" cy="1163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194" name="p15-线-0194">
            <a:extLst xmlns:a="http://schemas.openxmlformats.org/drawingml/2006/main">
              <a:ext uri="{FF2B5EF4-FFF2-40B4-BE49-F238E27FC236}">
                <a16:creationId xmlns:a16="http://schemas.microsoft.com/office/drawing/2014/main" id="{576D769D-408B-4026-9715-2144F58C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739" y="2599182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5" name="p15-线-0195">
            <a:extLst xmlns:a="http://schemas.openxmlformats.org/drawingml/2006/main">
              <a:ext uri="{FF2B5EF4-FFF2-40B4-BE49-F238E27FC236}">
                <a16:creationId xmlns:a16="http://schemas.microsoft.com/office/drawing/2014/main" id="{51B9B3EF-3CFD-4D48-8B12-921399AE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89" y="2599182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6" name="p15-文本-0196">
            <a:extLst xmlns:a="http://schemas.openxmlformats.org/drawingml/2006/main">
              <a:ext uri="{FF2B5EF4-FFF2-40B4-BE49-F238E27FC236}">
                <a16:creationId xmlns:a16="http://schemas.microsoft.com/office/drawing/2014/main" id="{F6C593AC-D1A0-4404-8844-8B63A3FB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874" y="3907027"/>
            <a:ext cx="121729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97" name="p15-矩形-0197">
            <a:extLst xmlns:a="http://schemas.openxmlformats.org/drawingml/2006/main">
              <a:ext uri="{FF2B5EF4-FFF2-40B4-BE49-F238E27FC236}">
                <a16:creationId xmlns:a16="http://schemas.microsoft.com/office/drawing/2014/main" id="{8BD482A7-24EF-4EFD-B1D4-E4904AE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2942" y="2822829"/>
            <a:ext cx="321469" cy="10157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198" name="p15-线-0198">
            <a:extLst xmlns:a="http://schemas.openxmlformats.org/drawingml/2006/main">
              <a:ext uri="{FF2B5EF4-FFF2-40B4-BE49-F238E27FC236}">
                <a16:creationId xmlns:a16="http://schemas.microsoft.com/office/drawing/2014/main" id="{37689FBD-BD36-44BB-B187-FE0C1740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676" y="2746629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199" name="p15-线-0199">
            <a:extLst xmlns:a="http://schemas.openxmlformats.org/drawingml/2006/main">
              <a:ext uri="{FF2B5EF4-FFF2-40B4-BE49-F238E27FC236}">
                <a16:creationId xmlns:a16="http://schemas.microsoft.com/office/drawing/2014/main" id="{CBC2391E-F029-4300-B7C3-267ED78E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526" y="2746629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200" name="p15-文本-0200">
            <a:extLst xmlns:a="http://schemas.openxmlformats.org/drawingml/2006/main">
              <a:ext uri="{FF2B5EF4-FFF2-40B4-BE49-F238E27FC236}">
                <a16:creationId xmlns:a16="http://schemas.microsoft.com/office/drawing/2014/main" id="{D01F5765-BC31-4FB8-8AD0-2FAC253B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0002" y="3907027"/>
            <a:ext cx="127349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01" name="p15-矩形-0201">
            <a:extLst xmlns:a="http://schemas.openxmlformats.org/drawingml/2006/main">
              <a:ext uri="{FF2B5EF4-FFF2-40B4-BE49-F238E27FC236}">
                <a16:creationId xmlns:a16="http://schemas.microsoft.com/office/drawing/2014/main" id="{DCD80437-B867-41FF-98E5-94BB498D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5879" y="2446020"/>
            <a:ext cx="321469" cy="13925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02" name="p15-线-0202">
            <a:extLst xmlns:a="http://schemas.openxmlformats.org/drawingml/2006/main">
              <a:ext uri="{FF2B5EF4-FFF2-40B4-BE49-F238E27FC236}">
                <a16:creationId xmlns:a16="http://schemas.microsoft.com/office/drawing/2014/main" id="{B02E1848-7E9D-410A-9B7B-4695F94A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6614" y="2369820"/>
            <a:ext cx="95" cy="152400"/>
          </a:xfrm>
          <a:custGeom xmlns:a="http://schemas.openxmlformats.org/drawingml/2006/main"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203" name="p15-线-0203">
            <a:extLst xmlns:a="http://schemas.openxmlformats.org/drawingml/2006/main">
              <a:ext uri="{FF2B5EF4-FFF2-40B4-BE49-F238E27FC236}">
                <a16:creationId xmlns:a16="http://schemas.microsoft.com/office/drawing/2014/main" id="{E0236973-19FD-4212-8BF1-241E6187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464" y="2369820"/>
            <a:ext cx="114300" cy="95"/>
          </a:xfrm>
          <a:custGeom xmlns:a="http://schemas.openxmlformats.org/drawingml/2006/main">
            <a:pathLst>
              <a:path w="114300" h="9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15344E"/>
            </a:solidFill>
          </a:ln>
        </p:spPr>
      </p:sp>
      <p:sp>
        <p:nvSpPr>
          <p:cNvPr id="204" name="p15-文本-0204">
            <a:extLst xmlns:a="http://schemas.openxmlformats.org/drawingml/2006/main">
              <a:ext uri="{FF2B5EF4-FFF2-40B4-BE49-F238E27FC236}">
                <a16:creationId xmlns:a16="http://schemas.microsoft.com/office/drawing/2014/main" id="{767986F1-EDC3-464A-97B0-56E989C5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796" y="3907027"/>
            <a:ext cx="139636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05" name="p15-文本-0205">
            <a:extLst xmlns:a="http://schemas.openxmlformats.org/drawingml/2006/main">
              <a:ext uri="{FF2B5EF4-FFF2-40B4-BE49-F238E27FC236}">
                <a16:creationId xmlns:a16="http://schemas.microsoft.com/office/drawing/2014/main" id="{59ECE7D9-42DE-467E-894B-3975CD8F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639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相对指标</a:t>
            </a:r>
          </a:p>
        </p:txBody>
      </p:sp>
      <p:sp>
        <p:nvSpPr>
          <p:cNvPr id="206" name="p15-文本-0206">
            <a:extLst xmlns:a="http://schemas.openxmlformats.org/drawingml/2006/main">
              <a:ext uri="{FF2B5EF4-FFF2-40B4-BE49-F238E27FC236}">
                <a16:creationId xmlns:a16="http://schemas.microsoft.com/office/drawing/2014/main" id="{821F8B3C-2250-4E5A-915E-9D2903CA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21747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综合目标与约束排序</a:t>
            </a:r>
          </a:p>
        </p:txBody>
      </p:sp>
      <p:sp>
        <p:nvSpPr>
          <p:cNvPr id="207" name="p15-文本-0207">
            <a:extLst xmlns:a="http://schemas.openxmlformats.org/drawingml/2006/main">
              <a:ext uri="{FF2B5EF4-FFF2-40B4-BE49-F238E27FC236}">
                <a16:creationId xmlns:a16="http://schemas.microsoft.com/office/drawing/2014/main" id="{343D98D6-9690-40FB-B5D1-7028E63B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5603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选择可验证的候选条件</a:t>
            </a:r>
          </a:p>
        </p:txBody>
      </p:sp>
      <p:sp>
        <p:nvSpPr>
          <p:cNvPr id="208" name="p15-文本-0208">
            <a:extLst xmlns:a="http://schemas.openxmlformats.org/drawingml/2006/main">
              <a:ext uri="{FF2B5EF4-FFF2-40B4-BE49-F238E27FC236}">
                <a16:creationId xmlns:a16="http://schemas.microsoft.com/office/drawing/2014/main" id="{CDD330E7-0CDA-4011-92E7-BC9B4CE7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9032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实验结果用于更新模型</a:t>
            </a:r>
          </a:p>
        </p:txBody>
      </p:sp>
      <p:sp>
        <p:nvSpPr>
          <p:cNvPr id="209" name="p15-矩形-0209">
            <a:extLst xmlns:a="http://schemas.openxmlformats.org/drawingml/2006/main">
              <a:ext uri="{FF2B5EF4-FFF2-40B4-BE49-F238E27FC236}">
                <a16:creationId xmlns:a16="http://schemas.microsoft.com/office/drawing/2014/main" id="{24C3CB44-64C4-44EF-80AC-6A1CECC7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638800"/>
            <a:ext cx="1121092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10" name="p15-文本-0210">
            <a:extLst xmlns:a="http://schemas.openxmlformats.org/drawingml/2006/main">
              <a:ext uri="{FF2B5EF4-FFF2-40B4-BE49-F238E27FC236}">
                <a16:creationId xmlns:a16="http://schemas.microsoft.com/office/drawing/2014/main" id="{D82B91A8-19C1-4756-87BB-0033C20A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434" y="5719660"/>
            <a:ext cx="5255133" cy="36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预测排序指导实验选择，实验测量决定实际结论</a:t>
            </a:r>
          </a:p>
        </p:txBody>
      </p:sp>
      <p:sp>
        <p:nvSpPr>
          <p:cNvPr id="211" name="p15-文本-0211">
            <a:extLst xmlns:a="http://schemas.openxmlformats.org/drawingml/2006/main">
              <a:ext uri="{FF2B5EF4-FFF2-40B4-BE49-F238E27FC236}">
                <a16:creationId xmlns:a16="http://schemas.microsoft.com/office/drawing/2014/main" id="{67CBA420-7D6C-4D02-831F-F370FE3B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555073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p16-矩形-0001">
            <a:extLst xmlns:a="http://schemas.openxmlformats.org/drawingml/2006/main">
              <a:ext uri="{FF2B5EF4-FFF2-40B4-BE49-F238E27FC236}">
                <a16:creationId xmlns:a16="http://schemas.microsoft.com/office/drawing/2014/main" id="{79B57E1E-DF71-4957-ADDD-3B5A0A2C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6-矩形-0002">
            <a:extLst xmlns:a="http://schemas.openxmlformats.org/drawingml/2006/main">
              <a:ext uri="{FF2B5EF4-FFF2-40B4-BE49-F238E27FC236}">
                <a16:creationId xmlns:a16="http://schemas.microsoft.com/office/drawing/2014/main" id="{269D8913-9AF1-4378-9D67-F31D429D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6-文本-0003">
            <a:extLst xmlns:a="http://schemas.openxmlformats.org/drawingml/2006/main">
              <a:ext uri="{FF2B5EF4-FFF2-40B4-BE49-F238E27FC236}">
                <a16:creationId xmlns:a16="http://schemas.microsoft.com/office/drawing/2014/main" id="{CC23998B-A269-4CAC-B9DF-D0A2E7B3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性能评价同时关注响应变化与跨条件一致性</a:t>
            </a:r>
          </a:p>
        </p:txBody>
      </p:sp>
      <p:sp>
        <p:nvSpPr>
          <p:cNvPr id="4" name="p16-文本-0004">
            <a:extLst xmlns:a="http://schemas.openxmlformats.org/drawingml/2006/main">
              <a:ext uri="{FF2B5EF4-FFF2-40B4-BE49-F238E27FC236}">
                <a16:creationId xmlns:a16="http://schemas.microsoft.com/office/drawing/2014/main" id="{8078AAED-A9EB-40BD-B6FD-C656E66C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两个证据维度共同支持比较，避免只突出单一最优数值</a:t>
            </a:r>
          </a:p>
        </p:txBody>
      </p:sp>
      <p:sp>
        <p:nvSpPr>
          <p:cNvPr id="5" name="p16-线-0005">
            <a:extLst xmlns:a="http://schemas.openxmlformats.org/drawingml/2006/main">
              <a:ext uri="{FF2B5EF4-FFF2-40B4-BE49-F238E27FC236}">
                <a16:creationId xmlns:a16="http://schemas.microsoft.com/office/drawing/2014/main" id="{17283FAD-4E89-418A-97E5-FD7D8889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6-矩形-0006">
            <a:extLst xmlns:a="http://schemas.openxmlformats.org/drawingml/2006/main">
              <a:ext uri="{FF2B5EF4-FFF2-40B4-BE49-F238E27FC236}">
                <a16:creationId xmlns:a16="http://schemas.microsoft.com/office/drawing/2014/main" id="{668293CC-3024-4075-833D-AF892A9A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5381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16-文本-0007">
            <a:extLst xmlns:a="http://schemas.openxmlformats.org/drawingml/2006/main">
              <a:ext uri="{FF2B5EF4-FFF2-40B4-BE49-F238E27FC236}">
                <a16:creationId xmlns:a16="http://schemas.microsoft.com/office/drawing/2014/main" id="{07554767-7A65-4B11-916D-A5E16853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010" y="145027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响应特征</a:t>
            </a:r>
          </a:p>
        </p:txBody>
      </p:sp>
      <p:sp>
        <p:nvSpPr>
          <p:cNvPr id="8" name="p16-文本-0008">
            <a:extLst xmlns:a="http://schemas.openxmlformats.org/drawingml/2006/main">
              <a:ext uri="{FF2B5EF4-FFF2-40B4-BE49-F238E27FC236}">
                <a16:creationId xmlns:a16="http://schemas.microsoft.com/office/drawing/2014/main" id="{5A6499CA-9B38-40BA-BE02-9AAC50D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782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9" name="p16-线-0009">
            <a:extLst xmlns:a="http://schemas.openxmlformats.org/drawingml/2006/main">
              <a:ext uri="{FF2B5EF4-FFF2-40B4-BE49-F238E27FC236}">
                <a16:creationId xmlns:a16="http://schemas.microsoft.com/office/drawing/2014/main" id="{3DE0BB31-8534-470C-B8F6-510C7869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43475"/>
            <a:ext cx="4124325" cy="95"/>
          </a:xfrm>
          <a:custGeom xmlns:a="http://schemas.openxmlformats.org/drawingml/2006/main">
            <a:pathLst>
              <a:path w="4124325" h="95">
                <a:moveTo>
                  <a:pt x="0" y="0"/>
                </a:move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10" name="p16-线-0010">
            <a:extLst xmlns:a="http://schemas.openxmlformats.org/drawingml/2006/main">
              <a:ext uri="{FF2B5EF4-FFF2-40B4-BE49-F238E27FC236}">
                <a16:creationId xmlns:a16="http://schemas.microsoft.com/office/drawing/2014/main" id="{75789BFA-2F23-45FC-A66A-06EE6CC9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43175"/>
            <a:ext cx="95" cy="2400300"/>
          </a:xfrm>
          <a:custGeom xmlns:a="http://schemas.openxmlformats.org/drawingml/2006/main">
            <a:pathLst>
              <a:path w="95" h="2400300">
                <a:moveTo>
                  <a:pt x="0" y="0"/>
                </a:moveTo>
                <a:lnTo>
                  <a:pt x="0" y="24003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11" name="p16-线-0011">
            <a:extLst xmlns:a="http://schemas.openxmlformats.org/drawingml/2006/main">
              <a:ext uri="{FF2B5EF4-FFF2-40B4-BE49-F238E27FC236}">
                <a16:creationId xmlns:a16="http://schemas.microsoft.com/office/drawing/2014/main" id="{EA17D938-38B0-49AD-9DD6-5ABEDCCC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4124325" cy="95"/>
          </a:xfrm>
          <a:custGeom xmlns:a="http://schemas.openxmlformats.org/drawingml/2006/main">
            <a:pathLst>
              <a:path w="4124325" h="95">
                <a:moveTo>
                  <a:pt x="0" y="0"/>
                </a:move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2" name="p16-线-0012">
            <a:extLst xmlns:a="http://schemas.openxmlformats.org/drawingml/2006/main">
              <a:ext uri="{FF2B5EF4-FFF2-40B4-BE49-F238E27FC236}">
                <a16:creationId xmlns:a16="http://schemas.microsoft.com/office/drawing/2014/main" id="{24F183B5-DF6E-42B2-A9CD-2E7D555A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43325"/>
            <a:ext cx="4124325" cy="95"/>
          </a:xfrm>
          <a:custGeom xmlns:a="http://schemas.openxmlformats.org/drawingml/2006/main">
            <a:pathLst>
              <a:path w="4124325" h="95">
                <a:moveTo>
                  <a:pt x="0" y="0"/>
                </a:move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" name="p16-线-0013">
            <a:extLst xmlns:a="http://schemas.openxmlformats.org/drawingml/2006/main">
              <a:ext uri="{FF2B5EF4-FFF2-40B4-BE49-F238E27FC236}">
                <a16:creationId xmlns:a16="http://schemas.microsoft.com/office/drawing/2014/main" id="{C6D46538-1716-4787-930A-1983E6AB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43400"/>
            <a:ext cx="4124325" cy="95"/>
          </a:xfrm>
          <a:custGeom xmlns:a="http://schemas.openxmlformats.org/drawingml/2006/main">
            <a:pathLst>
              <a:path w="4124325" h="95">
                <a:moveTo>
                  <a:pt x="0" y="0"/>
                </a:move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4" name="p16-路径-0014">
            <a:extLst xmlns:a="http://schemas.openxmlformats.org/drawingml/2006/main">
              <a:ext uri="{FF2B5EF4-FFF2-40B4-BE49-F238E27FC236}">
                <a16:creationId xmlns:a16="http://schemas.microsoft.com/office/drawing/2014/main" id="{ED5A78B9-04E6-4043-B700-BBA47476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77578"/>
            <a:ext cx="4124325" cy="1178243"/>
          </a:xfrm>
          <a:custGeom xmlns:a="http://schemas.openxmlformats.org/drawingml/2006/main">
            <a:pathLst>
              <a:path w="4124325" h="1178243">
                <a:moveTo>
                  <a:pt x="0" y="1178243"/>
                </a:moveTo>
                <a:lnTo>
                  <a:pt x="137160" y="1027747"/>
                </a:lnTo>
                <a:lnTo>
                  <a:pt x="275273" y="897255"/>
                </a:lnTo>
                <a:lnTo>
                  <a:pt x="412433" y="782002"/>
                </a:lnTo>
                <a:lnTo>
                  <a:pt x="549592" y="681990"/>
                </a:lnTo>
                <a:lnTo>
                  <a:pt x="687705" y="594360"/>
                </a:lnTo>
                <a:lnTo>
                  <a:pt x="824865" y="517207"/>
                </a:lnTo>
                <a:lnTo>
                  <a:pt x="962025" y="449580"/>
                </a:lnTo>
                <a:lnTo>
                  <a:pt x="1100138" y="390525"/>
                </a:lnTo>
                <a:lnTo>
                  <a:pt x="1237298" y="339090"/>
                </a:lnTo>
                <a:lnTo>
                  <a:pt x="1374458" y="294322"/>
                </a:lnTo>
                <a:lnTo>
                  <a:pt x="1512570" y="254317"/>
                </a:lnTo>
                <a:lnTo>
                  <a:pt x="1649730" y="220027"/>
                </a:lnTo>
                <a:lnTo>
                  <a:pt x="1786890" y="189547"/>
                </a:lnTo>
                <a:lnTo>
                  <a:pt x="1925003" y="162877"/>
                </a:lnTo>
                <a:lnTo>
                  <a:pt x="2062163" y="140017"/>
                </a:lnTo>
                <a:lnTo>
                  <a:pt x="2199323" y="120015"/>
                </a:lnTo>
                <a:lnTo>
                  <a:pt x="2337435" y="101917"/>
                </a:lnTo>
                <a:lnTo>
                  <a:pt x="2474595" y="86677"/>
                </a:lnTo>
                <a:lnTo>
                  <a:pt x="2611755" y="73342"/>
                </a:lnTo>
                <a:lnTo>
                  <a:pt x="2749868" y="60960"/>
                </a:lnTo>
                <a:lnTo>
                  <a:pt x="2887028" y="50482"/>
                </a:lnTo>
                <a:lnTo>
                  <a:pt x="3024188" y="41910"/>
                </a:lnTo>
                <a:lnTo>
                  <a:pt x="3162300" y="33338"/>
                </a:lnTo>
                <a:lnTo>
                  <a:pt x="3299460" y="26670"/>
                </a:lnTo>
                <a:lnTo>
                  <a:pt x="3436620" y="20955"/>
                </a:lnTo>
                <a:lnTo>
                  <a:pt x="3574733" y="15240"/>
                </a:lnTo>
                <a:lnTo>
                  <a:pt x="3711893" y="10477"/>
                </a:lnTo>
                <a:lnTo>
                  <a:pt x="3849053" y="6667"/>
                </a:lnTo>
                <a:lnTo>
                  <a:pt x="3987165" y="2857"/>
                </a:ln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15" name="p16-椭圆-0015">
            <a:extLst xmlns:a="http://schemas.openxmlformats.org/drawingml/2006/main">
              <a:ext uri="{FF2B5EF4-FFF2-40B4-BE49-F238E27FC236}">
                <a16:creationId xmlns:a16="http://schemas.microsoft.com/office/drawing/2014/main" id="{9D2110DB-0D12-4CC3-97BE-A47B3A1F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" y="462876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" name="p16-椭圆-0016">
            <a:extLst xmlns:a="http://schemas.openxmlformats.org/drawingml/2006/main">
              <a:ext uri="{FF2B5EF4-FFF2-40B4-BE49-F238E27FC236}">
                <a16:creationId xmlns:a16="http://schemas.microsoft.com/office/drawing/2014/main" id="{2AA772E5-94DB-4B06-80FF-55B0FDDA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320" y="39678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" name="p16-椭圆-0017">
            <a:extLst xmlns:a="http://schemas.openxmlformats.org/drawingml/2006/main">
              <a:ext uri="{FF2B5EF4-FFF2-40B4-BE49-F238E27FC236}">
                <a16:creationId xmlns:a16="http://schemas.microsoft.com/office/drawing/2014/main" id="{1DCBAC42-ED0B-4A2F-B173-1BADDD1D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185" y="367092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" name="p16-椭圆-0018">
            <a:extLst xmlns:a="http://schemas.openxmlformats.org/drawingml/2006/main">
              <a:ext uri="{FF2B5EF4-FFF2-40B4-BE49-F238E27FC236}">
                <a16:creationId xmlns:a16="http://schemas.microsoft.com/office/drawing/2014/main" id="{CCA4D22A-E59D-46A4-AFE7-B5CECEC9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53749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16-椭圆-0019">
            <a:extLst xmlns:a="http://schemas.openxmlformats.org/drawingml/2006/main">
              <a:ext uri="{FF2B5EF4-FFF2-40B4-BE49-F238E27FC236}">
                <a16:creationId xmlns:a16="http://schemas.microsoft.com/office/drawing/2014/main" id="{DFE8B02B-E6A7-497D-8B32-5EBBFB88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915" y="347754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" name="p16-椭圆-0020">
            <a:extLst xmlns:a="http://schemas.openxmlformats.org/drawingml/2006/main">
              <a:ext uri="{FF2B5EF4-FFF2-40B4-BE49-F238E27FC236}">
                <a16:creationId xmlns:a16="http://schemas.microsoft.com/office/drawing/2014/main" id="{5F6F9148-C319-4D51-9DE5-87F8BB2A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780" y="345060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" name="p16-路径-0021">
            <a:extLst xmlns:a="http://schemas.openxmlformats.org/drawingml/2006/main">
              <a:ext uri="{FF2B5EF4-FFF2-40B4-BE49-F238E27FC236}">
                <a16:creationId xmlns:a16="http://schemas.microsoft.com/office/drawing/2014/main" id="{4D42526E-EC1D-4C1D-B300-1627835C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18498"/>
            <a:ext cx="4124325" cy="1437323"/>
          </a:xfrm>
          <a:custGeom xmlns:a="http://schemas.openxmlformats.org/drawingml/2006/main">
            <a:pathLst>
              <a:path w="4124325" h="1437323">
                <a:moveTo>
                  <a:pt x="0" y="1437323"/>
                </a:moveTo>
                <a:lnTo>
                  <a:pt x="137160" y="1254443"/>
                </a:lnTo>
                <a:lnTo>
                  <a:pt x="275273" y="1094423"/>
                </a:lnTo>
                <a:lnTo>
                  <a:pt x="412433" y="954405"/>
                </a:lnTo>
                <a:lnTo>
                  <a:pt x="549592" y="831533"/>
                </a:lnTo>
                <a:lnTo>
                  <a:pt x="687705" y="724853"/>
                </a:lnTo>
                <a:lnTo>
                  <a:pt x="824865" y="630555"/>
                </a:lnTo>
                <a:lnTo>
                  <a:pt x="962025" y="548640"/>
                </a:lnTo>
                <a:lnTo>
                  <a:pt x="1100138" y="476250"/>
                </a:lnTo>
                <a:lnTo>
                  <a:pt x="1237298" y="413385"/>
                </a:lnTo>
                <a:lnTo>
                  <a:pt x="1374458" y="359093"/>
                </a:lnTo>
                <a:lnTo>
                  <a:pt x="1512570" y="310515"/>
                </a:lnTo>
                <a:lnTo>
                  <a:pt x="1649730" y="268605"/>
                </a:lnTo>
                <a:lnTo>
                  <a:pt x="1786890" y="231458"/>
                </a:lnTo>
                <a:lnTo>
                  <a:pt x="1925003" y="199073"/>
                </a:lnTo>
                <a:lnTo>
                  <a:pt x="2062163" y="170498"/>
                </a:lnTo>
                <a:lnTo>
                  <a:pt x="2199323" y="145733"/>
                </a:lnTo>
                <a:lnTo>
                  <a:pt x="2337435" y="124778"/>
                </a:lnTo>
                <a:lnTo>
                  <a:pt x="2474595" y="105728"/>
                </a:lnTo>
                <a:lnTo>
                  <a:pt x="2611755" y="88583"/>
                </a:lnTo>
                <a:lnTo>
                  <a:pt x="2749868" y="74295"/>
                </a:lnTo>
                <a:lnTo>
                  <a:pt x="2887028" y="61913"/>
                </a:lnTo>
                <a:lnTo>
                  <a:pt x="3024188" y="50483"/>
                </a:lnTo>
                <a:lnTo>
                  <a:pt x="3162300" y="40958"/>
                </a:lnTo>
                <a:lnTo>
                  <a:pt x="3299460" y="32385"/>
                </a:lnTo>
                <a:lnTo>
                  <a:pt x="3436620" y="24765"/>
                </a:lnTo>
                <a:lnTo>
                  <a:pt x="3574733" y="18098"/>
                </a:lnTo>
                <a:lnTo>
                  <a:pt x="3711893" y="12383"/>
                </a:lnTo>
                <a:lnTo>
                  <a:pt x="3849053" y="7620"/>
                </a:lnTo>
                <a:lnTo>
                  <a:pt x="3987165" y="3810"/>
                </a:ln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2" name="p16-椭圆-0022">
            <a:extLst xmlns:a="http://schemas.openxmlformats.org/drawingml/2006/main">
              <a:ext uri="{FF2B5EF4-FFF2-40B4-BE49-F238E27FC236}">
                <a16:creationId xmlns:a16="http://schemas.microsoft.com/office/drawing/2014/main" id="{6F285922-DAF7-42C4-9988-B9AD51BE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" y="462876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" name="p16-椭圆-0023">
            <a:extLst xmlns:a="http://schemas.openxmlformats.org/drawingml/2006/main">
              <a:ext uri="{FF2B5EF4-FFF2-40B4-BE49-F238E27FC236}">
                <a16:creationId xmlns:a16="http://schemas.microsoft.com/office/drawing/2014/main" id="{A9569664-EE38-4623-9667-593F0DDD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320" y="382248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" name="p16-椭圆-0024">
            <a:extLst xmlns:a="http://schemas.openxmlformats.org/drawingml/2006/main">
              <a:ext uri="{FF2B5EF4-FFF2-40B4-BE49-F238E27FC236}">
                <a16:creationId xmlns:a16="http://schemas.microsoft.com/office/drawing/2014/main" id="{791A58AE-2EE1-412C-B7C9-168D6E35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185" y="346019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" name="p16-椭圆-0025">
            <a:extLst xmlns:a="http://schemas.openxmlformats.org/drawingml/2006/main">
              <a:ext uri="{FF2B5EF4-FFF2-40B4-BE49-F238E27FC236}">
                <a16:creationId xmlns:a16="http://schemas.microsoft.com/office/drawing/2014/main" id="{1A835E62-DE56-4E20-92BF-1ED97478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9741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" name="p16-椭圆-0026">
            <a:extLst xmlns:a="http://schemas.openxmlformats.org/drawingml/2006/main">
              <a:ext uri="{FF2B5EF4-FFF2-40B4-BE49-F238E27FC236}">
                <a16:creationId xmlns:a16="http://schemas.microsoft.com/office/drawing/2014/main" id="{647DED29-BC8D-4AD9-B5AC-C31A4AB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915" y="322426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" name="p16-椭圆-0027">
            <a:extLst xmlns:a="http://schemas.openxmlformats.org/drawingml/2006/main">
              <a:ext uri="{FF2B5EF4-FFF2-40B4-BE49-F238E27FC236}">
                <a16:creationId xmlns:a16="http://schemas.microsoft.com/office/drawing/2014/main" id="{420D74E8-8E6C-4232-91E3-67460686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780" y="319140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8" name="p16-路径-0028">
            <a:extLst xmlns:a="http://schemas.openxmlformats.org/drawingml/2006/main">
              <a:ext uri="{FF2B5EF4-FFF2-40B4-BE49-F238E27FC236}">
                <a16:creationId xmlns:a16="http://schemas.microsoft.com/office/drawing/2014/main" id="{F143D657-E809-4D06-BC7A-B8CFA959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58465"/>
            <a:ext cx="4124325" cy="1697355"/>
          </a:xfrm>
          <a:custGeom xmlns:a="http://schemas.openxmlformats.org/drawingml/2006/main">
            <a:pathLst>
              <a:path w="4124325" h="1697355">
                <a:moveTo>
                  <a:pt x="0" y="1697355"/>
                </a:moveTo>
                <a:lnTo>
                  <a:pt x="137160" y="1481138"/>
                </a:lnTo>
                <a:lnTo>
                  <a:pt x="275273" y="1292543"/>
                </a:lnTo>
                <a:lnTo>
                  <a:pt x="412433" y="1126807"/>
                </a:lnTo>
                <a:lnTo>
                  <a:pt x="549592" y="982980"/>
                </a:lnTo>
                <a:lnTo>
                  <a:pt x="687705" y="856297"/>
                </a:lnTo>
                <a:lnTo>
                  <a:pt x="824865" y="744855"/>
                </a:lnTo>
                <a:lnTo>
                  <a:pt x="962025" y="648652"/>
                </a:lnTo>
                <a:lnTo>
                  <a:pt x="1100138" y="563880"/>
                </a:lnTo>
                <a:lnTo>
                  <a:pt x="1237298" y="489585"/>
                </a:lnTo>
                <a:lnTo>
                  <a:pt x="1374458" y="423863"/>
                </a:lnTo>
                <a:lnTo>
                  <a:pt x="1512570" y="367665"/>
                </a:lnTo>
                <a:lnTo>
                  <a:pt x="1649730" y="318135"/>
                </a:lnTo>
                <a:lnTo>
                  <a:pt x="1786890" y="274320"/>
                </a:lnTo>
                <a:lnTo>
                  <a:pt x="1925003" y="236220"/>
                </a:lnTo>
                <a:lnTo>
                  <a:pt x="2062163" y="202882"/>
                </a:lnTo>
                <a:lnTo>
                  <a:pt x="2199323" y="173355"/>
                </a:lnTo>
                <a:lnTo>
                  <a:pt x="2337435" y="147638"/>
                </a:lnTo>
                <a:lnTo>
                  <a:pt x="2474595" y="125730"/>
                </a:lnTo>
                <a:lnTo>
                  <a:pt x="2611755" y="105727"/>
                </a:lnTo>
                <a:lnTo>
                  <a:pt x="2749868" y="88582"/>
                </a:lnTo>
                <a:lnTo>
                  <a:pt x="2887028" y="74295"/>
                </a:lnTo>
                <a:lnTo>
                  <a:pt x="3024188" y="60960"/>
                </a:lnTo>
                <a:lnTo>
                  <a:pt x="3162300" y="49530"/>
                </a:lnTo>
                <a:lnTo>
                  <a:pt x="3299460" y="39052"/>
                </a:lnTo>
                <a:lnTo>
                  <a:pt x="3436620" y="30480"/>
                </a:lnTo>
                <a:lnTo>
                  <a:pt x="3574733" y="22860"/>
                </a:lnTo>
                <a:lnTo>
                  <a:pt x="3711893" y="16192"/>
                </a:lnTo>
                <a:lnTo>
                  <a:pt x="3849053" y="10477"/>
                </a:lnTo>
                <a:lnTo>
                  <a:pt x="3987165" y="4763"/>
                </a:lnTo>
                <a:lnTo>
                  <a:pt x="4124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9" name="p16-椭圆-0029">
            <a:extLst xmlns:a="http://schemas.openxmlformats.org/drawingml/2006/main">
              <a:ext uri="{FF2B5EF4-FFF2-40B4-BE49-F238E27FC236}">
                <a16:creationId xmlns:a16="http://schemas.microsoft.com/office/drawing/2014/main" id="{7F479C22-F429-4E3C-B034-BFBB83BB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" y="462876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" name="p16-椭圆-0030">
            <a:extLst xmlns:a="http://schemas.openxmlformats.org/drawingml/2006/main">
              <a:ext uri="{FF2B5EF4-FFF2-40B4-BE49-F238E27FC236}">
                <a16:creationId xmlns:a16="http://schemas.microsoft.com/office/drawing/2014/main" id="{24E5FFD7-6492-48CF-BFE9-740C829D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320" y="367709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1" name="p16-椭圆-0031">
            <a:extLst xmlns:a="http://schemas.openxmlformats.org/drawingml/2006/main">
              <a:ext uri="{FF2B5EF4-FFF2-40B4-BE49-F238E27FC236}">
                <a16:creationId xmlns:a16="http://schemas.microsoft.com/office/drawing/2014/main" id="{2C1CEC98-FDB8-489B-89E1-94FB05A2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185" y="324947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2" name="p16-椭圆-0032">
            <a:extLst xmlns:a="http://schemas.openxmlformats.org/drawingml/2006/main">
              <a:ext uri="{FF2B5EF4-FFF2-40B4-BE49-F238E27FC236}">
                <a16:creationId xmlns:a16="http://schemas.microsoft.com/office/drawing/2014/main" id="{FC451404-AF54-4999-8729-C1C8828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5733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3" name="p16-椭圆-0033">
            <a:extLst xmlns:a="http://schemas.openxmlformats.org/drawingml/2006/main">
              <a:ext uri="{FF2B5EF4-FFF2-40B4-BE49-F238E27FC236}">
                <a16:creationId xmlns:a16="http://schemas.microsoft.com/office/drawing/2014/main" id="{6A2ADD00-3692-4B5A-8F23-A9E3E444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915" y="297099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4" name="p16-椭圆-0034">
            <a:extLst xmlns:a="http://schemas.openxmlformats.org/drawingml/2006/main">
              <a:ext uri="{FF2B5EF4-FFF2-40B4-BE49-F238E27FC236}">
                <a16:creationId xmlns:a16="http://schemas.microsoft.com/office/drawing/2014/main" id="{E077FD81-3A5E-4F2D-B7FF-8B11E0E8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7780" y="293220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5" name="p16-文本-0035">
            <a:extLst xmlns:a="http://schemas.openxmlformats.org/drawingml/2006/main">
              <a:ext uri="{FF2B5EF4-FFF2-40B4-BE49-F238E27FC236}">
                <a16:creationId xmlns:a16="http://schemas.microsoft.com/office/drawing/2014/main" id="{BAF7FF92-85DB-47F0-BEF5-68F0DF02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9863" y="504050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36" name="p16-线-0036">
            <a:extLst xmlns:a="http://schemas.openxmlformats.org/drawingml/2006/main">
              <a:ext uri="{FF2B5EF4-FFF2-40B4-BE49-F238E27FC236}">
                <a16:creationId xmlns:a16="http://schemas.microsoft.com/office/drawing/2014/main" id="{76AEAA92-D4C2-41E9-8B8B-58F7E5E1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812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37" name="p16-文本-0037">
            <a:extLst xmlns:a="http://schemas.openxmlformats.org/drawingml/2006/main">
              <a:ext uri="{FF2B5EF4-FFF2-40B4-BE49-F238E27FC236}">
                <a16:creationId xmlns:a16="http://schemas.microsoft.com/office/drawing/2014/main" id="{38679198-B220-445D-BBB1-50060538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28833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8" name="p16-线-0038">
            <a:extLst xmlns:a="http://schemas.openxmlformats.org/drawingml/2006/main">
              <a:ext uri="{FF2B5EF4-FFF2-40B4-BE49-F238E27FC236}">
                <a16:creationId xmlns:a16="http://schemas.microsoft.com/office/drawing/2014/main" id="{F981FF2C-26E2-44C4-A88B-209487B5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50" y="23812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39" name="p16-文本-0039">
            <a:extLst xmlns:a="http://schemas.openxmlformats.org/drawingml/2006/main">
              <a:ext uri="{FF2B5EF4-FFF2-40B4-BE49-F238E27FC236}">
                <a16:creationId xmlns:a16="http://schemas.microsoft.com/office/drawing/2014/main" id="{C3B86A01-24D8-4D69-837E-8F66BA28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0650" y="228833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0" name="p16-线-0040">
            <a:extLst xmlns:a="http://schemas.openxmlformats.org/drawingml/2006/main">
              <a:ext uri="{FF2B5EF4-FFF2-40B4-BE49-F238E27FC236}">
                <a16:creationId xmlns:a16="http://schemas.microsoft.com/office/drawing/2014/main" id="{8E59C1B2-0AF6-4309-A3AD-2126B2BC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6825" y="23812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41" name="p16-文本-0041">
            <a:extLst xmlns:a="http://schemas.openxmlformats.org/drawingml/2006/main">
              <a:ext uri="{FF2B5EF4-FFF2-40B4-BE49-F238E27FC236}">
                <a16:creationId xmlns:a16="http://schemas.microsoft.com/office/drawing/2014/main" id="{1B434922-33CF-41A8-AEBF-73F4B367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5425" y="228833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2" name="p16-文本-0042">
            <a:extLst xmlns:a="http://schemas.openxmlformats.org/drawingml/2006/main">
              <a:ext uri="{FF2B5EF4-FFF2-40B4-BE49-F238E27FC236}">
                <a16:creationId xmlns:a16="http://schemas.microsoft.com/office/drawing/2014/main" id="{3A437CA7-E368-454A-A369-B16D445B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02774"/>
            <a:ext cx="23511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比较曲线形状与评价区间</a:t>
            </a:r>
          </a:p>
        </p:txBody>
      </p:sp>
      <p:sp>
        <p:nvSpPr>
          <p:cNvPr id="43" name="p16-文本-0043">
            <a:extLst xmlns:a="http://schemas.openxmlformats.org/drawingml/2006/main">
              <a:ext uri="{FF2B5EF4-FFF2-40B4-BE49-F238E27FC236}">
                <a16:creationId xmlns:a16="http://schemas.microsoft.com/office/drawing/2014/main" id="{B1DAEA9F-8B4B-4FD5-BEFB-7B61475F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6624"/>
            <a:ext cx="23511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主张与所测试的条件对应</a:t>
            </a:r>
          </a:p>
        </p:txBody>
      </p:sp>
      <p:sp>
        <p:nvSpPr>
          <p:cNvPr id="44" name="p16-矩形-0044">
            <a:extLst xmlns:a="http://schemas.openxmlformats.org/drawingml/2006/main">
              <a:ext uri="{FF2B5EF4-FFF2-40B4-BE49-F238E27FC236}">
                <a16:creationId xmlns:a16="http://schemas.microsoft.com/office/drawing/2014/main" id="{FAFAA90B-1141-43EE-A293-2D5FCC6E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28750"/>
            <a:ext cx="5381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5" name="p16-文本-0045">
            <a:extLst xmlns:a="http://schemas.openxmlformats.org/drawingml/2006/main">
              <a:ext uri="{FF2B5EF4-FFF2-40B4-BE49-F238E27FC236}">
                <a16:creationId xmlns:a16="http://schemas.microsoft.com/office/drawing/2014/main" id="{6AEAF88E-155F-4753-8290-3581044D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822" y="1450274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测量与预测的一致性</a:t>
            </a:r>
          </a:p>
        </p:txBody>
      </p:sp>
      <p:sp>
        <p:nvSpPr>
          <p:cNvPr id="46" name="p16-线-0046">
            <a:extLst xmlns:a="http://schemas.openxmlformats.org/drawingml/2006/main">
              <a:ext uri="{FF2B5EF4-FFF2-40B4-BE49-F238E27FC236}">
                <a16:creationId xmlns:a16="http://schemas.microsoft.com/office/drawing/2014/main" id="{A951FFE1-CCD3-4381-B5E7-8FF04FF1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933950"/>
            <a:ext cx="4143375" cy="95"/>
          </a:xfrm>
          <a:custGeom xmlns:a="http://schemas.openxmlformats.org/drawingml/2006/main">
            <a:pathLst>
              <a:path w="4143375" h="95">
                <a:moveTo>
                  <a:pt x="0" y="0"/>
                </a:moveTo>
                <a:lnTo>
                  <a:pt x="414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47" name="p16-线-0047">
            <a:extLst xmlns:a="http://schemas.openxmlformats.org/drawingml/2006/main">
              <a:ext uri="{FF2B5EF4-FFF2-40B4-BE49-F238E27FC236}">
                <a16:creationId xmlns:a16="http://schemas.microsoft.com/office/drawing/2014/main" id="{3E70924A-3CCB-4173-BBE7-A182A599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305050"/>
            <a:ext cx="95" cy="2628900"/>
          </a:xfrm>
          <a:custGeom xmlns:a="http://schemas.openxmlformats.org/drawingml/2006/main">
            <a:pathLst>
              <a:path w="9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48" name="p16-线-0048">
            <a:extLst xmlns:a="http://schemas.openxmlformats.org/drawingml/2006/main">
              <a:ext uri="{FF2B5EF4-FFF2-40B4-BE49-F238E27FC236}">
                <a16:creationId xmlns:a16="http://schemas.microsoft.com/office/drawing/2014/main" id="{231F50D8-C8D0-4D57-A865-C2FD7B4B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305050"/>
            <a:ext cx="4143375" cy="2628900"/>
          </a:xfrm>
          <a:custGeom xmlns:a="http://schemas.openxmlformats.org/drawingml/2006/main">
            <a:pathLst>
              <a:path w="4143375" h="2628900">
                <a:moveTo>
                  <a:pt x="0" y="2628900"/>
                </a:moveTo>
                <a:lnTo>
                  <a:pt x="414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49" name="p16-椭圆-0049">
            <a:extLst xmlns:a="http://schemas.openxmlformats.org/drawingml/2006/main">
              <a:ext uri="{FF2B5EF4-FFF2-40B4-BE49-F238E27FC236}">
                <a16:creationId xmlns:a16="http://schemas.microsoft.com/office/drawing/2014/main" id="{75206868-DF01-4E95-8AEE-111936EF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7045" y="48246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0" name="p16-椭圆-0050">
            <a:extLst xmlns:a="http://schemas.openxmlformats.org/drawingml/2006/main">
              <a:ext uri="{FF2B5EF4-FFF2-40B4-BE49-F238E27FC236}">
                <a16:creationId xmlns:a16="http://schemas.microsoft.com/office/drawing/2014/main" id="{E8AA01ED-0059-4A3C-B75C-1A141663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7792" y="29952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" name="p16-椭圆-0051">
            <a:extLst xmlns:a="http://schemas.openxmlformats.org/drawingml/2006/main">
              <a:ext uri="{FF2B5EF4-FFF2-40B4-BE49-F238E27FC236}">
                <a16:creationId xmlns:a16="http://schemas.microsoft.com/office/drawing/2014/main" id="{AC5206C2-9310-4B9F-92B7-265DBE58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5163" y="439505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2" name="p16-椭圆-0052">
            <a:extLst xmlns:a="http://schemas.openxmlformats.org/drawingml/2006/main">
              <a:ext uri="{FF2B5EF4-FFF2-40B4-BE49-F238E27FC236}">
                <a16:creationId xmlns:a16="http://schemas.microsoft.com/office/drawing/2014/main" id="{64733EA3-60E0-490A-A2BE-D9BD2935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5910" y="289718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3" name="p16-椭圆-0053">
            <a:extLst xmlns:a="http://schemas.openxmlformats.org/drawingml/2006/main">
              <a:ext uri="{FF2B5EF4-FFF2-40B4-BE49-F238E27FC236}">
                <a16:creationId xmlns:a16="http://schemas.microsoft.com/office/drawing/2014/main" id="{1D34AB56-0D42-4872-A8A5-B97346D0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281" y="345547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4" name="p16-椭圆-0054">
            <a:extLst xmlns:a="http://schemas.openxmlformats.org/drawingml/2006/main">
              <a:ext uri="{FF2B5EF4-FFF2-40B4-BE49-F238E27FC236}">
                <a16:creationId xmlns:a16="http://schemas.microsoft.com/office/drawing/2014/main" id="{12B369AC-1F5F-4A86-A349-55151A5A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653" y="450921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5" name="p16-椭圆-0055">
            <a:extLst xmlns:a="http://schemas.openxmlformats.org/drawingml/2006/main">
              <a:ext uri="{FF2B5EF4-FFF2-40B4-BE49-F238E27FC236}">
                <a16:creationId xmlns:a16="http://schemas.microsoft.com/office/drawing/2014/main" id="{A3CBBB9A-55EF-4267-AE13-A8CC9B8C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399" y="33106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6" name="p16-椭圆-0056">
            <a:extLst xmlns:a="http://schemas.openxmlformats.org/drawingml/2006/main">
              <a:ext uri="{FF2B5EF4-FFF2-40B4-BE49-F238E27FC236}">
                <a16:creationId xmlns:a16="http://schemas.microsoft.com/office/drawing/2014/main" id="{E96231C9-DF4E-4B06-9453-94875CBD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771" y="40965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7" name="p16-椭圆-0057">
            <a:extLst xmlns:a="http://schemas.openxmlformats.org/drawingml/2006/main">
              <a:ext uri="{FF2B5EF4-FFF2-40B4-BE49-F238E27FC236}">
                <a16:creationId xmlns:a16="http://schemas.microsoft.com/office/drawing/2014/main" id="{41AF6F23-DB5C-45BA-A654-AE850A06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9518" y="23534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8" name="p16-椭圆-0058">
            <a:extLst xmlns:a="http://schemas.openxmlformats.org/drawingml/2006/main">
              <a:ext uri="{FF2B5EF4-FFF2-40B4-BE49-F238E27FC236}">
                <a16:creationId xmlns:a16="http://schemas.microsoft.com/office/drawing/2014/main" id="{F6DC788A-845E-4726-99A9-ACAFF92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6889" y="348890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9" name="p16-椭圆-0059">
            <a:extLst xmlns:a="http://schemas.openxmlformats.org/drawingml/2006/main">
              <a:ext uri="{FF2B5EF4-FFF2-40B4-BE49-F238E27FC236}">
                <a16:creationId xmlns:a16="http://schemas.microsoft.com/office/drawing/2014/main" id="{49062467-32B1-4472-B5BB-A4BE80F7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261" y="46932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0" name="p16-椭圆-0060">
            <a:extLst xmlns:a="http://schemas.openxmlformats.org/drawingml/2006/main">
              <a:ext uri="{FF2B5EF4-FFF2-40B4-BE49-F238E27FC236}">
                <a16:creationId xmlns:a16="http://schemas.microsoft.com/office/drawing/2014/main" id="{7A9F57CE-7178-48E6-B5DC-8870DB9B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5007" y="26364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1" name="p16-椭圆-0061">
            <a:extLst xmlns:a="http://schemas.openxmlformats.org/drawingml/2006/main">
              <a:ext uri="{FF2B5EF4-FFF2-40B4-BE49-F238E27FC236}">
                <a16:creationId xmlns:a16="http://schemas.microsoft.com/office/drawing/2014/main" id="{73E4689C-1A2E-499E-87D6-BE400166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379" y="36114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2" name="p16-椭圆-0062">
            <a:extLst xmlns:a="http://schemas.openxmlformats.org/drawingml/2006/main">
              <a:ext uri="{FF2B5EF4-FFF2-40B4-BE49-F238E27FC236}">
                <a16:creationId xmlns:a16="http://schemas.microsoft.com/office/drawing/2014/main" id="{7D921CAD-D80A-43FC-A63D-B5D0A73A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751" y="48246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3" name="p16-椭圆-0063">
            <a:extLst xmlns:a="http://schemas.openxmlformats.org/drawingml/2006/main">
              <a:ext uri="{FF2B5EF4-FFF2-40B4-BE49-F238E27FC236}">
                <a16:creationId xmlns:a16="http://schemas.microsoft.com/office/drawing/2014/main" id="{A0839793-D72D-4390-8009-B8C7C760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497" y="32880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4" name="p16-椭圆-0064">
            <a:extLst xmlns:a="http://schemas.openxmlformats.org/drawingml/2006/main">
              <a:ext uri="{FF2B5EF4-FFF2-40B4-BE49-F238E27FC236}">
                <a16:creationId xmlns:a16="http://schemas.microsoft.com/office/drawing/2014/main" id="{E1048026-9DC2-459A-A4EA-A83CF6FA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869" y="390655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5" name="p16-椭圆-0065">
            <a:extLst xmlns:a="http://schemas.openxmlformats.org/drawingml/2006/main">
              <a:ext uri="{FF2B5EF4-FFF2-40B4-BE49-F238E27FC236}">
                <a16:creationId xmlns:a16="http://schemas.microsoft.com/office/drawing/2014/main" id="{2769C685-27BA-40A0-9B51-7E0E1B33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8615" y="25807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6" name="p16-椭圆-0066">
            <a:extLst xmlns:a="http://schemas.openxmlformats.org/drawingml/2006/main">
              <a:ext uri="{FF2B5EF4-FFF2-40B4-BE49-F238E27FC236}">
                <a16:creationId xmlns:a16="http://schemas.microsoft.com/office/drawing/2014/main" id="{B031E7DB-CFCF-4FA8-AA71-BD90E324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987" y="385228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7" name="p16-椭圆-0067">
            <a:extLst xmlns:a="http://schemas.openxmlformats.org/drawingml/2006/main">
              <a:ext uri="{FF2B5EF4-FFF2-40B4-BE49-F238E27FC236}">
                <a16:creationId xmlns:a16="http://schemas.microsoft.com/office/drawing/2014/main" id="{BE6CE77C-1BBC-4692-87F7-C4A09947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58" y="44516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8" name="p16-椭圆-0068">
            <a:extLst xmlns:a="http://schemas.openxmlformats.org/drawingml/2006/main">
              <a:ext uri="{FF2B5EF4-FFF2-40B4-BE49-F238E27FC236}">
                <a16:creationId xmlns:a16="http://schemas.microsoft.com/office/drawing/2014/main" id="{53B88A48-9AF2-48E8-89FF-CB8E76F1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4105" y="27197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9" name="p16-椭圆-0069">
            <a:extLst xmlns:a="http://schemas.openxmlformats.org/drawingml/2006/main">
              <a:ext uri="{FF2B5EF4-FFF2-40B4-BE49-F238E27FC236}">
                <a16:creationId xmlns:a16="http://schemas.microsoft.com/office/drawing/2014/main" id="{FA725887-F1C1-4CE1-93EC-30E11F0C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477" y="41710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0" name="p16-椭圆-0070">
            <a:extLst xmlns:a="http://schemas.openxmlformats.org/drawingml/2006/main">
              <a:ext uri="{FF2B5EF4-FFF2-40B4-BE49-F238E27FC236}">
                <a16:creationId xmlns:a16="http://schemas.microsoft.com/office/drawing/2014/main" id="{11719188-2F54-4852-9A65-898F93C4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223" y="24764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1" name="p16-椭圆-0071">
            <a:extLst xmlns:a="http://schemas.openxmlformats.org/drawingml/2006/main">
              <a:ext uri="{FF2B5EF4-FFF2-40B4-BE49-F238E27FC236}">
                <a16:creationId xmlns:a16="http://schemas.microsoft.com/office/drawing/2014/main" id="{579C5A87-001B-455E-9974-A8F1DA8A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595" y="306109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2" name="p16-椭圆-0072">
            <a:extLst xmlns:a="http://schemas.openxmlformats.org/drawingml/2006/main">
              <a:ext uri="{FF2B5EF4-FFF2-40B4-BE49-F238E27FC236}">
                <a16:creationId xmlns:a16="http://schemas.microsoft.com/office/drawing/2014/main" id="{28D21F41-B785-4427-9D20-BDD302FE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966" y="43011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3" name="p16-椭圆-0073">
            <a:extLst xmlns:a="http://schemas.openxmlformats.org/drawingml/2006/main">
              <a:ext uri="{FF2B5EF4-FFF2-40B4-BE49-F238E27FC236}">
                <a16:creationId xmlns:a16="http://schemas.microsoft.com/office/drawing/2014/main" id="{942242DC-57AE-4EDB-981D-3EC098B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713" y="300258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4" name="p16-椭圆-0074">
            <a:extLst xmlns:a="http://schemas.openxmlformats.org/drawingml/2006/main">
              <a:ext uri="{FF2B5EF4-FFF2-40B4-BE49-F238E27FC236}">
                <a16:creationId xmlns:a16="http://schemas.microsoft.com/office/drawing/2014/main" id="{B7A3FBB3-B933-42DB-BCB1-F4A287E0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4" y="364173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5" name="p16-椭圆-0075">
            <a:extLst xmlns:a="http://schemas.openxmlformats.org/drawingml/2006/main">
              <a:ext uri="{FF2B5EF4-FFF2-40B4-BE49-F238E27FC236}">
                <a16:creationId xmlns:a16="http://schemas.microsoft.com/office/drawing/2014/main" id="{788204E1-73A4-478C-9D69-17486B49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2456" y="446415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6" name="p16-椭圆-0076">
            <a:extLst xmlns:a="http://schemas.openxmlformats.org/drawingml/2006/main">
              <a:ext uri="{FF2B5EF4-FFF2-40B4-BE49-F238E27FC236}">
                <a16:creationId xmlns:a16="http://schemas.microsoft.com/office/drawing/2014/main" id="{D86218EF-CB54-42BC-83DD-274E2D70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203" y="32763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7" name="p16-椭圆-0077">
            <a:extLst xmlns:a="http://schemas.openxmlformats.org/drawingml/2006/main">
              <a:ext uri="{FF2B5EF4-FFF2-40B4-BE49-F238E27FC236}">
                <a16:creationId xmlns:a16="http://schemas.microsoft.com/office/drawing/2014/main" id="{B29CCE1A-B721-45C5-AC34-E4471230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574" y="42892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8" name="p16-椭圆-0078">
            <a:extLst xmlns:a="http://schemas.openxmlformats.org/drawingml/2006/main">
              <a:ext uri="{FF2B5EF4-FFF2-40B4-BE49-F238E27FC236}">
                <a16:creationId xmlns:a16="http://schemas.microsoft.com/office/drawing/2014/main" id="{3614424F-2E85-477C-8AE8-D40A1529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1321" y="23534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9" name="p16-椭圆-0079">
            <a:extLst xmlns:a="http://schemas.openxmlformats.org/drawingml/2006/main">
              <a:ext uri="{FF2B5EF4-FFF2-40B4-BE49-F238E27FC236}">
                <a16:creationId xmlns:a16="http://schemas.microsoft.com/office/drawing/2014/main" id="{7AC053EE-111A-4C0E-BCCF-87330E60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8692" y="339377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0" name="p16-椭圆-0080">
            <a:extLst xmlns:a="http://schemas.openxmlformats.org/drawingml/2006/main">
              <a:ext uri="{FF2B5EF4-FFF2-40B4-BE49-F238E27FC236}">
                <a16:creationId xmlns:a16="http://schemas.microsoft.com/office/drawing/2014/main" id="{12B62140-EB8D-44FD-BDA1-8741C33D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064" y="477283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1" name="p16-椭圆-0081">
            <a:extLst xmlns:a="http://schemas.openxmlformats.org/drawingml/2006/main">
              <a:ext uri="{FF2B5EF4-FFF2-40B4-BE49-F238E27FC236}">
                <a16:creationId xmlns:a16="http://schemas.microsoft.com/office/drawing/2014/main" id="{B8C559AA-A779-4A02-A6E0-C6271659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6810" y="283421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2" name="p16-椭圆-0082">
            <a:extLst xmlns:a="http://schemas.openxmlformats.org/drawingml/2006/main">
              <a:ext uri="{FF2B5EF4-FFF2-40B4-BE49-F238E27FC236}">
                <a16:creationId xmlns:a16="http://schemas.microsoft.com/office/drawing/2014/main" id="{64BBF33C-86AC-48DC-8346-B4BD5066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4182" y="358767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3" name="p16-椭圆-0083">
            <a:extLst xmlns:a="http://schemas.openxmlformats.org/drawingml/2006/main">
              <a:ext uri="{FF2B5EF4-FFF2-40B4-BE49-F238E27FC236}">
                <a16:creationId xmlns:a16="http://schemas.microsoft.com/office/drawing/2014/main" id="{AD6DB2BF-213B-4B54-BD2A-E7B58CF7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554" y="48246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4" name="p16-椭圆-0084">
            <a:extLst xmlns:a="http://schemas.openxmlformats.org/drawingml/2006/main">
              <a:ext uri="{FF2B5EF4-FFF2-40B4-BE49-F238E27FC236}">
                <a16:creationId xmlns:a16="http://schemas.microsoft.com/office/drawing/2014/main" id="{E5A1B42B-78CC-465C-9973-A8467B9A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2300" y="346735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5" name="p16-椭圆-0085">
            <a:extLst xmlns:a="http://schemas.openxmlformats.org/drawingml/2006/main">
              <a:ext uri="{FF2B5EF4-FFF2-40B4-BE49-F238E27FC236}">
                <a16:creationId xmlns:a16="http://schemas.microsoft.com/office/drawing/2014/main" id="{C04D7086-6289-462E-923C-781560C2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672" y="402391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6" name="p16-椭圆-0086">
            <a:extLst xmlns:a="http://schemas.openxmlformats.org/drawingml/2006/main">
              <a:ext uri="{FF2B5EF4-FFF2-40B4-BE49-F238E27FC236}">
                <a16:creationId xmlns:a16="http://schemas.microsoft.com/office/drawing/2014/main" id="{612FA3E7-BB93-4006-83F0-38F6D7D5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0418" y="24891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7" name="p16-椭圆-0087">
            <a:extLst xmlns:a="http://schemas.openxmlformats.org/drawingml/2006/main">
              <a:ext uri="{FF2B5EF4-FFF2-40B4-BE49-F238E27FC236}">
                <a16:creationId xmlns:a16="http://schemas.microsoft.com/office/drawing/2014/main" id="{DA24B48E-AC6F-43CC-B552-6C1B6FA3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7790" y="390526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16-椭圆-0088">
            <a:extLst xmlns:a="http://schemas.openxmlformats.org/drawingml/2006/main">
              <a:ext uri="{FF2B5EF4-FFF2-40B4-BE49-F238E27FC236}">
                <a16:creationId xmlns:a16="http://schemas.microsoft.com/office/drawing/2014/main" id="{A89343B8-DCDC-4DD4-A81C-E0C7079D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62" y="46563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16-椭圆-0089">
            <a:extLst xmlns:a="http://schemas.openxmlformats.org/drawingml/2006/main">
              <a:ext uri="{FF2B5EF4-FFF2-40B4-BE49-F238E27FC236}">
                <a16:creationId xmlns:a16="http://schemas.microsoft.com/office/drawing/2014/main" id="{915A56B1-BDD8-41CE-A598-E96E43D0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908" y="271979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0" name="p16-椭圆-0090">
            <a:extLst xmlns:a="http://schemas.openxmlformats.org/drawingml/2006/main">
              <a:ext uri="{FF2B5EF4-FFF2-40B4-BE49-F238E27FC236}">
                <a16:creationId xmlns:a16="http://schemas.microsoft.com/office/drawing/2014/main" id="{230C6CA1-4AFB-4584-AB9C-B122303F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280" y="410038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1" name="p16-椭圆-0091">
            <a:extLst xmlns:a="http://schemas.openxmlformats.org/drawingml/2006/main">
              <a:ext uri="{FF2B5EF4-FFF2-40B4-BE49-F238E27FC236}">
                <a16:creationId xmlns:a16="http://schemas.microsoft.com/office/drawing/2014/main" id="{CE12C587-7CCE-4BA9-A27A-EA210CE8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4026" y="263850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16-椭圆-0092">
            <a:extLst xmlns:a="http://schemas.openxmlformats.org/drawingml/2006/main">
              <a:ext uri="{FF2B5EF4-FFF2-40B4-BE49-F238E27FC236}">
                <a16:creationId xmlns:a16="http://schemas.microsoft.com/office/drawing/2014/main" id="{6EC35D42-E777-4EEE-8F26-FD7C0964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1398" y="320175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16-椭圆-0093">
            <a:extLst xmlns:a="http://schemas.openxmlformats.org/drawingml/2006/main">
              <a:ext uri="{FF2B5EF4-FFF2-40B4-BE49-F238E27FC236}">
                <a16:creationId xmlns:a16="http://schemas.microsoft.com/office/drawing/2014/main" id="{BF08741C-981F-464D-B382-C61AFE8A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8769" y="421753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4" name="p16-文本-0094">
            <a:extLst xmlns:a="http://schemas.openxmlformats.org/drawingml/2006/main">
              <a:ext uri="{FF2B5EF4-FFF2-40B4-BE49-F238E27FC236}">
                <a16:creationId xmlns:a16="http://schemas.microsoft.com/office/drawing/2014/main" id="{1E1C42D0-37A6-40ED-9D42-207082D4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50119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95" name="p16-文本-0095">
            <a:extLst xmlns:a="http://schemas.openxmlformats.org/drawingml/2006/main">
              <a:ext uri="{FF2B5EF4-FFF2-40B4-BE49-F238E27FC236}">
                <a16:creationId xmlns:a16="http://schemas.microsoft.com/office/drawing/2014/main" id="{C727F0E8-C0D1-4955-95C4-2C0EFFAF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0687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96" name="p16-文本-0096">
            <a:extLst xmlns:a="http://schemas.openxmlformats.org/drawingml/2006/main">
              <a:ext uri="{FF2B5EF4-FFF2-40B4-BE49-F238E27FC236}">
                <a16:creationId xmlns:a16="http://schemas.microsoft.com/office/drawing/2014/main" id="{81CB25A4-9A15-45BA-A006-7CE83618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02774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观察偏差与条件分布</a:t>
            </a:r>
          </a:p>
        </p:txBody>
      </p:sp>
      <p:sp>
        <p:nvSpPr>
          <p:cNvPr id="97" name="p16-文本-0097">
            <a:extLst xmlns:a="http://schemas.openxmlformats.org/drawingml/2006/main">
              <a:ext uri="{FF2B5EF4-FFF2-40B4-BE49-F238E27FC236}">
                <a16:creationId xmlns:a16="http://schemas.microsoft.com/office/drawing/2014/main" id="{51F84F65-7CD6-4DE1-A38A-EF407CC6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626624"/>
            <a:ext cx="23511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区分拟合表现和独立检验</a:t>
            </a:r>
          </a:p>
        </p:txBody>
      </p:sp>
      <p:sp>
        <p:nvSpPr>
          <p:cNvPr id="98" name="p16-文本-0098">
            <a:extLst xmlns:a="http://schemas.openxmlformats.org/drawingml/2006/main">
              <a:ext uri="{FF2B5EF4-FFF2-40B4-BE49-F238E27FC236}">
                <a16:creationId xmlns:a16="http://schemas.microsoft.com/office/drawing/2014/main" id="{D42E2E20-C58F-4471-9FFA-F318BE91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5546" y="2096723"/>
            <a:ext cx="1329404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 / B / C：比较分组</a:t>
            </a:r>
          </a:p>
        </p:txBody>
      </p:sp>
      <p:sp>
        <p:nvSpPr>
          <p:cNvPr id="99" name="p16-文本-0099">
            <a:extLst xmlns:a="http://schemas.openxmlformats.org/drawingml/2006/main">
              <a:ext uri="{FF2B5EF4-FFF2-40B4-BE49-F238E27FC236}">
                <a16:creationId xmlns:a16="http://schemas.microsoft.com/office/drawing/2014/main" id="{2AFA6C53-E89A-433A-AE84-DD003405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096723"/>
            <a:ext cx="132397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每点：一个测量对象</a:t>
            </a:r>
          </a:p>
        </p:txBody>
      </p:sp>
      <p:sp>
        <p:nvSpPr>
          <p:cNvPr id="100" name="p16-文本-0100">
            <a:extLst xmlns:a="http://schemas.openxmlformats.org/drawingml/2006/main">
              <a:ext uri="{FF2B5EF4-FFF2-40B4-BE49-F238E27FC236}">
                <a16:creationId xmlns:a16="http://schemas.microsoft.com/office/drawing/2014/main" id="{27A0FE4D-D713-4F77-B770-68C1F192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9659339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p17-矩形-0001">
            <a:extLst xmlns:a="http://schemas.openxmlformats.org/drawingml/2006/main">
              <a:ext uri="{FF2B5EF4-FFF2-40B4-BE49-F238E27FC236}">
                <a16:creationId xmlns:a16="http://schemas.microsoft.com/office/drawing/2014/main" id="{A57BD27D-C9E8-4578-A5A8-80121058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7-矩形-0002">
            <a:extLst xmlns:a="http://schemas.openxmlformats.org/drawingml/2006/main">
              <a:ext uri="{FF2B5EF4-FFF2-40B4-BE49-F238E27FC236}">
                <a16:creationId xmlns:a16="http://schemas.microsoft.com/office/drawing/2014/main" id="{B240D8A3-88E0-417C-8D20-908AB220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7-文本-0003">
            <a:extLst xmlns:a="http://schemas.openxmlformats.org/drawingml/2006/main">
              <a:ext uri="{FF2B5EF4-FFF2-40B4-BE49-F238E27FC236}">
                <a16:creationId xmlns:a16="http://schemas.microsoft.com/office/drawing/2014/main" id="{8C904307-9DB1-4301-9414-15EBF41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从界面传递原理到可测的实验验证</a:t>
            </a:r>
          </a:p>
        </p:txBody>
      </p:sp>
      <p:sp>
        <p:nvSpPr>
          <p:cNvPr id="4" name="p17-文本-0004">
            <a:extLst xmlns:a="http://schemas.openxmlformats.org/drawingml/2006/main">
              <a:ext uri="{FF2B5EF4-FFF2-40B4-BE49-F238E27FC236}">
                <a16:creationId xmlns:a16="http://schemas.microsoft.com/office/drawing/2014/main" id="{D25E7368-996D-441F-AF51-FD82408D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74121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原理—预测—检验：用同一组变量串起机制示意与实验设计</a:t>
            </a:r>
          </a:p>
        </p:txBody>
      </p:sp>
      <p:sp>
        <p:nvSpPr>
          <p:cNvPr id="5" name="p17-线-0005">
            <a:extLst xmlns:a="http://schemas.openxmlformats.org/drawingml/2006/main">
              <a:ext uri="{FF2B5EF4-FFF2-40B4-BE49-F238E27FC236}">
                <a16:creationId xmlns:a16="http://schemas.microsoft.com/office/drawing/2014/main" id="{E163B9CD-547F-43CE-8A30-0D4327B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7-文本-0006">
            <a:extLst xmlns:a="http://schemas.openxmlformats.org/drawingml/2006/main">
              <a:ext uri="{FF2B5EF4-FFF2-40B4-BE49-F238E27FC236}">
                <a16:creationId xmlns:a16="http://schemas.microsoft.com/office/drawing/2014/main" id="{303CAB54-4C09-477C-B49E-CD0ADFA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93302"/>
            <a:ext cx="6440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原理层</a:t>
            </a:r>
          </a:p>
        </p:txBody>
      </p:sp>
      <p:sp>
        <p:nvSpPr>
          <p:cNvPr id="7" name="p17-路径-0007">
            <a:extLst xmlns:a="http://schemas.openxmlformats.org/drawingml/2006/main">
              <a:ext uri="{FF2B5EF4-FFF2-40B4-BE49-F238E27FC236}">
                <a16:creationId xmlns:a16="http://schemas.microsoft.com/office/drawing/2014/main" id="{9657B66D-FE6F-4165-9C77-9A6F5A36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2667000" cy="371475"/>
          </a:xfrm>
          <a:custGeom xmlns:a="http://schemas.openxmlformats.org/drawingml/2006/main">
            <a:pathLst>
              <a:path w="2667000" h="371475">
                <a:moveTo>
                  <a:pt x="0" y="142875"/>
                </a:moveTo>
                <a:lnTo>
                  <a:pt x="2080260" y="0"/>
                </a:lnTo>
                <a:lnTo>
                  <a:pt x="2667000" y="228600"/>
                </a:lnTo>
                <a:lnTo>
                  <a:pt x="586740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8" name="p17-路径-0008">
            <a:extLst xmlns:a="http://schemas.openxmlformats.org/drawingml/2006/main">
              <a:ext uri="{FF2B5EF4-FFF2-40B4-BE49-F238E27FC236}">
                <a16:creationId xmlns:a16="http://schemas.microsoft.com/office/drawing/2014/main" id="{8D4582DD-4A74-4B47-87EA-8955800C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6441"/>
            <a:ext cx="2667000" cy="371475"/>
          </a:xfrm>
          <a:custGeom xmlns:a="http://schemas.openxmlformats.org/drawingml/2006/main">
            <a:pathLst>
              <a:path w="2667000" h="371475">
                <a:moveTo>
                  <a:pt x="0" y="142875"/>
                </a:moveTo>
                <a:lnTo>
                  <a:pt x="2080260" y="0"/>
                </a:lnTo>
                <a:lnTo>
                  <a:pt x="2667000" y="228600"/>
                </a:lnTo>
                <a:lnTo>
                  <a:pt x="586740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9" name="p17-路径-0009">
            <a:extLst xmlns:a="http://schemas.openxmlformats.org/drawingml/2006/main">
              <a:ext uri="{FF2B5EF4-FFF2-40B4-BE49-F238E27FC236}">
                <a16:creationId xmlns:a16="http://schemas.microsoft.com/office/drawing/2014/main" id="{C5872014-7BCE-4693-ABE2-DA97B105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50758"/>
            <a:ext cx="2667000" cy="371475"/>
          </a:xfrm>
          <a:custGeom xmlns:a="http://schemas.openxmlformats.org/drawingml/2006/main">
            <a:pathLst>
              <a:path w="2667000" h="371475">
                <a:moveTo>
                  <a:pt x="0" y="142875"/>
                </a:moveTo>
                <a:lnTo>
                  <a:pt x="2080260" y="0"/>
                </a:lnTo>
                <a:lnTo>
                  <a:pt x="2667000" y="228600"/>
                </a:lnTo>
                <a:lnTo>
                  <a:pt x="586740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0" name="p17-路径-0010">
            <a:extLst xmlns:a="http://schemas.openxmlformats.org/drawingml/2006/main">
              <a:ext uri="{FF2B5EF4-FFF2-40B4-BE49-F238E27FC236}">
                <a16:creationId xmlns:a16="http://schemas.microsoft.com/office/drawing/2014/main" id="{B995058D-756A-4EF5-BB0F-54C38E2B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074"/>
            <a:ext cx="2667000" cy="371475"/>
          </a:xfrm>
          <a:custGeom xmlns:a="http://schemas.openxmlformats.org/drawingml/2006/main">
            <a:pathLst>
              <a:path w="2667000" h="371475">
                <a:moveTo>
                  <a:pt x="0" y="142875"/>
                </a:moveTo>
                <a:lnTo>
                  <a:pt x="2080260" y="0"/>
                </a:lnTo>
                <a:lnTo>
                  <a:pt x="2667000" y="228600"/>
                </a:lnTo>
                <a:lnTo>
                  <a:pt x="586740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1" name="p17-路径-0011">
            <a:extLst xmlns:a="http://schemas.openxmlformats.org/drawingml/2006/main">
              <a:ext uri="{FF2B5EF4-FFF2-40B4-BE49-F238E27FC236}">
                <a16:creationId xmlns:a16="http://schemas.microsoft.com/office/drawing/2014/main" id="{8898FD2F-84D2-401C-AE65-F9BD66FF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80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6" y="0"/>
                </a:moveTo>
                <a:lnTo>
                  <a:pt x="32956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1" y="116681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" name="p17-路径-0012">
            <a:extLst xmlns:a="http://schemas.openxmlformats.org/drawingml/2006/main">
              <a:ext uri="{FF2B5EF4-FFF2-40B4-BE49-F238E27FC236}">
                <a16:creationId xmlns:a16="http://schemas.microsoft.com/office/drawing/2014/main" id="{E59ED2E5-89B2-4A7B-AFD9-32110439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84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7" y="0"/>
                </a:moveTo>
                <a:lnTo>
                  <a:pt x="32957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2" y="116681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" name="p17-路径-0013">
            <a:extLst xmlns:a="http://schemas.openxmlformats.org/drawingml/2006/main">
              <a:ext uri="{FF2B5EF4-FFF2-40B4-BE49-F238E27FC236}">
                <a16:creationId xmlns:a16="http://schemas.microsoft.com/office/drawing/2014/main" id="{1B64741E-8EAE-454F-AD07-65168ED2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88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6" y="0"/>
                </a:moveTo>
                <a:lnTo>
                  <a:pt x="32956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1" y="116681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" name="p17-路径-0014">
            <a:extLst xmlns:a="http://schemas.openxmlformats.org/drawingml/2006/main">
              <a:ext uri="{FF2B5EF4-FFF2-40B4-BE49-F238E27FC236}">
                <a16:creationId xmlns:a16="http://schemas.microsoft.com/office/drawing/2014/main" id="{4FC8E623-AD42-4154-9079-9FD9B3BB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492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7" y="0"/>
                </a:moveTo>
                <a:lnTo>
                  <a:pt x="32957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2" y="116681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" name="p17-路径-0015">
            <a:extLst xmlns:a="http://schemas.openxmlformats.org/drawingml/2006/main">
              <a:ext uri="{FF2B5EF4-FFF2-40B4-BE49-F238E27FC236}">
                <a16:creationId xmlns:a16="http://schemas.microsoft.com/office/drawing/2014/main" id="{3261687D-FBAF-4D2D-A581-FE22959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96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7" y="0"/>
                </a:moveTo>
                <a:lnTo>
                  <a:pt x="32957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1" y="116681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" name="p17-路径-0016">
            <a:extLst xmlns:a="http://schemas.openxmlformats.org/drawingml/2006/main">
              <a:ext uri="{FF2B5EF4-FFF2-40B4-BE49-F238E27FC236}">
                <a16:creationId xmlns:a16="http://schemas.microsoft.com/office/drawing/2014/main" id="{C857FAF4-E0AA-4147-A45F-9BCB718C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006" y="2829401"/>
            <a:ext cx="94488" cy="192881"/>
          </a:xfrm>
          <a:custGeom xmlns:a="http://schemas.openxmlformats.org/drawingml/2006/main">
            <a:pathLst>
              <a:path w="94488" h="192881">
                <a:moveTo>
                  <a:pt x="32956" y="0"/>
                </a:moveTo>
                <a:lnTo>
                  <a:pt x="32956" y="116681"/>
                </a:lnTo>
                <a:lnTo>
                  <a:pt x="0" y="116681"/>
                </a:lnTo>
                <a:lnTo>
                  <a:pt x="47244" y="192881"/>
                </a:lnTo>
                <a:lnTo>
                  <a:pt x="94488" y="116681"/>
                </a:lnTo>
                <a:lnTo>
                  <a:pt x="61531" y="116681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" name="p17-文本-0017">
            <a:extLst xmlns:a="http://schemas.openxmlformats.org/drawingml/2006/main">
              <a:ext uri="{FF2B5EF4-FFF2-40B4-BE49-F238E27FC236}">
                <a16:creationId xmlns:a16="http://schemas.microsoft.com/office/drawing/2014/main" id="{34C7377C-BA34-43C6-96DE-53D7DEDD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5506"/>
            <a:ext cx="2327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多层界面调节局部传递路径</a:t>
            </a:r>
          </a:p>
        </p:txBody>
      </p:sp>
      <p:sp>
        <p:nvSpPr>
          <p:cNvPr id="18" name="p17-路径-0018">
            <a:extLst xmlns:a="http://schemas.openxmlformats.org/drawingml/2006/main">
              <a:ext uri="{FF2B5EF4-FFF2-40B4-BE49-F238E27FC236}">
                <a16:creationId xmlns:a16="http://schemas.microsoft.com/office/drawing/2014/main" id="{4EF95F20-E7FD-4C71-B846-F18D2A6A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83143"/>
            <a:ext cx="476250" cy="177165"/>
          </a:xfrm>
          <a:custGeom xmlns:a="http://schemas.openxmlformats.org/drawingml/2006/main">
            <a:pathLst>
              <a:path w="476250" h="177165">
                <a:moveTo>
                  <a:pt x="0" y="126683"/>
                </a:moveTo>
                <a:lnTo>
                  <a:pt x="333375" y="126683"/>
                </a:lnTo>
                <a:lnTo>
                  <a:pt x="333375" y="177165"/>
                </a:lnTo>
                <a:lnTo>
                  <a:pt x="476250" y="88583"/>
                </a:lnTo>
                <a:lnTo>
                  <a:pt x="333375" y="0"/>
                </a:lnTo>
                <a:lnTo>
                  <a:pt x="333375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17-矩形-0019">
            <a:extLst xmlns:a="http://schemas.openxmlformats.org/drawingml/2006/main">
              <a:ext uri="{FF2B5EF4-FFF2-40B4-BE49-F238E27FC236}">
                <a16:creationId xmlns:a16="http://schemas.microsoft.com/office/drawing/2014/main" id="{67B42F3C-20C2-4878-A89D-10309666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43075"/>
            <a:ext cx="311467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0" name="p17-文本-0020">
            <a:extLst xmlns:a="http://schemas.openxmlformats.org/drawingml/2006/main">
              <a:ext uri="{FF2B5EF4-FFF2-40B4-BE49-F238E27FC236}">
                <a16:creationId xmlns:a16="http://schemas.microsoft.com/office/drawing/2014/main" id="{295FDE96-14A6-4CE6-BD1A-4124F3D9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45199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结构变量：层间间距</a:t>
            </a:r>
          </a:p>
        </p:txBody>
      </p:sp>
      <p:sp>
        <p:nvSpPr>
          <p:cNvPr id="21" name="p17-文本-0021">
            <a:extLst xmlns:a="http://schemas.openxmlformats.org/drawingml/2006/main">
              <a:ext uri="{FF2B5EF4-FFF2-40B4-BE49-F238E27FC236}">
                <a16:creationId xmlns:a16="http://schemas.microsoft.com/office/drawing/2014/main" id="{9924D37D-F910-4A7D-98D4-274736FC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16674"/>
            <a:ext cx="21416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中间过程：扩散与驻留</a:t>
            </a:r>
          </a:p>
        </p:txBody>
      </p:sp>
      <p:sp>
        <p:nvSpPr>
          <p:cNvPr id="22" name="p17-文本-0022">
            <a:extLst xmlns:a="http://schemas.openxmlformats.org/drawingml/2006/main">
              <a:ext uri="{FF2B5EF4-FFF2-40B4-BE49-F238E27FC236}">
                <a16:creationId xmlns:a16="http://schemas.microsoft.com/office/drawing/2014/main" id="{51CB5DB3-FC59-42FA-A753-D4D4154A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88149"/>
            <a:ext cx="23511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可测预测：响应时间改变</a:t>
            </a:r>
          </a:p>
        </p:txBody>
      </p:sp>
      <p:sp>
        <p:nvSpPr>
          <p:cNvPr id="23" name="p17-路径-0023">
            <a:extLst xmlns:a="http://schemas.openxmlformats.org/drawingml/2006/main">
              <a:ext uri="{FF2B5EF4-FFF2-40B4-BE49-F238E27FC236}">
                <a16:creationId xmlns:a16="http://schemas.microsoft.com/office/drawing/2014/main" id="{F197A5B6-594A-4F4C-A9AF-F0A41E26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83143"/>
            <a:ext cx="495300" cy="177165"/>
          </a:xfrm>
          <a:custGeom xmlns:a="http://schemas.openxmlformats.org/drawingml/2006/main">
            <a:pathLst>
              <a:path w="495300" h="177165">
                <a:moveTo>
                  <a:pt x="0" y="126683"/>
                </a:moveTo>
                <a:lnTo>
                  <a:pt x="352425" y="126683"/>
                </a:lnTo>
                <a:lnTo>
                  <a:pt x="352425" y="177165"/>
                </a:lnTo>
                <a:lnTo>
                  <a:pt x="495300" y="88583"/>
                </a:lnTo>
                <a:lnTo>
                  <a:pt x="352425" y="0"/>
                </a:lnTo>
                <a:lnTo>
                  <a:pt x="352425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" name="p17-线-0024">
            <a:extLst xmlns:a="http://schemas.openxmlformats.org/drawingml/2006/main">
              <a:ext uri="{FF2B5EF4-FFF2-40B4-BE49-F238E27FC236}">
                <a16:creationId xmlns:a16="http://schemas.microsoft.com/office/drawing/2014/main" id="{8EB12695-EC18-4D84-8A13-66A11E8F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819400"/>
            <a:ext cx="2714625" cy="95"/>
          </a:xfrm>
          <a:custGeom xmlns:a="http://schemas.openxmlformats.org/drawingml/2006/main">
            <a:pathLst>
              <a:path w="2714625" h="95">
                <a:moveTo>
                  <a:pt x="0" y="0"/>
                </a:move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25" name="p17-线-0025">
            <a:extLst xmlns:a="http://schemas.openxmlformats.org/drawingml/2006/main">
              <a:ext uri="{FF2B5EF4-FFF2-40B4-BE49-F238E27FC236}">
                <a16:creationId xmlns:a16="http://schemas.microsoft.com/office/drawing/2014/main" id="{3C7A3F44-C7ED-4E46-8F40-C92F4550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57400"/>
            <a:ext cx="95" cy="762000"/>
          </a:xfrm>
          <a:custGeom xmlns:a="http://schemas.openxmlformats.org/drawingml/2006/main">
            <a:pathLst>
              <a:path w="95" h="762000">
                <a:moveTo>
                  <a:pt x="0" y="0"/>
                </a:moveTo>
                <a:lnTo>
                  <a:pt x="0" y="762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26" name="p17-线-0026">
            <a:extLst xmlns:a="http://schemas.openxmlformats.org/drawingml/2006/main">
              <a:ext uri="{FF2B5EF4-FFF2-40B4-BE49-F238E27FC236}">
                <a16:creationId xmlns:a16="http://schemas.microsoft.com/office/drawing/2014/main" id="{92BF9629-79BD-4F7A-9704-69208CC5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819400"/>
            <a:ext cx="2714625" cy="95"/>
          </a:xfrm>
          <a:custGeom xmlns:a="http://schemas.openxmlformats.org/drawingml/2006/main">
            <a:pathLst>
              <a:path w="2714625" h="95">
                <a:moveTo>
                  <a:pt x="0" y="0"/>
                </a:move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7" name="p17-文本-0027">
            <a:extLst xmlns:a="http://schemas.openxmlformats.org/drawingml/2006/main">
              <a:ext uri="{FF2B5EF4-FFF2-40B4-BE49-F238E27FC236}">
                <a16:creationId xmlns:a16="http://schemas.microsoft.com/office/drawing/2014/main" id="{5AC498B7-34FA-4444-B336-62CDBCC5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175" y="272592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p17-线-0028">
            <a:extLst xmlns:a="http://schemas.openxmlformats.org/drawingml/2006/main">
              <a:ext uri="{FF2B5EF4-FFF2-40B4-BE49-F238E27FC236}">
                <a16:creationId xmlns:a16="http://schemas.microsoft.com/office/drawing/2014/main" id="{89B2CC0C-0A34-4A26-AC53-386F8B85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438400"/>
            <a:ext cx="2714625" cy="95"/>
          </a:xfrm>
          <a:custGeom xmlns:a="http://schemas.openxmlformats.org/drawingml/2006/main">
            <a:pathLst>
              <a:path w="2714625" h="95">
                <a:moveTo>
                  <a:pt x="0" y="0"/>
                </a:move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9" name="p17-文本-0029">
            <a:extLst xmlns:a="http://schemas.openxmlformats.org/drawingml/2006/main">
              <a:ext uri="{FF2B5EF4-FFF2-40B4-BE49-F238E27FC236}">
                <a16:creationId xmlns:a16="http://schemas.microsoft.com/office/drawing/2014/main" id="{2053B8FB-CBCD-40B5-B0CD-1E7FBD9C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875" y="2344927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30" name="p17-线-0030">
            <a:extLst xmlns:a="http://schemas.openxmlformats.org/drawingml/2006/main">
              <a:ext uri="{FF2B5EF4-FFF2-40B4-BE49-F238E27FC236}">
                <a16:creationId xmlns:a16="http://schemas.microsoft.com/office/drawing/2014/main" id="{5481B0AF-6DBE-4D2C-8A23-E116BF23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57400"/>
            <a:ext cx="2714625" cy="95"/>
          </a:xfrm>
          <a:custGeom xmlns:a="http://schemas.openxmlformats.org/drawingml/2006/main">
            <a:pathLst>
              <a:path w="2714625" h="95">
                <a:moveTo>
                  <a:pt x="0" y="0"/>
                </a:move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31" name="p17-文本-0031">
            <a:extLst xmlns:a="http://schemas.openxmlformats.org/drawingml/2006/main">
              <a:ext uri="{FF2B5EF4-FFF2-40B4-BE49-F238E27FC236}">
                <a16:creationId xmlns:a16="http://schemas.microsoft.com/office/drawing/2014/main" id="{ABFE9D06-F60E-427D-9657-9D255BF9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175" y="196392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2" name="p17-路径-0032">
            <a:extLst xmlns:a="http://schemas.openxmlformats.org/drawingml/2006/main">
              <a:ext uri="{FF2B5EF4-FFF2-40B4-BE49-F238E27FC236}">
                <a16:creationId xmlns:a16="http://schemas.microsoft.com/office/drawing/2014/main" id="{595C5981-9F2E-47B1-9967-67EA9883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364105"/>
            <a:ext cx="2714625" cy="386715"/>
          </a:xfrm>
          <a:custGeom xmlns:a="http://schemas.openxmlformats.org/drawingml/2006/main">
            <a:pathLst>
              <a:path w="2714625" h="386715">
                <a:moveTo>
                  <a:pt x="0" y="386715"/>
                </a:moveTo>
                <a:lnTo>
                  <a:pt x="45720" y="362903"/>
                </a:lnTo>
                <a:lnTo>
                  <a:pt x="90488" y="340995"/>
                </a:lnTo>
                <a:lnTo>
                  <a:pt x="135255" y="320040"/>
                </a:lnTo>
                <a:lnTo>
                  <a:pt x="180975" y="300038"/>
                </a:lnTo>
                <a:lnTo>
                  <a:pt x="226695" y="281940"/>
                </a:lnTo>
                <a:lnTo>
                  <a:pt x="271463" y="263842"/>
                </a:lnTo>
                <a:lnTo>
                  <a:pt x="316230" y="247650"/>
                </a:lnTo>
                <a:lnTo>
                  <a:pt x="361950" y="232410"/>
                </a:lnTo>
                <a:lnTo>
                  <a:pt x="407670" y="218123"/>
                </a:lnTo>
                <a:lnTo>
                  <a:pt x="452438" y="204788"/>
                </a:lnTo>
                <a:lnTo>
                  <a:pt x="497205" y="191453"/>
                </a:lnTo>
                <a:lnTo>
                  <a:pt x="542925" y="179070"/>
                </a:lnTo>
                <a:lnTo>
                  <a:pt x="588645" y="168592"/>
                </a:lnTo>
                <a:lnTo>
                  <a:pt x="633413" y="157163"/>
                </a:lnTo>
                <a:lnTo>
                  <a:pt x="678180" y="147638"/>
                </a:lnTo>
                <a:lnTo>
                  <a:pt x="723900" y="138113"/>
                </a:lnTo>
                <a:lnTo>
                  <a:pt x="769620" y="129540"/>
                </a:lnTo>
                <a:lnTo>
                  <a:pt x="814388" y="120967"/>
                </a:lnTo>
                <a:lnTo>
                  <a:pt x="859155" y="113348"/>
                </a:lnTo>
                <a:lnTo>
                  <a:pt x="904875" y="105728"/>
                </a:lnTo>
                <a:lnTo>
                  <a:pt x="950595" y="99060"/>
                </a:lnTo>
                <a:lnTo>
                  <a:pt x="995363" y="92392"/>
                </a:lnTo>
                <a:lnTo>
                  <a:pt x="1040130" y="86678"/>
                </a:lnTo>
                <a:lnTo>
                  <a:pt x="1085850" y="80963"/>
                </a:lnTo>
                <a:lnTo>
                  <a:pt x="1131570" y="75248"/>
                </a:lnTo>
                <a:lnTo>
                  <a:pt x="1176338" y="70485"/>
                </a:lnTo>
                <a:lnTo>
                  <a:pt x="1221105" y="65723"/>
                </a:lnTo>
                <a:lnTo>
                  <a:pt x="1266825" y="60960"/>
                </a:lnTo>
                <a:lnTo>
                  <a:pt x="1312545" y="57150"/>
                </a:lnTo>
                <a:lnTo>
                  <a:pt x="1357313" y="52388"/>
                </a:lnTo>
                <a:lnTo>
                  <a:pt x="1402080" y="48578"/>
                </a:lnTo>
                <a:lnTo>
                  <a:pt x="1447800" y="45720"/>
                </a:lnTo>
                <a:lnTo>
                  <a:pt x="1493520" y="41910"/>
                </a:lnTo>
                <a:lnTo>
                  <a:pt x="1538288" y="39053"/>
                </a:lnTo>
                <a:lnTo>
                  <a:pt x="1583055" y="36195"/>
                </a:lnTo>
                <a:lnTo>
                  <a:pt x="1628775" y="33338"/>
                </a:lnTo>
                <a:lnTo>
                  <a:pt x="1674495" y="30480"/>
                </a:lnTo>
                <a:lnTo>
                  <a:pt x="1719263" y="28575"/>
                </a:lnTo>
                <a:lnTo>
                  <a:pt x="1764030" y="26670"/>
                </a:lnTo>
                <a:lnTo>
                  <a:pt x="1809750" y="23813"/>
                </a:lnTo>
                <a:lnTo>
                  <a:pt x="1855470" y="21908"/>
                </a:lnTo>
                <a:lnTo>
                  <a:pt x="1900238" y="20003"/>
                </a:lnTo>
                <a:lnTo>
                  <a:pt x="1945005" y="18098"/>
                </a:lnTo>
                <a:lnTo>
                  <a:pt x="1990725" y="17145"/>
                </a:lnTo>
                <a:lnTo>
                  <a:pt x="2036445" y="15240"/>
                </a:lnTo>
                <a:lnTo>
                  <a:pt x="2081213" y="13335"/>
                </a:lnTo>
                <a:lnTo>
                  <a:pt x="2125980" y="12383"/>
                </a:lnTo>
                <a:lnTo>
                  <a:pt x="2171700" y="11430"/>
                </a:lnTo>
                <a:lnTo>
                  <a:pt x="2217420" y="9525"/>
                </a:lnTo>
                <a:lnTo>
                  <a:pt x="2262188" y="8573"/>
                </a:lnTo>
                <a:lnTo>
                  <a:pt x="2306955" y="7620"/>
                </a:lnTo>
                <a:lnTo>
                  <a:pt x="2352675" y="6668"/>
                </a:lnTo>
                <a:lnTo>
                  <a:pt x="2398395" y="5715"/>
                </a:lnTo>
                <a:lnTo>
                  <a:pt x="2443163" y="4763"/>
                </a:lnTo>
                <a:lnTo>
                  <a:pt x="2487930" y="3810"/>
                </a:lnTo>
                <a:lnTo>
                  <a:pt x="2533650" y="2858"/>
                </a:lnTo>
                <a:lnTo>
                  <a:pt x="2579370" y="1905"/>
                </a:lnTo>
                <a:lnTo>
                  <a:pt x="2624138" y="1905"/>
                </a:lnTo>
                <a:lnTo>
                  <a:pt x="2668905" y="953"/>
                </a:ln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33" name="p17-椭圆-0033">
            <a:extLst xmlns:a="http://schemas.openxmlformats.org/drawingml/2006/main">
              <a:ext uri="{FF2B5EF4-FFF2-40B4-BE49-F238E27FC236}">
                <a16:creationId xmlns:a16="http://schemas.microsoft.com/office/drawing/2014/main" id="{EC2625E1-C387-49C2-8E04-BFCB3217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8198" y="272129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4" name="p17-椭圆-0034">
            <a:extLst xmlns:a="http://schemas.openxmlformats.org/drawingml/2006/main">
              <a:ext uri="{FF2B5EF4-FFF2-40B4-BE49-F238E27FC236}">
                <a16:creationId xmlns:a16="http://schemas.microsoft.com/office/drawing/2014/main" id="{68A39D3F-BF4D-4541-A966-29CBC83E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123" y="251410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5" name="p17-椭圆-0035">
            <a:extLst xmlns:a="http://schemas.openxmlformats.org/drawingml/2006/main">
              <a:ext uri="{FF2B5EF4-FFF2-40B4-BE49-F238E27FC236}">
                <a16:creationId xmlns:a16="http://schemas.microsoft.com/office/drawing/2014/main" id="{4C9ACB39-20A1-4C97-B074-274B5280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048" y="241525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6" name="p17-椭圆-0036">
            <a:extLst xmlns:a="http://schemas.openxmlformats.org/drawingml/2006/main">
              <a:ext uri="{FF2B5EF4-FFF2-40B4-BE49-F238E27FC236}">
                <a16:creationId xmlns:a16="http://schemas.microsoft.com/office/drawing/2014/main" id="{2DBD0288-5394-4C62-9C33-1006E26A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6973" y="236808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7" name="p17-椭圆-0037">
            <a:extLst xmlns:a="http://schemas.openxmlformats.org/drawingml/2006/main">
              <a:ext uri="{FF2B5EF4-FFF2-40B4-BE49-F238E27FC236}">
                <a16:creationId xmlns:a16="http://schemas.microsoft.com/office/drawing/2014/main" id="{B9BD13E0-F122-4FBD-B972-00A97FAF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9898" y="234558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8" name="p17-椭圆-0038">
            <a:extLst xmlns:a="http://schemas.openxmlformats.org/drawingml/2006/main">
              <a:ext uri="{FF2B5EF4-FFF2-40B4-BE49-F238E27FC236}">
                <a16:creationId xmlns:a16="http://schemas.microsoft.com/office/drawing/2014/main" id="{91FC3531-7821-44AD-992E-2B7E78EA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2823" y="233484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" name="p17-路径-0039">
            <a:extLst xmlns:a="http://schemas.openxmlformats.org/drawingml/2006/main">
              <a:ext uri="{FF2B5EF4-FFF2-40B4-BE49-F238E27FC236}">
                <a16:creationId xmlns:a16="http://schemas.microsoft.com/office/drawing/2014/main" id="{BADC5665-D383-4449-8545-1E03013C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139315"/>
            <a:ext cx="2714625" cy="611505"/>
          </a:xfrm>
          <a:custGeom xmlns:a="http://schemas.openxmlformats.org/drawingml/2006/main">
            <a:pathLst>
              <a:path w="2714625" h="611505">
                <a:moveTo>
                  <a:pt x="0" y="611505"/>
                </a:moveTo>
                <a:lnTo>
                  <a:pt x="45720" y="564832"/>
                </a:lnTo>
                <a:lnTo>
                  <a:pt x="90488" y="521970"/>
                </a:lnTo>
                <a:lnTo>
                  <a:pt x="135255" y="481965"/>
                </a:lnTo>
                <a:lnTo>
                  <a:pt x="180975" y="445770"/>
                </a:lnTo>
                <a:lnTo>
                  <a:pt x="226695" y="411480"/>
                </a:lnTo>
                <a:lnTo>
                  <a:pt x="271463" y="380048"/>
                </a:lnTo>
                <a:lnTo>
                  <a:pt x="316230" y="350520"/>
                </a:lnTo>
                <a:lnTo>
                  <a:pt x="361950" y="323850"/>
                </a:lnTo>
                <a:lnTo>
                  <a:pt x="407670" y="299085"/>
                </a:lnTo>
                <a:lnTo>
                  <a:pt x="452438" y="276225"/>
                </a:lnTo>
                <a:lnTo>
                  <a:pt x="497205" y="255270"/>
                </a:lnTo>
                <a:lnTo>
                  <a:pt x="542925" y="235268"/>
                </a:lnTo>
                <a:lnTo>
                  <a:pt x="588645" y="217170"/>
                </a:lnTo>
                <a:lnTo>
                  <a:pt x="633413" y="200025"/>
                </a:lnTo>
                <a:lnTo>
                  <a:pt x="678180" y="184785"/>
                </a:lnTo>
                <a:lnTo>
                  <a:pt x="723900" y="170498"/>
                </a:lnTo>
                <a:lnTo>
                  <a:pt x="769620" y="157163"/>
                </a:lnTo>
                <a:lnTo>
                  <a:pt x="814388" y="144780"/>
                </a:lnTo>
                <a:lnTo>
                  <a:pt x="859155" y="133350"/>
                </a:lnTo>
                <a:lnTo>
                  <a:pt x="904875" y="122873"/>
                </a:lnTo>
                <a:lnTo>
                  <a:pt x="950595" y="113348"/>
                </a:lnTo>
                <a:lnTo>
                  <a:pt x="995363" y="104775"/>
                </a:lnTo>
                <a:lnTo>
                  <a:pt x="1040130" y="96202"/>
                </a:lnTo>
                <a:lnTo>
                  <a:pt x="1085850" y="88583"/>
                </a:lnTo>
                <a:lnTo>
                  <a:pt x="1131570" y="80963"/>
                </a:lnTo>
                <a:lnTo>
                  <a:pt x="1176338" y="75248"/>
                </a:lnTo>
                <a:lnTo>
                  <a:pt x="1221105" y="68580"/>
                </a:lnTo>
                <a:lnTo>
                  <a:pt x="1266825" y="62865"/>
                </a:lnTo>
                <a:lnTo>
                  <a:pt x="1312545" y="58102"/>
                </a:lnTo>
                <a:lnTo>
                  <a:pt x="1357313" y="53340"/>
                </a:lnTo>
                <a:lnTo>
                  <a:pt x="1402080" y="48577"/>
                </a:lnTo>
                <a:lnTo>
                  <a:pt x="1447800" y="44768"/>
                </a:lnTo>
                <a:lnTo>
                  <a:pt x="1493520" y="40958"/>
                </a:lnTo>
                <a:lnTo>
                  <a:pt x="1538288" y="37148"/>
                </a:lnTo>
                <a:lnTo>
                  <a:pt x="1583055" y="34290"/>
                </a:lnTo>
                <a:lnTo>
                  <a:pt x="1628775" y="31433"/>
                </a:lnTo>
                <a:lnTo>
                  <a:pt x="1674495" y="28575"/>
                </a:lnTo>
                <a:lnTo>
                  <a:pt x="1719263" y="25718"/>
                </a:lnTo>
                <a:lnTo>
                  <a:pt x="1764030" y="23813"/>
                </a:lnTo>
                <a:lnTo>
                  <a:pt x="1809750" y="20955"/>
                </a:lnTo>
                <a:lnTo>
                  <a:pt x="1855470" y="19050"/>
                </a:lnTo>
                <a:lnTo>
                  <a:pt x="1900238" y="17145"/>
                </a:lnTo>
                <a:lnTo>
                  <a:pt x="1945005" y="15240"/>
                </a:lnTo>
                <a:lnTo>
                  <a:pt x="1990725" y="14288"/>
                </a:lnTo>
                <a:lnTo>
                  <a:pt x="2036445" y="12383"/>
                </a:lnTo>
                <a:lnTo>
                  <a:pt x="2081213" y="11430"/>
                </a:lnTo>
                <a:lnTo>
                  <a:pt x="2125980" y="9525"/>
                </a:lnTo>
                <a:lnTo>
                  <a:pt x="2171700" y="8573"/>
                </a:lnTo>
                <a:lnTo>
                  <a:pt x="2217420" y="7620"/>
                </a:lnTo>
                <a:lnTo>
                  <a:pt x="2262188" y="6668"/>
                </a:lnTo>
                <a:lnTo>
                  <a:pt x="2306955" y="5715"/>
                </a:lnTo>
                <a:lnTo>
                  <a:pt x="2352675" y="4763"/>
                </a:lnTo>
                <a:lnTo>
                  <a:pt x="2398395" y="3810"/>
                </a:lnTo>
                <a:lnTo>
                  <a:pt x="2443163" y="2858"/>
                </a:lnTo>
                <a:lnTo>
                  <a:pt x="2487930" y="2858"/>
                </a:lnTo>
                <a:lnTo>
                  <a:pt x="2533650" y="1905"/>
                </a:lnTo>
                <a:lnTo>
                  <a:pt x="2579370" y="952"/>
                </a:lnTo>
                <a:lnTo>
                  <a:pt x="2624138" y="952"/>
                </a:lnTo>
                <a:lnTo>
                  <a:pt x="2668905" y="0"/>
                </a:lnTo>
                <a:lnTo>
                  <a:pt x="2714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40" name="p17-椭圆-0040">
            <a:extLst xmlns:a="http://schemas.openxmlformats.org/drawingml/2006/main">
              <a:ext uri="{FF2B5EF4-FFF2-40B4-BE49-F238E27FC236}">
                <a16:creationId xmlns:a16="http://schemas.microsoft.com/office/drawing/2014/main" id="{1B543397-851A-46EC-80D4-518C5057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8198" y="272129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1" name="p17-椭圆-0041">
            <a:extLst xmlns:a="http://schemas.openxmlformats.org/drawingml/2006/main">
              <a:ext uri="{FF2B5EF4-FFF2-40B4-BE49-F238E27FC236}">
                <a16:creationId xmlns:a16="http://schemas.microsoft.com/office/drawing/2014/main" id="{4F4C35C1-3CCC-4707-8464-CA15A31F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123" y="234517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2" name="p17-椭圆-0042">
            <a:extLst xmlns:a="http://schemas.openxmlformats.org/drawingml/2006/main">
              <a:ext uri="{FF2B5EF4-FFF2-40B4-BE49-F238E27FC236}">
                <a16:creationId xmlns:a16="http://schemas.microsoft.com/office/drawing/2014/main" id="{6E272F64-EAD1-43D1-BDFA-3ABE7B08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048" y="219825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3" name="p17-椭圆-0043">
            <a:extLst xmlns:a="http://schemas.openxmlformats.org/drawingml/2006/main">
              <a:ext uri="{FF2B5EF4-FFF2-40B4-BE49-F238E27FC236}">
                <a16:creationId xmlns:a16="http://schemas.microsoft.com/office/drawing/2014/main" id="{6B2F6F86-3CBF-4425-B556-FD422E5F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6973" y="214086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4" name="p17-椭圆-0044">
            <a:extLst xmlns:a="http://schemas.openxmlformats.org/drawingml/2006/main">
              <a:ext uri="{FF2B5EF4-FFF2-40B4-BE49-F238E27FC236}">
                <a16:creationId xmlns:a16="http://schemas.microsoft.com/office/drawing/2014/main" id="{29222B0F-791C-4C55-91D8-44ECB069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9898" y="211844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5" name="p17-椭圆-0045">
            <a:extLst xmlns:a="http://schemas.openxmlformats.org/drawingml/2006/main">
              <a:ext uri="{FF2B5EF4-FFF2-40B4-BE49-F238E27FC236}">
                <a16:creationId xmlns:a16="http://schemas.microsoft.com/office/drawing/2014/main" id="{B6D003A7-D1DB-4C72-9ABE-E393733C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2823" y="210968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6" name="p17-文本-0046">
            <a:extLst xmlns:a="http://schemas.openxmlformats.org/drawingml/2006/main">
              <a:ext uri="{FF2B5EF4-FFF2-40B4-BE49-F238E27FC236}">
                <a16:creationId xmlns:a16="http://schemas.microsoft.com/office/drawing/2014/main" id="{CDD71890-3FAD-48B8-9EA4-28D7A2B1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48601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47" name="p17-文本-0047">
            <a:extLst xmlns:a="http://schemas.openxmlformats.org/drawingml/2006/main">
              <a:ext uri="{FF2B5EF4-FFF2-40B4-BE49-F238E27FC236}">
                <a16:creationId xmlns:a16="http://schemas.microsoft.com/office/drawing/2014/main" id="{C0CCC4A2-4CBD-4A9B-A4E0-0C767B6B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924291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归一化时间</a:t>
            </a:r>
          </a:p>
        </p:txBody>
      </p:sp>
      <p:sp>
        <p:nvSpPr>
          <p:cNvPr id="48" name="p17-文本-0048">
            <a:extLst xmlns:a="http://schemas.openxmlformats.org/drawingml/2006/main">
              <a:ext uri="{FF2B5EF4-FFF2-40B4-BE49-F238E27FC236}">
                <a16:creationId xmlns:a16="http://schemas.microsoft.com/office/drawing/2014/main" id="{C97A19E8-0996-42BE-9B67-9BF8AFDD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385" y="28598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p17-文本-0049">
            <a:extLst xmlns:a="http://schemas.openxmlformats.org/drawingml/2006/main">
              <a:ext uri="{FF2B5EF4-FFF2-40B4-BE49-F238E27FC236}">
                <a16:creationId xmlns:a16="http://schemas.microsoft.com/office/drawing/2014/main" id="{1EB83194-13E0-46A8-A2FF-EC5FE840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7010" y="28598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0" name="p17-线-0050">
            <a:extLst xmlns:a="http://schemas.openxmlformats.org/drawingml/2006/main">
              <a:ext uri="{FF2B5EF4-FFF2-40B4-BE49-F238E27FC236}">
                <a16:creationId xmlns:a16="http://schemas.microsoft.com/office/drawing/2014/main" id="{478D70F0-0105-438E-B792-1FB3992C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9145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51" name="p17-文本-0051">
            <a:extLst xmlns:a="http://schemas.openxmlformats.org/drawingml/2006/main">
              <a:ext uri="{FF2B5EF4-FFF2-40B4-BE49-F238E27FC236}">
                <a16:creationId xmlns:a16="http://schemas.microsoft.com/office/drawing/2014/main" id="{2E954273-AA87-45DF-8A3C-806F15F0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0341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疏松层</a:t>
            </a:r>
          </a:p>
        </p:txBody>
      </p:sp>
      <p:sp>
        <p:nvSpPr>
          <p:cNvPr id="52" name="p17-线-0052">
            <a:extLst xmlns:a="http://schemas.openxmlformats.org/drawingml/2006/main">
              <a:ext uri="{FF2B5EF4-FFF2-40B4-BE49-F238E27FC236}">
                <a16:creationId xmlns:a16="http://schemas.microsoft.com/office/drawing/2014/main" id="{9C2B9135-001A-4BA3-BBB2-0FB27F7F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145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53" name="p17-文本-0053">
            <a:extLst xmlns:a="http://schemas.openxmlformats.org/drawingml/2006/main">
              <a:ext uri="{FF2B5EF4-FFF2-40B4-BE49-F238E27FC236}">
                <a16:creationId xmlns:a16="http://schemas.microsoft.com/office/drawing/2014/main" id="{D4F8EA1E-40B9-48C7-A861-6D2D4CD0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800341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致密层</a:t>
            </a:r>
          </a:p>
        </p:txBody>
      </p:sp>
      <p:sp>
        <p:nvSpPr>
          <p:cNvPr id="54" name="p17-文本-0054">
            <a:extLst xmlns:a="http://schemas.openxmlformats.org/drawingml/2006/main">
              <a:ext uri="{FF2B5EF4-FFF2-40B4-BE49-F238E27FC236}">
                <a16:creationId xmlns:a16="http://schemas.microsoft.com/office/drawing/2014/main" id="{897AAB96-45A7-4766-9207-8F40828A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89331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预测先于测量设定</a:t>
            </a:r>
          </a:p>
        </p:txBody>
      </p:sp>
      <p:sp>
        <p:nvSpPr>
          <p:cNvPr id="55" name="p17-线-0055">
            <a:extLst xmlns:a="http://schemas.openxmlformats.org/drawingml/2006/main">
              <a:ext uri="{FF2B5EF4-FFF2-40B4-BE49-F238E27FC236}">
                <a16:creationId xmlns:a16="http://schemas.microsoft.com/office/drawing/2014/main" id="{16BFD0F7-EA8C-4905-846E-1BAAA3AD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9567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56" name="p17-文本-0056">
            <a:extLst xmlns:a="http://schemas.openxmlformats.org/drawingml/2006/main">
              <a:ext uri="{FF2B5EF4-FFF2-40B4-BE49-F238E27FC236}">
                <a16:creationId xmlns:a16="http://schemas.microsoft.com/office/drawing/2014/main" id="{CA9796D1-F30F-4616-94B6-880E0F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69777"/>
            <a:ext cx="6440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验证层</a:t>
            </a:r>
          </a:p>
        </p:txBody>
      </p:sp>
      <p:sp>
        <p:nvSpPr>
          <p:cNvPr id="57" name="p17-矩形-0057">
            <a:extLst xmlns:a="http://schemas.openxmlformats.org/drawingml/2006/main">
              <a:ext uri="{FF2B5EF4-FFF2-40B4-BE49-F238E27FC236}">
                <a16:creationId xmlns:a16="http://schemas.microsoft.com/office/drawing/2014/main" id="{68E678F5-3174-4DAB-8A88-D6C4F493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14775"/>
            <a:ext cx="19812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58" name="p17-椭圆-0058">
            <a:extLst xmlns:a="http://schemas.openxmlformats.org/drawingml/2006/main">
              <a:ext uri="{FF2B5EF4-FFF2-40B4-BE49-F238E27FC236}">
                <a16:creationId xmlns:a16="http://schemas.microsoft.com/office/drawing/2014/main" id="{42249A0C-CD6B-4458-88FC-D986E305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19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9" name="p17-文本-0059">
            <a:extLst xmlns:a="http://schemas.openxmlformats.org/drawingml/2006/main">
              <a:ext uri="{FF2B5EF4-FFF2-40B4-BE49-F238E27FC236}">
                <a16:creationId xmlns:a16="http://schemas.microsoft.com/office/drawing/2014/main" id="{588877C8-90FC-4B12-9354-0C604E34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" y="4028638"/>
            <a:ext cx="143828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p17-文本-0060">
            <a:extLst xmlns:a="http://schemas.openxmlformats.org/drawingml/2006/main">
              <a:ext uri="{FF2B5EF4-FFF2-40B4-BE49-F238E27FC236}">
                <a16:creationId xmlns:a16="http://schemas.microsoft.com/office/drawing/2014/main" id="{5411A4DD-C877-4A04-8073-306B89C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0180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制备梯度</a:t>
            </a:r>
          </a:p>
        </p:txBody>
      </p:sp>
      <p:sp>
        <p:nvSpPr>
          <p:cNvPr id="61" name="p17-路径-0061">
            <a:extLst xmlns:a="http://schemas.openxmlformats.org/drawingml/2006/main">
              <a:ext uri="{FF2B5EF4-FFF2-40B4-BE49-F238E27FC236}">
                <a16:creationId xmlns:a16="http://schemas.microsoft.com/office/drawing/2014/main" id="{09AE6711-08B4-4061-B9A8-9F1ED48E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" y="4724400"/>
            <a:ext cx="1173480" cy="242888"/>
          </a:xfrm>
          <a:custGeom xmlns:a="http://schemas.openxmlformats.org/drawingml/2006/main">
            <a:pathLst>
              <a:path w="1173480" h="242888">
                <a:moveTo>
                  <a:pt x="0" y="114300"/>
                </a:moveTo>
                <a:lnTo>
                  <a:pt x="12382" y="136208"/>
                </a:lnTo>
                <a:lnTo>
                  <a:pt x="23813" y="157163"/>
                </a:lnTo>
                <a:lnTo>
                  <a:pt x="36195" y="177165"/>
                </a:lnTo>
                <a:lnTo>
                  <a:pt x="47625" y="194310"/>
                </a:lnTo>
                <a:lnTo>
                  <a:pt x="60007" y="209550"/>
                </a:lnTo>
                <a:lnTo>
                  <a:pt x="71438" y="221932"/>
                </a:lnTo>
                <a:lnTo>
                  <a:pt x="82867" y="230505"/>
                </a:lnTo>
                <a:lnTo>
                  <a:pt x="95250" y="235268"/>
                </a:lnTo>
                <a:lnTo>
                  <a:pt x="106680" y="237172"/>
                </a:lnTo>
                <a:lnTo>
                  <a:pt x="119063" y="235268"/>
                </a:lnTo>
                <a:lnTo>
                  <a:pt x="130492" y="229553"/>
                </a:lnTo>
                <a:lnTo>
                  <a:pt x="142875" y="220980"/>
                </a:lnTo>
                <a:lnTo>
                  <a:pt x="154305" y="210503"/>
                </a:lnTo>
                <a:lnTo>
                  <a:pt x="166688" y="197168"/>
                </a:lnTo>
                <a:lnTo>
                  <a:pt x="178117" y="182880"/>
                </a:lnTo>
                <a:lnTo>
                  <a:pt x="189547" y="168593"/>
                </a:lnTo>
                <a:lnTo>
                  <a:pt x="201930" y="153353"/>
                </a:lnTo>
                <a:lnTo>
                  <a:pt x="213360" y="138113"/>
                </a:lnTo>
                <a:lnTo>
                  <a:pt x="225742" y="123825"/>
                </a:lnTo>
                <a:lnTo>
                  <a:pt x="237172" y="112395"/>
                </a:lnTo>
                <a:lnTo>
                  <a:pt x="249555" y="101917"/>
                </a:lnTo>
                <a:lnTo>
                  <a:pt x="260985" y="93345"/>
                </a:lnTo>
                <a:lnTo>
                  <a:pt x="272415" y="87630"/>
                </a:lnTo>
                <a:lnTo>
                  <a:pt x="284797" y="84772"/>
                </a:lnTo>
                <a:lnTo>
                  <a:pt x="296227" y="83820"/>
                </a:lnTo>
                <a:lnTo>
                  <a:pt x="308610" y="85725"/>
                </a:lnTo>
                <a:lnTo>
                  <a:pt x="320040" y="89535"/>
                </a:lnTo>
                <a:lnTo>
                  <a:pt x="332422" y="94297"/>
                </a:lnTo>
                <a:lnTo>
                  <a:pt x="343852" y="100965"/>
                </a:lnTo>
                <a:lnTo>
                  <a:pt x="355282" y="107633"/>
                </a:lnTo>
                <a:lnTo>
                  <a:pt x="367665" y="114300"/>
                </a:lnTo>
                <a:lnTo>
                  <a:pt x="379095" y="120967"/>
                </a:lnTo>
                <a:lnTo>
                  <a:pt x="391477" y="126683"/>
                </a:lnTo>
                <a:lnTo>
                  <a:pt x="402907" y="130492"/>
                </a:lnTo>
                <a:lnTo>
                  <a:pt x="415290" y="133350"/>
                </a:lnTo>
                <a:lnTo>
                  <a:pt x="426720" y="133350"/>
                </a:lnTo>
                <a:lnTo>
                  <a:pt x="439102" y="131445"/>
                </a:lnTo>
                <a:lnTo>
                  <a:pt x="450532" y="126683"/>
                </a:lnTo>
                <a:lnTo>
                  <a:pt x="461963" y="119063"/>
                </a:lnTo>
                <a:lnTo>
                  <a:pt x="474345" y="110490"/>
                </a:lnTo>
                <a:lnTo>
                  <a:pt x="485775" y="99060"/>
                </a:lnTo>
                <a:lnTo>
                  <a:pt x="498157" y="86678"/>
                </a:lnTo>
                <a:lnTo>
                  <a:pt x="509588" y="73342"/>
                </a:lnTo>
                <a:lnTo>
                  <a:pt x="521970" y="60008"/>
                </a:lnTo>
                <a:lnTo>
                  <a:pt x="533400" y="45720"/>
                </a:lnTo>
                <a:lnTo>
                  <a:pt x="544830" y="33338"/>
                </a:lnTo>
                <a:lnTo>
                  <a:pt x="557213" y="21908"/>
                </a:lnTo>
                <a:lnTo>
                  <a:pt x="568642" y="12383"/>
                </a:lnTo>
                <a:lnTo>
                  <a:pt x="581025" y="4763"/>
                </a:lnTo>
                <a:lnTo>
                  <a:pt x="592455" y="953"/>
                </a:lnTo>
                <a:lnTo>
                  <a:pt x="604838" y="0"/>
                </a:lnTo>
                <a:lnTo>
                  <a:pt x="616267" y="2858"/>
                </a:lnTo>
                <a:lnTo>
                  <a:pt x="628650" y="8572"/>
                </a:lnTo>
                <a:lnTo>
                  <a:pt x="640080" y="18097"/>
                </a:lnTo>
                <a:lnTo>
                  <a:pt x="651510" y="30480"/>
                </a:lnTo>
                <a:lnTo>
                  <a:pt x="663892" y="46672"/>
                </a:lnTo>
                <a:lnTo>
                  <a:pt x="675323" y="64770"/>
                </a:lnTo>
                <a:lnTo>
                  <a:pt x="687705" y="84772"/>
                </a:lnTo>
                <a:lnTo>
                  <a:pt x="699135" y="105728"/>
                </a:lnTo>
                <a:lnTo>
                  <a:pt x="711517" y="127635"/>
                </a:lnTo>
                <a:lnTo>
                  <a:pt x="722948" y="148590"/>
                </a:lnTo>
                <a:lnTo>
                  <a:pt x="734378" y="169545"/>
                </a:lnTo>
                <a:lnTo>
                  <a:pt x="746760" y="188595"/>
                </a:lnTo>
                <a:lnTo>
                  <a:pt x="758190" y="205740"/>
                </a:lnTo>
                <a:lnTo>
                  <a:pt x="770573" y="220028"/>
                </a:lnTo>
                <a:lnTo>
                  <a:pt x="782003" y="231457"/>
                </a:lnTo>
                <a:lnTo>
                  <a:pt x="794385" y="239078"/>
                </a:lnTo>
                <a:lnTo>
                  <a:pt x="805815" y="242888"/>
                </a:lnTo>
                <a:lnTo>
                  <a:pt x="818198" y="242888"/>
                </a:lnTo>
                <a:lnTo>
                  <a:pt x="829628" y="240030"/>
                </a:lnTo>
                <a:lnTo>
                  <a:pt x="841057" y="233363"/>
                </a:lnTo>
                <a:lnTo>
                  <a:pt x="853440" y="223838"/>
                </a:lnTo>
                <a:lnTo>
                  <a:pt x="864870" y="211455"/>
                </a:lnTo>
                <a:lnTo>
                  <a:pt x="877253" y="197168"/>
                </a:lnTo>
                <a:lnTo>
                  <a:pt x="888682" y="180975"/>
                </a:lnTo>
                <a:lnTo>
                  <a:pt x="901065" y="164782"/>
                </a:lnTo>
                <a:lnTo>
                  <a:pt x="912495" y="148590"/>
                </a:lnTo>
                <a:lnTo>
                  <a:pt x="923925" y="132397"/>
                </a:lnTo>
                <a:lnTo>
                  <a:pt x="936307" y="117158"/>
                </a:lnTo>
                <a:lnTo>
                  <a:pt x="947738" y="103822"/>
                </a:lnTo>
                <a:lnTo>
                  <a:pt x="960120" y="92392"/>
                </a:lnTo>
                <a:lnTo>
                  <a:pt x="971550" y="82867"/>
                </a:lnTo>
                <a:lnTo>
                  <a:pt x="983932" y="77153"/>
                </a:lnTo>
                <a:lnTo>
                  <a:pt x="995363" y="73342"/>
                </a:lnTo>
                <a:lnTo>
                  <a:pt x="1006792" y="71438"/>
                </a:lnTo>
                <a:lnTo>
                  <a:pt x="1019175" y="73342"/>
                </a:lnTo>
                <a:lnTo>
                  <a:pt x="1030605" y="76200"/>
                </a:lnTo>
                <a:lnTo>
                  <a:pt x="1042988" y="80963"/>
                </a:lnTo>
                <a:lnTo>
                  <a:pt x="1054418" y="87630"/>
                </a:lnTo>
                <a:lnTo>
                  <a:pt x="1066800" y="95250"/>
                </a:lnTo>
                <a:lnTo>
                  <a:pt x="1078230" y="101917"/>
                </a:lnTo>
                <a:lnTo>
                  <a:pt x="1090613" y="109538"/>
                </a:lnTo>
                <a:lnTo>
                  <a:pt x="1102043" y="115253"/>
                </a:lnTo>
                <a:lnTo>
                  <a:pt x="1113473" y="120015"/>
                </a:lnTo>
                <a:lnTo>
                  <a:pt x="1125855" y="123825"/>
                </a:lnTo>
                <a:lnTo>
                  <a:pt x="1137285" y="124778"/>
                </a:lnTo>
                <a:lnTo>
                  <a:pt x="1149668" y="123825"/>
                </a:lnTo>
                <a:lnTo>
                  <a:pt x="1161098" y="120015"/>
                </a:lnTo>
                <a:lnTo>
                  <a:pt x="117348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62" name="p17-路径-0062">
            <a:extLst xmlns:a="http://schemas.openxmlformats.org/drawingml/2006/main">
              <a:ext uri="{FF2B5EF4-FFF2-40B4-BE49-F238E27FC236}">
                <a16:creationId xmlns:a16="http://schemas.microsoft.com/office/drawing/2014/main" id="{73A90E83-8424-4FCA-80ED-3CCC995E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" y="4747260"/>
            <a:ext cx="1173480" cy="229553"/>
          </a:xfrm>
          <a:custGeom xmlns:a="http://schemas.openxmlformats.org/drawingml/2006/main">
            <a:pathLst>
              <a:path w="1173480" h="229553">
                <a:moveTo>
                  <a:pt x="0" y="229553"/>
                </a:moveTo>
                <a:lnTo>
                  <a:pt x="12382" y="228600"/>
                </a:lnTo>
                <a:lnTo>
                  <a:pt x="23813" y="224790"/>
                </a:lnTo>
                <a:lnTo>
                  <a:pt x="36195" y="217170"/>
                </a:lnTo>
                <a:lnTo>
                  <a:pt x="47625" y="205740"/>
                </a:lnTo>
                <a:lnTo>
                  <a:pt x="60007" y="191453"/>
                </a:lnTo>
                <a:lnTo>
                  <a:pt x="71438" y="175260"/>
                </a:lnTo>
                <a:lnTo>
                  <a:pt x="82867" y="157163"/>
                </a:lnTo>
                <a:lnTo>
                  <a:pt x="95250" y="137160"/>
                </a:lnTo>
                <a:lnTo>
                  <a:pt x="106680" y="118110"/>
                </a:lnTo>
                <a:lnTo>
                  <a:pt x="119063" y="98108"/>
                </a:lnTo>
                <a:lnTo>
                  <a:pt x="130492" y="79058"/>
                </a:lnTo>
                <a:lnTo>
                  <a:pt x="142875" y="61913"/>
                </a:lnTo>
                <a:lnTo>
                  <a:pt x="154305" y="46673"/>
                </a:lnTo>
                <a:lnTo>
                  <a:pt x="166688" y="34290"/>
                </a:lnTo>
                <a:lnTo>
                  <a:pt x="178117" y="23813"/>
                </a:lnTo>
                <a:lnTo>
                  <a:pt x="189547" y="17145"/>
                </a:lnTo>
                <a:lnTo>
                  <a:pt x="201930" y="13335"/>
                </a:lnTo>
                <a:lnTo>
                  <a:pt x="213360" y="12383"/>
                </a:lnTo>
                <a:lnTo>
                  <a:pt x="225742" y="14288"/>
                </a:lnTo>
                <a:lnTo>
                  <a:pt x="237172" y="19050"/>
                </a:lnTo>
                <a:lnTo>
                  <a:pt x="249555" y="24765"/>
                </a:lnTo>
                <a:lnTo>
                  <a:pt x="260985" y="33338"/>
                </a:lnTo>
                <a:lnTo>
                  <a:pt x="272415" y="41910"/>
                </a:lnTo>
                <a:lnTo>
                  <a:pt x="284797" y="52388"/>
                </a:lnTo>
                <a:lnTo>
                  <a:pt x="296227" y="61913"/>
                </a:lnTo>
                <a:lnTo>
                  <a:pt x="308610" y="70485"/>
                </a:lnTo>
                <a:lnTo>
                  <a:pt x="320040" y="78105"/>
                </a:lnTo>
                <a:lnTo>
                  <a:pt x="332422" y="84773"/>
                </a:lnTo>
                <a:lnTo>
                  <a:pt x="343852" y="88583"/>
                </a:lnTo>
                <a:lnTo>
                  <a:pt x="355282" y="91440"/>
                </a:lnTo>
                <a:lnTo>
                  <a:pt x="367665" y="91440"/>
                </a:lnTo>
                <a:lnTo>
                  <a:pt x="379095" y="89535"/>
                </a:lnTo>
                <a:lnTo>
                  <a:pt x="391477" y="84773"/>
                </a:lnTo>
                <a:lnTo>
                  <a:pt x="402907" y="79058"/>
                </a:lnTo>
                <a:lnTo>
                  <a:pt x="415290" y="71438"/>
                </a:lnTo>
                <a:lnTo>
                  <a:pt x="426720" y="62865"/>
                </a:lnTo>
                <a:lnTo>
                  <a:pt x="439102" y="54293"/>
                </a:lnTo>
                <a:lnTo>
                  <a:pt x="450532" y="45720"/>
                </a:lnTo>
                <a:lnTo>
                  <a:pt x="461963" y="37148"/>
                </a:lnTo>
                <a:lnTo>
                  <a:pt x="474345" y="30480"/>
                </a:lnTo>
                <a:lnTo>
                  <a:pt x="485775" y="24765"/>
                </a:lnTo>
                <a:lnTo>
                  <a:pt x="498157" y="20955"/>
                </a:lnTo>
                <a:lnTo>
                  <a:pt x="509588" y="20955"/>
                </a:lnTo>
                <a:lnTo>
                  <a:pt x="521970" y="22860"/>
                </a:lnTo>
                <a:lnTo>
                  <a:pt x="533400" y="27623"/>
                </a:lnTo>
                <a:lnTo>
                  <a:pt x="544830" y="35243"/>
                </a:lnTo>
                <a:lnTo>
                  <a:pt x="557213" y="45720"/>
                </a:lnTo>
                <a:lnTo>
                  <a:pt x="568642" y="59055"/>
                </a:lnTo>
                <a:lnTo>
                  <a:pt x="581025" y="75248"/>
                </a:lnTo>
                <a:lnTo>
                  <a:pt x="592455" y="92393"/>
                </a:lnTo>
                <a:lnTo>
                  <a:pt x="604838" y="111443"/>
                </a:lnTo>
                <a:lnTo>
                  <a:pt x="616267" y="130493"/>
                </a:lnTo>
                <a:lnTo>
                  <a:pt x="628650" y="149543"/>
                </a:lnTo>
                <a:lnTo>
                  <a:pt x="640080" y="167640"/>
                </a:lnTo>
                <a:lnTo>
                  <a:pt x="651510" y="184785"/>
                </a:lnTo>
                <a:lnTo>
                  <a:pt x="663892" y="200025"/>
                </a:lnTo>
                <a:lnTo>
                  <a:pt x="675323" y="211455"/>
                </a:lnTo>
                <a:lnTo>
                  <a:pt x="687705" y="220980"/>
                </a:lnTo>
                <a:lnTo>
                  <a:pt x="699135" y="226695"/>
                </a:lnTo>
                <a:lnTo>
                  <a:pt x="711517" y="228600"/>
                </a:lnTo>
                <a:lnTo>
                  <a:pt x="722948" y="226695"/>
                </a:lnTo>
                <a:lnTo>
                  <a:pt x="734378" y="221933"/>
                </a:lnTo>
                <a:lnTo>
                  <a:pt x="746760" y="212408"/>
                </a:lnTo>
                <a:lnTo>
                  <a:pt x="758190" y="200025"/>
                </a:lnTo>
                <a:lnTo>
                  <a:pt x="770573" y="184785"/>
                </a:lnTo>
                <a:lnTo>
                  <a:pt x="782003" y="166688"/>
                </a:lnTo>
                <a:lnTo>
                  <a:pt x="794385" y="147638"/>
                </a:lnTo>
                <a:lnTo>
                  <a:pt x="805815" y="127635"/>
                </a:lnTo>
                <a:lnTo>
                  <a:pt x="818198" y="106680"/>
                </a:lnTo>
                <a:lnTo>
                  <a:pt x="829628" y="86678"/>
                </a:lnTo>
                <a:lnTo>
                  <a:pt x="841057" y="66675"/>
                </a:lnTo>
                <a:lnTo>
                  <a:pt x="853440" y="49530"/>
                </a:lnTo>
                <a:lnTo>
                  <a:pt x="864870" y="34290"/>
                </a:lnTo>
                <a:lnTo>
                  <a:pt x="877253" y="20955"/>
                </a:lnTo>
                <a:lnTo>
                  <a:pt x="888682" y="11430"/>
                </a:lnTo>
                <a:lnTo>
                  <a:pt x="901065" y="4763"/>
                </a:lnTo>
                <a:lnTo>
                  <a:pt x="912495" y="953"/>
                </a:lnTo>
                <a:lnTo>
                  <a:pt x="923925" y="0"/>
                </a:lnTo>
                <a:lnTo>
                  <a:pt x="936307" y="2858"/>
                </a:lnTo>
                <a:lnTo>
                  <a:pt x="947738" y="7620"/>
                </a:lnTo>
                <a:lnTo>
                  <a:pt x="960120" y="15240"/>
                </a:lnTo>
                <a:lnTo>
                  <a:pt x="971550" y="24765"/>
                </a:lnTo>
                <a:lnTo>
                  <a:pt x="983932" y="34290"/>
                </a:lnTo>
                <a:lnTo>
                  <a:pt x="995363" y="45720"/>
                </a:lnTo>
                <a:lnTo>
                  <a:pt x="1006792" y="56198"/>
                </a:lnTo>
                <a:lnTo>
                  <a:pt x="1019175" y="66675"/>
                </a:lnTo>
                <a:lnTo>
                  <a:pt x="1030605" y="75248"/>
                </a:lnTo>
                <a:lnTo>
                  <a:pt x="1042988" y="82868"/>
                </a:lnTo>
                <a:lnTo>
                  <a:pt x="1054418" y="89535"/>
                </a:lnTo>
                <a:lnTo>
                  <a:pt x="1066800" y="92393"/>
                </a:lnTo>
                <a:lnTo>
                  <a:pt x="1078230" y="94298"/>
                </a:lnTo>
                <a:lnTo>
                  <a:pt x="1090613" y="93345"/>
                </a:lnTo>
                <a:lnTo>
                  <a:pt x="1102043" y="90488"/>
                </a:lnTo>
                <a:lnTo>
                  <a:pt x="1113473" y="85725"/>
                </a:lnTo>
                <a:lnTo>
                  <a:pt x="1125855" y="80010"/>
                </a:lnTo>
                <a:lnTo>
                  <a:pt x="1137285" y="72390"/>
                </a:lnTo>
                <a:lnTo>
                  <a:pt x="1149668" y="64770"/>
                </a:lnTo>
                <a:lnTo>
                  <a:pt x="1161098" y="56198"/>
                </a:lnTo>
                <a:lnTo>
                  <a:pt x="1173480" y="48578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537F78"/>
            </a:solidFill>
          </a:ln>
        </p:spPr>
      </p:sp>
      <p:sp>
        <p:nvSpPr>
          <p:cNvPr id="63" name="p17-椭圆-0063">
            <a:extLst xmlns:a="http://schemas.openxmlformats.org/drawingml/2006/main">
              <a:ext uri="{FF2B5EF4-FFF2-40B4-BE49-F238E27FC236}">
                <a16:creationId xmlns:a16="http://schemas.microsoft.com/office/drawing/2014/main" id="{531AD66D-F9AF-4F0E-83A7-97AE8412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" y="4810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4" name="p17-椭圆-0064">
            <a:extLst xmlns:a="http://schemas.openxmlformats.org/drawingml/2006/main">
              <a:ext uri="{FF2B5EF4-FFF2-40B4-BE49-F238E27FC236}">
                <a16:creationId xmlns:a16="http://schemas.microsoft.com/office/drawing/2014/main" id="{A729EE0F-82CD-4139-9DFA-872B4799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" y="4865909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5" name="p17-椭圆-0065">
            <a:extLst xmlns:a="http://schemas.openxmlformats.org/drawingml/2006/main">
              <a:ext uri="{FF2B5EF4-FFF2-40B4-BE49-F238E27FC236}">
                <a16:creationId xmlns:a16="http://schemas.microsoft.com/office/drawing/2014/main" id="{D9FFEBCC-0D22-42D7-A575-571D80A0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" y="487040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6" name="p17-椭圆-0066">
            <a:extLst xmlns:a="http://schemas.openxmlformats.org/drawingml/2006/main">
              <a:ext uri="{FF2B5EF4-FFF2-40B4-BE49-F238E27FC236}">
                <a16:creationId xmlns:a16="http://schemas.microsoft.com/office/drawing/2014/main" id="{9BAC5025-1777-49EA-A9CE-66EE3574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1948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7" name="p17-椭圆-0067">
            <a:extLst xmlns:a="http://schemas.openxmlformats.org/drawingml/2006/main">
              <a:ext uri="{FF2B5EF4-FFF2-40B4-BE49-F238E27FC236}">
                <a16:creationId xmlns:a16="http://schemas.microsoft.com/office/drawing/2014/main" id="{74EEC8EF-55EC-44B0-A9F6-0585315F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580" y="475995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8" name="p17-椭圆-0068">
            <a:extLst xmlns:a="http://schemas.openxmlformats.org/drawingml/2006/main">
              <a:ext uri="{FF2B5EF4-FFF2-40B4-BE49-F238E27FC236}">
                <a16:creationId xmlns:a16="http://schemas.microsoft.com/office/drawing/2014/main" id="{8AF4CDC2-7E2E-4199-8271-64BF206F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885" y="474655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9" name="p17-椭圆-0069">
            <a:extLst xmlns:a="http://schemas.openxmlformats.org/drawingml/2006/main">
              <a:ext uri="{FF2B5EF4-FFF2-40B4-BE49-F238E27FC236}">
                <a16:creationId xmlns:a16="http://schemas.microsoft.com/office/drawing/2014/main" id="{175CE152-1C3F-4169-8377-36CBD70F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190" y="4791601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0" name="p17-文本-0070">
            <a:extLst xmlns:a="http://schemas.openxmlformats.org/drawingml/2006/main">
              <a:ext uri="{FF2B5EF4-FFF2-40B4-BE49-F238E27FC236}">
                <a16:creationId xmlns:a16="http://schemas.microsoft.com/office/drawing/2014/main" id="{E45C3FF7-2793-4ECF-92BA-AF2707FB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47863"/>
            <a:ext cx="12382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仅改变层间条件</a:t>
            </a:r>
          </a:p>
        </p:txBody>
      </p:sp>
      <p:sp>
        <p:nvSpPr>
          <p:cNvPr id="71" name="p17-文本-0071">
            <a:extLst xmlns:a="http://schemas.openxmlformats.org/drawingml/2006/main">
              <a:ext uri="{FF2B5EF4-FFF2-40B4-BE49-F238E27FC236}">
                <a16:creationId xmlns:a16="http://schemas.microsoft.com/office/drawing/2014/main" id="{0A705460-95D0-4AAF-A105-99FAF689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85988"/>
            <a:ext cx="12382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固定组分与负载</a:t>
            </a:r>
          </a:p>
        </p:txBody>
      </p:sp>
      <p:sp>
        <p:nvSpPr>
          <p:cNvPr id="72" name="p17-路径-0072">
            <a:extLst xmlns:a="http://schemas.openxmlformats.org/drawingml/2006/main">
              <a:ext uri="{FF2B5EF4-FFF2-40B4-BE49-F238E27FC236}">
                <a16:creationId xmlns:a16="http://schemas.microsoft.com/office/drawing/2014/main" id="{BD5BB570-E332-41FF-9689-78EE6A2B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03470"/>
            <a:ext cx="171450" cy="118110"/>
          </a:xfrm>
          <a:custGeom xmlns:a="http://schemas.openxmlformats.org/drawingml/2006/main">
            <a:pathLst>
              <a:path w="171450" h="118110">
                <a:moveTo>
                  <a:pt x="0" y="82868"/>
                </a:moveTo>
                <a:lnTo>
                  <a:pt x="76200" y="82868"/>
                </a:lnTo>
                <a:lnTo>
                  <a:pt x="76200" y="118110"/>
                </a:lnTo>
                <a:lnTo>
                  <a:pt x="171450" y="59055"/>
                </a:lnTo>
                <a:lnTo>
                  <a:pt x="76200" y="0"/>
                </a:lnTo>
                <a:lnTo>
                  <a:pt x="76200" y="35243"/>
                </a:lnTo>
                <a:lnTo>
                  <a:pt x="0" y="3524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3" name="p17-矩形-0073">
            <a:extLst xmlns:a="http://schemas.openxmlformats.org/drawingml/2006/main">
              <a:ext uri="{FF2B5EF4-FFF2-40B4-BE49-F238E27FC236}">
                <a16:creationId xmlns:a16="http://schemas.microsoft.com/office/drawing/2014/main" id="{63F9FBE3-9994-49FB-A7C3-0B98A87F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914775"/>
            <a:ext cx="19812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4" name="p17-椭圆-0074">
            <a:extLst xmlns:a="http://schemas.openxmlformats.org/drawingml/2006/main">
              <a:ext uri="{FF2B5EF4-FFF2-40B4-BE49-F238E27FC236}">
                <a16:creationId xmlns:a16="http://schemas.microsoft.com/office/drawing/2014/main" id="{F0AF3995-D553-4B37-BFD2-ED4421AE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19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5" name="p17-文本-0075">
            <a:extLst xmlns:a="http://schemas.openxmlformats.org/drawingml/2006/main">
              <a:ext uri="{FF2B5EF4-FFF2-40B4-BE49-F238E27FC236}">
                <a16:creationId xmlns:a16="http://schemas.microsoft.com/office/drawing/2014/main" id="{86142AD3-A44C-4796-916E-EB662BA5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986" y="4028638"/>
            <a:ext cx="143828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6" name="p17-文本-0076">
            <a:extLst xmlns:a="http://schemas.openxmlformats.org/drawingml/2006/main">
              <a:ext uri="{FF2B5EF4-FFF2-40B4-BE49-F238E27FC236}">
                <a16:creationId xmlns:a16="http://schemas.microsoft.com/office/drawing/2014/main" id="{4AB24177-753F-49C4-BB04-AF493750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180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结构核验</a:t>
            </a:r>
          </a:p>
        </p:txBody>
      </p:sp>
      <p:sp>
        <p:nvSpPr>
          <p:cNvPr id="77" name="p17-路径-0077">
            <a:extLst xmlns:a="http://schemas.openxmlformats.org/drawingml/2006/main">
              <a:ext uri="{FF2B5EF4-FFF2-40B4-BE49-F238E27FC236}">
                <a16:creationId xmlns:a16="http://schemas.microsoft.com/office/drawing/2014/main" id="{444EC82B-30ED-4B75-BAA8-96BA676F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62475"/>
            <a:ext cx="1543050" cy="371475"/>
          </a:xfrm>
          <a:custGeom xmlns:a="http://schemas.openxmlformats.org/drawingml/2006/main">
            <a:pathLst>
              <a:path w="1543050" h="371475">
                <a:moveTo>
                  <a:pt x="0" y="142875"/>
                </a:moveTo>
                <a:lnTo>
                  <a:pt x="1203579" y="0"/>
                </a:lnTo>
                <a:lnTo>
                  <a:pt x="1543050" y="228600"/>
                </a:lnTo>
                <a:lnTo>
                  <a:pt x="339471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78" name="p17-路径-0078">
            <a:extLst xmlns:a="http://schemas.openxmlformats.org/drawingml/2006/main">
              <a:ext uri="{FF2B5EF4-FFF2-40B4-BE49-F238E27FC236}">
                <a16:creationId xmlns:a16="http://schemas.microsoft.com/office/drawing/2014/main" id="{A987B0E1-65DB-4C91-95F2-45732A31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667441"/>
            <a:ext cx="1543050" cy="371475"/>
          </a:xfrm>
          <a:custGeom xmlns:a="http://schemas.openxmlformats.org/drawingml/2006/main">
            <a:pathLst>
              <a:path w="1543050" h="371475">
                <a:moveTo>
                  <a:pt x="0" y="142875"/>
                </a:moveTo>
                <a:lnTo>
                  <a:pt x="1203579" y="0"/>
                </a:lnTo>
                <a:lnTo>
                  <a:pt x="1543050" y="228600"/>
                </a:lnTo>
                <a:lnTo>
                  <a:pt x="339471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79" name="p17-路径-0079">
            <a:extLst xmlns:a="http://schemas.openxmlformats.org/drawingml/2006/main">
              <a:ext uri="{FF2B5EF4-FFF2-40B4-BE49-F238E27FC236}">
                <a16:creationId xmlns:a16="http://schemas.microsoft.com/office/drawing/2014/main" id="{9D384F8E-52DF-4BE1-A350-6E15DA23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72406"/>
            <a:ext cx="1543050" cy="371475"/>
          </a:xfrm>
          <a:custGeom xmlns:a="http://schemas.openxmlformats.org/drawingml/2006/main">
            <a:pathLst>
              <a:path w="1543050" h="371475">
                <a:moveTo>
                  <a:pt x="0" y="142875"/>
                </a:moveTo>
                <a:lnTo>
                  <a:pt x="1203579" y="0"/>
                </a:lnTo>
                <a:lnTo>
                  <a:pt x="1543050" y="228600"/>
                </a:lnTo>
                <a:lnTo>
                  <a:pt x="339471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80" name="p17-路径-0080">
            <a:extLst xmlns:a="http://schemas.openxmlformats.org/drawingml/2006/main">
              <a:ext uri="{FF2B5EF4-FFF2-40B4-BE49-F238E27FC236}">
                <a16:creationId xmlns:a16="http://schemas.microsoft.com/office/drawing/2014/main" id="{FC2E0D37-B54D-4D1A-B81F-86EE4A64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877371"/>
            <a:ext cx="1543050" cy="371475"/>
          </a:xfrm>
          <a:custGeom xmlns:a="http://schemas.openxmlformats.org/drawingml/2006/main">
            <a:pathLst>
              <a:path w="1543050" h="371475">
                <a:moveTo>
                  <a:pt x="0" y="142875"/>
                </a:moveTo>
                <a:lnTo>
                  <a:pt x="1203579" y="0"/>
                </a:lnTo>
                <a:lnTo>
                  <a:pt x="1543050" y="228600"/>
                </a:lnTo>
                <a:lnTo>
                  <a:pt x="339471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81" name="p17-路径-0081">
            <a:extLst xmlns:a="http://schemas.openxmlformats.org/drawingml/2006/main">
              <a:ext uri="{FF2B5EF4-FFF2-40B4-BE49-F238E27FC236}">
                <a16:creationId xmlns:a16="http://schemas.microsoft.com/office/drawing/2014/main" id="{9432E028-D91A-4C47-8A05-5C064EFA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497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2" name="p17-路径-0082">
            <a:extLst xmlns:a="http://schemas.openxmlformats.org/drawingml/2006/main">
              <a:ext uri="{FF2B5EF4-FFF2-40B4-BE49-F238E27FC236}">
                <a16:creationId xmlns:a16="http://schemas.microsoft.com/office/drawing/2014/main" id="{9E471915-61DF-4409-B289-28D8E02A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3" name="p17-路径-0083">
            <a:extLst xmlns:a="http://schemas.openxmlformats.org/drawingml/2006/main">
              <a:ext uri="{FF2B5EF4-FFF2-40B4-BE49-F238E27FC236}">
                <a16:creationId xmlns:a16="http://schemas.microsoft.com/office/drawing/2014/main" id="{94D47D8B-0FC6-48FA-B9B7-F3CBC730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829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4" name="p17-路径-0084">
            <a:extLst xmlns:a="http://schemas.openxmlformats.org/drawingml/2006/main">
              <a:ext uri="{FF2B5EF4-FFF2-40B4-BE49-F238E27FC236}">
                <a16:creationId xmlns:a16="http://schemas.microsoft.com/office/drawing/2014/main" id="{6FB04E8B-4028-45E6-89D2-1B3E1DCA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995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5" name="p17-路径-0085">
            <a:extLst xmlns:a="http://schemas.openxmlformats.org/drawingml/2006/main">
              <a:ext uri="{FF2B5EF4-FFF2-40B4-BE49-F238E27FC236}">
                <a16:creationId xmlns:a16="http://schemas.microsoft.com/office/drawing/2014/main" id="{EA323A58-CFA2-4302-A63F-39FE8625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1161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6" name="p17-路径-0086">
            <a:extLst xmlns:a="http://schemas.openxmlformats.org/drawingml/2006/main">
              <a:ext uri="{FF2B5EF4-FFF2-40B4-BE49-F238E27FC236}">
                <a16:creationId xmlns:a16="http://schemas.microsoft.com/office/drawing/2014/main" id="{0F40EDA0-8B77-4995-9F5E-8CF8221E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327" y="5021009"/>
            <a:ext cx="61722" cy="82868"/>
          </a:xfrm>
          <a:custGeom xmlns:a="http://schemas.openxmlformats.org/drawingml/2006/main">
            <a:pathLst>
              <a:path w="61722" h="82868">
                <a:moveTo>
                  <a:pt x="16574" y="0"/>
                </a:moveTo>
                <a:lnTo>
                  <a:pt x="16574" y="33147"/>
                </a:lnTo>
                <a:lnTo>
                  <a:pt x="0" y="33147"/>
                </a:lnTo>
                <a:lnTo>
                  <a:pt x="30861" y="82868"/>
                </a:lnTo>
                <a:lnTo>
                  <a:pt x="61722" y="33147"/>
                </a:lnTo>
                <a:lnTo>
                  <a:pt x="45149" y="33147"/>
                </a:lnTo>
                <a:lnTo>
                  <a:pt x="45149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7" name="p17-文本-0087">
            <a:extLst xmlns:a="http://schemas.openxmlformats.org/drawingml/2006/main">
              <a:ext uri="{FF2B5EF4-FFF2-40B4-BE49-F238E27FC236}">
                <a16:creationId xmlns:a16="http://schemas.microsoft.com/office/drawing/2014/main" id="{9BE0C059-374E-404C-B876-D8D3F303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47863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确认层状结构</a:t>
            </a:r>
          </a:p>
        </p:txBody>
      </p:sp>
      <p:sp>
        <p:nvSpPr>
          <p:cNvPr id="88" name="p17-文本-0088">
            <a:extLst xmlns:a="http://schemas.openxmlformats.org/drawingml/2006/main">
              <a:ext uri="{FF2B5EF4-FFF2-40B4-BE49-F238E27FC236}">
                <a16:creationId xmlns:a16="http://schemas.microsoft.com/office/drawing/2014/main" id="{3906DF32-F8B2-46A7-A9EA-056145E5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685988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剔除破损样本</a:t>
            </a:r>
          </a:p>
        </p:txBody>
      </p:sp>
      <p:sp>
        <p:nvSpPr>
          <p:cNvPr id="89" name="p17-路径-0089">
            <a:extLst xmlns:a="http://schemas.openxmlformats.org/drawingml/2006/main">
              <a:ext uri="{FF2B5EF4-FFF2-40B4-BE49-F238E27FC236}">
                <a16:creationId xmlns:a16="http://schemas.microsoft.com/office/drawing/2014/main" id="{E96520F3-F5C1-4843-9033-D2FC11A9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903470"/>
            <a:ext cx="171450" cy="118110"/>
          </a:xfrm>
          <a:custGeom xmlns:a="http://schemas.openxmlformats.org/drawingml/2006/main">
            <a:pathLst>
              <a:path w="171450" h="118110">
                <a:moveTo>
                  <a:pt x="0" y="82868"/>
                </a:moveTo>
                <a:lnTo>
                  <a:pt x="76200" y="82868"/>
                </a:lnTo>
                <a:lnTo>
                  <a:pt x="76200" y="118110"/>
                </a:lnTo>
                <a:lnTo>
                  <a:pt x="171450" y="59055"/>
                </a:lnTo>
                <a:lnTo>
                  <a:pt x="76200" y="0"/>
                </a:lnTo>
                <a:lnTo>
                  <a:pt x="76200" y="35243"/>
                </a:lnTo>
                <a:lnTo>
                  <a:pt x="0" y="3524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0" name="p17-矩形-0090">
            <a:extLst xmlns:a="http://schemas.openxmlformats.org/drawingml/2006/main">
              <a:ext uri="{FF2B5EF4-FFF2-40B4-BE49-F238E27FC236}">
                <a16:creationId xmlns:a16="http://schemas.microsoft.com/office/drawing/2014/main" id="{19EAE2E4-8AF6-47D4-8B8A-056C960A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19812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91" name="p17-椭圆-0091">
            <a:extLst xmlns:a="http://schemas.openxmlformats.org/drawingml/2006/main">
              <a:ext uri="{FF2B5EF4-FFF2-40B4-BE49-F238E27FC236}">
                <a16:creationId xmlns:a16="http://schemas.microsoft.com/office/drawing/2014/main" id="{DE8AC87C-8AEC-40E9-9323-43D88A01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019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17-文本-0092">
            <a:extLst xmlns:a="http://schemas.openxmlformats.org/drawingml/2006/main">
              <a:ext uri="{FF2B5EF4-FFF2-40B4-BE49-F238E27FC236}">
                <a16:creationId xmlns:a16="http://schemas.microsoft.com/office/drawing/2014/main" id="{DFAF7581-1544-4AA3-B1B2-36E501F4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561" y="4028638"/>
            <a:ext cx="143828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93" name="p17-文本-0093">
            <a:extLst xmlns:a="http://schemas.openxmlformats.org/drawingml/2006/main">
              <a:ext uri="{FF2B5EF4-FFF2-40B4-BE49-F238E27FC236}">
                <a16:creationId xmlns:a16="http://schemas.microsoft.com/office/drawing/2014/main" id="{E1C1FEB8-3F13-4102-A6BA-36888BDC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0180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动态测量</a:t>
            </a:r>
          </a:p>
        </p:txBody>
      </p:sp>
      <p:sp>
        <p:nvSpPr>
          <p:cNvPr id="94" name="p17-矩形-0094">
            <a:extLst xmlns:a="http://schemas.openxmlformats.org/drawingml/2006/main">
              <a:ext uri="{FF2B5EF4-FFF2-40B4-BE49-F238E27FC236}">
                <a16:creationId xmlns:a16="http://schemas.microsoft.com/office/drawing/2014/main" id="{A21F9782-76A0-4B68-8657-9F4D86C8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933" y="4617720"/>
            <a:ext cx="1080135" cy="4309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ED"/>
          </a:solidFill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95" name="p17-矩形-0095">
            <a:extLst xmlns:a="http://schemas.openxmlformats.org/drawingml/2006/main">
              <a:ext uri="{FF2B5EF4-FFF2-40B4-BE49-F238E27FC236}">
                <a16:creationId xmlns:a16="http://schemas.microsoft.com/office/drawing/2014/main" id="{3E4EE802-D754-4DE7-9DE3-182EF89C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9377" y="4672965"/>
            <a:ext cx="694373" cy="994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17-文本-0096">
            <a:extLst xmlns:a="http://schemas.openxmlformats.org/drawingml/2006/main">
              <a:ext uri="{FF2B5EF4-FFF2-40B4-BE49-F238E27FC236}">
                <a16:creationId xmlns:a16="http://schemas.microsoft.com/office/drawing/2014/main" id="{C35995BA-0CA3-46CF-A898-9FCFF0B9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6727" y="4546798"/>
            <a:ext cx="404241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28.0</a:t>
            </a:r>
          </a:p>
        </p:txBody>
      </p:sp>
      <p:sp>
        <p:nvSpPr>
          <p:cNvPr id="97" name="p17-矩形-0097">
            <a:extLst xmlns:a="http://schemas.openxmlformats.org/drawingml/2006/main">
              <a:ext uri="{FF2B5EF4-FFF2-40B4-BE49-F238E27FC236}">
                <a16:creationId xmlns:a16="http://schemas.microsoft.com/office/drawing/2014/main" id="{9C7A4E22-7C03-4868-B5B3-BE92897B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9377" y="4816602"/>
            <a:ext cx="740664" cy="149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98" name="p17-线-0098">
            <a:extLst xmlns:a="http://schemas.openxmlformats.org/drawingml/2006/main">
              <a:ext uri="{FF2B5EF4-FFF2-40B4-BE49-F238E27FC236}">
                <a16:creationId xmlns:a16="http://schemas.microsoft.com/office/drawing/2014/main" id="{F5D7E819-CDA8-4AAE-83DC-8BF6B720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7390" y="4987862"/>
            <a:ext cx="493776" cy="95"/>
          </a:xfrm>
          <a:custGeom xmlns:a="http://schemas.openxmlformats.org/drawingml/2006/main">
            <a:pathLst>
              <a:path w="493776" h="95">
                <a:moveTo>
                  <a:pt x="0" y="0"/>
                </a:moveTo>
                <a:lnTo>
                  <a:pt x="4937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657B8B"/>
            </a:solidFill>
          </a:ln>
        </p:spPr>
      </p:sp>
      <p:sp>
        <p:nvSpPr>
          <p:cNvPr id="99" name="p17-文本-0099">
            <a:extLst xmlns:a="http://schemas.openxmlformats.org/drawingml/2006/main">
              <a:ext uri="{FF2B5EF4-FFF2-40B4-BE49-F238E27FC236}">
                <a16:creationId xmlns:a16="http://schemas.microsoft.com/office/drawing/2014/main" id="{8E6F5E71-B5F1-4E15-B47C-9A38B60D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47863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记录完整时序</a:t>
            </a:r>
          </a:p>
        </p:txBody>
      </p:sp>
      <p:sp>
        <p:nvSpPr>
          <p:cNvPr id="100" name="p17-文本-0100">
            <a:extLst xmlns:a="http://schemas.openxmlformats.org/drawingml/2006/main">
              <a:ext uri="{FF2B5EF4-FFF2-40B4-BE49-F238E27FC236}">
                <a16:creationId xmlns:a16="http://schemas.microsoft.com/office/drawing/2014/main" id="{E338A524-5668-46DA-B9B7-B0F9E0CE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685988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设置空白参照</a:t>
            </a:r>
          </a:p>
        </p:txBody>
      </p:sp>
      <p:sp>
        <p:nvSpPr>
          <p:cNvPr id="101" name="p17-路径-0101">
            <a:extLst xmlns:a="http://schemas.openxmlformats.org/drawingml/2006/main">
              <a:ext uri="{FF2B5EF4-FFF2-40B4-BE49-F238E27FC236}">
                <a16:creationId xmlns:a16="http://schemas.microsoft.com/office/drawing/2014/main" id="{C1896055-A33B-4539-88AF-946DE88B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03470"/>
            <a:ext cx="171450" cy="118110"/>
          </a:xfrm>
          <a:custGeom xmlns:a="http://schemas.openxmlformats.org/drawingml/2006/main">
            <a:pathLst>
              <a:path w="171450" h="118110">
                <a:moveTo>
                  <a:pt x="0" y="82868"/>
                </a:moveTo>
                <a:lnTo>
                  <a:pt x="76200" y="82868"/>
                </a:lnTo>
                <a:lnTo>
                  <a:pt x="76200" y="118110"/>
                </a:lnTo>
                <a:lnTo>
                  <a:pt x="171450" y="59055"/>
                </a:lnTo>
                <a:lnTo>
                  <a:pt x="76200" y="0"/>
                </a:lnTo>
                <a:lnTo>
                  <a:pt x="76200" y="35243"/>
                </a:lnTo>
                <a:lnTo>
                  <a:pt x="0" y="3524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2" name="p17-矩形-0102">
            <a:extLst xmlns:a="http://schemas.openxmlformats.org/drawingml/2006/main">
              <a:ext uri="{FF2B5EF4-FFF2-40B4-BE49-F238E27FC236}">
                <a16:creationId xmlns:a16="http://schemas.microsoft.com/office/drawing/2014/main" id="{C1EBA199-DEC7-428C-86AE-280F1137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914775"/>
            <a:ext cx="19812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03" name="p17-椭圆-0103">
            <a:extLst xmlns:a="http://schemas.openxmlformats.org/drawingml/2006/main">
              <a:ext uri="{FF2B5EF4-FFF2-40B4-BE49-F238E27FC236}">
                <a16:creationId xmlns:a16="http://schemas.microsoft.com/office/drawing/2014/main" id="{8C587C70-0E02-45E3-B981-16D099B2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19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17-文本-0104">
            <a:extLst xmlns:a="http://schemas.openxmlformats.org/drawingml/2006/main">
              <a:ext uri="{FF2B5EF4-FFF2-40B4-BE49-F238E27FC236}">
                <a16:creationId xmlns:a16="http://schemas.microsoft.com/office/drawing/2014/main" id="{09627036-57BE-44F8-A8E5-49055015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136" y="4028638"/>
            <a:ext cx="143828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5" name="p17-文本-0105">
            <a:extLst xmlns:a="http://schemas.openxmlformats.org/drawingml/2006/main">
              <a:ext uri="{FF2B5EF4-FFF2-40B4-BE49-F238E27FC236}">
                <a16:creationId xmlns:a16="http://schemas.microsoft.com/office/drawing/2014/main" id="{CB7828C9-B831-44EB-9771-FD6BF84F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180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联合拟合</a:t>
            </a:r>
          </a:p>
        </p:txBody>
      </p:sp>
      <p:sp>
        <p:nvSpPr>
          <p:cNvPr id="106" name="p17-线-0106">
            <a:extLst xmlns:a="http://schemas.openxmlformats.org/drawingml/2006/main">
              <a:ext uri="{FF2B5EF4-FFF2-40B4-BE49-F238E27FC236}">
                <a16:creationId xmlns:a16="http://schemas.microsoft.com/office/drawing/2014/main" id="{28524250-0CDB-4E46-8A75-5570E739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14925"/>
            <a:ext cx="1543050" cy="95"/>
          </a:xfrm>
          <a:custGeom xmlns:a="http://schemas.openxmlformats.org/drawingml/2006/main">
            <a:pathLst>
              <a:path w="1543050" h="95">
                <a:moveTo>
                  <a:pt x="0" y="0"/>
                </a:moveTo>
                <a:lnTo>
                  <a:pt x="1543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107" name="p17-路径-0107">
            <a:extLst xmlns:a="http://schemas.openxmlformats.org/drawingml/2006/main">
              <a:ext uri="{FF2B5EF4-FFF2-40B4-BE49-F238E27FC236}">
                <a16:creationId xmlns:a16="http://schemas.microsoft.com/office/drawing/2014/main" id="{2BA29B84-734E-4F9F-ABA7-A8F44461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848225"/>
            <a:ext cx="1543050" cy="200025"/>
          </a:xfrm>
          <a:custGeom xmlns:a="http://schemas.openxmlformats.org/drawingml/2006/main">
            <a:pathLst>
              <a:path w="1543050" h="200025">
                <a:moveTo>
                  <a:pt x="0" y="200025"/>
                </a:moveTo>
                <a:lnTo>
                  <a:pt x="10478" y="200025"/>
                </a:lnTo>
                <a:lnTo>
                  <a:pt x="20955" y="200025"/>
                </a:lnTo>
                <a:lnTo>
                  <a:pt x="30480" y="200025"/>
                </a:lnTo>
                <a:lnTo>
                  <a:pt x="40957" y="200025"/>
                </a:lnTo>
                <a:lnTo>
                  <a:pt x="51435" y="200025"/>
                </a:lnTo>
                <a:lnTo>
                  <a:pt x="61913" y="200025"/>
                </a:lnTo>
                <a:lnTo>
                  <a:pt x="72390" y="200025"/>
                </a:lnTo>
                <a:lnTo>
                  <a:pt x="81915" y="200025"/>
                </a:lnTo>
                <a:lnTo>
                  <a:pt x="92393" y="200025"/>
                </a:lnTo>
                <a:lnTo>
                  <a:pt x="102870" y="200025"/>
                </a:lnTo>
                <a:lnTo>
                  <a:pt x="113347" y="200025"/>
                </a:lnTo>
                <a:lnTo>
                  <a:pt x="123825" y="200025"/>
                </a:lnTo>
                <a:lnTo>
                  <a:pt x="133350" y="200025"/>
                </a:lnTo>
                <a:lnTo>
                  <a:pt x="143828" y="200025"/>
                </a:lnTo>
                <a:lnTo>
                  <a:pt x="154305" y="200025"/>
                </a:lnTo>
                <a:lnTo>
                  <a:pt x="164782" y="200025"/>
                </a:lnTo>
                <a:lnTo>
                  <a:pt x="175260" y="200025"/>
                </a:lnTo>
                <a:lnTo>
                  <a:pt x="184785" y="200025"/>
                </a:lnTo>
                <a:lnTo>
                  <a:pt x="195263" y="200025"/>
                </a:lnTo>
                <a:lnTo>
                  <a:pt x="205740" y="200025"/>
                </a:lnTo>
                <a:lnTo>
                  <a:pt x="216218" y="200025"/>
                </a:lnTo>
                <a:lnTo>
                  <a:pt x="226695" y="200025"/>
                </a:lnTo>
                <a:lnTo>
                  <a:pt x="236220" y="200025"/>
                </a:lnTo>
                <a:lnTo>
                  <a:pt x="246697" y="200025"/>
                </a:lnTo>
                <a:lnTo>
                  <a:pt x="257175" y="200025"/>
                </a:lnTo>
                <a:lnTo>
                  <a:pt x="267653" y="197168"/>
                </a:lnTo>
                <a:lnTo>
                  <a:pt x="278130" y="182880"/>
                </a:lnTo>
                <a:lnTo>
                  <a:pt x="287655" y="144780"/>
                </a:lnTo>
                <a:lnTo>
                  <a:pt x="298132" y="90488"/>
                </a:lnTo>
                <a:lnTo>
                  <a:pt x="308610" y="61913"/>
                </a:lnTo>
                <a:lnTo>
                  <a:pt x="319088" y="90488"/>
                </a:lnTo>
                <a:lnTo>
                  <a:pt x="329565" y="144780"/>
                </a:lnTo>
                <a:lnTo>
                  <a:pt x="339090" y="182880"/>
                </a:lnTo>
                <a:lnTo>
                  <a:pt x="349568" y="197168"/>
                </a:lnTo>
                <a:lnTo>
                  <a:pt x="360045" y="200025"/>
                </a:lnTo>
                <a:lnTo>
                  <a:pt x="370522" y="200025"/>
                </a:lnTo>
                <a:lnTo>
                  <a:pt x="381000" y="200025"/>
                </a:lnTo>
                <a:lnTo>
                  <a:pt x="390525" y="200025"/>
                </a:lnTo>
                <a:lnTo>
                  <a:pt x="401003" y="200025"/>
                </a:lnTo>
                <a:lnTo>
                  <a:pt x="411480" y="200025"/>
                </a:lnTo>
                <a:lnTo>
                  <a:pt x="421957" y="200025"/>
                </a:lnTo>
                <a:lnTo>
                  <a:pt x="432435" y="200025"/>
                </a:lnTo>
                <a:lnTo>
                  <a:pt x="441960" y="200025"/>
                </a:lnTo>
                <a:lnTo>
                  <a:pt x="452438" y="200025"/>
                </a:lnTo>
                <a:lnTo>
                  <a:pt x="462915" y="200025"/>
                </a:lnTo>
                <a:lnTo>
                  <a:pt x="473393" y="200025"/>
                </a:lnTo>
                <a:lnTo>
                  <a:pt x="483870" y="200025"/>
                </a:lnTo>
                <a:lnTo>
                  <a:pt x="493395" y="200025"/>
                </a:lnTo>
                <a:lnTo>
                  <a:pt x="503872" y="200025"/>
                </a:lnTo>
                <a:lnTo>
                  <a:pt x="514350" y="200025"/>
                </a:lnTo>
                <a:lnTo>
                  <a:pt x="524828" y="200025"/>
                </a:lnTo>
                <a:lnTo>
                  <a:pt x="535305" y="200025"/>
                </a:lnTo>
                <a:lnTo>
                  <a:pt x="544830" y="200025"/>
                </a:lnTo>
                <a:lnTo>
                  <a:pt x="555307" y="200025"/>
                </a:lnTo>
                <a:lnTo>
                  <a:pt x="565785" y="200025"/>
                </a:lnTo>
                <a:lnTo>
                  <a:pt x="576263" y="200025"/>
                </a:lnTo>
                <a:lnTo>
                  <a:pt x="586740" y="200025"/>
                </a:lnTo>
                <a:lnTo>
                  <a:pt x="596265" y="200025"/>
                </a:lnTo>
                <a:lnTo>
                  <a:pt x="606743" y="200025"/>
                </a:lnTo>
                <a:lnTo>
                  <a:pt x="617220" y="198120"/>
                </a:lnTo>
                <a:lnTo>
                  <a:pt x="627697" y="194310"/>
                </a:lnTo>
                <a:lnTo>
                  <a:pt x="638175" y="184785"/>
                </a:lnTo>
                <a:lnTo>
                  <a:pt x="647700" y="162878"/>
                </a:lnTo>
                <a:lnTo>
                  <a:pt x="658178" y="127635"/>
                </a:lnTo>
                <a:lnTo>
                  <a:pt x="668655" y="79057"/>
                </a:lnTo>
                <a:lnTo>
                  <a:pt x="679132" y="31432"/>
                </a:lnTo>
                <a:lnTo>
                  <a:pt x="689610" y="0"/>
                </a:lnTo>
                <a:lnTo>
                  <a:pt x="699135" y="0"/>
                </a:lnTo>
                <a:lnTo>
                  <a:pt x="709613" y="31432"/>
                </a:lnTo>
                <a:lnTo>
                  <a:pt x="720090" y="79057"/>
                </a:lnTo>
                <a:lnTo>
                  <a:pt x="730568" y="127635"/>
                </a:lnTo>
                <a:lnTo>
                  <a:pt x="741045" y="162878"/>
                </a:lnTo>
                <a:lnTo>
                  <a:pt x="750570" y="184785"/>
                </a:lnTo>
                <a:lnTo>
                  <a:pt x="761047" y="194310"/>
                </a:lnTo>
                <a:lnTo>
                  <a:pt x="771525" y="198120"/>
                </a:lnTo>
                <a:lnTo>
                  <a:pt x="782003" y="200025"/>
                </a:lnTo>
                <a:lnTo>
                  <a:pt x="792480" y="200025"/>
                </a:lnTo>
                <a:lnTo>
                  <a:pt x="802005" y="200025"/>
                </a:lnTo>
                <a:lnTo>
                  <a:pt x="812482" y="200025"/>
                </a:lnTo>
                <a:lnTo>
                  <a:pt x="822960" y="200025"/>
                </a:lnTo>
                <a:lnTo>
                  <a:pt x="833438" y="200025"/>
                </a:lnTo>
                <a:lnTo>
                  <a:pt x="843915" y="200025"/>
                </a:lnTo>
                <a:lnTo>
                  <a:pt x="853440" y="200025"/>
                </a:lnTo>
                <a:lnTo>
                  <a:pt x="863918" y="200025"/>
                </a:lnTo>
                <a:lnTo>
                  <a:pt x="874395" y="200025"/>
                </a:lnTo>
                <a:lnTo>
                  <a:pt x="884872" y="200025"/>
                </a:lnTo>
                <a:lnTo>
                  <a:pt x="895350" y="200025"/>
                </a:lnTo>
                <a:lnTo>
                  <a:pt x="904875" y="200025"/>
                </a:lnTo>
                <a:lnTo>
                  <a:pt x="915353" y="200025"/>
                </a:lnTo>
                <a:lnTo>
                  <a:pt x="925830" y="200025"/>
                </a:lnTo>
                <a:lnTo>
                  <a:pt x="936307" y="200025"/>
                </a:lnTo>
                <a:lnTo>
                  <a:pt x="946785" y="200025"/>
                </a:lnTo>
                <a:lnTo>
                  <a:pt x="956310" y="200025"/>
                </a:lnTo>
                <a:lnTo>
                  <a:pt x="966788" y="200025"/>
                </a:lnTo>
                <a:lnTo>
                  <a:pt x="977265" y="200025"/>
                </a:lnTo>
                <a:lnTo>
                  <a:pt x="987743" y="200025"/>
                </a:lnTo>
                <a:lnTo>
                  <a:pt x="998220" y="200025"/>
                </a:lnTo>
                <a:lnTo>
                  <a:pt x="1007745" y="200025"/>
                </a:lnTo>
                <a:lnTo>
                  <a:pt x="1018222" y="200025"/>
                </a:lnTo>
                <a:lnTo>
                  <a:pt x="1028700" y="200025"/>
                </a:lnTo>
                <a:lnTo>
                  <a:pt x="1039178" y="200025"/>
                </a:lnTo>
                <a:lnTo>
                  <a:pt x="1049655" y="200025"/>
                </a:lnTo>
                <a:lnTo>
                  <a:pt x="1059180" y="200025"/>
                </a:lnTo>
                <a:lnTo>
                  <a:pt x="1069657" y="193357"/>
                </a:lnTo>
                <a:lnTo>
                  <a:pt x="1080135" y="158115"/>
                </a:lnTo>
                <a:lnTo>
                  <a:pt x="1090613" y="96203"/>
                </a:lnTo>
                <a:lnTo>
                  <a:pt x="1101090" y="96203"/>
                </a:lnTo>
                <a:lnTo>
                  <a:pt x="1110615" y="158115"/>
                </a:lnTo>
                <a:lnTo>
                  <a:pt x="1121093" y="193357"/>
                </a:lnTo>
                <a:lnTo>
                  <a:pt x="1131570" y="200025"/>
                </a:lnTo>
                <a:lnTo>
                  <a:pt x="1142047" y="200025"/>
                </a:lnTo>
                <a:lnTo>
                  <a:pt x="1152525" y="200025"/>
                </a:lnTo>
                <a:lnTo>
                  <a:pt x="1162050" y="200025"/>
                </a:lnTo>
                <a:lnTo>
                  <a:pt x="1172528" y="200025"/>
                </a:lnTo>
                <a:lnTo>
                  <a:pt x="1183005" y="200025"/>
                </a:lnTo>
                <a:lnTo>
                  <a:pt x="1193482" y="200025"/>
                </a:lnTo>
                <a:lnTo>
                  <a:pt x="1203960" y="200025"/>
                </a:lnTo>
                <a:lnTo>
                  <a:pt x="1213485" y="200025"/>
                </a:lnTo>
                <a:lnTo>
                  <a:pt x="1223963" y="200025"/>
                </a:lnTo>
                <a:lnTo>
                  <a:pt x="1234440" y="200025"/>
                </a:lnTo>
                <a:lnTo>
                  <a:pt x="1244918" y="200025"/>
                </a:lnTo>
                <a:lnTo>
                  <a:pt x="1255395" y="200025"/>
                </a:lnTo>
                <a:lnTo>
                  <a:pt x="1264920" y="200025"/>
                </a:lnTo>
                <a:lnTo>
                  <a:pt x="1275397" y="200025"/>
                </a:lnTo>
                <a:lnTo>
                  <a:pt x="1285875" y="199072"/>
                </a:lnTo>
                <a:lnTo>
                  <a:pt x="1296353" y="195263"/>
                </a:lnTo>
                <a:lnTo>
                  <a:pt x="1306830" y="184785"/>
                </a:lnTo>
                <a:lnTo>
                  <a:pt x="1316355" y="164782"/>
                </a:lnTo>
                <a:lnTo>
                  <a:pt x="1326832" y="140018"/>
                </a:lnTo>
                <a:lnTo>
                  <a:pt x="1337310" y="120015"/>
                </a:lnTo>
                <a:lnTo>
                  <a:pt x="1347788" y="120015"/>
                </a:lnTo>
                <a:lnTo>
                  <a:pt x="1358265" y="140018"/>
                </a:lnTo>
                <a:lnTo>
                  <a:pt x="1367790" y="164782"/>
                </a:lnTo>
                <a:lnTo>
                  <a:pt x="1378268" y="184785"/>
                </a:lnTo>
                <a:lnTo>
                  <a:pt x="1388745" y="195263"/>
                </a:lnTo>
                <a:lnTo>
                  <a:pt x="1399222" y="199072"/>
                </a:lnTo>
                <a:lnTo>
                  <a:pt x="1409700" y="200025"/>
                </a:lnTo>
                <a:lnTo>
                  <a:pt x="1419225" y="200025"/>
                </a:lnTo>
                <a:lnTo>
                  <a:pt x="1429703" y="200025"/>
                </a:lnTo>
                <a:lnTo>
                  <a:pt x="1440180" y="200025"/>
                </a:lnTo>
                <a:lnTo>
                  <a:pt x="1450657" y="200025"/>
                </a:lnTo>
                <a:lnTo>
                  <a:pt x="1461135" y="200025"/>
                </a:lnTo>
                <a:lnTo>
                  <a:pt x="1470660" y="200025"/>
                </a:lnTo>
                <a:lnTo>
                  <a:pt x="1481138" y="200025"/>
                </a:lnTo>
                <a:lnTo>
                  <a:pt x="1491615" y="200025"/>
                </a:lnTo>
                <a:lnTo>
                  <a:pt x="1502093" y="200025"/>
                </a:lnTo>
                <a:lnTo>
                  <a:pt x="1512570" y="200025"/>
                </a:lnTo>
                <a:lnTo>
                  <a:pt x="1522095" y="200025"/>
                </a:lnTo>
                <a:lnTo>
                  <a:pt x="1532572" y="200025"/>
                </a:lnTo>
                <a:lnTo>
                  <a:pt x="154305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108" name="p17-路径-0108">
            <a:extLst xmlns:a="http://schemas.openxmlformats.org/drawingml/2006/main">
              <a:ext uri="{FF2B5EF4-FFF2-40B4-BE49-F238E27FC236}">
                <a16:creationId xmlns:a16="http://schemas.microsoft.com/office/drawing/2014/main" id="{4860F0B2-D95A-4CA5-9764-E3578D2E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7738"/>
            <a:ext cx="1543050" cy="202882"/>
          </a:xfrm>
          <a:custGeom xmlns:a="http://schemas.openxmlformats.org/drawingml/2006/main">
            <a:pathLst>
              <a:path w="1543050" h="202882">
                <a:moveTo>
                  <a:pt x="0" y="202882"/>
                </a:moveTo>
                <a:lnTo>
                  <a:pt x="10478" y="202882"/>
                </a:lnTo>
                <a:lnTo>
                  <a:pt x="20955" y="202882"/>
                </a:lnTo>
                <a:lnTo>
                  <a:pt x="30480" y="202882"/>
                </a:lnTo>
                <a:lnTo>
                  <a:pt x="40957" y="202882"/>
                </a:lnTo>
                <a:lnTo>
                  <a:pt x="51435" y="202882"/>
                </a:lnTo>
                <a:lnTo>
                  <a:pt x="61913" y="202882"/>
                </a:lnTo>
                <a:lnTo>
                  <a:pt x="72390" y="202882"/>
                </a:lnTo>
                <a:lnTo>
                  <a:pt x="81915" y="202882"/>
                </a:lnTo>
                <a:lnTo>
                  <a:pt x="92393" y="202882"/>
                </a:lnTo>
                <a:lnTo>
                  <a:pt x="102870" y="202882"/>
                </a:lnTo>
                <a:lnTo>
                  <a:pt x="113347" y="202882"/>
                </a:lnTo>
                <a:lnTo>
                  <a:pt x="123825" y="202882"/>
                </a:lnTo>
                <a:lnTo>
                  <a:pt x="133350" y="202882"/>
                </a:lnTo>
                <a:lnTo>
                  <a:pt x="143828" y="202882"/>
                </a:lnTo>
                <a:lnTo>
                  <a:pt x="154305" y="202882"/>
                </a:lnTo>
                <a:lnTo>
                  <a:pt x="164782" y="202882"/>
                </a:lnTo>
                <a:lnTo>
                  <a:pt x="175260" y="202882"/>
                </a:lnTo>
                <a:lnTo>
                  <a:pt x="184785" y="202882"/>
                </a:lnTo>
                <a:lnTo>
                  <a:pt x="195263" y="202882"/>
                </a:lnTo>
                <a:lnTo>
                  <a:pt x="205740" y="202882"/>
                </a:lnTo>
                <a:lnTo>
                  <a:pt x="216218" y="202882"/>
                </a:lnTo>
                <a:lnTo>
                  <a:pt x="226695" y="202882"/>
                </a:lnTo>
                <a:lnTo>
                  <a:pt x="236220" y="202882"/>
                </a:lnTo>
                <a:lnTo>
                  <a:pt x="246697" y="202882"/>
                </a:lnTo>
                <a:lnTo>
                  <a:pt x="257175" y="202882"/>
                </a:lnTo>
                <a:lnTo>
                  <a:pt x="267653" y="201930"/>
                </a:lnTo>
                <a:lnTo>
                  <a:pt x="278130" y="200025"/>
                </a:lnTo>
                <a:lnTo>
                  <a:pt x="287655" y="188595"/>
                </a:lnTo>
                <a:lnTo>
                  <a:pt x="298132" y="156210"/>
                </a:lnTo>
                <a:lnTo>
                  <a:pt x="308610" y="102870"/>
                </a:lnTo>
                <a:lnTo>
                  <a:pt x="319088" y="65722"/>
                </a:lnTo>
                <a:lnTo>
                  <a:pt x="329565" y="82867"/>
                </a:lnTo>
                <a:lnTo>
                  <a:pt x="339090" y="136207"/>
                </a:lnTo>
                <a:lnTo>
                  <a:pt x="349568" y="179070"/>
                </a:lnTo>
                <a:lnTo>
                  <a:pt x="360045" y="197168"/>
                </a:lnTo>
                <a:lnTo>
                  <a:pt x="370522" y="201930"/>
                </a:lnTo>
                <a:lnTo>
                  <a:pt x="381000" y="202882"/>
                </a:lnTo>
                <a:lnTo>
                  <a:pt x="390525" y="202882"/>
                </a:lnTo>
                <a:lnTo>
                  <a:pt x="401003" y="202882"/>
                </a:lnTo>
                <a:lnTo>
                  <a:pt x="411480" y="202882"/>
                </a:lnTo>
                <a:lnTo>
                  <a:pt x="421957" y="202882"/>
                </a:lnTo>
                <a:lnTo>
                  <a:pt x="432435" y="202882"/>
                </a:lnTo>
                <a:lnTo>
                  <a:pt x="441960" y="202882"/>
                </a:lnTo>
                <a:lnTo>
                  <a:pt x="452438" y="202882"/>
                </a:lnTo>
                <a:lnTo>
                  <a:pt x="462915" y="202882"/>
                </a:lnTo>
                <a:lnTo>
                  <a:pt x="473393" y="202882"/>
                </a:lnTo>
                <a:lnTo>
                  <a:pt x="483870" y="202882"/>
                </a:lnTo>
                <a:lnTo>
                  <a:pt x="493395" y="202882"/>
                </a:lnTo>
                <a:lnTo>
                  <a:pt x="503872" y="202882"/>
                </a:lnTo>
                <a:lnTo>
                  <a:pt x="514350" y="202882"/>
                </a:lnTo>
                <a:lnTo>
                  <a:pt x="524828" y="202882"/>
                </a:lnTo>
                <a:lnTo>
                  <a:pt x="535305" y="202882"/>
                </a:lnTo>
                <a:lnTo>
                  <a:pt x="544830" y="202882"/>
                </a:lnTo>
                <a:lnTo>
                  <a:pt x="555307" y="202882"/>
                </a:lnTo>
                <a:lnTo>
                  <a:pt x="565785" y="202882"/>
                </a:lnTo>
                <a:lnTo>
                  <a:pt x="576263" y="202882"/>
                </a:lnTo>
                <a:lnTo>
                  <a:pt x="586740" y="202882"/>
                </a:lnTo>
                <a:lnTo>
                  <a:pt x="596265" y="202882"/>
                </a:lnTo>
                <a:lnTo>
                  <a:pt x="606743" y="202882"/>
                </a:lnTo>
                <a:lnTo>
                  <a:pt x="617220" y="201930"/>
                </a:lnTo>
                <a:lnTo>
                  <a:pt x="627697" y="200978"/>
                </a:lnTo>
                <a:lnTo>
                  <a:pt x="638175" y="198120"/>
                </a:lnTo>
                <a:lnTo>
                  <a:pt x="647700" y="189547"/>
                </a:lnTo>
                <a:lnTo>
                  <a:pt x="658178" y="170497"/>
                </a:lnTo>
                <a:lnTo>
                  <a:pt x="668655" y="138113"/>
                </a:lnTo>
                <a:lnTo>
                  <a:pt x="679132" y="91440"/>
                </a:lnTo>
                <a:lnTo>
                  <a:pt x="689610" y="41910"/>
                </a:lnTo>
                <a:lnTo>
                  <a:pt x="699135" y="6667"/>
                </a:lnTo>
                <a:lnTo>
                  <a:pt x="709613" y="0"/>
                </a:lnTo>
                <a:lnTo>
                  <a:pt x="720090" y="24765"/>
                </a:lnTo>
                <a:lnTo>
                  <a:pt x="730568" y="71438"/>
                </a:lnTo>
                <a:lnTo>
                  <a:pt x="741045" y="120968"/>
                </a:lnTo>
                <a:lnTo>
                  <a:pt x="750570" y="159068"/>
                </a:lnTo>
                <a:lnTo>
                  <a:pt x="761047" y="182880"/>
                </a:lnTo>
                <a:lnTo>
                  <a:pt x="771525" y="195263"/>
                </a:lnTo>
                <a:lnTo>
                  <a:pt x="782003" y="200025"/>
                </a:lnTo>
                <a:lnTo>
                  <a:pt x="792480" y="201930"/>
                </a:lnTo>
                <a:lnTo>
                  <a:pt x="802005" y="201930"/>
                </a:lnTo>
                <a:lnTo>
                  <a:pt x="812482" y="202882"/>
                </a:lnTo>
                <a:lnTo>
                  <a:pt x="822960" y="202882"/>
                </a:lnTo>
                <a:lnTo>
                  <a:pt x="833438" y="202882"/>
                </a:lnTo>
                <a:lnTo>
                  <a:pt x="843915" y="202882"/>
                </a:lnTo>
                <a:lnTo>
                  <a:pt x="853440" y="202882"/>
                </a:lnTo>
                <a:lnTo>
                  <a:pt x="863918" y="202882"/>
                </a:lnTo>
                <a:lnTo>
                  <a:pt x="874395" y="202882"/>
                </a:lnTo>
                <a:lnTo>
                  <a:pt x="884872" y="202882"/>
                </a:lnTo>
                <a:lnTo>
                  <a:pt x="895350" y="202882"/>
                </a:lnTo>
                <a:lnTo>
                  <a:pt x="904875" y="202882"/>
                </a:lnTo>
                <a:lnTo>
                  <a:pt x="915353" y="202882"/>
                </a:lnTo>
                <a:lnTo>
                  <a:pt x="925830" y="202882"/>
                </a:lnTo>
                <a:lnTo>
                  <a:pt x="936307" y="202882"/>
                </a:lnTo>
                <a:lnTo>
                  <a:pt x="946785" y="202882"/>
                </a:lnTo>
                <a:lnTo>
                  <a:pt x="956310" y="202882"/>
                </a:lnTo>
                <a:lnTo>
                  <a:pt x="966788" y="202882"/>
                </a:lnTo>
                <a:lnTo>
                  <a:pt x="977265" y="202882"/>
                </a:lnTo>
                <a:lnTo>
                  <a:pt x="987743" y="202882"/>
                </a:lnTo>
                <a:lnTo>
                  <a:pt x="998220" y="202882"/>
                </a:lnTo>
                <a:lnTo>
                  <a:pt x="1007745" y="202882"/>
                </a:lnTo>
                <a:lnTo>
                  <a:pt x="1018222" y="202882"/>
                </a:lnTo>
                <a:lnTo>
                  <a:pt x="1028700" y="202882"/>
                </a:lnTo>
                <a:lnTo>
                  <a:pt x="1039178" y="202882"/>
                </a:lnTo>
                <a:lnTo>
                  <a:pt x="1049655" y="202882"/>
                </a:lnTo>
                <a:lnTo>
                  <a:pt x="1059180" y="202882"/>
                </a:lnTo>
                <a:lnTo>
                  <a:pt x="1069657" y="201930"/>
                </a:lnTo>
                <a:lnTo>
                  <a:pt x="1080135" y="198120"/>
                </a:lnTo>
                <a:lnTo>
                  <a:pt x="1090613" y="170497"/>
                </a:lnTo>
                <a:lnTo>
                  <a:pt x="1101090" y="109538"/>
                </a:lnTo>
                <a:lnTo>
                  <a:pt x="1110615" y="91440"/>
                </a:lnTo>
                <a:lnTo>
                  <a:pt x="1121093" y="147638"/>
                </a:lnTo>
                <a:lnTo>
                  <a:pt x="1131570" y="191453"/>
                </a:lnTo>
                <a:lnTo>
                  <a:pt x="1142047" y="201930"/>
                </a:lnTo>
                <a:lnTo>
                  <a:pt x="1152525" y="202882"/>
                </a:lnTo>
                <a:lnTo>
                  <a:pt x="1162050" y="202882"/>
                </a:lnTo>
                <a:lnTo>
                  <a:pt x="1172528" y="202882"/>
                </a:lnTo>
                <a:lnTo>
                  <a:pt x="1183005" y="202882"/>
                </a:lnTo>
                <a:lnTo>
                  <a:pt x="1193482" y="202882"/>
                </a:lnTo>
                <a:lnTo>
                  <a:pt x="1203960" y="202882"/>
                </a:lnTo>
                <a:lnTo>
                  <a:pt x="1213485" y="202882"/>
                </a:lnTo>
                <a:lnTo>
                  <a:pt x="1223963" y="202882"/>
                </a:lnTo>
                <a:lnTo>
                  <a:pt x="1234440" y="202882"/>
                </a:lnTo>
                <a:lnTo>
                  <a:pt x="1244918" y="202882"/>
                </a:lnTo>
                <a:lnTo>
                  <a:pt x="1255395" y="202882"/>
                </a:lnTo>
                <a:lnTo>
                  <a:pt x="1264920" y="202882"/>
                </a:lnTo>
                <a:lnTo>
                  <a:pt x="1275397" y="202882"/>
                </a:lnTo>
                <a:lnTo>
                  <a:pt x="1285875" y="201930"/>
                </a:lnTo>
                <a:lnTo>
                  <a:pt x="1296353" y="201930"/>
                </a:lnTo>
                <a:lnTo>
                  <a:pt x="1306830" y="198120"/>
                </a:lnTo>
                <a:lnTo>
                  <a:pt x="1316355" y="189547"/>
                </a:lnTo>
                <a:lnTo>
                  <a:pt x="1326832" y="172403"/>
                </a:lnTo>
                <a:lnTo>
                  <a:pt x="1337310" y="146685"/>
                </a:lnTo>
                <a:lnTo>
                  <a:pt x="1347788" y="124778"/>
                </a:lnTo>
                <a:lnTo>
                  <a:pt x="1358265" y="120968"/>
                </a:lnTo>
                <a:lnTo>
                  <a:pt x="1367790" y="137160"/>
                </a:lnTo>
                <a:lnTo>
                  <a:pt x="1378268" y="161925"/>
                </a:lnTo>
                <a:lnTo>
                  <a:pt x="1388745" y="183832"/>
                </a:lnTo>
                <a:lnTo>
                  <a:pt x="1399222" y="196215"/>
                </a:lnTo>
                <a:lnTo>
                  <a:pt x="1409700" y="200978"/>
                </a:lnTo>
                <a:lnTo>
                  <a:pt x="1419225" y="201930"/>
                </a:lnTo>
                <a:lnTo>
                  <a:pt x="1429703" y="202882"/>
                </a:lnTo>
                <a:lnTo>
                  <a:pt x="1440180" y="202882"/>
                </a:lnTo>
                <a:lnTo>
                  <a:pt x="1450657" y="202882"/>
                </a:lnTo>
                <a:lnTo>
                  <a:pt x="1461135" y="202882"/>
                </a:lnTo>
                <a:lnTo>
                  <a:pt x="1470660" y="202882"/>
                </a:lnTo>
                <a:lnTo>
                  <a:pt x="1481138" y="202882"/>
                </a:lnTo>
                <a:lnTo>
                  <a:pt x="1491615" y="202882"/>
                </a:lnTo>
                <a:lnTo>
                  <a:pt x="1502093" y="202882"/>
                </a:lnTo>
                <a:lnTo>
                  <a:pt x="1512570" y="202882"/>
                </a:lnTo>
                <a:lnTo>
                  <a:pt x="1522095" y="202882"/>
                </a:lnTo>
                <a:lnTo>
                  <a:pt x="1532572" y="202882"/>
                </a:lnTo>
                <a:lnTo>
                  <a:pt x="1543050" y="20288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109" name="p17-路径-0109">
            <a:extLst xmlns:a="http://schemas.openxmlformats.org/drawingml/2006/main">
              <a:ext uri="{FF2B5EF4-FFF2-40B4-BE49-F238E27FC236}">
                <a16:creationId xmlns:a16="http://schemas.microsoft.com/office/drawing/2014/main" id="{102067B2-64FC-44B2-8F9A-4288052A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67250"/>
            <a:ext cx="1543050" cy="204788"/>
          </a:xfrm>
          <a:custGeom xmlns:a="http://schemas.openxmlformats.org/drawingml/2006/main">
            <a:pathLst>
              <a:path w="1543050" h="204788">
                <a:moveTo>
                  <a:pt x="0" y="204788"/>
                </a:moveTo>
                <a:lnTo>
                  <a:pt x="10478" y="204788"/>
                </a:lnTo>
                <a:lnTo>
                  <a:pt x="20955" y="204788"/>
                </a:lnTo>
                <a:lnTo>
                  <a:pt x="30480" y="204788"/>
                </a:lnTo>
                <a:lnTo>
                  <a:pt x="40957" y="204788"/>
                </a:lnTo>
                <a:lnTo>
                  <a:pt x="51435" y="204788"/>
                </a:lnTo>
                <a:lnTo>
                  <a:pt x="61913" y="204788"/>
                </a:lnTo>
                <a:lnTo>
                  <a:pt x="72390" y="204788"/>
                </a:lnTo>
                <a:lnTo>
                  <a:pt x="81915" y="204788"/>
                </a:lnTo>
                <a:lnTo>
                  <a:pt x="92393" y="204788"/>
                </a:lnTo>
                <a:lnTo>
                  <a:pt x="102870" y="204788"/>
                </a:lnTo>
                <a:lnTo>
                  <a:pt x="113347" y="204788"/>
                </a:lnTo>
                <a:lnTo>
                  <a:pt x="123825" y="204788"/>
                </a:lnTo>
                <a:lnTo>
                  <a:pt x="133350" y="204788"/>
                </a:lnTo>
                <a:lnTo>
                  <a:pt x="143828" y="204788"/>
                </a:lnTo>
                <a:lnTo>
                  <a:pt x="154305" y="204788"/>
                </a:lnTo>
                <a:lnTo>
                  <a:pt x="164782" y="204788"/>
                </a:lnTo>
                <a:lnTo>
                  <a:pt x="175260" y="204788"/>
                </a:lnTo>
                <a:lnTo>
                  <a:pt x="184785" y="204788"/>
                </a:lnTo>
                <a:lnTo>
                  <a:pt x="195263" y="204788"/>
                </a:lnTo>
                <a:lnTo>
                  <a:pt x="205740" y="204788"/>
                </a:lnTo>
                <a:lnTo>
                  <a:pt x="216218" y="204788"/>
                </a:lnTo>
                <a:lnTo>
                  <a:pt x="226695" y="204788"/>
                </a:lnTo>
                <a:lnTo>
                  <a:pt x="236220" y="204788"/>
                </a:lnTo>
                <a:lnTo>
                  <a:pt x="246697" y="204788"/>
                </a:lnTo>
                <a:lnTo>
                  <a:pt x="257175" y="204788"/>
                </a:lnTo>
                <a:lnTo>
                  <a:pt x="267653" y="204788"/>
                </a:lnTo>
                <a:lnTo>
                  <a:pt x="278130" y="204788"/>
                </a:lnTo>
                <a:lnTo>
                  <a:pt x="287655" y="202883"/>
                </a:lnTo>
                <a:lnTo>
                  <a:pt x="298132" y="194310"/>
                </a:lnTo>
                <a:lnTo>
                  <a:pt x="308610" y="167640"/>
                </a:lnTo>
                <a:lnTo>
                  <a:pt x="319088" y="116205"/>
                </a:lnTo>
                <a:lnTo>
                  <a:pt x="329565" y="71438"/>
                </a:lnTo>
                <a:lnTo>
                  <a:pt x="339090" y="77153"/>
                </a:lnTo>
                <a:lnTo>
                  <a:pt x="349568" y="127635"/>
                </a:lnTo>
                <a:lnTo>
                  <a:pt x="360045" y="174308"/>
                </a:lnTo>
                <a:lnTo>
                  <a:pt x="370522" y="197167"/>
                </a:lnTo>
                <a:lnTo>
                  <a:pt x="381000" y="203835"/>
                </a:lnTo>
                <a:lnTo>
                  <a:pt x="390525" y="204788"/>
                </a:lnTo>
                <a:lnTo>
                  <a:pt x="401003" y="204788"/>
                </a:lnTo>
                <a:lnTo>
                  <a:pt x="411480" y="204788"/>
                </a:lnTo>
                <a:lnTo>
                  <a:pt x="421957" y="204788"/>
                </a:lnTo>
                <a:lnTo>
                  <a:pt x="432435" y="204788"/>
                </a:lnTo>
                <a:lnTo>
                  <a:pt x="441960" y="204788"/>
                </a:lnTo>
                <a:lnTo>
                  <a:pt x="452438" y="204788"/>
                </a:lnTo>
                <a:lnTo>
                  <a:pt x="462915" y="204788"/>
                </a:lnTo>
                <a:lnTo>
                  <a:pt x="473393" y="204788"/>
                </a:lnTo>
                <a:lnTo>
                  <a:pt x="483870" y="204788"/>
                </a:lnTo>
                <a:lnTo>
                  <a:pt x="493395" y="204788"/>
                </a:lnTo>
                <a:lnTo>
                  <a:pt x="503872" y="204788"/>
                </a:lnTo>
                <a:lnTo>
                  <a:pt x="514350" y="204788"/>
                </a:lnTo>
                <a:lnTo>
                  <a:pt x="524828" y="204788"/>
                </a:lnTo>
                <a:lnTo>
                  <a:pt x="535305" y="204788"/>
                </a:lnTo>
                <a:lnTo>
                  <a:pt x="544830" y="204788"/>
                </a:lnTo>
                <a:lnTo>
                  <a:pt x="555307" y="204788"/>
                </a:lnTo>
                <a:lnTo>
                  <a:pt x="565785" y="204788"/>
                </a:lnTo>
                <a:lnTo>
                  <a:pt x="576263" y="204788"/>
                </a:lnTo>
                <a:lnTo>
                  <a:pt x="586740" y="204788"/>
                </a:lnTo>
                <a:lnTo>
                  <a:pt x="596265" y="204788"/>
                </a:lnTo>
                <a:lnTo>
                  <a:pt x="606743" y="204788"/>
                </a:lnTo>
                <a:lnTo>
                  <a:pt x="617220" y="204788"/>
                </a:lnTo>
                <a:lnTo>
                  <a:pt x="627697" y="204788"/>
                </a:lnTo>
                <a:lnTo>
                  <a:pt x="638175" y="203835"/>
                </a:lnTo>
                <a:lnTo>
                  <a:pt x="647700" y="200978"/>
                </a:lnTo>
                <a:lnTo>
                  <a:pt x="658178" y="193358"/>
                </a:lnTo>
                <a:lnTo>
                  <a:pt x="668655" y="177165"/>
                </a:lnTo>
                <a:lnTo>
                  <a:pt x="679132" y="147638"/>
                </a:lnTo>
                <a:lnTo>
                  <a:pt x="689610" y="103822"/>
                </a:lnTo>
                <a:lnTo>
                  <a:pt x="699135" y="53340"/>
                </a:lnTo>
                <a:lnTo>
                  <a:pt x="709613" y="13335"/>
                </a:lnTo>
                <a:lnTo>
                  <a:pt x="720090" y="0"/>
                </a:lnTo>
                <a:lnTo>
                  <a:pt x="730568" y="20003"/>
                </a:lnTo>
                <a:lnTo>
                  <a:pt x="741045" y="63817"/>
                </a:lnTo>
                <a:lnTo>
                  <a:pt x="750570" y="113347"/>
                </a:lnTo>
                <a:lnTo>
                  <a:pt x="761047" y="155258"/>
                </a:lnTo>
                <a:lnTo>
                  <a:pt x="771525" y="181928"/>
                </a:lnTo>
                <a:lnTo>
                  <a:pt x="782003" y="195263"/>
                </a:lnTo>
                <a:lnTo>
                  <a:pt x="792480" y="201930"/>
                </a:lnTo>
                <a:lnTo>
                  <a:pt x="802005" y="203835"/>
                </a:lnTo>
                <a:lnTo>
                  <a:pt x="812482" y="204788"/>
                </a:lnTo>
                <a:lnTo>
                  <a:pt x="822960" y="204788"/>
                </a:lnTo>
                <a:lnTo>
                  <a:pt x="833438" y="204788"/>
                </a:lnTo>
                <a:lnTo>
                  <a:pt x="843915" y="204788"/>
                </a:lnTo>
                <a:lnTo>
                  <a:pt x="853440" y="204788"/>
                </a:lnTo>
                <a:lnTo>
                  <a:pt x="863918" y="204788"/>
                </a:lnTo>
                <a:lnTo>
                  <a:pt x="874395" y="204788"/>
                </a:lnTo>
                <a:lnTo>
                  <a:pt x="884872" y="204788"/>
                </a:lnTo>
                <a:lnTo>
                  <a:pt x="895350" y="204788"/>
                </a:lnTo>
                <a:lnTo>
                  <a:pt x="904875" y="204788"/>
                </a:lnTo>
                <a:lnTo>
                  <a:pt x="915353" y="204788"/>
                </a:lnTo>
                <a:lnTo>
                  <a:pt x="925830" y="204788"/>
                </a:lnTo>
                <a:lnTo>
                  <a:pt x="936307" y="204788"/>
                </a:lnTo>
                <a:lnTo>
                  <a:pt x="946785" y="204788"/>
                </a:lnTo>
                <a:lnTo>
                  <a:pt x="956310" y="204788"/>
                </a:lnTo>
                <a:lnTo>
                  <a:pt x="966788" y="204788"/>
                </a:lnTo>
                <a:lnTo>
                  <a:pt x="977265" y="204788"/>
                </a:lnTo>
                <a:lnTo>
                  <a:pt x="987743" y="204788"/>
                </a:lnTo>
                <a:lnTo>
                  <a:pt x="998220" y="204788"/>
                </a:lnTo>
                <a:lnTo>
                  <a:pt x="1007745" y="204788"/>
                </a:lnTo>
                <a:lnTo>
                  <a:pt x="1018222" y="204788"/>
                </a:lnTo>
                <a:lnTo>
                  <a:pt x="1028700" y="204788"/>
                </a:lnTo>
                <a:lnTo>
                  <a:pt x="1039178" y="204788"/>
                </a:lnTo>
                <a:lnTo>
                  <a:pt x="1049655" y="204788"/>
                </a:lnTo>
                <a:lnTo>
                  <a:pt x="1059180" y="204788"/>
                </a:lnTo>
                <a:lnTo>
                  <a:pt x="1069657" y="204788"/>
                </a:lnTo>
                <a:lnTo>
                  <a:pt x="1080135" y="204788"/>
                </a:lnTo>
                <a:lnTo>
                  <a:pt x="1090613" y="201930"/>
                </a:lnTo>
                <a:lnTo>
                  <a:pt x="1101090" y="180975"/>
                </a:lnTo>
                <a:lnTo>
                  <a:pt x="1110615" y="123825"/>
                </a:lnTo>
                <a:lnTo>
                  <a:pt x="1121093" y="89535"/>
                </a:lnTo>
                <a:lnTo>
                  <a:pt x="1131570" y="137160"/>
                </a:lnTo>
                <a:lnTo>
                  <a:pt x="1142047" y="188595"/>
                </a:lnTo>
                <a:lnTo>
                  <a:pt x="1152525" y="202883"/>
                </a:lnTo>
                <a:lnTo>
                  <a:pt x="1162050" y="204788"/>
                </a:lnTo>
                <a:lnTo>
                  <a:pt x="1172528" y="204788"/>
                </a:lnTo>
                <a:lnTo>
                  <a:pt x="1183005" y="204788"/>
                </a:lnTo>
                <a:lnTo>
                  <a:pt x="1193482" y="204788"/>
                </a:lnTo>
                <a:lnTo>
                  <a:pt x="1203960" y="204788"/>
                </a:lnTo>
                <a:lnTo>
                  <a:pt x="1213485" y="204788"/>
                </a:lnTo>
                <a:lnTo>
                  <a:pt x="1223963" y="204788"/>
                </a:lnTo>
                <a:lnTo>
                  <a:pt x="1234440" y="204788"/>
                </a:lnTo>
                <a:lnTo>
                  <a:pt x="1244918" y="204788"/>
                </a:lnTo>
                <a:lnTo>
                  <a:pt x="1255395" y="204788"/>
                </a:lnTo>
                <a:lnTo>
                  <a:pt x="1264920" y="204788"/>
                </a:lnTo>
                <a:lnTo>
                  <a:pt x="1275397" y="204788"/>
                </a:lnTo>
                <a:lnTo>
                  <a:pt x="1285875" y="204788"/>
                </a:lnTo>
                <a:lnTo>
                  <a:pt x="1296353" y="204788"/>
                </a:lnTo>
                <a:lnTo>
                  <a:pt x="1306830" y="203835"/>
                </a:lnTo>
                <a:lnTo>
                  <a:pt x="1316355" y="201930"/>
                </a:lnTo>
                <a:lnTo>
                  <a:pt x="1326832" y="194310"/>
                </a:lnTo>
                <a:lnTo>
                  <a:pt x="1337310" y="178117"/>
                </a:lnTo>
                <a:lnTo>
                  <a:pt x="1347788" y="154305"/>
                </a:lnTo>
                <a:lnTo>
                  <a:pt x="1358265" y="130492"/>
                </a:lnTo>
                <a:lnTo>
                  <a:pt x="1367790" y="121920"/>
                </a:lnTo>
                <a:lnTo>
                  <a:pt x="1378268" y="134303"/>
                </a:lnTo>
                <a:lnTo>
                  <a:pt x="1388745" y="159067"/>
                </a:lnTo>
                <a:lnTo>
                  <a:pt x="1399222" y="182880"/>
                </a:lnTo>
                <a:lnTo>
                  <a:pt x="1409700" y="196215"/>
                </a:lnTo>
                <a:lnTo>
                  <a:pt x="1419225" y="201930"/>
                </a:lnTo>
                <a:lnTo>
                  <a:pt x="1429703" y="203835"/>
                </a:lnTo>
                <a:lnTo>
                  <a:pt x="1440180" y="204788"/>
                </a:lnTo>
                <a:lnTo>
                  <a:pt x="1450657" y="204788"/>
                </a:lnTo>
                <a:lnTo>
                  <a:pt x="1461135" y="204788"/>
                </a:lnTo>
                <a:lnTo>
                  <a:pt x="1470660" y="204788"/>
                </a:lnTo>
                <a:lnTo>
                  <a:pt x="1481138" y="204788"/>
                </a:lnTo>
                <a:lnTo>
                  <a:pt x="1491615" y="204788"/>
                </a:lnTo>
                <a:lnTo>
                  <a:pt x="1502093" y="204788"/>
                </a:lnTo>
                <a:lnTo>
                  <a:pt x="1512570" y="204788"/>
                </a:lnTo>
                <a:lnTo>
                  <a:pt x="1522095" y="204788"/>
                </a:lnTo>
                <a:lnTo>
                  <a:pt x="1532572" y="204788"/>
                </a:lnTo>
                <a:lnTo>
                  <a:pt x="1543050" y="2047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110" name="p17-文本-0110">
            <a:extLst xmlns:a="http://schemas.openxmlformats.org/drawingml/2006/main">
              <a:ext uri="{FF2B5EF4-FFF2-40B4-BE49-F238E27FC236}">
                <a16:creationId xmlns:a16="http://schemas.microsoft.com/office/drawing/2014/main" id="{D8B8289E-E548-4E1A-BFDD-C4A4D19B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839" y="5164327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111" name="p17-文本-0111">
            <a:extLst xmlns:a="http://schemas.openxmlformats.org/drawingml/2006/main">
              <a:ext uri="{FF2B5EF4-FFF2-40B4-BE49-F238E27FC236}">
                <a16:creationId xmlns:a16="http://schemas.microsoft.com/office/drawing/2014/main" id="{99F844A2-E49E-4941-8ED7-DB6A6EA0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5447863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估计响应参数</a:t>
            </a:r>
          </a:p>
        </p:txBody>
      </p:sp>
      <p:sp>
        <p:nvSpPr>
          <p:cNvPr id="112" name="p17-文本-0112">
            <a:extLst xmlns:a="http://schemas.openxmlformats.org/drawingml/2006/main">
              <a:ext uri="{FF2B5EF4-FFF2-40B4-BE49-F238E27FC236}">
                <a16:creationId xmlns:a16="http://schemas.microsoft.com/office/drawing/2014/main" id="{325082C9-4D70-4CFE-A491-2386940C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5685988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检查残差形态</a:t>
            </a:r>
          </a:p>
        </p:txBody>
      </p:sp>
      <p:sp>
        <p:nvSpPr>
          <p:cNvPr id="113" name="p17-路径-0113">
            <a:extLst xmlns:a="http://schemas.openxmlformats.org/drawingml/2006/main">
              <a:ext uri="{FF2B5EF4-FFF2-40B4-BE49-F238E27FC236}">
                <a16:creationId xmlns:a16="http://schemas.microsoft.com/office/drawing/2014/main" id="{70E767F2-5057-4A12-956B-FA4F88F6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3470"/>
            <a:ext cx="171450" cy="118110"/>
          </a:xfrm>
          <a:custGeom xmlns:a="http://schemas.openxmlformats.org/drawingml/2006/main">
            <a:pathLst>
              <a:path w="171450" h="118110">
                <a:moveTo>
                  <a:pt x="0" y="82868"/>
                </a:moveTo>
                <a:lnTo>
                  <a:pt x="76200" y="82868"/>
                </a:lnTo>
                <a:lnTo>
                  <a:pt x="76200" y="118110"/>
                </a:lnTo>
                <a:lnTo>
                  <a:pt x="171450" y="59055"/>
                </a:lnTo>
                <a:lnTo>
                  <a:pt x="76200" y="0"/>
                </a:lnTo>
                <a:lnTo>
                  <a:pt x="76200" y="35243"/>
                </a:lnTo>
                <a:lnTo>
                  <a:pt x="0" y="3524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4" name="p17-矩形-0114">
            <a:extLst xmlns:a="http://schemas.openxmlformats.org/drawingml/2006/main">
              <a:ext uri="{FF2B5EF4-FFF2-40B4-BE49-F238E27FC236}">
                <a16:creationId xmlns:a16="http://schemas.microsoft.com/office/drawing/2014/main" id="{2F3A745D-BBF1-47B7-9F1E-A9762A0C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14775"/>
            <a:ext cx="19812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15" name="p17-椭圆-0115">
            <a:extLst xmlns:a="http://schemas.openxmlformats.org/drawingml/2006/main">
              <a:ext uri="{FF2B5EF4-FFF2-40B4-BE49-F238E27FC236}">
                <a16:creationId xmlns:a16="http://schemas.microsoft.com/office/drawing/2014/main" id="{18147189-B099-41F1-8FD7-CBD41B2B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019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17-文本-0116">
            <a:extLst xmlns:a="http://schemas.openxmlformats.org/drawingml/2006/main">
              <a:ext uri="{FF2B5EF4-FFF2-40B4-BE49-F238E27FC236}">
                <a16:creationId xmlns:a16="http://schemas.microsoft.com/office/drawing/2014/main" id="{179A0CEF-DDE4-416C-8A9D-F111F34F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1711" y="4028638"/>
            <a:ext cx="143828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17" name="p17-文本-0117">
            <a:extLst xmlns:a="http://schemas.openxmlformats.org/drawingml/2006/main">
              <a:ext uri="{FF2B5EF4-FFF2-40B4-BE49-F238E27FC236}">
                <a16:creationId xmlns:a16="http://schemas.microsoft.com/office/drawing/2014/main" id="{B646DE38-D7BE-4212-AB8D-FC0A23C8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180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交叉验证</a:t>
            </a:r>
          </a:p>
        </p:txBody>
      </p:sp>
      <p:sp>
        <p:nvSpPr>
          <p:cNvPr id="118" name="p17-线-0118">
            <a:extLst xmlns:a="http://schemas.openxmlformats.org/drawingml/2006/main">
              <a:ext uri="{FF2B5EF4-FFF2-40B4-BE49-F238E27FC236}">
                <a16:creationId xmlns:a16="http://schemas.microsoft.com/office/drawing/2014/main" id="{1510DEC6-9BE2-418F-BF44-EFFB387A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5114925"/>
            <a:ext cx="1543050" cy="95"/>
          </a:xfrm>
          <a:custGeom xmlns:a="http://schemas.openxmlformats.org/drawingml/2006/main">
            <a:pathLst>
              <a:path w="1543050" h="95">
                <a:moveTo>
                  <a:pt x="0" y="0"/>
                </a:moveTo>
                <a:lnTo>
                  <a:pt x="1543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19" name="p17-线-0119">
            <a:extLst xmlns:a="http://schemas.openxmlformats.org/drawingml/2006/main">
              <a:ext uri="{FF2B5EF4-FFF2-40B4-BE49-F238E27FC236}">
                <a16:creationId xmlns:a16="http://schemas.microsoft.com/office/drawing/2014/main" id="{E857E58D-1AFA-45AC-A603-52DF30A6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562475"/>
            <a:ext cx="95" cy="552450"/>
          </a:xfrm>
          <a:custGeom xmlns:a="http://schemas.openxmlformats.org/drawingml/2006/main">
            <a:pathLst>
              <a:path w="9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20" name="p17-线-0120">
            <a:extLst xmlns:a="http://schemas.openxmlformats.org/drawingml/2006/main">
              <a:ext uri="{FF2B5EF4-FFF2-40B4-BE49-F238E27FC236}">
                <a16:creationId xmlns:a16="http://schemas.microsoft.com/office/drawing/2014/main" id="{2E94AC99-0CFC-46EC-B4A7-9765E4A9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562475"/>
            <a:ext cx="1543050" cy="552450"/>
          </a:xfrm>
          <a:custGeom xmlns:a="http://schemas.openxmlformats.org/drawingml/2006/main">
            <a:pathLst>
              <a:path w="1543050" h="552450">
                <a:moveTo>
                  <a:pt x="0" y="552450"/>
                </a:moveTo>
                <a:lnTo>
                  <a:pt x="1543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121" name="p17-椭圆-0121">
            <a:extLst xmlns:a="http://schemas.openxmlformats.org/drawingml/2006/main">
              <a:ext uri="{FF2B5EF4-FFF2-40B4-BE49-F238E27FC236}">
                <a16:creationId xmlns:a16="http://schemas.microsoft.com/office/drawing/2014/main" id="{7D1972A1-B04A-4E45-B27F-373F169D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3145" y="50678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2" name="p17-椭圆-0122">
            <a:extLst xmlns:a="http://schemas.openxmlformats.org/drawingml/2006/main">
              <a:ext uri="{FF2B5EF4-FFF2-40B4-BE49-F238E27FC236}">
                <a16:creationId xmlns:a16="http://schemas.microsoft.com/office/drawing/2014/main" id="{6343D347-5087-416A-8D36-C6A64F41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6802" y="46834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3" name="p17-椭圆-0123">
            <a:extLst xmlns:a="http://schemas.openxmlformats.org/drawingml/2006/main">
              <a:ext uri="{FF2B5EF4-FFF2-40B4-BE49-F238E27FC236}">
                <a16:creationId xmlns:a16="http://schemas.microsoft.com/office/drawing/2014/main" id="{F36D67DD-AC3B-402C-A4E5-2ECA212D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410" y="497760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4" name="p17-椭圆-0124">
            <a:extLst xmlns:a="http://schemas.openxmlformats.org/drawingml/2006/main">
              <a:ext uri="{FF2B5EF4-FFF2-40B4-BE49-F238E27FC236}">
                <a16:creationId xmlns:a16="http://schemas.microsoft.com/office/drawing/2014/main" id="{DC4A6F52-3935-4E6A-AB71-9014F570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1067" y="466283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5" name="p17-椭圆-0125">
            <a:extLst xmlns:a="http://schemas.openxmlformats.org/drawingml/2006/main">
              <a:ext uri="{FF2B5EF4-FFF2-40B4-BE49-F238E27FC236}">
                <a16:creationId xmlns:a16="http://schemas.microsoft.com/office/drawing/2014/main" id="{32F65C67-8893-4BA6-A159-8AA33344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674" y="478015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6" name="p17-椭圆-0126">
            <a:extLst xmlns:a="http://schemas.openxmlformats.org/drawingml/2006/main">
              <a:ext uri="{FF2B5EF4-FFF2-40B4-BE49-F238E27FC236}">
                <a16:creationId xmlns:a16="http://schemas.microsoft.com/office/drawing/2014/main" id="{2C49E44B-AB42-4ED8-BDFF-4D9E148B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2282" y="500159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7" name="p17-椭圆-0127">
            <a:extLst xmlns:a="http://schemas.openxmlformats.org/drawingml/2006/main">
              <a:ext uri="{FF2B5EF4-FFF2-40B4-BE49-F238E27FC236}">
                <a16:creationId xmlns:a16="http://schemas.microsoft.com/office/drawing/2014/main" id="{EE8BE396-A080-4D2F-B74B-0156C99D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939" y="474973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8" name="p17-椭圆-0128">
            <a:extLst xmlns:a="http://schemas.openxmlformats.org/drawingml/2006/main">
              <a:ext uri="{FF2B5EF4-FFF2-40B4-BE49-F238E27FC236}">
                <a16:creationId xmlns:a16="http://schemas.microsoft.com/office/drawing/2014/main" id="{988F2821-E183-4177-B963-140E5992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6546" y="49148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9" name="p17-椭圆-0129">
            <a:extLst xmlns:a="http://schemas.openxmlformats.org/drawingml/2006/main">
              <a:ext uri="{FF2B5EF4-FFF2-40B4-BE49-F238E27FC236}">
                <a16:creationId xmlns:a16="http://schemas.microsoft.com/office/drawing/2014/main" id="{27A02F31-5084-44BE-8C64-2A4ADAA9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0204" y="45485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0" name="p17-椭圆-0130">
            <a:extLst xmlns:a="http://schemas.openxmlformats.org/drawingml/2006/main">
              <a:ext uri="{FF2B5EF4-FFF2-40B4-BE49-F238E27FC236}">
                <a16:creationId xmlns:a16="http://schemas.microsoft.com/office/drawing/2014/main" id="{E0886C9E-70FD-4F37-A75B-1583C6F4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0811" y="478718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1" name="p17-椭圆-0131">
            <a:extLst xmlns:a="http://schemas.openxmlformats.org/drawingml/2006/main">
              <a:ext uri="{FF2B5EF4-FFF2-40B4-BE49-F238E27FC236}">
                <a16:creationId xmlns:a16="http://schemas.microsoft.com/office/drawing/2014/main" id="{BD61F61B-A25D-450C-B7BD-E9DF0264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418" y="504027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2" name="p17-椭圆-0132">
            <a:extLst xmlns:a="http://schemas.openxmlformats.org/drawingml/2006/main">
              <a:ext uri="{FF2B5EF4-FFF2-40B4-BE49-F238E27FC236}">
                <a16:creationId xmlns:a16="http://schemas.microsoft.com/office/drawing/2014/main" id="{7F83D0A5-4834-418E-86A7-485FB9BF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076" y="460805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3" name="p17-椭圆-0133">
            <a:extLst xmlns:a="http://schemas.openxmlformats.org/drawingml/2006/main">
              <a:ext uri="{FF2B5EF4-FFF2-40B4-BE49-F238E27FC236}">
                <a16:creationId xmlns:a16="http://schemas.microsoft.com/office/drawing/2014/main" id="{9ADAD3B7-595B-4D08-88B7-8A91B132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5683" y="481292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4" name="p17-椭圆-0134">
            <a:extLst xmlns:a="http://schemas.openxmlformats.org/drawingml/2006/main">
              <a:ext uri="{FF2B5EF4-FFF2-40B4-BE49-F238E27FC236}">
                <a16:creationId xmlns:a16="http://schemas.microsoft.com/office/drawing/2014/main" id="{C9C44596-B6C4-41C3-9144-EA50BCE7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6291" y="50678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5" name="p17-椭圆-0135">
            <a:extLst xmlns:a="http://schemas.openxmlformats.org/drawingml/2006/main">
              <a:ext uri="{FF2B5EF4-FFF2-40B4-BE49-F238E27FC236}">
                <a16:creationId xmlns:a16="http://schemas.microsoft.com/office/drawing/2014/main" id="{ADFBBF2B-0A10-4C1C-8BB0-FCEFD060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9948" y="47449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6" name="p17-椭圆-0136">
            <a:extLst xmlns:a="http://schemas.openxmlformats.org/drawingml/2006/main">
              <a:ext uri="{FF2B5EF4-FFF2-40B4-BE49-F238E27FC236}">
                <a16:creationId xmlns:a16="http://schemas.microsoft.com/office/drawing/2014/main" id="{73F3216D-B700-4A21-999D-F181580A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0555" y="48749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7" name="p17-椭圆-0137">
            <a:extLst xmlns:a="http://schemas.openxmlformats.org/drawingml/2006/main">
              <a:ext uri="{FF2B5EF4-FFF2-40B4-BE49-F238E27FC236}">
                <a16:creationId xmlns:a16="http://schemas.microsoft.com/office/drawing/2014/main" id="{A8B789ED-9AA5-41F9-8AC6-8413718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4213" y="45963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8" name="p17-椭圆-0138">
            <a:extLst xmlns:a="http://schemas.openxmlformats.org/drawingml/2006/main">
              <a:ext uri="{FF2B5EF4-FFF2-40B4-BE49-F238E27FC236}">
                <a16:creationId xmlns:a16="http://schemas.microsoft.com/office/drawing/2014/main" id="{50928C7C-419B-49F7-B66A-FB22F7CD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820" y="48635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9" name="p17-椭圆-0139">
            <a:extLst xmlns:a="http://schemas.openxmlformats.org/drawingml/2006/main">
              <a:ext uri="{FF2B5EF4-FFF2-40B4-BE49-F238E27FC236}">
                <a16:creationId xmlns:a16="http://schemas.microsoft.com/office/drawing/2014/main" id="{5C786A1E-097D-4DBC-B041-0F73B563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427" y="49894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0" name="p17-椭圆-0140">
            <a:extLst xmlns:a="http://schemas.openxmlformats.org/drawingml/2006/main">
              <a:ext uri="{FF2B5EF4-FFF2-40B4-BE49-F238E27FC236}">
                <a16:creationId xmlns:a16="http://schemas.microsoft.com/office/drawing/2014/main" id="{AC4B0F7B-D3F5-43C0-895B-50154DB2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9085" y="46255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1" name="p17-椭圆-0141">
            <a:extLst xmlns:a="http://schemas.openxmlformats.org/drawingml/2006/main">
              <a:ext uri="{FF2B5EF4-FFF2-40B4-BE49-F238E27FC236}">
                <a16:creationId xmlns:a16="http://schemas.microsoft.com/office/drawing/2014/main" id="{7F3CF832-6571-45BD-B6B6-9752EEFD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692" y="49305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2" name="p17-椭圆-0142">
            <a:extLst xmlns:a="http://schemas.openxmlformats.org/drawingml/2006/main">
              <a:ext uri="{FF2B5EF4-FFF2-40B4-BE49-F238E27FC236}">
                <a16:creationId xmlns:a16="http://schemas.microsoft.com/office/drawing/2014/main" id="{3260F712-429E-4003-8594-DE8BAE12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3349" y="45744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3" name="p17-椭圆-0143">
            <a:extLst xmlns:a="http://schemas.openxmlformats.org/drawingml/2006/main">
              <a:ext uri="{FF2B5EF4-FFF2-40B4-BE49-F238E27FC236}">
                <a16:creationId xmlns:a16="http://schemas.microsoft.com/office/drawing/2014/main" id="{43BF0AEF-DA21-41C4-B834-AC5D2CA2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957" y="46972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4" name="p17-椭圆-0144">
            <a:extLst xmlns:a="http://schemas.openxmlformats.org/drawingml/2006/main">
              <a:ext uri="{FF2B5EF4-FFF2-40B4-BE49-F238E27FC236}">
                <a16:creationId xmlns:a16="http://schemas.microsoft.com/office/drawing/2014/main" id="{0920EF08-5BFE-4610-BCAD-95B0A32B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4564" y="49578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5" name="p17-椭圆-0145">
            <a:extLst xmlns:a="http://schemas.openxmlformats.org/drawingml/2006/main">
              <a:ext uri="{FF2B5EF4-FFF2-40B4-BE49-F238E27FC236}">
                <a16:creationId xmlns:a16="http://schemas.microsoft.com/office/drawing/2014/main" id="{FF302D33-52A7-4247-9B0F-81D1382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8221" y="46849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6" name="p17-椭圆-0146">
            <a:extLst xmlns:a="http://schemas.openxmlformats.org/drawingml/2006/main">
              <a:ext uri="{FF2B5EF4-FFF2-40B4-BE49-F238E27FC236}">
                <a16:creationId xmlns:a16="http://schemas.microsoft.com/office/drawing/2014/main" id="{A5363332-9287-4AE8-BC87-1B60A305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829" y="48192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7" name="p17-椭圆-0147">
            <a:extLst xmlns:a="http://schemas.openxmlformats.org/drawingml/2006/main">
              <a:ext uri="{FF2B5EF4-FFF2-40B4-BE49-F238E27FC236}">
                <a16:creationId xmlns:a16="http://schemas.microsoft.com/office/drawing/2014/main" id="{688BB592-E309-49FF-B5F4-16127700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436" y="49921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8" name="p17-椭圆-0148">
            <a:extLst xmlns:a="http://schemas.openxmlformats.org/drawingml/2006/main">
              <a:ext uri="{FF2B5EF4-FFF2-40B4-BE49-F238E27FC236}">
                <a16:creationId xmlns:a16="http://schemas.microsoft.com/office/drawing/2014/main" id="{118F41F4-F0B3-4EBF-AC75-C84CB931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3093" y="47425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9" name="p17-椭圆-0149">
            <a:extLst xmlns:a="http://schemas.openxmlformats.org/drawingml/2006/main">
              <a:ext uri="{FF2B5EF4-FFF2-40B4-BE49-F238E27FC236}">
                <a16:creationId xmlns:a16="http://schemas.microsoft.com/office/drawing/2014/main" id="{989B95F0-AE38-4A87-8C25-7FA46BA4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3701" y="49553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0" name="p17-椭圆-0150">
            <a:extLst xmlns:a="http://schemas.openxmlformats.org/drawingml/2006/main">
              <a:ext uri="{FF2B5EF4-FFF2-40B4-BE49-F238E27FC236}">
                <a16:creationId xmlns:a16="http://schemas.microsoft.com/office/drawing/2014/main" id="{3A3F104A-227F-455C-9D27-79DFA1A7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7358" y="45485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1" name="p17-椭圆-0151">
            <a:extLst xmlns:a="http://schemas.openxmlformats.org/drawingml/2006/main">
              <a:ext uri="{FF2B5EF4-FFF2-40B4-BE49-F238E27FC236}">
                <a16:creationId xmlns:a16="http://schemas.microsoft.com/office/drawing/2014/main" id="{05B8D222-C818-4959-9AF9-9621608E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965" y="47671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2" name="p17-椭圆-0152">
            <a:extLst xmlns:a="http://schemas.openxmlformats.org/drawingml/2006/main">
              <a:ext uri="{FF2B5EF4-FFF2-40B4-BE49-F238E27FC236}">
                <a16:creationId xmlns:a16="http://schemas.microsoft.com/office/drawing/2014/main" id="{A15A1370-D93F-46F3-AAAC-5EDB8BF2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573" y="50569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3" name="p17-椭圆-0153">
            <a:extLst xmlns:a="http://schemas.openxmlformats.org/drawingml/2006/main">
              <a:ext uri="{FF2B5EF4-FFF2-40B4-BE49-F238E27FC236}">
                <a16:creationId xmlns:a16="http://schemas.microsoft.com/office/drawing/2014/main" id="{0F785171-9315-4E68-9501-E7E4B532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2230" y="464960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4" name="p17-椭圆-0154">
            <a:extLst xmlns:a="http://schemas.openxmlformats.org/drawingml/2006/main">
              <a:ext uri="{FF2B5EF4-FFF2-40B4-BE49-F238E27FC236}">
                <a16:creationId xmlns:a16="http://schemas.microsoft.com/office/drawing/2014/main" id="{0C588ED6-129A-48E1-B2DE-9D88898B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2837" y="48079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5" name="p17-椭圆-0155">
            <a:extLst xmlns:a="http://schemas.openxmlformats.org/drawingml/2006/main">
              <a:ext uri="{FF2B5EF4-FFF2-40B4-BE49-F238E27FC236}">
                <a16:creationId xmlns:a16="http://schemas.microsoft.com/office/drawing/2014/main" id="{8DDB01CF-916D-4FCA-A7C6-6B65EA4E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3445" y="50678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6" name="p17-椭圆-0156">
            <a:extLst xmlns:a="http://schemas.openxmlformats.org/drawingml/2006/main">
              <a:ext uri="{FF2B5EF4-FFF2-40B4-BE49-F238E27FC236}">
                <a16:creationId xmlns:a16="http://schemas.microsoft.com/office/drawing/2014/main" id="{9852007A-4299-43B7-93D6-54070FC7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7102" y="478265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7" name="p17-椭圆-0157">
            <a:extLst xmlns:a="http://schemas.openxmlformats.org/drawingml/2006/main">
              <a:ext uri="{FF2B5EF4-FFF2-40B4-BE49-F238E27FC236}">
                <a16:creationId xmlns:a16="http://schemas.microsoft.com/office/drawing/2014/main" id="{BD2BBDE2-F298-4B8A-8CF6-F629DC33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7709" y="489961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8" name="p17-椭圆-0158">
            <a:extLst xmlns:a="http://schemas.openxmlformats.org/drawingml/2006/main">
              <a:ext uri="{FF2B5EF4-FFF2-40B4-BE49-F238E27FC236}">
                <a16:creationId xmlns:a16="http://schemas.microsoft.com/office/drawing/2014/main" id="{6E4BDB98-F926-4F0A-AADA-9FD89E57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1367" y="457708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9" name="p17-椭圆-0159">
            <a:extLst xmlns:a="http://schemas.openxmlformats.org/drawingml/2006/main">
              <a:ext uri="{FF2B5EF4-FFF2-40B4-BE49-F238E27FC236}">
                <a16:creationId xmlns:a16="http://schemas.microsoft.com/office/drawing/2014/main" id="{45840304-994B-4376-B890-6A552B6B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1974" y="48746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0" name="p17-椭圆-0160">
            <a:extLst xmlns:a="http://schemas.openxmlformats.org/drawingml/2006/main">
              <a:ext uri="{FF2B5EF4-FFF2-40B4-BE49-F238E27FC236}">
                <a16:creationId xmlns:a16="http://schemas.microsoft.com/office/drawing/2014/main" id="{19D4D4DE-6724-437C-8C1C-2C47CF79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2582" y="50325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1" name="p17-椭圆-0161">
            <a:extLst xmlns:a="http://schemas.openxmlformats.org/drawingml/2006/main">
              <a:ext uri="{FF2B5EF4-FFF2-40B4-BE49-F238E27FC236}">
                <a16:creationId xmlns:a16="http://schemas.microsoft.com/office/drawing/2014/main" id="{AF79918C-8499-43ED-B690-7E51028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6239" y="46255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2" name="p17-椭圆-0162">
            <a:extLst xmlns:a="http://schemas.openxmlformats.org/drawingml/2006/main">
              <a:ext uri="{FF2B5EF4-FFF2-40B4-BE49-F238E27FC236}">
                <a16:creationId xmlns:a16="http://schemas.microsoft.com/office/drawing/2014/main" id="{F425FCC2-230E-4845-885C-C87C247A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6846" y="491568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3" name="p17-椭圆-0163">
            <a:extLst xmlns:a="http://schemas.openxmlformats.org/drawingml/2006/main">
              <a:ext uri="{FF2B5EF4-FFF2-40B4-BE49-F238E27FC236}">
                <a16:creationId xmlns:a16="http://schemas.microsoft.com/office/drawing/2014/main" id="{B3324296-E8D5-4891-A8B6-9FB6E472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0504" y="46084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4" name="p17-椭圆-0164">
            <a:extLst xmlns:a="http://schemas.openxmlformats.org/drawingml/2006/main">
              <a:ext uri="{FF2B5EF4-FFF2-40B4-BE49-F238E27FC236}">
                <a16:creationId xmlns:a16="http://schemas.microsoft.com/office/drawing/2014/main" id="{22908DBB-D7B3-41E8-B07A-D3D0487D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1111" y="472683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5" name="p17-椭圆-0165">
            <a:extLst xmlns:a="http://schemas.openxmlformats.org/drawingml/2006/main">
              <a:ext uri="{FF2B5EF4-FFF2-40B4-BE49-F238E27FC236}">
                <a16:creationId xmlns:a16="http://schemas.microsoft.com/office/drawing/2014/main" id="{37F04DD2-872F-4E94-9590-1B35D309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1718" y="494029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6" name="p17-文本-0166">
            <a:extLst xmlns:a="http://schemas.openxmlformats.org/drawingml/2006/main">
              <a:ext uri="{FF2B5EF4-FFF2-40B4-BE49-F238E27FC236}">
                <a16:creationId xmlns:a16="http://schemas.microsoft.com/office/drawing/2014/main" id="{74556784-E569-47B4-BAC3-15686183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1929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67" name="p17-文本-0167">
            <a:extLst xmlns:a="http://schemas.openxmlformats.org/drawingml/2006/main">
              <a:ext uri="{FF2B5EF4-FFF2-40B4-BE49-F238E27FC236}">
                <a16:creationId xmlns:a16="http://schemas.microsoft.com/office/drawing/2014/main" id="{39736F3B-76B3-4000-8C4B-E0DFA38D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3261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68" name="p17-文本-0168">
            <a:extLst xmlns:a="http://schemas.openxmlformats.org/drawingml/2006/main">
              <a:ext uri="{FF2B5EF4-FFF2-40B4-BE49-F238E27FC236}">
                <a16:creationId xmlns:a16="http://schemas.microsoft.com/office/drawing/2014/main" id="{E275BC92-CF98-49CB-BFAD-CD8BBE7D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447863"/>
            <a:ext cx="8953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换批次复测</a:t>
            </a:r>
          </a:p>
        </p:txBody>
      </p:sp>
      <p:sp>
        <p:nvSpPr>
          <p:cNvPr id="169" name="p17-文本-0169">
            <a:extLst xmlns:a="http://schemas.openxmlformats.org/drawingml/2006/main">
              <a:ext uri="{FF2B5EF4-FFF2-40B4-BE49-F238E27FC236}">
                <a16:creationId xmlns:a16="http://schemas.microsoft.com/office/drawing/2014/main" id="{30802070-A6BA-486C-9D59-26CEBF94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685988"/>
            <a:ext cx="10668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核对预测方向</a:t>
            </a:r>
          </a:p>
        </p:txBody>
      </p:sp>
      <p:sp>
        <p:nvSpPr>
          <p:cNvPr id="170" name="p17-文本-0170">
            <a:extLst xmlns:a="http://schemas.openxmlformats.org/drawingml/2006/main">
              <a:ext uri="{FF2B5EF4-FFF2-40B4-BE49-F238E27FC236}">
                <a16:creationId xmlns:a16="http://schemas.microsoft.com/office/drawing/2014/main" id="{333BB43E-14BD-48C7-A810-D09796DC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198" y="6062007"/>
            <a:ext cx="59716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验证对象是“结构改变能否引起预期的动力学变化”</a:t>
            </a:r>
          </a:p>
        </p:txBody>
      </p:sp>
      <p:sp>
        <p:nvSpPr>
          <p:cNvPr id="171" name="p17-文本-0171">
            <a:extLst xmlns:a="http://schemas.openxmlformats.org/drawingml/2006/main">
              <a:ext uri="{FF2B5EF4-FFF2-40B4-BE49-F238E27FC236}">
                <a16:creationId xmlns:a16="http://schemas.microsoft.com/office/drawing/2014/main" id="{9C204FD7-B5F8-48DB-ADE2-85883C9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839702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p18-矩形-0001">
            <a:extLst xmlns:a="http://schemas.openxmlformats.org/drawingml/2006/main">
              <a:ext uri="{FF2B5EF4-FFF2-40B4-BE49-F238E27FC236}">
                <a16:creationId xmlns:a16="http://schemas.microsoft.com/office/drawing/2014/main" id="{21D4131A-A3E4-4D52-8EB8-7B2C4F36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8-矩形-0002">
            <a:extLst xmlns:a="http://schemas.openxmlformats.org/drawingml/2006/main">
              <a:ext uri="{FF2B5EF4-FFF2-40B4-BE49-F238E27FC236}">
                <a16:creationId xmlns:a16="http://schemas.microsoft.com/office/drawing/2014/main" id="{D9107886-0644-4D28-977A-B167B0A1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8-文本-0003">
            <a:extLst xmlns:a="http://schemas.openxmlformats.org/drawingml/2006/main">
              <a:ext uri="{FF2B5EF4-FFF2-40B4-BE49-F238E27FC236}">
                <a16:creationId xmlns:a16="http://schemas.microsoft.com/office/drawing/2014/main" id="{452AB9F4-208D-4240-8EA9-251E2D52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2812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结构稳定性需要四类互补证据</a:t>
            </a:r>
          </a:p>
        </p:txBody>
      </p:sp>
      <p:sp>
        <p:nvSpPr>
          <p:cNvPr id="4" name="p18-文本-0004">
            <a:extLst xmlns:a="http://schemas.openxmlformats.org/drawingml/2006/main">
              <a:ext uri="{FF2B5EF4-FFF2-40B4-BE49-F238E27FC236}">
                <a16:creationId xmlns:a16="http://schemas.microsoft.com/office/drawing/2014/main" id="{1583B957-43DE-4115-B05E-5271E448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510711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共同问题：循环测量后的信号保留，是否伴随结构与组分保持？</a:t>
            </a:r>
          </a:p>
        </p:txBody>
      </p:sp>
      <p:sp>
        <p:nvSpPr>
          <p:cNvPr id="5" name="p18-线-0005">
            <a:extLst xmlns:a="http://schemas.openxmlformats.org/drawingml/2006/main">
              <a:ext uri="{FF2B5EF4-FFF2-40B4-BE49-F238E27FC236}">
                <a16:creationId xmlns:a16="http://schemas.microsoft.com/office/drawing/2014/main" id="{1E668474-2D2F-45FF-AD7D-4B117356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8-矩形-0006">
            <a:extLst xmlns:a="http://schemas.openxmlformats.org/drawingml/2006/main">
              <a:ext uri="{FF2B5EF4-FFF2-40B4-BE49-F238E27FC236}">
                <a16:creationId xmlns:a16="http://schemas.microsoft.com/office/drawing/2014/main" id="{E7F33E5E-3108-4B0D-B120-E27E3885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54673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" name="p18-矩形-0007">
            <a:extLst xmlns:a="http://schemas.openxmlformats.org/drawingml/2006/main">
              <a:ext uri="{FF2B5EF4-FFF2-40B4-BE49-F238E27FC236}">
                <a16:creationId xmlns:a16="http://schemas.microsoft.com/office/drawing/2014/main" id="{19C84E6A-9124-439A-BD99-DF08C36A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546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18-文本-0008">
            <a:extLst xmlns:a="http://schemas.openxmlformats.org/drawingml/2006/main">
              <a:ext uri="{FF2B5EF4-FFF2-40B4-BE49-F238E27FC236}">
                <a16:creationId xmlns:a16="http://schemas.microsoft.com/office/drawing/2014/main" id="{A9A67B13-40C1-444A-8D76-7015D50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785" y="1402649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形貌：空间分布是否改变</a:t>
            </a:r>
          </a:p>
        </p:txBody>
      </p:sp>
      <p:sp>
        <p:nvSpPr>
          <p:cNvPr id="9" name="p18-矩形-0009">
            <a:extLst xmlns:a="http://schemas.openxmlformats.org/drawingml/2006/main">
              <a:ext uri="{FF2B5EF4-FFF2-40B4-BE49-F238E27FC236}">
                <a16:creationId xmlns:a16="http://schemas.microsoft.com/office/drawing/2014/main" id="{2F23C6C9-832B-4FE2-B640-40F1CF57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47850"/>
            <a:ext cx="21145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10" name="p18-椭圆-0010">
            <a:extLst xmlns:a="http://schemas.openxmlformats.org/drawingml/2006/main">
              <a:ext uri="{FF2B5EF4-FFF2-40B4-BE49-F238E27FC236}">
                <a16:creationId xmlns:a16="http://schemas.microsoft.com/office/drawing/2014/main" id="{5664E416-64CB-4783-94A9-61E195FE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191452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1" name="p18-椭圆-0011">
            <a:extLst xmlns:a="http://schemas.openxmlformats.org/drawingml/2006/main">
              <a:ext uri="{FF2B5EF4-FFF2-40B4-BE49-F238E27FC236}">
                <a16:creationId xmlns:a16="http://schemas.microsoft.com/office/drawing/2014/main" id="{2E217B8C-BA12-478F-9174-4E138EF3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384" y="239245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2" name="p18-椭圆-0012">
            <a:extLst xmlns:a="http://schemas.openxmlformats.org/drawingml/2006/main">
              <a:ext uri="{FF2B5EF4-FFF2-40B4-BE49-F238E27FC236}">
                <a16:creationId xmlns:a16="http://schemas.microsoft.com/office/drawing/2014/main" id="{A20113C6-2C91-45A7-8A3B-2E9A8CC9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55" y="287039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3" name="p18-椭圆-0013">
            <a:extLst xmlns:a="http://schemas.openxmlformats.org/drawingml/2006/main">
              <a:ext uri="{FF2B5EF4-FFF2-40B4-BE49-F238E27FC236}">
                <a16:creationId xmlns:a16="http://schemas.microsoft.com/office/drawing/2014/main" id="{FAD1A432-911A-4C21-ABBE-C6A1B8AF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876" y="215769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4" name="p18-椭圆-0014">
            <a:extLst xmlns:a="http://schemas.openxmlformats.org/drawingml/2006/main">
              <a:ext uri="{FF2B5EF4-FFF2-40B4-BE49-F238E27FC236}">
                <a16:creationId xmlns:a16="http://schemas.microsoft.com/office/drawing/2014/main" id="{23235019-F0C4-40C5-89BA-F0811E42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647" y="263563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5" name="p18-椭圆-0015">
            <a:extLst xmlns:a="http://schemas.openxmlformats.org/drawingml/2006/main">
              <a:ext uri="{FF2B5EF4-FFF2-40B4-BE49-F238E27FC236}">
                <a16:creationId xmlns:a16="http://schemas.microsoft.com/office/drawing/2014/main" id="{CF1E3B93-40FF-4B97-93E0-5998190D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719" y="199914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6" name="p18-椭圆-0016">
            <a:extLst xmlns:a="http://schemas.openxmlformats.org/drawingml/2006/main">
              <a:ext uri="{FF2B5EF4-FFF2-40B4-BE49-F238E27FC236}">
                <a16:creationId xmlns:a16="http://schemas.microsoft.com/office/drawing/2014/main" id="{5F1B2850-3D6B-461B-B49F-8F9C105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440" y="247707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7" name="p18-椭圆-0017">
            <a:extLst xmlns:a="http://schemas.openxmlformats.org/drawingml/2006/main">
              <a:ext uri="{FF2B5EF4-FFF2-40B4-BE49-F238E27FC236}">
                <a16:creationId xmlns:a16="http://schemas.microsoft.com/office/drawing/2014/main" id="{AB6D5D75-4665-411D-91C9-405FE3E4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11" y="295500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8" name="p18-椭圆-0018">
            <a:extLst xmlns:a="http://schemas.openxmlformats.org/drawingml/2006/main">
              <a:ext uri="{FF2B5EF4-FFF2-40B4-BE49-F238E27FC236}">
                <a16:creationId xmlns:a16="http://schemas.microsoft.com/office/drawing/2014/main" id="{EEC23A27-775F-443A-8DC3-8A582B9A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932" y="224231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9" name="p18-椭圆-0019">
            <a:extLst xmlns:a="http://schemas.openxmlformats.org/drawingml/2006/main">
              <a:ext uri="{FF2B5EF4-FFF2-40B4-BE49-F238E27FC236}">
                <a16:creationId xmlns:a16="http://schemas.microsoft.com/office/drawing/2014/main" id="{ACAE35AB-53C3-4CE4-8630-BA74AEDE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703" y="2720247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0" name="p18-椭圆-0020">
            <a:extLst xmlns:a="http://schemas.openxmlformats.org/drawingml/2006/main">
              <a:ext uri="{FF2B5EF4-FFF2-40B4-BE49-F238E27FC236}">
                <a16:creationId xmlns:a16="http://schemas.microsoft.com/office/drawing/2014/main" id="{EADE03DB-5118-4167-9542-D17B6564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75" y="208375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1" name="p18-椭圆-0021">
            <a:extLst xmlns:a="http://schemas.openxmlformats.org/drawingml/2006/main">
              <a:ext uri="{FF2B5EF4-FFF2-40B4-BE49-F238E27FC236}">
                <a16:creationId xmlns:a16="http://schemas.microsoft.com/office/drawing/2014/main" id="{6E7B7A33-4E6E-41FD-BBF5-A1DDB960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496" y="256168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2" name="p18-椭圆-0022">
            <a:extLst xmlns:a="http://schemas.openxmlformats.org/drawingml/2006/main">
              <a:ext uri="{FF2B5EF4-FFF2-40B4-BE49-F238E27FC236}">
                <a16:creationId xmlns:a16="http://schemas.microsoft.com/office/drawing/2014/main" id="{545BB0B8-028B-4080-9BC1-11FDAA08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67" y="303962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3" name="p18-椭圆-0023">
            <a:extLst xmlns:a="http://schemas.openxmlformats.org/drawingml/2006/main">
              <a:ext uri="{FF2B5EF4-FFF2-40B4-BE49-F238E27FC236}">
                <a16:creationId xmlns:a16="http://schemas.microsoft.com/office/drawing/2014/main" id="{786F6FEE-BD5A-4BFD-9EF8-26F950BC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38" y="232692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4" name="p18-椭圆-0024">
            <a:extLst xmlns:a="http://schemas.openxmlformats.org/drawingml/2006/main">
              <a:ext uri="{FF2B5EF4-FFF2-40B4-BE49-F238E27FC236}">
                <a16:creationId xmlns:a16="http://schemas.microsoft.com/office/drawing/2014/main" id="{1350D27A-4E0D-411B-B4BA-5480EF54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7759" y="280486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5" name="p18-椭圆-0025">
            <a:extLst xmlns:a="http://schemas.openxmlformats.org/drawingml/2006/main">
              <a:ext uri="{FF2B5EF4-FFF2-40B4-BE49-F238E27FC236}">
                <a16:creationId xmlns:a16="http://schemas.microsoft.com/office/drawing/2014/main" id="{527AA4FF-8978-433A-B8EB-CEBC836C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831" y="216837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6" name="p18-椭圆-0026">
            <a:extLst xmlns:a="http://schemas.openxmlformats.org/drawingml/2006/main">
              <a:ext uri="{FF2B5EF4-FFF2-40B4-BE49-F238E27FC236}">
                <a16:creationId xmlns:a16="http://schemas.microsoft.com/office/drawing/2014/main" id="{717B1891-1B50-406C-B767-D5A1DFBE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552" y="264630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7" name="p18-椭圆-0027">
            <a:extLst xmlns:a="http://schemas.openxmlformats.org/drawingml/2006/main">
              <a:ext uri="{FF2B5EF4-FFF2-40B4-BE49-F238E27FC236}">
                <a16:creationId xmlns:a16="http://schemas.microsoft.com/office/drawing/2014/main" id="{23DA0713-BAFB-4E61-AE9D-CC11B2FF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23" y="193361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18-椭圆-0028">
            <a:extLst xmlns:a="http://schemas.openxmlformats.org/drawingml/2006/main">
              <a:ext uri="{FF2B5EF4-FFF2-40B4-BE49-F238E27FC236}">
                <a16:creationId xmlns:a16="http://schemas.microsoft.com/office/drawing/2014/main" id="{08E051A6-D1AE-4B9C-B16F-80DFFE13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94" y="241154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18-椭圆-0029">
            <a:extLst xmlns:a="http://schemas.openxmlformats.org/drawingml/2006/main">
              <a:ext uri="{FF2B5EF4-FFF2-40B4-BE49-F238E27FC236}">
                <a16:creationId xmlns:a16="http://schemas.microsoft.com/office/drawing/2014/main" id="{83237FE7-0BC2-4296-9ABA-5F9E5063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815" y="2889477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18-椭圆-0030">
            <a:extLst xmlns:a="http://schemas.openxmlformats.org/drawingml/2006/main">
              <a:ext uri="{FF2B5EF4-FFF2-40B4-BE49-F238E27FC236}">
                <a16:creationId xmlns:a16="http://schemas.microsoft.com/office/drawing/2014/main" id="{EADEE1EE-3554-4A08-A211-7B6DD750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887" y="225298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18-椭圆-0031">
            <a:extLst xmlns:a="http://schemas.openxmlformats.org/drawingml/2006/main">
              <a:ext uri="{FF2B5EF4-FFF2-40B4-BE49-F238E27FC236}">
                <a16:creationId xmlns:a16="http://schemas.microsoft.com/office/drawing/2014/main" id="{FC694A19-79A1-4763-B2C0-1D85AB79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608" y="273091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18-椭圆-0032">
            <a:extLst xmlns:a="http://schemas.openxmlformats.org/drawingml/2006/main">
              <a:ext uri="{FF2B5EF4-FFF2-40B4-BE49-F238E27FC236}">
                <a16:creationId xmlns:a16="http://schemas.microsoft.com/office/drawing/2014/main" id="{A719FD7B-35E4-4FF1-B5F4-FEBE7DE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8379" y="201822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18-椭圆-0033">
            <a:extLst xmlns:a="http://schemas.openxmlformats.org/drawingml/2006/main">
              <a:ext uri="{FF2B5EF4-FFF2-40B4-BE49-F238E27FC236}">
                <a16:creationId xmlns:a16="http://schemas.microsoft.com/office/drawing/2014/main" id="{329AC369-7F5F-469A-ABF1-49DE969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150" y="249615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18-椭圆-0034">
            <a:extLst xmlns:a="http://schemas.openxmlformats.org/drawingml/2006/main">
              <a:ext uri="{FF2B5EF4-FFF2-40B4-BE49-F238E27FC236}">
                <a16:creationId xmlns:a16="http://schemas.microsoft.com/office/drawing/2014/main" id="{36C0B092-B0C5-48E8-9DFA-F9808E91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871" y="297409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18-椭圆-0035">
            <a:extLst xmlns:a="http://schemas.openxmlformats.org/drawingml/2006/main">
              <a:ext uri="{FF2B5EF4-FFF2-40B4-BE49-F238E27FC236}">
                <a16:creationId xmlns:a16="http://schemas.microsoft.com/office/drawing/2014/main" id="{F6C5C266-E676-40D6-AE46-87744153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943" y="233760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18-椭圆-0036">
            <a:extLst xmlns:a="http://schemas.openxmlformats.org/drawingml/2006/main">
              <a:ext uri="{FF2B5EF4-FFF2-40B4-BE49-F238E27FC236}">
                <a16:creationId xmlns:a16="http://schemas.microsoft.com/office/drawing/2014/main" id="{256407B4-AAA8-4574-80C2-A1F1AF42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14" y="281553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18-椭圆-0037">
            <a:extLst xmlns:a="http://schemas.openxmlformats.org/drawingml/2006/main">
              <a:ext uri="{FF2B5EF4-FFF2-40B4-BE49-F238E27FC236}">
                <a16:creationId xmlns:a16="http://schemas.microsoft.com/office/drawing/2014/main" id="{874703EE-0E5F-4F51-B2C5-FA72F08A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435" y="210284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18-椭圆-0038">
            <a:extLst xmlns:a="http://schemas.openxmlformats.org/drawingml/2006/main">
              <a:ext uri="{FF2B5EF4-FFF2-40B4-BE49-F238E27FC236}">
                <a16:creationId xmlns:a16="http://schemas.microsoft.com/office/drawing/2014/main" id="{FE4B79FF-ABF5-4471-A969-CDE73533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5206" y="2580775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18-椭圆-0039">
            <a:extLst xmlns:a="http://schemas.openxmlformats.org/drawingml/2006/main">
              <a:ext uri="{FF2B5EF4-FFF2-40B4-BE49-F238E27FC236}">
                <a16:creationId xmlns:a16="http://schemas.microsoft.com/office/drawing/2014/main" id="{5ED401BE-A156-4BA9-AA03-49402930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927" y="186808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18-椭圆-0040">
            <a:extLst xmlns:a="http://schemas.openxmlformats.org/drawingml/2006/main">
              <a:ext uri="{FF2B5EF4-FFF2-40B4-BE49-F238E27FC236}">
                <a16:creationId xmlns:a16="http://schemas.microsoft.com/office/drawing/2014/main" id="{DF830668-6F2F-4BDB-9F3E-D01AC119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999" y="242221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18-椭圆-0041">
            <a:extLst xmlns:a="http://schemas.openxmlformats.org/drawingml/2006/main">
              <a:ext uri="{FF2B5EF4-FFF2-40B4-BE49-F238E27FC236}">
                <a16:creationId xmlns:a16="http://schemas.microsoft.com/office/drawing/2014/main" id="{5B3E045B-CFD3-4353-94DB-3E4E40C4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770" y="2900149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18-椭圆-0042">
            <a:extLst xmlns:a="http://schemas.openxmlformats.org/drawingml/2006/main">
              <a:ext uri="{FF2B5EF4-FFF2-40B4-BE49-F238E27FC236}">
                <a16:creationId xmlns:a16="http://schemas.microsoft.com/office/drawing/2014/main" id="{9BC38CC4-6607-4751-A61D-DC1D260D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491" y="218745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18-椭圆-0043">
            <a:extLst xmlns:a="http://schemas.openxmlformats.org/drawingml/2006/main">
              <a:ext uri="{FF2B5EF4-FFF2-40B4-BE49-F238E27FC236}">
                <a16:creationId xmlns:a16="http://schemas.microsoft.com/office/drawing/2014/main" id="{DE72F448-EE86-4B9B-82DB-3EC9746F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262" y="2665390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18-椭圆-0044">
            <a:extLst xmlns:a="http://schemas.openxmlformats.org/drawingml/2006/main">
              <a:ext uri="{FF2B5EF4-FFF2-40B4-BE49-F238E27FC236}">
                <a16:creationId xmlns:a16="http://schemas.microsoft.com/office/drawing/2014/main" id="{60BDAD45-50BE-470B-8DC1-13273ED9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33" y="195269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18-椭圆-0045">
            <a:extLst xmlns:a="http://schemas.openxmlformats.org/drawingml/2006/main">
              <a:ext uri="{FF2B5EF4-FFF2-40B4-BE49-F238E27FC236}">
                <a16:creationId xmlns:a16="http://schemas.microsoft.com/office/drawing/2014/main" id="{94D27582-DF38-4D68-ADF6-1B71F2D9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055" y="250683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18-椭圆-0046">
            <a:extLst xmlns:a="http://schemas.openxmlformats.org/drawingml/2006/main">
              <a:ext uri="{FF2B5EF4-FFF2-40B4-BE49-F238E27FC236}">
                <a16:creationId xmlns:a16="http://schemas.microsoft.com/office/drawing/2014/main" id="{F65C8CA8-301E-44AF-9BC1-F9935C20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826" y="298476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18-椭圆-0047">
            <a:extLst xmlns:a="http://schemas.openxmlformats.org/drawingml/2006/main">
              <a:ext uri="{FF2B5EF4-FFF2-40B4-BE49-F238E27FC236}">
                <a16:creationId xmlns:a16="http://schemas.microsoft.com/office/drawing/2014/main" id="{929EB1A3-E2AC-4E20-A742-111D34E5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547" y="227207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18-线-0048">
            <a:extLst xmlns:a="http://schemas.openxmlformats.org/drawingml/2006/main">
              <a:ext uri="{FF2B5EF4-FFF2-40B4-BE49-F238E27FC236}">
                <a16:creationId xmlns:a16="http://schemas.microsoft.com/office/drawing/2014/main" id="{BBDAAA4D-0CC7-425B-BABB-2C2D0A1A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067050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49" name="p18-文本-0049">
            <a:extLst xmlns:a="http://schemas.openxmlformats.org/drawingml/2006/main">
              <a:ext uri="{FF2B5EF4-FFF2-40B4-BE49-F238E27FC236}">
                <a16:creationId xmlns:a16="http://schemas.microsoft.com/office/drawing/2014/main" id="{BAE6264F-D340-41F2-AE33-D3F2C2DE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98359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50" name="p18-文本-0050">
            <a:extLst xmlns:a="http://schemas.openxmlformats.org/drawingml/2006/main">
              <a:ext uri="{FF2B5EF4-FFF2-40B4-BE49-F238E27FC236}">
                <a16:creationId xmlns:a16="http://schemas.microsoft.com/office/drawing/2014/main" id="{AED5EAB1-2CC7-4A0A-B3BD-91863C71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83622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观察颗粒与孔隙</a:t>
            </a:r>
          </a:p>
        </p:txBody>
      </p:sp>
      <p:sp>
        <p:nvSpPr>
          <p:cNvPr id="51" name="p18-文本-0051">
            <a:extLst xmlns:a="http://schemas.openxmlformats.org/drawingml/2006/main">
              <a:ext uri="{FF2B5EF4-FFF2-40B4-BE49-F238E27FC236}">
                <a16:creationId xmlns:a16="http://schemas.microsoft.com/office/drawing/2014/main" id="{1AE023DE-A345-4961-9465-342E1500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17227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比较前后分布范围</a:t>
            </a:r>
          </a:p>
        </p:txBody>
      </p:sp>
      <p:sp>
        <p:nvSpPr>
          <p:cNvPr id="52" name="p18-文本-0052">
            <a:extLst xmlns:a="http://schemas.openxmlformats.org/drawingml/2006/main">
              <a:ext uri="{FF2B5EF4-FFF2-40B4-BE49-F238E27FC236}">
                <a16:creationId xmlns:a16="http://schemas.microsoft.com/office/drawing/2014/main" id="{6E64DD50-5325-42E0-ABD8-44ACC1E7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598227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保留同一采集尺度</a:t>
            </a:r>
          </a:p>
        </p:txBody>
      </p:sp>
      <p:sp>
        <p:nvSpPr>
          <p:cNvPr id="53" name="p18-文本-0053">
            <a:extLst xmlns:a="http://schemas.openxmlformats.org/drawingml/2006/main">
              <a:ext uri="{FF2B5EF4-FFF2-40B4-BE49-F238E27FC236}">
                <a16:creationId xmlns:a16="http://schemas.microsoft.com/office/drawing/2014/main" id="{A0719E7D-133A-461C-9441-AC19060B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940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对应结构完整性</a:t>
            </a:r>
          </a:p>
        </p:txBody>
      </p:sp>
      <p:sp>
        <p:nvSpPr>
          <p:cNvPr id="54" name="p18-矩形-0054">
            <a:extLst xmlns:a="http://schemas.openxmlformats.org/drawingml/2006/main">
              <a:ext uri="{FF2B5EF4-FFF2-40B4-BE49-F238E27FC236}">
                <a16:creationId xmlns:a16="http://schemas.microsoft.com/office/drawing/2014/main" id="{699BBCDD-CEC8-43DD-A604-DAC94A69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547687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55" name="p18-矩形-0055">
            <a:extLst xmlns:a="http://schemas.openxmlformats.org/drawingml/2006/main">
              <a:ext uri="{FF2B5EF4-FFF2-40B4-BE49-F238E27FC236}">
                <a16:creationId xmlns:a16="http://schemas.microsoft.com/office/drawing/2014/main" id="{0EFDC7A8-F37E-476D-AE00-2E2EB8B7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5476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6" name="p18-文本-0056">
            <a:extLst xmlns:a="http://schemas.openxmlformats.org/drawingml/2006/main">
              <a:ext uri="{FF2B5EF4-FFF2-40B4-BE49-F238E27FC236}">
                <a16:creationId xmlns:a16="http://schemas.microsoft.com/office/drawing/2014/main" id="{747E9FCD-951E-46E4-90F4-A200B216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72" y="1402649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化学：特征信号是否保留</a:t>
            </a:r>
          </a:p>
        </p:txBody>
      </p:sp>
      <p:sp>
        <p:nvSpPr>
          <p:cNvPr id="57" name="p18-线-0057">
            <a:extLst xmlns:a="http://schemas.openxmlformats.org/drawingml/2006/main">
              <a:ext uri="{FF2B5EF4-FFF2-40B4-BE49-F238E27FC236}">
                <a16:creationId xmlns:a16="http://schemas.microsoft.com/office/drawing/2014/main" id="{EC6E5593-56AE-45D7-9472-54E8E999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48000"/>
            <a:ext cx="2343150" cy="95"/>
          </a:xfrm>
          <a:custGeom xmlns:a="http://schemas.openxmlformats.org/drawingml/2006/main">
            <a:pathLst>
              <a:path w="2343150" h="95">
                <a:moveTo>
                  <a:pt x="0" y="0"/>
                </a:moveTo>
                <a:lnTo>
                  <a:pt x="2343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58" name="p18-路径-0058">
            <a:extLst xmlns:a="http://schemas.openxmlformats.org/drawingml/2006/main">
              <a:ext uri="{FF2B5EF4-FFF2-40B4-BE49-F238E27FC236}">
                <a16:creationId xmlns:a16="http://schemas.microsoft.com/office/drawing/2014/main" id="{8500CF74-5AF0-470C-94B9-3C9074CA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19363"/>
            <a:ext cx="2343150" cy="397192"/>
          </a:xfrm>
          <a:custGeom xmlns:a="http://schemas.openxmlformats.org/drawingml/2006/main">
            <a:pathLst>
              <a:path w="2343150" h="397192">
                <a:moveTo>
                  <a:pt x="0" y="397192"/>
                </a:moveTo>
                <a:lnTo>
                  <a:pt x="15240" y="397192"/>
                </a:lnTo>
                <a:lnTo>
                  <a:pt x="31432" y="397192"/>
                </a:lnTo>
                <a:lnTo>
                  <a:pt x="46672" y="397192"/>
                </a:lnTo>
                <a:lnTo>
                  <a:pt x="62865" y="397192"/>
                </a:lnTo>
                <a:lnTo>
                  <a:pt x="78105" y="397192"/>
                </a:lnTo>
                <a:lnTo>
                  <a:pt x="93345" y="397192"/>
                </a:lnTo>
                <a:lnTo>
                  <a:pt x="109538" y="397192"/>
                </a:lnTo>
                <a:lnTo>
                  <a:pt x="124778" y="397192"/>
                </a:lnTo>
                <a:lnTo>
                  <a:pt x="140970" y="397192"/>
                </a:lnTo>
                <a:lnTo>
                  <a:pt x="156210" y="397192"/>
                </a:lnTo>
                <a:lnTo>
                  <a:pt x="171450" y="397192"/>
                </a:lnTo>
                <a:lnTo>
                  <a:pt x="187643" y="397192"/>
                </a:lnTo>
                <a:lnTo>
                  <a:pt x="202882" y="397192"/>
                </a:lnTo>
                <a:lnTo>
                  <a:pt x="219075" y="397192"/>
                </a:lnTo>
                <a:lnTo>
                  <a:pt x="234315" y="397192"/>
                </a:lnTo>
                <a:lnTo>
                  <a:pt x="249555" y="397192"/>
                </a:lnTo>
                <a:lnTo>
                  <a:pt x="265747" y="397192"/>
                </a:lnTo>
                <a:lnTo>
                  <a:pt x="280988" y="397192"/>
                </a:lnTo>
                <a:lnTo>
                  <a:pt x="297180" y="397192"/>
                </a:lnTo>
                <a:lnTo>
                  <a:pt x="312420" y="397192"/>
                </a:lnTo>
                <a:lnTo>
                  <a:pt x="327660" y="397192"/>
                </a:lnTo>
                <a:lnTo>
                  <a:pt x="343853" y="397192"/>
                </a:lnTo>
                <a:lnTo>
                  <a:pt x="359093" y="397192"/>
                </a:lnTo>
                <a:lnTo>
                  <a:pt x="375285" y="397192"/>
                </a:lnTo>
                <a:lnTo>
                  <a:pt x="390525" y="396240"/>
                </a:lnTo>
                <a:lnTo>
                  <a:pt x="405765" y="389572"/>
                </a:lnTo>
                <a:lnTo>
                  <a:pt x="421957" y="361950"/>
                </a:lnTo>
                <a:lnTo>
                  <a:pt x="437197" y="286703"/>
                </a:lnTo>
                <a:lnTo>
                  <a:pt x="453390" y="179070"/>
                </a:lnTo>
                <a:lnTo>
                  <a:pt x="468630" y="122872"/>
                </a:lnTo>
                <a:lnTo>
                  <a:pt x="483870" y="179070"/>
                </a:lnTo>
                <a:lnTo>
                  <a:pt x="500063" y="286703"/>
                </a:lnTo>
                <a:lnTo>
                  <a:pt x="515303" y="361950"/>
                </a:lnTo>
                <a:lnTo>
                  <a:pt x="531495" y="389572"/>
                </a:lnTo>
                <a:lnTo>
                  <a:pt x="546735" y="396240"/>
                </a:lnTo>
                <a:lnTo>
                  <a:pt x="561975" y="397192"/>
                </a:lnTo>
                <a:lnTo>
                  <a:pt x="578168" y="397192"/>
                </a:lnTo>
                <a:lnTo>
                  <a:pt x="593407" y="397192"/>
                </a:lnTo>
                <a:lnTo>
                  <a:pt x="609600" y="397192"/>
                </a:lnTo>
                <a:lnTo>
                  <a:pt x="624840" y="397192"/>
                </a:lnTo>
                <a:lnTo>
                  <a:pt x="640080" y="397192"/>
                </a:lnTo>
                <a:lnTo>
                  <a:pt x="656272" y="397192"/>
                </a:lnTo>
                <a:lnTo>
                  <a:pt x="671513" y="397192"/>
                </a:lnTo>
                <a:lnTo>
                  <a:pt x="687705" y="397192"/>
                </a:lnTo>
                <a:lnTo>
                  <a:pt x="702945" y="397192"/>
                </a:lnTo>
                <a:lnTo>
                  <a:pt x="718185" y="397192"/>
                </a:lnTo>
                <a:lnTo>
                  <a:pt x="734378" y="397192"/>
                </a:lnTo>
                <a:lnTo>
                  <a:pt x="749618" y="397192"/>
                </a:lnTo>
                <a:lnTo>
                  <a:pt x="765810" y="397192"/>
                </a:lnTo>
                <a:lnTo>
                  <a:pt x="781050" y="397192"/>
                </a:lnTo>
                <a:lnTo>
                  <a:pt x="796290" y="397192"/>
                </a:lnTo>
                <a:lnTo>
                  <a:pt x="812482" y="397192"/>
                </a:lnTo>
                <a:lnTo>
                  <a:pt x="827722" y="397192"/>
                </a:lnTo>
                <a:lnTo>
                  <a:pt x="843915" y="397192"/>
                </a:lnTo>
                <a:lnTo>
                  <a:pt x="859155" y="397192"/>
                </a:lnTo>
                <a:lnTo>
                  <a:pt x="874395" y="397192"/>
                </a:lnTo>
                <a:lnTo>
                  <a:pt x="890588" y="397192"/>
                </a:lnTo>
                <a:lnTo>
                  <a:pt x="905828" y="397192"/>
                </a:lnTo>
                <a:lnTo>
                  <a:pt x="922020" y="396240"/>
                </a:lnTo>
                <a:lnTo>
                  <a:pt x="937260" y="393383"/>
                </a:lnTo>
                <a:lnTo>
                  <a:pt x="952500" y="385763"/>
                </a:lnTo>
                <a:lnTo>
                  <a:pt x="968693" y="364808"/>
                </a:lnTo>
                <a:lnTo>
                  <a:pt x="983932" y="322897"/>
                </a:lnTo>
                <a:lnTo>
                  <a:pt x="1000125" y="252413"/>
                </a:lnTo>
                <a:lnTo>
                  <a:pt x="1015365" y="157163"/>
                </a:lnTo>
                <a:lnTo>
                  <a:pt x="1030605" y="61913"/>
                </a:lnTo>
                <a:lnTo>
                  <a:pt x="1046797" y="0"/>
                </a:lnTo>
                <a:lnTo>
                  <a:pt x="1062038" y="0"/>
                </a:lnTo>
                <a:lnTo>
                  <a:pt x="1078230" y="61913"/>
                </a:lnTo>
                <a:lnTo>
                  <a:pt x="1093470" y="157163"/>
                </a:lnTo>
                <a:lnTo>
                  <a:pt x="1108710" y="252413"/>
                </a:lnTo>
                <a:lnTo>
                  <a:pt x="1124903" y="322897"/>
                </a:lnTo>
                <a:lnTo>
                  <a:pt x="1140143" y="364808"/>
                </a:lnTo>
                <a:lnTo>
                  <a:pt x="1156335" y="385763"/>
                </a:lnTo>
                <a:lnTo>
                  <a:pt x="1171575" y="393383"/>
                </a:lnTo>
                <a:lnTo>
                  <a:pt x="1186815" y="396240"/>
                </a:lnTo>
                <a:lnTo>
                  <a:pt x="1203007" y="397192"/>
                </a:lnTo>
                <a:lnTo>
                  <a:pt x="1218247" y="397192"/>
                </a:lnTo>
                <a:lnTo>
                  <a:pt x="1234440" y="397192"/>
                </a:lnTo>
                <a:lnTo>
                  <a:pt x="1249680" y="397192"/>
                </a:lnTo>
                <a:lnTo>
                  <a:pt x="1264920" y="397192"/>
                </a:lnTo>
                <a:lnTo>
                  <a:pt x="1281113" y="397192"/>
                </a:lnTo>
                <a:lnTo>
                  <a:pt x="1296353" y="397192"/>
                </a:lnTo>
                <a:lnTo>
                  <a:pt x="1312545" y="397192"/>
                </a:lnTo>
                <a:lnTo>
                  <a:pt x="1327785" y="397192"/>
                </a:lnTo>
                <a:lnTo>
                  <a:pt x="1343025" y="397192"/>
                </a:lnTo>
                <a:lnTo>
                  <a:pt x="1359218" y="397192"/>
                </a:lnTo>
                <a:lnTo>
                  <a:pt x="1374457" y="397192"/>
                </a:lnTo>
                <a:lnTo>
                  <a:pt x="1390650" y="397192"/>
                </a:lnTo>
                <a:lnTo>
                  <a:pt x="1405890" y="397192"/>
                </a:lnTo>
                <a:lnTo>
                  <a:pt x="1421130" y="397192"/>
                </a:lnTo>
                <a:lnTo>
                  <a:pt x="1437322" y="397192"/>
                </a:lnTo>
                <a:lnTo>
                  <a:pt x="1452563" y="397192"/>
                </a:lnTo>
                <a:lnTo>
                  <a:pt x="1468755" y="397192"/>
                </a:lnTo>
                <a:lnTo>
                  <a:pt x="1483995" y="397192"/>
                </a:lnTo>
                <a:lnTo>
                  <a:pt x="1499235" y="397192"/>
                </a:lnTo>
                <a:lnTo>
                  <a:pt x="1515428" y="397192"/>
                </a:lnTo>
                <a:lnTo>
                  <a:pt x="1530668" y="397192"/>
                </a:lnTo>
                <a:lnTo>
                  <a:pt x="1546860" y="397192"/>
                </a:lnTo>
                <a:lnTo>
                  <a:pt x="1562100" y="397192"/>
                </a:lnTo>
                <a:lnTo>
                  <a:pt x="1577340" y="397192"/>
                </a:lnTo>
                <a:lnTo>
                  <a:pt x="1593532" y="397192"/>
                </a:lnTo>
                <a:lnTo>
                  <a:pt x="1608772" y="396240"/>
                </a:lnTo>
                <a:lnTo>
                  <a:pt x="1624965" y="382905"/>
                </a:lnTo>
                <a:lnTo>
                  <a:pt x="1640205" y="312420"/>
                </a:lnTo>
                <a:lnTo>
                  <a:pt x="1655445" y="191453"/>
                </a:lnTo>
                <a:lnTo>
                  <a:pt x="1671638" y="191453"/>
                </a:lnTo>
                <a:lnTo>
                  <a:pt x="1686878" y="312420"/>
                </a:lnTo>
                <a:lnTo>
                  <a:pt x="1703070" y="382905"/>
                </a:lnTo>
                <a:lnTo>
                  <a:pt x="1718310" y="396240"/>
                </a:lnTo>
                <a:lnTo>
                  <a:pt x="1733550" y="397192"/>
                </a:lnTo>
                <a:lnTo>
                  <a:pt x="1749743" y="397192"/>
                </a:lnTo>
                <a:lnTo>
                  <a:pt x="1764982" y="397192"/>
                </a:lnTo>
                <a:lnTo>
                  <a:pt x="1781175" y="397192"/>
                </a:lnTo>
                <a:lnTo>
                  <a:pt x="1796415" y="397192"/>
                </a:lnTo>
                <a:lnTo>
                  <a:pt x="1811655" y="397192"/>
                </a:lnTo>
                <a:lnTo>
                  <a:pt x="1827847" y="397192"/>
                </a:lnTo>
                <a:lnTo>
                  <a:pt x="1843088" y="397192"/>
                </a:lnTo>
                <a:lnTo>
                  <a:pt x="1859280" y="397192"/>
                </a:lnTo>
                <a:lnTo>
                  <a:pt x="1874520" y="397192"/>
                </a:lnTo>
                <a:lnTo>
                  <a:pt x="1889760" y="397192"/>
                </a:lnTo>
                <a:lnTo>
                  <a:pt x="1905953" y="397192"/>
                </a:lnTo>
                <a:lnTo>
                  <a:pt x="1921193" y="397192"/>
                </a:lnTo>
                <a:lnTo>
                  <a:pt x="1937385" y="396240"/>
                </a:lnTo>
                <a:lnTo>
                  <a:pt x="1952625" y="394335"/>
                </a:lnTo>
                <a:lnTo>
                  <a:pt x="1967865" y="386715"/>
                </a:lnTo>
                <a:lnTo>
                  <a:pt x="1984057" y="366713"/>
                </a:lnTo>
                <a:lnTo>
                  <a:pt x="1999297" y="327660"/>
                </a:lnTo>
                <a:lnTo>
                  <a:pt x="2015490" y="276225"/>
                </a:lnTo>
                <a:lnTo>
                  <a:pt x="2030730" y="238125"/>
                </a:lnTo>
                <a:lnTo>
                  <a:pt x="2045970" y="238125"/>
                </a:lnTo>
                <a:lnTo>
                  <a:pt x="2062163" y="276225"/>
                </a:lnTo>
                <a:lnTo>
                  <a:pt x="2077403" y="327660"/>
                </a:lnTo>
                <a:lnTo>
                  <a:pt x="2093595" y="366713"/>
                </a:lnTo>
                <a:lnTo>
                  <a:pt x="2108835" y="386715"/>
                </a:lnTo>
                <a:lnTo>
                  <a:pt x="2124075" y="394335"/>
                </a:lnTo>
                <a:lnTo>
                  <a:pt x="2140268" y="396240"/>
                </a:lnTo>
                <a:lnTo>
                  <a:pt x="2155507" y="397192"/>
                </a:lnTo>
                <a:lnTo>
                  <a:pt x="2171700" y="397192"/>
                </a:lnTo>
                <a:lnTo>
                  <a:pt x="2186940" y="397192"/>
                </a:lnTo>
                <a:lnTo>
                  <a:pt x="2202180" y="397192"/>
                </a:lnTo>
                <a:lnTo>
                  <a:pt x="2218373" y="397192"/>
                </a:lnTo>
                <a:lnTo>
                  <a:pt x="2233613" y="397192"/>
                </a:lnTo>
                <a:lnTo>
                  <a:pt x="2249805" y="397192"/>
                </a:lnTo>
                <a:lnTo>
                  <a:pt x="2265045" y="397192"/>
                </a:lnTo>
                <a:lnTo>
                  <a:pt x="2280285" y="397192"/>
                </a:lnTo>
                <a:lnTo>
                  <a:pt x="2296478" y="397192"/>
                </a:lnTo>
                <a:lnTo>
                  <a:pt x="2311718" y="397192"/>
                </a:lnTo>
                <a:lnTo>
                  <a:pt x="2327910" y="397192"/>
                </a:lnTo>
                <a:lnTo>
                  <a:pt x="2343150" y="39719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59" name="p18-路径-0059">
            <a:extLst xmlns:a="http://schemas.openxmlformats.org/drawingml/2006/main">
              <a:ext uri="{FF2B5EF4-FFF2-40B4-BE49-F238E27FC236}">
                <a16:creationId xmlns:a16="http://schemas.microsoft.com/office/drawing/2014/main" id="{B5047D5A-2FF4-47CC-A21F-C2F48A93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39340"/>
            <a:ext cx="2343150" cy="401955"/>
          </a:xfrm>
          <a:custGeom xmlns:a="http://schemas.openxmlformats.org/drawingml/2006/main">
            <a:pathLst>
              <a:path w="2343150" h="401955">
                <a:moveTo>
                  <a:pt x="0" y="401955"/>
                </a:moveTo>
                <a:lnTo>
                  <a:pt x="15240" y="401955"/>
                </a:lnTo>
                <a:lnTo>
                  <a:pt x="31432" y="401955"/>
                </a:lnTo>
                <a:lnTo>
                  <a:pt x="46672" y="401955"/>
                </a:lnTo>
                <a:lnTo>
                  <a:pt x="62865" y="401955"/>
                </a:lnTo>
                <a:lnTo>
                  <a:pt x="78105" y="401955"/>
                </a:lnTo>
                <a:lnTo>
                  <a:pt x="93345" y="401955"/>
                </a:lnTo>
                <a:lnTo>
                  <a:pt x="109538" y="401955"/>
                </a:lnTo>
                <a:lnTo>
                  <a:pt x="124778" y="401955"/>
                </a:lnTo>
                <a:lnTo>
                  <a:pt x="140970" y="401955"/>
                </a:lnTo>
                <a:lnTo>
                  <a:pt x="156210" y="401955"/>
                </a:lnTo>
                <a:lnTo>
                  <a:pt x="171450" y="401955"/>
                </a:lnTo>
                <a:lnTo>
                  <a:pt x="187643" y="401955"/>
                </a:lnTo>
                <a:lnTo>
                  <a:pt x="202882" y="401955"/>
                </a:lnTo>
                <a:lnTo>
                  <a:pt x="219075" y="401955"/>
                </a:lnTo>
                <a:lnTo>
                  <a:pt x="234315" y="401955"/>
                </a:lnTo>
                <a:lnTo>
                  <a:pt x="249555" y="401955"/>
                </a:lnTo>
                <a:lnTo>
                  <a:pt x="265747" y="401955"/>
                </a:lnTo>
                <a:lnTo>
                  <a:pt x="280988" y="401955"/>
                </a:lnTo>
                <a:lnTo>
                  <a:pt x="297180" y="401955"/>
                </a:lnTo>
                <a:lnTo>
                  <a:pt x="312420" y="401955"/>
                </a:lnTo>
                <a:lnTo>
                  <a:pt x="327660" y="401955"/>
                </a:lnTo>
                <a:lnTo>
                  <a:pt x="343853" y="401955"/>
                </a:lnTo>
                <a:lnTo>
                  <a:pt x="359093" y="401955"/>
                </a:lnTo>
                <a:lnTo>
                  <a:pt x="375285" y="401955"/>
                </a:lnTo>
                <a:lnTo>
                  <a:pt x="390525" y="401955"/>
                </a:lnTo>
                <a:lnTo>
                  <a:pt x="405765" y="401002"/>
                </a:lnTo>
                <a:lnTo>
                  <a:pt x="421957" y="397193"/>
                </a:lnTo>
                <a:lnTo>
                  <a:pt x="437197" y="375285"/>
                </a:lnTo>
                <a:lnTo>
                  <a:pt x="453390" y="310515"/>
                </a:lnTo>
                <a:lnTo>
                  <a:pt x="468630" y="204788"/>
                </a:lnTo>
                <a:lnTo>
                  <a:pt x="483870" y="130493"/>
                </a:lnTo>
                <a:lnTo>
                  <a:pt x="500063" y="164782"/>
                </a:lnTo>
                <a:lnTo>
                  <a:pt x="515303" y="270510"/>
                </a:lnTo>
                <a:lnTo>
                  <a:pt x="531495" y="355282"/>
                </a:lnTo>
                <a:lnTo>
                  <a:pt x="546735" y="391477"/>
                </a:lnTo>
                <a:lnTo>
                  <a:pt x="561975" y="400050"/>
                </a:lnTo>
                <a:lnTo>
                  <a:pt x="578168" y="401955"/>
                </a:lnTo>
                <a:lnTo>
                  <a:pt x="593407" y="401955"/>
                </a:lnTo>
                <a:lnTo>
                  <a:pt x="609600" y="401955"/>
                </a:lnTo>
                <a:lnTo>
                  <a:pt x="624840" y="401955"/>
                </a:lnTo>
                <a:lnTo>
                  <a:pt x="640080" y="401955"/>
                </a:lnTo>
                <a:lnTo>
                  <a:pt x="656272" y="401955"/>
                </a:lnTo>
                <a:lnTo>
                  <a:pt x="671513" y="401955"/>
                </a:lnTo>
                <a:lnTo>
                  <a:pt x="687705" y="401955"/>
                </a:lnTo>
                <a:lnTo>
                  <a:pt x="702945" y="401955"/>
                </a:lnTo>
                <a:lnTo>
                  <a:pt x="718185" y="401955"/>
                </a:lnTo>
                <a:lnTo>
                  <a:pt x="734378" y="401955"/>
                </a:lnTo>
                <a:lnTo>
                  <a:pt x="749618" y="401955"/>
                </a:lnTo>
                <a:lnTo>
                  <a:pt x="765810" y="401955"/>
                </a:lnTo>
                <a:lnTo>
                  <a:pt x="781050" y="401955"/>
                </a:lnTo>
                <a:lnTo>
                  <a:pt x="796290" y="401955"/>
                </a:lnTo>
                <a:lnTo>
                  <a:pt x="812482" y="401955"/>
                </a:lnTo>
                <a:lnTo>
                  <a:pt x="827722" y="401955"/>
                </a:lnTo>
                <a:lnTo>
                  <a:pt x="843915" y="401955"/>
                </a:lnTo>
                <a:lnTo>
                  <a:pt x="859155" y="401955"/>
                </a:lnTo>
                <a:lnTo>
                  <a:pt x="874395" y="401955"/>
                </a:lnTo>
                <a:lnTo>
                  <a:pt x="890588" y="401955"/>
                </a:lnTo>
                <a:lnTo>
                  <a:pt x="905828" y="401955"/>
                </a:lnTo>
                <a:lnTo>
                  <a:pt x="922020" y="401955"/>
                </a:lnTo>
                <a:lnTo>
                  <a:pt x="937260" y="401002"/>
                </a:lnTo>
                <a:lnTo>
                  <a:pt x="952500" y="399098"/>
                </a:lnTo>
                <a:lnTo>
                  <a:pt x="968693" y="392430"/>
                </a:lnTo>
                <a:lnTo>
                  <a:pt x="983932" y="375285"/>
                </a:lnTo>
                <a:lnTo>
                  <a:pt x="1000125" y="338138"/>
                </a:lnTo>
                <a:lnTo>
                  <a:pt x="1015365" y="273368"/>
                </a:lnTo>
                <a:lnTo>
                  <a:pt x="1030605" y="181927"/>
                </a:lnTo>
                <a:lnTo>
                  <a:pt x="1046797" y="83820"/>
                </a:lnTo>
                <a:lnTo>
                  <a:pt x="1062038" y="13335"/>
                </a:lnTo>
                <a:lnTo>
                  <a:pt x="1078230" y="0"/>
                </a:lnTo>
                <a:lnTo>
                  <a:pt x="1093470" y="50483"/>
                </a:lnTo>
                <a:lnTo>
                  <a:pt x="1108710" y="141923"/>
                </a:lnTo>
                <a:lnTo>
                  <a:pt x="1124903" y="240030"/>
                </a:lnTo>
                <a:lnTo>
                  <a:pt x="1140143" y="316230"/>
                </a:lnTo>
                <a:lnTo>
                  <a:pt x="1156335" y="363855"/>
                </a:lnTo>
                <a:lnTo>
                  <a:pt x="1171575" y="387668"/>
                </a:lnTo>
                <a:lnTo>
                  <a:pt x="1186815" y="397193"/>
                </a:lnTo>
                <a:lnTo>
                  <a:pt x="1203007" y="401002"/>
                </a:lnTo>
                <a:lnTo>
                  <a:pt x="1218247" y="401955"/>
                </a:lnTo>
                <a:lnTo>
                  <a:pt x="1234440" y="401955"/>
                </a:lnTo>
                <a:lnTo>
                  <a:pt x="1249680" y="401955"/>
                </a:lnTo>
                <a:lnTo>
                  <a:pt x="1264920" y="401955"/>
                </a:lnTo>
                <a:lnTo>
                  <a:pt x="1281113" y="401955"/>
                </a:lnTo>
                <a:lnTo>
                  <a:pt x="1296353" y="401955"/>
                </a:lnTo>
                <a:lnTo>
                  <a:pt x="1312545" y="401955"/>
                </a:lnTo>
                <a:lnTo>
                  <a:pt x="1327785" y="401955"/>
                </a:lnTo>
                <a:lnTo>
                  <a:pt x="1343025" y="401955"/>
                </a:lnTo>
                <a:lnTo>
                  <a:pt x="1359218" y="401955"/>
                </a:lnTo>
                <a:lnTo>
                  <a:pt x="1374457" y="401955"/>
                </a:lnTo>
                <a:lnTo>
                  <a:pt x="1390650" y="401955"/>
                </a:lnTo>
                <a:lnTo>
                  <a:pt x="1405890" y="401955"/>
                </a:lnTo>
                <a:lnTo>
                  <a:pt x="1421130" y="401955"/>
                </a:lnTo>
                <a:lnTo>
                  <a:pt x="1437322" y="401955"/>
                </a:lnTo>
                <a:lnTo>
                  <a:pt x="1452563" y="401955"/>
                </a:lnTo>
                <a:lnTo>
                  <a:pt x="1468755" y="401955"/>
                </a:lnTo>
                <a:lnTo>
                  <a:pt x="1483995" y="401955"/>
                </a:lnTo>
                <a:lnTo>
                  <a:pt x="1499235" y="401955"/>
                </a:lnTo>
                <a:lnTo>
                  <a:pt x="1515428" y="401955"/>
                </a:lnTo>
                <a:lnTo>
                  <a:pt x="1530668" y="401955"/>
                </a:lnTo>
                <a:lnTo>
                  <a:pt x="1546860" y="401955"/>
                </a:lnTo>
                <a:lnTo>
                  <a:pt x="1562100" y="401955"/>
                </a:lnTo>
                <a:lnTo>
                  <a:pt x="1577340" y="401955"/>
                </a:lnTo>
                <a:lnTo>
                  <a:pt x="1593532" y="401955"/>
                </a:lnTo>
                <a:lnTo>
                  <a:pt x="1608772" y="401955"/>
                </a:lnTo>
                <a:lnTo>
                  <a:pt x="1624965" y="401002"/>
                </a:lnTo>
                <a:lnTo>
                  <a:pt x="1640205" y="393382"/>
                </a:lnTo>
                <a:lnTo>
                  <a:pt x="1655445" y="338138"/>
                </a:lnTo>
                <a:lnTo>
                  <a:pt x="1671638" y="217170"/>
                </a:lnTo>
                <a:lnTo>
                  <a:pt x="1686878" y="180975"/>
                </a:lnTo>
                <a:lnTo>
                  <a:pt x="1703070" y="293370"/>
                </a:lnTo>
                <a:lnTo>
                  <a:pt x="1718310" y="380048"/>
                </a:lnTo>
                <a:lnTo>
                  <a:pt x="1733550" y="400050"/>
                </a:lnTo>
                <a:lnTo>
                  <a:pt x="1749743" y="401955"/>
                </a:lnTo>
                <a:lnTo>
                  <a:pt x="1764982" y="401955"/>
                </a:lnTo>
                <a:lnTo>
                  <a:pt x="1781175" y="401955"/>
                </a:lnTo>
                <a:lnTo>
                  <a:pt x="1796415" y="401955"/>
                </a:lnTo>
                <a:lnTo>
                  <a:pt x="1811655" y="401955"/>
                </a:lnTo>
                <a:lnTo>
                  <a:pt x="1827847" y="401955"/>
                </a:lnTo>
                <a:lnTo>
                  <a:pt x="1843088" y="401955"/>
                </a:lnTo>
                <a:lnTo>
                  <a:pt x="1859280" y="401955"/>
                </a:lnTo>
                <a:lnTo>
                  <a:pt x="1874520" y="401955"/>
                </a:lnTo>
                <a:lnTo>
                  <a:pt x="1889760" y="401955"/>
                </a:lnTo>
                <a:lnTo>
                  <a:pt x="1905953" y="401955"/>
                </a:lnTo>
                <a:lnTo>
                  <a:pt x="1921193" y="401955"/>
                </a:lnTo>
                <a:lnTo>
                  <a:pt x="1937385" y="401955"/>
                </a:lnTo>
                <a:lnTo>
                  <a:pt x="1952625" y="401955"/>
                </a:lnTo>
                <a:lnTo>
                  <a:pt x="1967865" y="400050"/>
                </a:lnTo>
                <a:lnTo>
                  <a:pt x="1984057" y="394335"/>
                </a:lnTo>
                <a:lnTo>
                  <a:pt x="1999297" y="377190"/>
                </a:lnTo>
                <a:lnTo>
                  <a:pt x="2015490" y="341948"/>
                </a:lnTo>
                <a:lnTo>
                  <a:pt x="2030730" y="291465"/>
                </a:lnTo>
                <a:lnTo>
                  <a:pt x="2045970" y="248602"/>
                </a:lnTo>
                <a:lnTo>
                  <a:pt x="2062163" y="240030"/>
                </a:lnTo>
                <a:lnTo>
                  <a:pt x="2077403" y="271463"/>
                </a:lnTo>
                <a:lnTo>
                  <a:pt x="2093595" y="322898"/>
                </a:lnTo>
                <a:lnTo>
                  <a:pt x="2108835" y="364807"/>
                </a:lnTo>
                <a:lnTo>
                  <a:pt x="2124075" y="388620"/>
                </a:lnTo>
                <a:lnTo>
                  <a:pt x="2140268" y="398145"/>
                </a:lnTo>
                <a:lnTo>
                  <a:pt x="2155507" y="401002"/>
                </a:lnTo>
                <a:lnTo>
                  <a:pt x="2171700" y="401955"/>
                </a:lnTo>
                <a:lnTo>
                  <a:pt x="2186940" y="401955"/>
                </a:lnTo>
                <a:lnTo>
                  <a:pt x="2202180" y="401955"/>
                </a:lnTo>
                <a:lnTo>
                  <a:pt x="2218373" y="401955"/>
                </a:lnTo>
                <a:lnTo>
                  <a:pt x="2233613" y="401955"/>
                </a:lnTo>
                <a:lnTo>
                  <a:pt x="2249805" y="401955"/>
                </a:lnTo>
                <a:lnTo>
                  <a:pt x="2265045" y="401955"/>
                </a:lnTo>
                <a:lnTo>
                  <a:pt x="2280285" y="401955"/>
                </a:lnTo>
                <a:lnTo>
                  <a:pt x="2296478" y="401955"/>
                </a:lnTo>
                <a:lnTo>
                  <a:pt x="2311718" y="401955"/>
                </a:lnTo>
                <a:lnTo>
                  <a:pt x="2327910" y="401955"/>
                </a:lnTo>
                <a:lnTo>
                  <a:pt x="2343150" y="4019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60" name="p18-路径-0060">
            <a:extLst xmlns:a="http://schemas.openxmlformats.org/drawingml/2006/main">
              <a:ext uri="{FF2B5EF4-FFF2-40B4-BE49-F238E27FC236}">
                <a16:creationId xmlns:a16="http://schemas.microsoft.com/office/drawing/2014/main" id="{1E65AEC2-BD5A-4F07-9B13-8C3BC0FB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61223"/>
            <a:ext cx="2343150" cy="404812"/>
          </a:xfrm>
          <a:custGeom xmlns:a="http://schemas.openxmlformats.org/drawingml/2006/main">
            <a:pathLst>
              <a:path w="2343150" h="404812">
                <a:moveTo>
                  <a:pt x="0" y="404812"/>
                </a:moveTo>
                <a:lnTo>
                  <a:pt x="15240" y="404812"/>
                </a:lnTo>
                <a:lnTo>
                  <a:pt x="31432" y="404812"/>
                </a:lnTo>
                <a:lnTo>
                  <a:pt x="46672" y="404812"/>
                </a:lnTo>
                <a:lnTo>
                  <a:pt x="62865" y="404812"/>
                </a:lnTo>
                <a:lnTo>
                  <a:pt x="78105" y="404812"/>
                </a:lnTo>
                <a:lnTo>
                  <a:pt x="93345" y="404812"/>
                </a:lnTo>
                <a:lnTo>
                  <a:pt x="109538" y="404812"/>
                </a:lnTo>
                <a:lnTo>
                  <a:pt x="124778" y="404812"/>
                </a:lnTo>
                <a:lnTo>
                  <a:pt x="140970" y="404812"/>
                </a:lnTo>
                <a:lnTo>
                  <a:pt x="156210" y="404812"/>
                </a:lnTo>
                <a:lnTo>
                  <a:pt x="171450" y="404812"/>
                </a:lnTo>
                <a:lnTo>
                  <a:pt x="187643" y="404812"/>
                </a:lnTo>
                <a:lnTo>
                  <a:pt x="202882" y="404812"/>
                </a:lnTo>
                <a:lnTo>
                  <a:pt x="219075" y="404812"/>
                </a:lnTo>
                <a:lnTo>
                  <a:pt x="234315" y="404812"/>
                </a:lnTo>
                <a:lnTo>
                  <a:pt x="249555" y="404812"/>
                </a:lnTo>
                <a:lnTo>
                  <a:pt x="265747" y="404812"/>
                </a:lnTo>
                <a:lnTo>
                  <a:pt x="280988" y="404812"/>
                </a:lnTo>
                <a:lnTo>
                  <a:pt x="297180" y="404812"/>
                </a:lnTo>
                <a:lnTo>
                  <a:pt x="312420" y="404812"/>
                </a:lnTo>
                <a:lnTo>
                  <a:pt x="327660" y="404812"/>
                </a:lnTo>
                <a:lnTo>
                  <a:pt x="343853" y="404812"/>
                </a:lnTo>
                <a:lnTo>
                  <a:pt x="359093" y="404812"/>
                </a:lnTo>
                <a:lnTo>
                  <a:pt x="375285" y="404812"/>
                </a:lnTo>
                <a:lnTo>
                  <a:pt x="390525" y="404812"/>
                </a:lnTo>
                <a:lnTo>
                  <a:pt x="405765" y="404812"/>
                </a:lnTo>
                <a:lnTo>
                  <a:pt x="421957" y="404812"/>
                </a:lnTo>
                <a:lnTo>
                  <a:pt x="437197" y="401002"/>
                </a:lnTo>
                <a:lnTo>
                  <a:pt x="453390" y="384810"/>
                </a:lnTo>
                <a:lnTo>
                  <a:pt x="468630" y="330518"/>
                </a:lnTo>
                <a:lnTo>
                  <a:pt x="483870" y="229552"/>
                </a:lnTo>
                <a:lnTo>
                  <a:pt x="500063" y="140970"/>
                </a:lnTo>
                <a:lnTo>
                  <a:pt x="515303" y="152400"/>
                </a:lnTo>
                <a:lnTo>
                  <a:pt x="531495" y="251460"/>
                </a:lnTo>
                <a:lnTo>
                  <a:pt x="546735" y="345757"/>
                </a:lnTo>
                <a:lnTo>
                  <a:pt x="561975" y="390525"/>
                </a:lnTo>
                <a:lnTo>
                  <a:pt x="578168" y="402907"/>
                </a:lnTo>
                <a:lnTo>
                  <a:pt x="593407" y="404812"/>
                </a:lnTo>
                <a:lnTo>
                  <a:pt x="609600" y="404812"/>
                </a:lnTo>
                <a:lnTo>
                  <a:pt x="624840" y="404812"/>
                </a:lnTo>
                <a:lnTo>
                  <a:pt x="640080" y="404812"/>
                </a:lnTo>
                <a:lnTo>
                  <a:pt x="656272" y="404812"/>
                </a:lnTo>
                <a:lnTo>
                  <a:pt x="671513" y="404812"/>
                </a:lnTo>
                <a:lnTo>
                  <a:pt x="687705" y="404812"/>
                </a:lnTo>
                <a:lnTo>
                  <a:pt x="702945" y="404812"/>
                </a:lnTo>
                <a:lnTo>
                  <a:pt x="718185" y="404812"/>
                </a:lnTo>
                <a:lnTo>
                  <a:pt x="734378" y="404812"/>
                </a:lnTo>
                <a:lnTo>
                  <a:pt x="749618" y="404812"/>
                </a:lnTo>
                <a:lnTo>
                  <a:pt x="765810" y="404812"/>
                </a:lnTo>
                <a:lnTo>
                  <a:pt x="781050" y="404812"/>
                </a:lnTo>
                <a:lnTo>
                  <a:pt x="796290" y="404812"/>
                </a:lnTo>
                <a:lnTo>
                  <a:pt x="812482" y="404812"/>
                </a:lnTo>
                <a:lnTo>
                  <a:pt x="827722" y="404812"/>
                </a:lnTo>
                <a:lnTo>
                  <a:pt x="843915" y="404812"/>
                </a:lnTo>
                <a:lnTo>
                  <a:pt x="859155" y="404812"/>
                </a:lnTo>
                <a:lnTo>
                  <a:pt x="874395" y="404812"/>
                </a:lnTo>
                <a:lnTo>
                  <a:pt x="890588" y="404812"/>
                </a:lnTo>
                <a:lnTo>
                  <a:pt x="905828" y="404812"/>
                </a:lnTo>
                <a:lnTo>
                  <a:pt x="922020" y="404812"/>
                </a:lnTo>
                <a:lnTo>
                  <a:pt x="937260" y="404812"/>
                </a:lnTo>
                <a:lnTo>
                  <a:pt x="952500" y="403860"/>
                </a:lnTo>
                <a:lnTo>
                  <a:pt x="968693" y="402907"/>
                </a:lnTo>
                <a:lnTo>
                  <a:pt x="983932" y="397193"/>
                </a:lnTo>
                <a:lnTo>
                  <a:pt x="1000125" y="382905"/>
                </a:lnTo>
                <a:lnTo>
                  <a:pt x="1015365" y="350520"/>
                </a:lnTo>
                <a:lnTo>
                  <a:pt x="1030605" y="291465"/>
                </a:lnTo>
                <a:lnTo>
                  <a:pt x="1046797" y="204788"/>
                </a:lnTo>
                <a:lnTo>
                  <a:pt x="1062038" y="105727"/>
                </a:lnTo>
                <a:lnTo>
                  <a:pt x="1078230" y="25717"/>
                </a:lnTo>
                <a:lnTo>
                  <a:pt x="1093470" y="0"/>
                </a:lnTo>
                <a:lnTo>
                  <a:pt x="1108710" y="39052"/>
                </a:lnTo>
                <a:lnTo>
                  <a:pt x="1124903" y="124777"/>
                </a:lnTo>
                <a:lnTo>
                  <a:pt x="1140143" y="223838"/>
                </a:lnTo>
                <a:lnTo>
                  <a:pt x="1156335" y="305752"/>
                </a:lnTo>
                <a:lnTo>
                  <a:pt x="1171575" y="359093"/>
                </a:lnTo>
                <a:lnTo>
                  <a:pt x="1186815" y="386715"/>
                </a:lnTo>
                <a:lnTo>
                  <a:pt x="1203007" y="399098"/>
                </a:lnTo>
                <a:lnTo>
                  <a:pt x="1218247" y="402907"/>
                </a:lnTo>
                <a:lnTo>
                  <a:pt x="1234440" y="404812"/>
                </a:lnTo>
                <a:lnTo>
                  <a:pt x="1249680" y="404812"/>
                </a:lnTo>
                <a:lnTo>
                  <a:pt x="1264920" y="404812"/>
                </a:lnTo>
                <a:lnTo>
                  <a:pt x="1281113" y="404812"/>
                </a:lnTo>
                <a:lnTo>
                  <a:pt x="1296353" y="404812"/>
                </a:lnTo>
                <a:lnTo>
                  <a:pt x="1312545" y="404812"/>
                </a:lnTo>
                <a:lnTo>
                  <a:pt x="1327785" y="404812"/>
                </a:lnTo>
                <a:lnTo>
                  <a:pt x="1343025" y="404812"/>
                </a:lnTo>
                <a:lnTo>
                  <a:pt x="1359218" y="404812"/>
                </a:lnTo>
                <a:lnTo>
                  <a:pt x="1374457" y="404812"/>
                </a:lnTo>
                <a:lnTo>
                  <a:pt x="1390650" y="404812"/>
                </a:lnTo>
                <a:lnTo>
                  <a:pt x="1405890" y="404812"/>
                </a:lnTo>
                <a:lnTo>
                  <a:pt x="1421130" y="404812"/>
                </a:lnTo>
                <a:lnTo>
                  <a:pt x="1437322" y="404812"/>
                </a:lnTo>
                <a:lnTo>
                  <a:pt x="1452563" y="404812"/>
                </a:lnTo>
                <a:lnTo>
                  <a:pt x="1468755" y="404812"/>
                </a:lnTo>
                <a:lnTo>
                  <a:pt x="1483995" y="404812"/>
                </a:lnTo>
                <a:lnTo>
                  <a:pt x="1499235" y="404812"/>
                </a:lnTo>
                <a:lnTo>
                  <a:pt x="1515428" y="404812"/>
                </a:lnTo>
                <a:lnTo>
                  <a:pt x="1530668" y="404812"/>
                </a:lnTo>
                <a:lnTo>
                  <a:pt x="1546860" y="404812"/>
                </a:lnTo>
                <a:lnTo>
                  <a:pt x="1562100" y="404812"/>
                </a:lnTo>
                <a:lnTo>
                  <a:pt x="1577340" y="404812"/>
                </a:lnTo>
                <a:lnTo>
                  <a:pt x="1593532" y="404812"/>
                </a:lnTo>
                <a:lnTo>
                  <a:pt x="1608772" y="404812"/>
                </a:lnTo>
                <a:lnTo>
                  <a:pt x="1624965" y="404812"/>
                </a:lnTo>
                <a:lnTo>
                  <a:pt x="1640205" y="404812"/>
                </a:lnTo>
                <a:lnTo>
                  <a:pt x="1655445" y="399098"/>
                </a:lnTo>
                <a:lnTo>
                  <a:pt x="1671638" y="358140"/>
                </a:lnTo>
                <a:lnTo>
                  <a:pt x="1686878" y="244792"/>
                </a:lnTo>
                <a:lnTo>
                  <a:pt x="1703070" y="176213"/>
                </a:lnTo>
                <a:lnTo>
                  <a:pt x="1718310" y="270510"/>
                </a:lnTo>
                <a:lnTo>
                  <a:pt x="1733550" y="372427"/>
                </a:lnTo>
                <a:lnTo>
                  <a:pt x="1749743" y="401955"/>
                </a:lnTo>
                <a:lnTo>
                  <a:pt x="1764982" y="404812"/>
                </a:lnTo>
                <a:lnTo>
                  <a:pt x="1781175" y="404812"/>
                </a:lnTo>
                <a:lnTo>
                  <a:pt x="1796415" y="404812"/>
                </a:lnTo>
                <a:lnTo>
                  <a:pt x="1811655" y="404812"/>
                </a:lnTo>
                <a:lnTo>
                  <a:pt x="1827847" y="404812"/>
                </a:lnTo>
                <a:lnTo>
                  <a:pt x="1843088" y="404812"/>
                </a:lnTo>
                <a:lnTo>
                  <a:pt x="1859280" y="404812"/>
                </a:lnTo>
                <a:lnTo>
                  <a:pt x="1874520" y="404812"/>
                </a:lnTo>
                <a:lnTo>
                  <a:pt x="1889760" y="404812"/>
                </a:lnTo>
                <a:lnTo>
                  <a:pt x="1905953" y="404812"/>
                </a:lnTo>
                <a:lnTo>
                  <a:pt x="1921193" y="404812"/>
                </a:lnTo>
                <a:lnTo>
                  <a:pt x="1937385" y="404812"/>
                </a:lnTo>
                <a:lnTo>
                  <a:pt x="1952625" y="404812"/>
                </a:lnTo>
                <a:lnTo>
                  <a:pt x="1967865" y="404812"/>
                </a:lnTo>
                <a:lnTo>
                  <a:pt x="1984057" y="403860"/>
                </a:lnTo>
                <a:lnTo>
                  <a:pt x="1999297" y="399098"/>
                </a:lnTo>
                <a:lnTo>
                  <a:pt x="2015490" y="384810"/>
                </a:lnTo>
                <a:lnTo>
                  <a:pt x="2030730" y="353377"/>
                </a:lnTo>
                <a:lnTo>
                  <a:pt x="2045970" y="304800"/>
                </a:lnTo>
                <a:lnTo>
                  <a:pt x="2062163" y="258127"/>
                </a:lnTo>
                <a:lnTo>
                  <a:pt x="2077403" y="240982"/>
                </a:lnTo>
                <a:lnTo>
                  <a:pt x="2093595" y="265748"/>
                </a:lnTo>
                <a:lnTo>
                  <a:pt x="2108835" y="315277"/>
                </a:lnTo>
                <a:lnTo>
                  <a:pt x="2124075" y="360998"/>
                </a:lnTo>
                <a:lnTo>
                  <a:pt x="2140268" y="388620"/>
                </a:lnTo>
                <a:lnTo>
                  <a:pt x="2155507" y="400050"/>
                </a:lnTo>
                <a:lnTo>
                  <a:pt x="2171700" y="403860"/>
                </a:lnTo>
                <a:lnTo>
                  <a:pt x="2186940" y="404812"/>
                </a:lnTo>
                <a:lnTo>
                  <a:pt x="2202180" y="404812"/>
                </a:lnTo>
                <a:lnTo>
                  <a:pt x="2218373" y="404812"/>
                </a:lnTo>
                <a:lnTo>
                  <a:pt x="2233613" y="404812"/>
                </a:lnTo>
                <a:lnTo>
                  <a:pt x="2249805" y="404812"/>
                </a:lnTo>
                <a:lnTo>
                  <a:pt x="2265045" y="404812"/>
                </a:lnTo>
                <a:lnTo>
                  <a:pt x="2280285" y="404812"/>
                </a:lnTo>
                <a:lnTo>
                  <a:pt x="2296478" y="404812"/>
                </a:lnTo>
                <a:lnTo>
                  <a:pt x="2311718" y="404812"/>
                </a:lnTo>
                <a:lnTo>
                  <a:pt x="2327910" y="404812"/>
                </a:lnTo>
                <a:lnTo>
                  <a:pt x="2343150" y="40481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61" name="p18-文本-0061">
            <a:extLst xmlns:a="http://schemas.openxmlformats.org/drawingml/2006/main">
              <a:ext uri="{FF2B5EF4-FFF2-40B4-BE49-F238E27FC236}">
                <a16:creationId xmlns:a16="http://schemas.microsoft.com/office/drawing/2014/main" id="{7C5663BA-CEA6-4E03-9A72-F3A9B7BB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739" y="3097402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62" name="p18-线-0062">
            <a:extLst xmlns:a="http://schemas.openxmlformats.org/drawingml/2006/main">
              <a:ext uri="{FF2B5EF4-FFF2-40B4-BE49-F238E27FC236}">
                <a16:creationId xmlns:a16="http://schemas.microsoft.com/office/drawing/2014/main" id="{63E28C4C-38C7-4543-AD29-8132DF27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528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63" name="p18-文本-0063">
            <a:extLst xmlns:a="http://schemas.openxmlformats.org/drawingml/2006/main">
              <a:ext uri="{FF2B5EF4-FFF2-40B4-BE49-F238E27FC236}">
                <a16:creationId xmlns:a16="http://schemas.microsoft.com/office/drawing/2014/main" id="{AF00B2A4-6EA0-4B7A-B5FB-E4E79AE8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3861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初始</a:t>
            </a:r>
          </a:p>
        </p:txBody>
      </p:sp>
      <p:sp>
        <p:nvSpPr>
          <p:cNvPr id="64" name="p18-线-0064">
            <a:extLst xmlns:a="http://schemas.openxmlformats.org/drawingml/2006/main">
              <a:ext uri="{FF2B5EF4-FFF2-40B4-BE49-F238E27FC236}">
                <a16:creationId xmlns:a16="http://schemas.microsoft.com/office/drawing/2014/main" id="{CBB2A219-8A4D-46B6-8F30-D1BEF716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65" name="p18-文本-0065">
            <a:extLst xmlns:a="http://schemas.openxmlformats.org/drawingml/2006/main">
              <a:ext uri="{FF2B5EF4-FFF2-40B4-BE49-F238E27FC236}">
                <a16:creationId xmlns:a16="http://schemas.microsoft.com/office/drawing/2014/main" id="{245D1A4B-FC20-40F5-9B34-A3D330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38616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循环中</a:t>
            </a:r>
          </a:p>
        </p:txBody>
      </p:sp>
      <p:sp>
        <p:nvSpPr>
          <p:cNvPr id="66" name="p18-线-0066">
            <a:extLst xmlns:a="http://schemas.openxmlformats.org/drawingml/2006/main">
              <a:ext uri="{FF2B5EF4-FFF2-40B4-BE49-F238E27FC236}">
                <a16:creationId xmlns:a16="http://schemas.microsoft.com/office/drawing/2014/main" id="{68AA6AE3-CD89-40F4-AED7-BC042203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3528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67" name="p18-文本-0067">
            <a:extLst xmlns:a="http://schemas.openxmlformats.org/drawingml/2006/main">
              <a:ext uri="{FF2B5EF4-FFF2-40B4-BE49-F238E27FC236}">
                <a16:creationId xmlns:a16="http://schemas.microsoft.com/office/drawing/2014/main" id="{052CD0C4-C41B-4869-A7AB-50411B20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238616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循环后</a:t>
            </a:r>
          </a:p>
        </p:txBody>
      </p:sp>
      <p:sp>
        <p:nvSpPr>
          <p:cNvPr id="68" name="p18-文本-0068">
            <a:extLst xmlns:a="http://schemas.openxmlformats.org/drawingml/2006/main">
              <a:ext uri="{FF2B5EF4-FFF2-40B4-BE49-F238E27FC236}">
                <a16:creationId xmlns:a16="http://schemas.microsoft.com/office/drawing/2014/main" id="{EE0C6962-6D18-40BA-B931-B6C5E919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362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核对主峰位置</a:t>
            </a:r>
          </a:p>
        </p:txBody>
      </p:sp>
      <p:sp>
        <p:nvSpPr>
          <p:cNvPr id="69" name="p18-文本-0069">
            <a:extLst xmlns:a="http://schemas.openxmlformats.org/drawingml/2006/main">
              <a:ext uri="{FF2B5EF4-FFF2-40B4-BE49-F238E27FC236}">
                <a16:creationId xmlns:a16="http://schemas.microsoft.com/office/drawing/2014/main" id="{368E9909-979C-4A09-9FEA-373D5742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172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关注新增肩峰</a:t>
            </a:r>
          </a:p>
        </p:txBody>
      </p:sp>
      <p:sp>
        <p:nvSpPr>
          <p:cNvPr id="70" name="p18-文本-0070">
            <a:extLst xmlns:a="http://schemas.openxmlformats.org/drawingml/2006/main">
              <a:ext uri="{FF2B5EF4-FFF2-40B4-BE49-F238E27FC236}">
                <a16:creationId xmlns:a16="http://schemas.microsoft.com/office/drawing/2014/main" id="{9833AF2C-EED6-4521-B3DD-27252CDE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5982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结合参照样本</a:t>
            </a:r>
          </a:p>
        </p:txBody>
      </p:sp>
      <p:sp>
        <p:nvSpPr>
          <p:cNvPr id="71" name="p18-矩形-0071">
            <a:extLst xmlns:a="http://schemas.openxmlformats.org/drawingml/2006/main">
              <a:ext uri="{FF2B5EF4-FFF2-40B4-BE49-F238E27FC236}">
                <a16:creationId xmlns:a16="http://schemas.microsoft.com/office/drawing/2014/main" id="{C90526EF-5DF8-4BF5-ABDD-72B2CC95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90950"/>
            <a:ext cx="54673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2" name="p18-矩形-0072">
            <a:extLst xmlns:a="http://schemas.openxmlformats.org/drawingml/2006/main">
              <a:ext uri="{FF2B5EF4-FFF2-40B4-BE49-F238E27FC236}">
                <a16:creationId xmlns:a16="http://schemas.microsoft.com/office/drawing/2014/main" id="{5132FD5A-7FE0-4534-97CB-CB7CA072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90950"/>
            <a:ext cx="546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3" name="p18-文本-0073">
            <a:extLst xmlns:a="http://schemas.openxmlformats.org/drawingml/2006/main">
              <a:ext uri="{FF2B5EF4-FFF2-40B4-BE49-F238E27FC236}">
                <a16:creationId xmlns:a16="http://schemas.microsoft.com/office/drawing/2014/main" id="{D7C7D07A-75EE-447E-9C3D-20048E36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72" y="3812474"/>
            <a:ext cx="24443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重复性：批次偏差是否可控</a:t>
            </a:r>
          </a:p>
        </p:txBody>
      </p:sp>
      <p:sp>
        <p:nvSpPr>
          <p:cNvPr id="74" name="p18-线-0074">
            <a:extLst xmlns:a="http://schemas.openxmlformats.org/drawingml/2006/main">
              <a:ext uri="{FF2B5EF4-FFF2-40B4-BE49-F238E27FC236}">
                <a16:creationId xmlns:a16="http://schemas.microsoft.com/office/drawing/2014/main" id="{83E7FD0B-1B58-4720-A4BC-90EADB6A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91175"/>
            <a:ext cx="2105025" cy="95"/>
          </a:xfrm>
          <a:custGeom xmlns:a="http://schemas.openxmlformats.org/drawingml/2006/main">
            <a:pathLst>
              <a:path w="2105025" h="95">
                <a:moveTo>
                  <a:pt x="0" y="0"/>
                </a:moveTo>
                <a:lnTo>
                  <a:pt x="2105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75" name="p18-线-0075">
            <a:extLst xmlns:a="http://schemas.openxmlformats.org/drawingml/2006/main">
              <a:ext uri="{FF2B5EF4-FFF2-40B4-BE49-F238E27FC236}">
                <a16:creationId xmlns:a16="http://schemas.microsoft.com/office/drawing/2014/main" id="{83D2C9F0-D97A-422E-8839-20420F1E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95" cy="1181100"/>
          </a:xfrm>
          <a:custGeom xmlns:a="http://schemas.openxmlformats.org/drawingml/2006/main">
            <a:pathLst>
              <a:path w="95" h="1181100">
                <a:moveTo>
                  <a:pt x="0" y="0"/>
                </a:moveTo>
                <a:lnTo>
                  <a:pt x="0" y="11811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76" name="p18-线-0076">
            <a:extLst xmlns:a="http://schemas.openxmlformats.org/drawingml/2006/main">
              <a:ext uri="{FF2B5EF4-FFF2-40B4-BE49-F238E27FC236}">
                <a16:creationId xmlns:a16="http://schemas.microsoft.com/office/drawing/2014/main" id="{153B12CB-BB0B-47CE-AAE9-4BE54548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2105025" cy="1181100"/>
          </a:xfrm>
          <a:custGeom xmlns:a="http://schemas.openxmlformats.org/drawingml/2006/main">
            <a:pathLst>
              <a:path w="2105025" h="1181100">
                <a:moveTo>
                  <a:pt x="0" y="1181100"/>
                </a:moveTo>
                <a:lnTo>
                  <a:pt x="2105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77" name="p18-椭圆-0077">
            <a:extLst xmlns:a="http://schemas.openxmlformats.org/drawingml/2006/main">
              <a:ext uri="{FF2B5EF4-FFF2-40B4-BE49-F238E27FC236}">
                <a16:creationId xmlns:a16="http://schemas.microsoft.com/office/drawing/2014/main" id="{45078C16-215E-4473-B405-69CCBAA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252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8" name="p18-椭圆-0078">
            <a:extLst xmlns:a="http://schemas.openxmlformats.org/drawingml/2006/main">
              <a:ext uri="{FF2B5EF4-FFF2-40B4-BE49-F238E27FC236}">
                <a16:creationId xmlns:a16="http://schemas.microsoft.com/office/drawing/2014/main" id="{64F6AE74-0E88-46EE-96CF-2C8E1C1E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497" y="47033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9" name="p18-椭圆-0079">
            <a:extLst xmlns:a="http://schemas.openxmlformats.org/drawingml/2006/main">
              <a:ext uri="{FF2B5EF4-FFF2-40B4-BE49-F238E27FC236}">
                <a16:creationId xmlns:a16="http://schemas.microsoft.com/office/drawing/2014/main" id="{A6563E7F-B222-4373-A589-92A61C5B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449" y="53322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0" name="p18-椭圆-0080">
            <a:extLst xmlns:a="http://schemas.openxmlformats.org/drawingml/2006/main">
              <a:ext uri="{FF2B5EF4-FFF2-40B4-BE49-F238E27FC236}">
                <a16:creationId xmlns:a16="http://schemas.microsoft.com/office/drawing/2014/main" id="{468B7183-70CE-4377-9097-415C0D4A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9426" y="46593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1" name="p18-椭圆-0081">
            <a:extLst xmlns:a="http://schemas.openxmlformats.org/drawingml/2006/main">
              <a:ext uri="{FF2B5EF4-FFF2-40B4-BE49-F238E27FC236}">
                <a16:creationId xmlns:a16="http://schemas.microsoft.com/office/drawing/2014/main" id="{7F8F29F0-1824-46F5-BCF6-B9C19F3E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378" y="49101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2" name="p18-椭圆-0082">
            <a:extLst xmlns:a="http://schemas.openxmlformats.org/drawingml/2006/main">
              <a:ext uri="{FF2B5EF4-FFF2-40B4-BE49-F238E27FC236}">
                <a16:creationId xmlns:a16="http://schemas.microsoft.com/office/drawing/2014/main" id="{6610A9EC-C574-49C5-AC5F-96B96BDF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330" y="538356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3" name="p18-椭圆-0083">
            <a:extLst xmlns:a="http://schemas.openxmlformats.org/drawingml/2006/main">
              <a:ext uri="{FF2B5EF4-FFF2-40B4-BE49-F238E27FC236}">
                <a16:creationId xmlns:a16="http://schemas.microsoft.com/office/drawing/2014/main" id="{E9AF8C11-4B94-48BC-A113-918D1E2C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2307" y="484510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4" name="p18-椭圆-0084">
            <a:extLst xmlns:a="http://schemas.openxmlformats.org/drawingml/2006/main">
              <a:ext uri="{FF2B5EF4-FFF2-40B4-BE49-F238E27FC236}">
                <a16:creationId xmlns:a16="http://schemas.microsoft.com/office/drawing/2014/main" id="{01ACE6E0-4E55-4B6C-BA28-61DFFA7D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9" y="51981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5" name="p18-椭圆-0085">
            <a:extLst xmlns:a="http://schemas.openxmlformats.org/drawingml/2006/main">
              <a:ext uri="{FF2B5EF4-FFF2-40B4-BE49-F238E27FC236}">
                <a16:creationId xmlns:a16="http://schemas.microsoft.com/office/drawing/2014/main" id="{CCD4B306-2EC4-452F-8460-28C1BC59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236" y="44150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6" name="p18-椭圆-0086">
            <a:extLst xmlns:a="http://schemas.openxmlformats.org/drawingml/2006/main">
              <a:ext uri="{FF2B5EF4-FFF2-40B4-BE49-F238E27FC236}">
                <a16:creationId xmlns:a16="http://schemas.microsoft.com/office/drawing/2014/main" id="{1D7EB1D4-2336-4334-A712-462AA300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188" y="492516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7" name="p18-椭圆-0087">
            <a:extLst xmlns:a="http://schemas.openxmlformats.org/drawingml/2006/main">
              <a:ext uri="{FF2B5EF4-FFF2-40B4-BE49-F238E27FC236}">
                <a16:creationId xmlns:a16="http://schemas.microsoft.com/office/drawing/2014/main" id="{72FEA1FA-A8A9-4AB4-A3FA-30060E1C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140" y="54662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18-椭圆-0088">
            <a:extLst xmlns:a="http://schemas.openxmlformats.org/drawingml/2006/main">
              <a:ext uri="{FF2B5EF4-FFF2-40B4-BE49-F238E27FC236}">
                <a16:creationId xmlns:a16="http://schemas.microsoft.com/office/drawing/2014/main" id="{74801B58-48ED-4BDA-8AF8-62D2038C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117" y="454220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18-椭圆-0089">
            <a:extLst xmlns:a="http://schemas.openxmlformats.org/drawingml/2006/main">
              <a:ext uri="{FF2B5EF4-FFF2-40B4-BE49-F238E27FC236}">
                <a16:creationId xmlns:a16="http://schemas.microsoft.com/office/drawing/2014/main" id="{5E4E3B6B-C489-4147-8188-69663C5E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069" y="49802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0" name="p18-椭圆-0090">
            <a:extLst xmlns:a="http://schemas.openxmlformats.org/drawingml/2006/main">
              <a:ext uri="{FF2B5EF4-FFF2-40B4-BE49-F238E27FC236}">
                <a16:creationId xmlns:a16="http://schemas.microsoft.com/office/drawing/2014/main" id="{74EA5708-49D4-48E9-A88C-0F9532A5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021" y="55252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1" name="p18-椭圆-0091">
            <a:extLst xmlns:a="http://schemas.openxmlformats.org/drawingml/2006/main">
              <a:ext uri="{FF2B5EF4-FFF2-40B4-BE49-F238E27FC236}">
                <a16:creationId xmlns:a16="http://schemas.microsoft.com/office/drawing/2014/main" id="{DF79DED7-B97B-479C-9C0D-15574FDC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4998" y="48349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18-椭圆-0092">
            <a:extLst xmlns:a="http://schemas.openxmlformats.org/drawingml/2006/main">
              <a:ext uri="{FF2B5EF4-FFF2-40B4-BE49-F238E27FC236}">
                <a16:creationId xmlns:a16="http://schemas.microsoft.com/office/drawing/2014/main" id="{DDD024A1-4D21-44FD-B349-63A25DBB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50" y="51128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18-椭圆-0093">
            <a:extLst xmlns:a="http://schemas.openxmlformats.org/drawingml/2006/main">
              <a:ext uri="{FF2B5EF4-FFF2-40B4-BE49-F238E27FC236}">
                <a16:creationId xmlns:a16="http://schemas.microsoft.com/office/drawing/2014/main" id="{B96BDB97-2EDE-496F-BFFE-A43F4FEC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927" y="45171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4" name="p18-椭圆-0094">
            <a:extLst xmlns:a="http://schemas.openxmlformats.org/drawingml/2006/main">
              <a:ext uri="{FF2B5EF4-FFF2-40B4-BE49-F238E27FC236}">
                <a16:creationId xmlns:a16="http://schemas.microsoft.com/office/drawing/2014/main" id="{FDFC605B-FF98-449D-B520-7BCA8336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879" y="508842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5" name="p18-椭圆-0095">
            <a:extLst xmlns:a="http://schemas.openxmlformats.org/drawingml/2006/main">
              <a:ext uri="{FF2B5EF4-FFF2-40B4-BE49-F238E27FC236}">
                <a16:creationId xmlns:a16="http://schemas.microsoft.com/office/drawing/2014/main" id="{CF9ECAF2-9AD7-48C3-98E3-44E9C83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831" y="53576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18-椭圆-0096">
            <a:extLst xmlns:a="http://schemas.openxmlformats.org/drawingml/2006/main">
              <a:ext uri="{FF2B5EF4-FFF2-40B4-BE49-F238E27FC236}">
                <a16:creationId xmlns:a16="http://schemas.microsoft.com/office/drawing/2014/main" id="{11AA3E8C-60BF-4A63-BA63-9A0A1D71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808" y="45796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18-椭圆-0097">
            <a:extLst xmlns:a="http://schemas.openxmlformats.org/drawingml/2006/main">
              <a:ext uri="{FF2B5EF4-FFF2-40B4-BE49-F238E27FC236}">
                <a16:creationId xmlns:a16="http://schemas.microsoft.com/office/drawing/2014/main" id="{7E4C453D-E5BA-4A22-AA67-287C624F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760" y="52316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8" name="p18-椭圆-0098">
            <a:extLst xmlns:a="http://schemas.openxmlformats.org/drawingml/2006/main">
              <a:ext uri="{FF2B5EF4-FFF2-40B4-BE49-F238E27FC236}">
                <a16:creationId xmlns:a16="http://schemas.microsoft.com/office/drawing/2014/main" id="{C0B33B2D-080F-410E-949A-377CDB72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737" y="44703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9" name="p18-椭圆-0099">
            <a:extLst xmlns:a="http://schemas.openxmlformats.org/drawingml/2006/main">
              <a:ext uri="{FF2B5EF4-FFF2-40B4-BE49-F238E27FC236}">
                <a16:creationId xmlns:a16="http://schemas.microsoft.com/office/drawing/2014/main" id="{1B12CE73-D1DD-4164-AD76-5BB2657E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689" y="47329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18-椭圆-0100">
            <a:extLst xmlns:a="http://schemas.openxmlformats.org/drawingml/2006/main">
              <a:ext uri="{FF2B5EF4-FFF2-40B4-BE49-F238E27FC236}">
                <a16:creationId xmlns:a16="http://schemas.microsoft.com/office/drawing/2014/main" id="{0F8CEEFB-8922-4263-8542-0DB6B270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641" y="52900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1" name="p18-椭圆-0101">
            <a:extLst xmlns:a="http://schemas.openxmlformats.org/drawingml/2006/main">
              <a:ext uri="{FF2B5EF4-FFF2-40B4-BE49-F238E27FC236}">
                <a16:creationId xmlns:a16="http://schemas.microsoft.com/office/drawing/2014/main" id="{7A501D85-A9CA-464B-AD34-D4F5C124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618" y="470667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2" name="p18-椭圆-0102">
            <a:extLst xmlns:a="http://schemas.openxmlformats.org/drawingml/2006/main">
              <a:ext uri="{FF2B5EF4-FFF2-40B4-BE49-F238E27FC236}">
                <a16:creationId xmlns:a16="http://schemas.microsoft.com/office/drawing/2014/main" id="{7707C14A-D320-4C99-82A1-BC4F723E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70" y="499383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3" name="p18-椭圆-0103">
            <a:extLst xmlns:a="http://schemas.openxmlformats.org/drawingml/2006/main">
              <a:ext uri="{FF2B5EF4-FFF2-40B4-BE49-F238E27FC236}">
                <a16:creationId xmlns:a16="http://schemas.microsoft.com/office/drawing/2014/main" id="{66ECCCE9-3201-46B0-B0C6-3CC49532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22" y="53633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18-椭圆-0104">
            <a:extLst xmlns:a="http://schemas.openxmlformats.org/drawingml/2006/main">
              <a:ext uri="{FF2B5EF4-FFF2-40B4-BE49-F238E27FC236}">
                <a16:creationId xmlns:a16="http://schemas.microsoft.com/office/drawing/2014/main" id="{178470FA-4E06-4592-BD6D-A8436902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7499" y="48296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5" name="p18-椭圆-0105">
            <a:extLst xmlns:a="http://schemas.openxmlformats.org/drawingml/2006/main">
              <a:ext uri="{FF2B5EF4-FFF2-40B4-BE49-F238E27FC236}">
                <a16:creationId xmlns:a16="http://schemas.microsoft.com/office/drawing/2014/main" id="{F9C0F0D5-12BD-4BAB-A345-E14ABBE1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451" y="528475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6" name="p18-椭圆-0106">
            <a:extLst xmlns:a="http://schemas.openxmlformats.org/drawingml/2006/main">
              <a:ext uri="{FF2B5EF4-FFF2-40B4-BE49-F238E27FC236}">
                <a16:creationId xmlns:a16="http://schemas.microsoft.com/office/drawing/2014/main" id="{846C920E-F898-46C3-99AD-EB27E7B3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428" y="44150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7" name="p18-椭圆-0107">
            <a:extLst xmlns:a="http://schemas.openxmlformats.org/drawingml/2006/main">
              <a:ext uri="{FF2B5EF4-FFF2-40B4-BE49-F238E27FC236}">
                <a16:creationId xmlns:a16="http://schemas.microsoft.com/office/drawing/2014/main" id="{D9C0910E-432F-44DD-88C1-6A28038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380" y="48824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8" name="p18-椭圆-0108">
            <a:extLst xmlns:a="http://schemas.openxmlformats.org/drawingml/2006/main">
              <a:ext uri="{FF2B5EF4-FFF2-40B4-BE49-F238E27FC236}">
                <a16:creationId xmlns:a16="http://schemas.microsoft.com/office/drawing/2014/main" id="{8B684DE2-E5DB-498B-9221-04455BEF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332" y="55020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18-椭圆-0109">
            <a:extLst xmlns:a="http://schemas.openxmlformats.org/drawingml/2006/main">
              <a:ext uri="{FF2B5EF4-FFF2-40B4-BE49-F238E27FC236}">
                <a16:creationId xmlns:a16="http://schemas.microsoft.com/office/drawing/2014/main" id="{823C2E0C-8524-4D8E-8A7B-ABBE7551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309" y="463102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0" name="p18-椭圆-0110">
            <a:extLst xmlns:a="http://schemas.openxmlformats.org/drawingml/2006/main">
              <a:ext uri="{FF2B5EF4-FFF2-40B4-BE49-F238E27FC236}">
                <a16:creationId xmlns:a16="http://schemas.microsoft.com/office/drawing/2014/main" id="{F42C1DE3-5605-4C79-BAD3-096804FC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261" y="49695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1" name="p18-椭圆-0111">
            <a:extLst xmlns:a="http://schemas.openxmlformats.org/drawingml/2006/main">
              <a:ext uri="{FF2B5EF4-FFF2-40B4-BE49-F238E27FC236}">
                <a16:creationId xmlns:a16="http://schemas.microsoft.com/office/drawing/2014/main" id="{7FDC8181-6307-4333-9A86-969424A4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13" y="55252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18-椭圆-0112">
            <a:extLst xmlns:a="http://schemas.openxmlformats.org/drawingml/2006/main">
              <a:ext uri="{FF2B5EF4-FFF2-40B4-BE49-F238E27FC236}">
                <a16:creationId xmlns:a16="http://schemas.microsoft.com/office/drawing/2014/main" id="{C89500C8-1584-4A91-94C3-34DFB47F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190" y="491548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3" name="p18-椭圆-0113">
            <a:extLst xmlns:a="http://schemas.openxmlformats.org/drawingml/2006/main">
              <a:ext uri="{FF2B5EF4-FFF2-40B4-BE49-F238E27FC236}">
                <a16:creationId xmlns:a16="http://schemas.microsoft.com/office/drawing/2014/main" id="{42B6F1F1-6933-4A0D-AB02-44729868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42" y="516553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4" name="p18-椭圆-0114">
            <a:extLst xmlns:a="http://schemas.openxmlformats.org/drawingml/2006/main">
              <a:ext uri="{FF2B5EF4-FFF2-40B4-BE49-F238E27FC236}">
                <a16:creationId xmlns:a16="http://schemas.microsoft.com/office/drawing/2014/main" id="{9F0D0CAB-9F06-45CC-927D-B023795E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7119" y="44759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5" name="p18-椭圆-0115">
            <a:extLst xmlns:a="http://schemas.openxmlformats.org/drawingml/2006/main">
              <a:ext uri="{FF2B5EF4-FFF2-40B4-BE49-F238E27FC236}">
                <a16:creationId xmlns:a16="http://schemas.microsoft.com/office/drawing/2014/main" id="{EF4A2A10-8EB2-4FCD-9600-9C3B23E2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071" y="51122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18-椭圆-0116">
            <a:extLst xmlns:a="http://schemas.openxmlformats.org/drawingml/2006/main">
              <a:ext uri="{FF2B5EF4-FFF2-40B4-BE49-F238E27FC236}">
                <a16:creationId xmlns:a16="http://schemas.microsoft.com/office/drawing/2014/main" id="{62092171-FDAB-4B71-91DD-B2D4B774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023" y="54496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7" name="p18-椭圆-0117">
            <a:extLst xmlns:a="http://schemas.openxmlformats.org/drawingml/2006/main">
              <a:ext uri="{FF2B5EF4-FFF2-40B4-BE49-F238E27FC236}">
                <a16:creationId xmlns:a16="http://schemas.microsoft.com/office/drawing/2014/main" id="{9473C999-8EE6-4D7F-B1E9-2080A441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000" y="45796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8" name="p18-椭圆-0118">
            <a:extLst xmlns:a="http://schemas.openxmlformats.org/drawingml/2006/main">
              <a:ext uri="{FF2B5EF4-FFF2-40B4-BE49-F238E27FC236}">
                <a16:creationId xmlns:a16="http://schemas.microsoft.com/office/drawing/2014/main" id="{95EEE6E3-DFC7-40A0-8F64-75256C85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952" y="51998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9" name="p18-椭圆-0119">
            <a:extLst xmlns:a="http://schemas.openxmlformats.org/drawingml/2006/main">
              <a:ext uri="{FF2B5EF4-FFF2-40B4-BE49-F238E27FC236}">
                <a16:creationId xmlns:a16="http://schemas.microsoft.com/office/drawing/2014/main" id="{11AE93A8-A1BF-47FB-A5B2-43164648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929" y="45431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0" name="p18-椭圆-0120">
            <a:extLst xmlns:a="http://schemas.openxmlformats.org/drawingml/2006/main">
              <a:ext uri="{FF2B5EF4-FFF2-40B4-BE49-F238E27FC236}">
                <a16:creationId xmlns:a16="http://schemas.microsoft.com/office/drawing/2014/main" id="{E0DE70D1-2C11-4B5B-B383-1D2787A9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881" y="47961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1" name="p18-椭圆-0121">
            <a:extLst xmlns:a="http://schemas.openxmlformats.org/drawingml/2006/main">
              <a:ext uri="{FF2B5EF4-FFF2-40B4-BE49-F238E27FC236}">
                <a16:creationId xmlns:a16="http://schemas.microsoft.com/office/drawing/2014/main" id="{4E6FFB84-3E26-42EB-9509-7D0044B0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833" y="52525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2" name="p18-文本-0122">
            <a:extLst xmlns:a="http://schemas.openxmlformats.org/drawingml/2006/main">
              <a:ext uri="{FF2B5EF4-FFF2-40B4-BE49-F238E27FC236}">
                <a16:creationId xmlns:a16="http://schemas.microsoft.com/office/drawing/2014/main" id="{3E41A532-B6F3-4DEE-B227-15AA0212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438" y="56691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23" name="p18-文本-0123">
            <a:extLst xmlns:a="http://schemas.openxmlformats.org/drawingml/2006/main">
              <a:ext uri="{FF2B5EF4-FFF2-40B4-BE49-F238E27FC236}">
                <a16:creationId xmlns:a16="http://schemas.microsoft.com/office/drawing/2014/main" id="{ED566A55-FF16-440B-B3D4-1C273D25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37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24" name="p18-文本-0124">
            <a:extLst xmlns:a="http://schemas.openxmlformats.org/drawingml/2006/main">
              <a:ext uri="{FF2B5EF4-FFF2-40B4-BE49-F238E27FC236}">
                <a16:creationId xmlns:a16="http://schemas.microsoft.com/office/drawing/2014/main" id="{ED1C42F3-94ED-49E2-9CEA-43CF6259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2936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对角线表示一致</a:t>
            </a:r>
          </a:p>
        </p:txBody>
      </p:sp>
      <p:sp>
        <p:nvSpPr>
          <p:cNvPr id="125" name="p18-文本-0125">
            <a:extLst xmlns:a="http://schemas.openxmlformats.org/drawingml/2006/main">
              <a:ext uri="{FF2B5EF4-FFF2-40B4-BE49-F238E27FC236}">
                <a16:creationId xmlns:a16="http://schemas.microsoft.com/office/drawing/2014/main" id="{B82F80DD-35A9-4DCF-BA69-1E074887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74677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散点对应独立批次</a:t>
            </a:r>
          </a:p>
        </p:txBody>
      </p:sp>
      <p:sp>
        <p:nvSpPr>
          <p:cNvPr id="126" name="p18-文本-0126">
            <a:extLst xmlns:a="http://schemas.openxmlformats.org/drawingml/2006/main">
              <a:ext uri="{FF2B5EF4-FFF2-40B4-BE49-F238E27FC236}">
                <a16:creationId xmlns:a16="http://schemas.microsoft.com/office/drawing/2014/main" id="{965142F8-8901-47C1-B377-2245A39C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556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异常点回查制备</a:t>
            </a:r>
          </a:p>
        </p:txBody>
      </p:sp>
      <p:sp>
        <p:nvSpPr>
          <p:cNvPr id="127" name="p18-矩形-0127">
            <a:extLst xmlns:a="http://schemas.openxmlformats.org/drawingml/2006/main">
              <a:ext uri="{FF2B5EF4-FFF2-40B4-BE49-F238E27FC236}">
                <a16:creationId xmlns:a16="http://schemas.microsoft.com/office/drawing/2014/main" id="{C046CCB5-48F3-46F7-8E31-6ED512EE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90950"/>
            <a:ext cx="547687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28" name="p18-矩形-0128">
            <a:extLst xmlns:a="http://schemas.openxmlformats.org/drawingml/2006/main">
              <a:ext uri="{FF2B5EF4-FFF2-40B4-BE49-F238E27FC236}">
                <a16:creationId xmlns:a16="http://schemas.microsoft.com/office/drawing/2014/main" id="{57CCD049-F25A-4F5E-BD01-FCB29165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90950"/>
            <a:ext cx="5476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9" name="p18-文本-0129">
            <a:extLst xmlns:a="http://schemas.openxmlformats.org/drawingml/2006/main">
              <a:ext uri="{FF2B5EF4-FFF2-40B4-BE49-F238E27FC236}">
                <a16:creationId xmlns:a16="http://schemas.microsoft.com/office/drawing/2014/main" id="{C68CB4D3-E855-451B-B3A1-2CE82618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72" y="3812474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功能：循环响应是否维持</a:t>
            </a:r>
          </a:p>
        </p:txBody>
      </p:sp>
      <p:sp>
        <p:nvSpPr>
          <p:cNvPr id="130" name="p18-线-0130">
            <a:extLst xmlns:a="http://schemas.openxmlformats.org/drawingml/2006/main">
              <a:ext uri="{FF2B5EF4-FFF2-40B4-BE49-F238E27FC236}">
                <a16:creationId xmlns:a16="http://schemas.microsoft.com/office/drawing/2014/main" id="{5A0F8A0C-FA54-4265-9AC1-EA3EDFD7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76875"/>
            <a:ext cx="2190750" cy="95"/>
          </a:xfrm>
          <a:custGeom xmlns:a="http://schemas.openxmlformats.org/drawingml/2006/main">
            <a:pathLst>
              <a:path w="2190750" h="9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31" name="p18-线-0131">
            <a:extLst xmlns:a="http://schemas.openxmlformats.org/drawingml/2006/main">
              <a:ext uri="{FF2B5EF4-FFF2-40B4-BE49-F238E27FC236}">
                <a16:creationId xmlns:a16="http://schemas.microsoft.com/office/drawing/2014/main" id="{3F481BE8-DCAF-49A4-8DCA-3F6DEE30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14875"/>
            <a:ext cx="95" cy="762000"/>
          </a:xfrm>
          <a:custGeom xmlns:a="http://schemas.openxmlformats.org/drawingml/2006/main">
            <a:pathLst>
              <a:path w="95" h="762000">
                <a:moveTo>
                  <a:pt x="0" y="0"/>
                </a:moveTo>
                <a:lnTo>
                  <a:pt x="0" y="7620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32" name="p18-线-0132">
            <a:extLst xmlns:a="http://schemas.openxmlformats.org/drawingml/2006/main">
              <a:ext uri="{FF2B5EF4-FFF2-40B4-BE49-F238E27FC236}">
                <a16:creationId xmlns:a16="http://schemas.microsoft.com/office/drawing/2014/main" id="{801B56A0-CA13-4683-A5A2-B47B6039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76875"/>
            <a:ext cx="2190750" cy="95"/>
          </a:xfrm>
          <a:custGeom xmlns:a="http://schemas.openxmlformats.org/drawingml/2006/main">
            <a:pathLst>
              <a:path w="2190750" h="9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3" name="p18-文本-0133">
            <a:extLst xmlns:a="http://schemas.openxmlformats.org/drawingml/2006/main">
              <a:ext uri="{FF2B5EF4-FFF2-40B4-BE49-F238E27FC236}">
                <a16:creationId xmlns:a16="http://schemas.microsoft.com/office/drawing/2014/main" id="{3A3B3BAD-ED1E-4AFD-A9A4-952E4630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800" y="538340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p18-线-0134">
            <a:extLst xmlns:a="http://schemas.openxmlformats.org/drawingml/2006/main">
              <a:ext uri="{FF2B5EF4-FFF2-40B4-BE49-F238E27FC236}">
                <a16:creationId xmlns:a16="http://schemas.microsoft.com/office/drawing/2014/main" id="{BD592A07-D254-46F3-96DB-44C25657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95875"/>
            <a:ext cx="2190750" cy="95"/>
          </a:xfrm>
          <a:custGeom xmlns:a="http://schemas.openxmlformats.org/drawingml/2006/main">
            <a:pathLst>
              <a:path w="2190750" h="9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5" name="p18-文本-0135">
            <a:extLst xmlns:a="http://schemas.openxmlformats.org/drawingml/2006/main">
              <a:ext uri="{FF2B5EF4-FFF2-40B4-BE49-F238E27FC236}">
                <a16:creationId xmlns:a16="http://schemas.microsoft.com/office/drawing/2014/main" id="{A981528F-122C-4AB5-BE1D-58CD334F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500" y="5002402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136" name="p18-线-0136">
            <a:extLst xmlns:a="http://schemas.openxmlformats.org/drawingml/2006/main">
              <a:ext uri="{FF2B5EF4-FFF2-40B4-BE49-F238E27FC236}">
                <a16:creationId xmlns:a16="http://schemas.microsoft.com/office/drawing/2014/main" id="{4F0E0353-E946-481F-AFF0-17A47B19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14875"/>
            <a:ext cx="2190750" cy="95"/>
          </a:xfrm>
          <a:custGeom xmlns:a="http://schemas.openxmlformats.org/drawingml/2006/main">
            <a:pathLst>
              <a:path w="2190750" h="9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7" name="p18-文本-0137">
            <a:extLst xmlns:a="http://schemas.openxmlformats.org/drawingml/2006/main">
              <a:ext uri="{FF2B5EF4-FFF2-40B4-BE49-F238E27FC236}">
                <a16:creationId xmlns:a16="http://schemas.microsoft.com/office/drawing/2014/main" id="{E1C3DAC6-CBF5-43C1-8060-B207C628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800" y="462140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8" name="p18-路径-0138">
            <a:extLst xmlns:a="http://schemas.openxmlformats.org/drawingml/2006/main">
              <a:ext uri="{FF2B5EF4-FFF2-40B4-BE49-F238E27FC236}">
                <a16:creationId xmlns:a16="http://schemas.microsoft.com/office/drawing/2014/main" id="{3D462E48-D9A3-4BBD-93D5-F3ADEB79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11078"/>
            <a:ext cx="2190750" cy="300038"/>
          </a:xfrm>
          <a:custGeom xmlns:a="http://schemas.openxmlformats.org/drawingml/2006/main">
            <a:pathLst>
              <a:path w="2190750" h="300038">
                <a:moveTo>
                  <a:pt x="0" y="2857"/>
                </a:moveTo>
                <a:lnTo>
                  <a:pt x="36195" y="952"/>
                </a:lnTo>
                <a:lnTo>
                  <a:pt x="73343" y="0"/>
                </a:lnTo>
                <a:lnTo>
                  <a:pt x="109538" y="952"/>
                </a:lnTo>
                <a:lnTo>
                  <a:pt x="145732" y="4763"/>
                </a:lnTo>
                <a:lnTo>
                  <a:pt x="182880" y="11430"/>
                </a:lnTo>
                <a:lnTo>
                  <a:pt x="219075" y="20002"/>
                </a:lnTo>
                <a:lnTo>
                  <a:pt x="255270" y="30480"/>
                </a:lnTo>
                <a:lnTo>
                  <a:pt x="292418" y="40957"/>
                </a:lnTo>
                <a:lnTo>
                  <a:pt x="328613" y="52388"/>
                </a:lnTo>
                <a:lnTo>
                  <a:pt x="364807" y="62865"/>
                </a:lnTo>
                <a:lnTo>
                  <a:pt x="401955" y="70485"/>
                </a:lnTo>
                <a:lnTo>
                  <a:pt x="438150" y="76200"/>
                </a:lnTo>
                <a:lnTo>
                  <a:pt x="474345" y="79057"/>
                </a:lnTo>
                <a:lnTo>
                  <a:pt x="511493" y="79057"/>
                </a:lnTo>
                <a:lnTo>
                  <a:pt x="547688" y="78105"/>
                </a:lnTo>
                <a:lnTo>
                  <a:pt x="583882" y="76200"/>
                </a:lnTo>
                <a:lnTo>
                  <a:pt x="621030" y="74295"/>
                </a:lnTo>
                <a:lnTo>
                  <a:pt x="657225" y="74295"/>
                </a:lnTo>
                <a:lnTo>
                  <a:pt x="693420" y="76200"/>
                </a:lnTo>
                <a:lnTo>
                  <a:pt x="730568" y="80010"/>
                </a:lnTo>
                <a:lnTo>
                  <a:pt x="766763" y="87630"/>
                </a:lnTo>
                <a:lnTo>
                  <a:pt x="802957" y="96203"/>
                </a:lnTo>
                <a:lnTo>
                  <a:pt x="840105" y="107632"/>
                </a:lnTo>
                <a:lnTo>
                  <a:pt x="876300" y="118110"/>
                </a:lnTo>
                <a:lnTo>
                  <a:pt x="912495" y="129540"/>
                </a:lnTo>
                <a:lnTo>
                  <a:pt x="949643" y="139065"/>
                </a:lnTo>
                <a:lnTo>
                  <a:pt x="985838" y="145732"/>
                </a:lnTo>
                <a:lnTo>
                  <a:pt x="1022032" y="150495"/>
                </a:lnTo>
                <a:lnTo>
                  <a:pt x="1059180" y="153353"/>
                </a:lnTo>
                <a:lnTo>
                  <a:pt x="1095375" y="152400"/>
                </a:lnTo>
                <a:lnTo>
                  <a:pt x="1131570" y="151447"/>
                </a:lnTo>
                <a:lnTo>
                  <a:pt x="1168718" y="149542"/>
                </a:lnTo>
                <a:lnTo>
                  <a:pt x="1204913" y="147638"/>
                </a:lnTo>
                <a:lnTo>
                  <a:pt x="1241107" y="148590"/>
                </a:lnTo>
                <a:lnTo>
                  <a:pt x="1278255" y="150495"/>
                </a:lnTo>
                <a:lnTo>
                  <a:pt x="1314450" y="156210"/>
                </a:lnTo>
                <a:lnTo>
                  <a:pt x="1350645" y="163830"/>
                </a:lnTo>
                <a:lnTo>
                  <a:pt x="1387793" y="173355"/>
                </a:lnTo>
                <a:lnTo>
                  <a:pt x="1423988" y="184785"/>
                </a:lnTo>
                <a:lnTo>
                  <a:pt x="1460182" y="195263"/>
                </a:lnTo>
                <a:lnTo>
                  <a:pt x="1497330" y="205740"/>
                </a:lnTo>
                <a:lnTo>
                  <a:pt x="1533525" y="215265"/>
                </a:lnTo>
                <a:lnTo>
                  <a:pt x="1569720" y="221932"/>
                </a:lnTo>
                <a:lnTo>
                  <a:pt x="1606868" y="225742"/>
                </a:lnTo>
                <a:lnTo>
                  <a:pt x="1643063" y="226695"/>
                </a:lnTo>
                <a:lnTo>
                  <a:pt x="1679257" y="226695"/>
                </a:lnTo>
                <a:lnTo>
                  <a:pt x="1716405" y="224790"/>
                </a:lnTo>
                <a:lnTo>
                  <a:pt x="1752600" y="222885"/>
                </a:lnTo>
                <a:lnTo>
                  <a:pt x="1788795" y="221932"/>
                </a:lnTo>
                <a:lnTo>
                  <a:pt x="1825943" y="222885"/>
                </a:lnTo>
                <a:lnTo>
                  <a:pt x="1862138" y="225742"/>
                </a:lnTo>
                <a:lnTo>
                  <a:pt x="1898332" y="231457"/>
                </a:lnTo>
                <a:lnTo>
                  <a:pt x="1935480" y="240030"/>
                </a:lnTo>
                <a:lnTo>
                  <a:pt x="1971675" y="250507"/>
                </a:lnTo>
                <a:lnTo>
                  <a:pt x="2007870" y="260985"/>
                </a:lnTo>
                <a:lnTo>
                  <a:pt x="2045018" y="272415"/>
                </a:lnTo>
                <a:lnTo>
                  <a:pt x="2081213" y="282892"/>
                </a:lnTo>
                <a:lnTo>
                  <a:pt x="2117407" y="291465"/>
                </a:lnTo>
                <a:lnTo>
                  <a:pt x="2154555" y="297180"/>
                </a:lnTo>
                <a:lnTo>
                  <a:pt x="219075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139" name="p18-椭圆-0139">
            <a:extLst xmlns:a="http://schemas.openxmlformats.org/drawingml/2006/main">
              <a:ext uri="{FF2B5EF4-FFF2-40B4-BE49-F238E27FC236}">
                <a16:creationId xmlns:a16="http://schemas.microsoft.com/office/drawing/2014/main" id="{97374B5C-6A6F-4A43-B91C-AA0DB9D9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823" y="478440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0" name="p18-椭圆-0140">
            <a:extLst xmlns:a="http://schemas.openxmlformats.org/drawingml/2006/main">
              <a:ext uri="{FF2B5EF4-FFF2-40B4-BE49-F238E27FC236}">
                <a16:creationId xmlns:a16="http://schemas.microsoft.com/office/drawing/2014/main" id="{E6D24AB0-BF2E-4612-92A5-99BF7998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8973" y="485749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1" name="p18-椭圆-0141">
            <a:extLst xmlns:a="http://schemas.openxmlformats.org/drawingml/2006/main">
              <a:ext uri="{FF2B5EF4-FFF2-40B4-BE49-F238E27FC236}">
                <a16:creationId xmlns:a16="http://schemas.microsoft.com/office/drawing/2014/main" id="{3B68E68C-B32B-4487-8A1C-EDD78D3D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123" y="490010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2" name="p18-椭圆-0142">
            <a:extLst xmlns:a="http://schemas.openxmlformats.org/drawingml/2006/main">
              <a:ext uri="{FF2B5EF4-FFF2-40B4-BE49-F238E27FC236}">
                <a16:creationId xmlns:a16="http://schemas.microsoft.com/office/drawing/2014/main" id="{65E9E307-B02B-4CAC-9410-351BE2F9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5273" y="493738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3" name="p18-椭圆-0143">
            <a:extLst xmlns:a="http://schemas.openxmlformats.org/drawingml/2006/main">
              <a:ext uri="{FF2B5EF4-FFF2-40B4-BE49-F238E27FC236}">
                <a16:creationId xmlns:a16="http://schemas.microsoft.com/office/drawing/2014/main" id="{6EDC9A57-DA2D-45CD-857C-FEBEE94A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423" y="500420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4" name="p18-椭圆-0144">
            <a:extLst xmlns:a="http://schemas.openxmlformats.org/drawingml/2006/main">
              <a:ext uri="{FF2B5EF4-FFF2-40B4-BE49-F238E27FC236}">
                <a16:creationId xmlns:a16="http://schemas.microsoft.com/office/drawing/2014/main" id="{E5F2025E-19DA-4EB9-B6B9-0C4664C6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573" y="508152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5" name="p18-路径-0145">
            <a:extLst xmlns:a="http://schemas.openxmlformats.org/drawingml/2006/main">
              <a:ext uri="{FF2B5EF4-FFF2-40B4-BE49-F238E27FC236}">
                <a16:creationId xmlns:a16="http://schemas.microsoft.com/office/drawing/2014/main" id="{BA9CF1F8-3359-4E5A-92F0-91C4B7A8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2190750" cy="82868"/>
          </a:xfrm>
          <a:custGeom xmlns:a="http://schemas.openxmlformats.org/drawingml/2006/main">
            <a:pathLst>
              <a:path w="2190750" h="82868">
                <a:moveTo>
                  <a:pt x="0" y="13335"/>
                </a:moveTo>
                <a:lnTo>
                  <a:pt x="36195" y="7620"/>
                </a:lnTo>
                <a:lnTo>
                  <a:pt x="73343" y="2858"/>
                </a:lnTo>
                <a:lnTo>
                  <a:pt x="109538" y="0"/>
                </a:lnTo>
                <a:lnTo>
                  <a:pt x="145732" y="0"/>
                </a:lnTo>
                <a:lnTo>
                  <a:pt x="182880" y="2858"/>
                </a:lnTo>
                <a:lnTo>
                  <a:pt x="219075" y="7620"/>
                </a:lnTo>
                <a:lnTo>
                  <a:pt x="255270" y="14288"/>
                </a:lnTo>
                <a:lnTo>
                  <a:pt x="292418" y="20955"/>
                </a:lnTo>
                <a:lnTo>
                  <a:pt x="328613" y="28575"/>
                </a:lnTo>
                <a:lnTo>
                  <a:pt x="364807" y="35242"/>
                </a:lnTo>
                <a:lnTo>
                  <a:pt x="401955" y="39053"/>
                </a:lnTo>
                <a:lnTo>
                  <a:pt x="438150" y="40958"/>
                </a:lnTo>
                <a:lnTo>
                  <a:pt x="474345" y="40005"/>
                </a:lnTo>
                <a:lnTo>
                  <a:pt x="511493" y="36195"/>
                </a:lnTo>
                <a:lnTo>
                  <a:pt x="547688" y="31433"/>
                </a:lnTo>
                <a:lnTo>
                  <a:pt x="583882" y="25717"/>
                </a:lnTo>
                <a:lnTo>
                  <a:pt x="621030" y="20003"/>
                </a:lnTo>
                <a:lnTo>
                  <a:pt x="657225" y="16192"/>
                </a:lnTo>
                <a:lnTo>
                  <a:pt x="693420" y="14288"/>
                </a:lnTo>
                <a:lnTo>
                  <a:pt x="730568" y="14288"/>
                </a:lnTo>
                <a:lnTo>
                  <a:pt x="766763" y="18097"/>
                </a:lnTo>
                <a:lnTo>
                  <a:pt x="802957" y="22860"/>
                </a:lnTo>
                <a:lnTo>
                  <a:pt x="840105" y="30480"/>
                </a:lnTo>
                <a:lnTo>
                  <a:pt x="876300" y="37147"/>
                </a:lnTo>
                <a:lnTo>
                  <a:pt x="912495" y="44767"/>
                </a:lnTo>
                <a:lnTo>
                  <a:pt x="949643" y="50483"/>
                </a:lnTo>
                <a:lnTo>
                  <a:pt x="985838" y="53340"/>
                </a:lnTo>
                <a:lnTo>
                  <a:pt x="1022032" y="54292"/>
                </a:lnTo>
                <a:lnTo>
                  <a:pt x="1059180" y="53340"/>
                </a:lnTo>
                <a:lnTo>
                  <a:pt x="1095375" y="48578"/>
                </a:lnTo>
                <a:lnTo>
                  <a:pt x="1131570" y="43815"/>
                </a:lnTo>
                <a:lnTo>
                  <a:pt x="1168718" y="38100"/>
                </a:lnTo>
                <a:lnTo>
                  <a:pt x="1204913" y="32385"/>
                </a:lnTo>
                <a:lnTo>
                  <a:pt x="1241107" y="29528"/>
                </a:lnTo>
                <a:lnTo>
                  <a:pt x="1278255" y="27622"/>
                </a:lnTo>
                <a:lnTo>
                  <a:pt x="1314450" y="29528"/>
                </a:lnTo>
                <a:lnTo>
                  <a:pt x="1350645" y="33338"/>
                </a:lnTo>
                <a:lnTo>
                  <a:pt x="1387793" y="39053"/>
                </a:lnTo>
                <a:lnTo>
                  <a:pt x="1423988" y="46672"/>
                </a:lnTo>
                <a:lnTo>
                  <a:pt x="1460182" y="53340"/>
                </a:lnTo>
                <a:lnTo>
                  <a:pt x="1497330" y="60008"/>
                </a:lnTo>
                <a:lnTo>
                  <a:pt x="1533525" y="65722"/>
                </a:lnTo>
                <a:lnTo>
                  <a:pt x="1569720" y="68580"/>
                </a:lnTo>
                <a:lnTo>
                  <a:pt x="1606868" y="68580"/>
                </a:lnTo>
                <a:lnTo>
                  <a:pt x="1643063" y="65722"/>
                </a:lnTo>
                <a:lnTo>
                  <a:pt x="1679257" y="61913"/>
                </a:lnTo>
                <a:lnTo>
                  <a:pt x="1716405" y="56197"/>
                </a:lnTo>
                <a:lnTo>
                  <a:pt x="1752600" y="50483"/>
                </a:lnTo>
                <a:lnTo>
                  <a:pt x="1788795" y="45720"/>
                </a:lnTo>
                <a:lnTo>
                  <a:pt x="1825943" y="42863"/>
                </a:lnTo>
                <a:lnTo>
                  <a:pt x="1862138" y="41910"/>
                </a:lnTo>
                <a:lnTo>
                  <a:pt x="1898332" y="43815"/>
                </a:lnTo>
                <a:lnTo>
                  <a:pt x="1935480" y="48578"/>
                </a:lnTo>
                <a:lnTo>
                  <a:pt x="1971675" y="55245"/>
                </a:lnTo>
                <a:lnTo>
                  <a:pt x="2007870" y="61913"/>
                </a:lnTo>
                <a:lnTo>
                  <a:pt x="2045018" y="69533"/>
                </a:lnTo>
                <a:lnTo>
                  <a:pt x="2081213" y="76200"/>
                </a:lnTo>
                <a:lnTo>
                  <a:pt x="2117407" y="80963"/>
                </a:lnTo>
                <a:lnTo>
                  <a:pt x="2154555" y="82868"/>
                </a:lnTo>
                <a:lnTo>
                  <a:pt x="2190750" y="8191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146" name="p18-椭圆-0146">
            <a:extLst xmlns:a="http://schemas.openxmlformats.org/drawingml/2006/main">
              <a:ext uri="{FF2B5EF4-FFF2-40B4-BE49-F238E27FC236}">
                <a16:creationId xmlns:a16="http://schemas.microsoft.com/office/drawing/2014/main" id="{07D2976F-8E5C-4BCA-BE63-ABDB7C5D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823" y="478440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7" name="p18-椭圆-0147">
            <a:extLst xmlns:a="http://schemas.openxmlformats.org/drawingml/2006/main">
              <a:ext uri="{FF2B5EF4-FFF2-40B4-BE49-F238E27FC236}">
                <a16:creationId xmlns:a16="http://schemas.microsoft.com/office/drawing/2014/main" id="{F6985B96-98CF-4A86-9BD9-B8B50B65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8973" y="481177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8" name="p18-椭圆-0148">
            <a:extLst xmlns:a="http://schemas.openxmlformats.org/drawingml/2006/main">
              <a:ext uri="{FF2B5EF4-FFF2-40B4-BE49-F238E27FC236}">
                <a16:creationId xmlns:a16="http://schemas.microsoft.com/office/drawing/2014/main" id="{2599409B-307A-4AB7-B3F4-48629FF1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123" y="480866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9" name="p18-椭圆-0149">
            <a:extLst xmlns:a="http://schemas.openxmlformats.org/drawingml/2006/main">
              <a:ext uri="{FF2B5EF4-FFF2-40B4-BE49-F238E27FC236}">
                <a16:creationId xmlns:a16="http://schemas.microsoft.com/office/drawing/2014/main" id="{7CC97245-5090-481C-8AE8-7AC0AD9D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5273" y="480022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0" name="p18-椭圆-0150">
            <a:extLst xmlns:a="http://schemas.openxmlformats.org/drawingml/2006/main">
              <a:ext uri="{FF2B5EF4-FFF2-40B4-BE49-F238E27FC236}">
                <a16:creationId xmlns:a16="http://schemas.microsoft.com/office/drawing/2014/main" id="{566256FA-8ACA-45F6-B3A4-AAA84A8E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423" y="482132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1" name="p18-椭圆-0151">
            <a:extLst xmlns:a="http://schemas.openxmlformats.org/drawingml/2006/main">
              <a:ext uri="{FF2B5EF4-FFF2-40B4-BE49-F238E27FC236}">
                <a16:creationId xmlns:a16="http://schemas.microsoft.com/office/drawing/2014/main" id="{702AA8D5-F6AA-4255-B472-4054D107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573" y="485292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2" name="p18-文本-0152">
            <a:extLst xmlns:a="http://schemas.openxmlformats.org/drawingml/2006/main">
              <a:ext uri="{FF2B5EF4-FFF2-40B4-BE49-F238E27FC236}">
                <a16:creationId xmlns:a16="http://schemas.microsoft.com/office/drawing/2014/main" id="{01CE0F9F-D2D4-4D4F-B3F8-6E15B34A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491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153" name="p18-文本-0153">
            <a:extLst xmlns:a="http://schemas.openxmlformats.org/drawingml/2006/main">
              <a:ext uri="{FF2B5EF4-FFF2-40B4-BE49-F238E27FC236}">
                <a16:creationId xmlns:a16="http://schemas.microsoft.com/office/drawing/2014/main" id="{62A206AF-A074-42E2-A324-375D9C5D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581766"/>
            <a:ext cx="10096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归一化循环数</a:t>
            </a:r>
          </a:p>
        </p:txBody>
      </p:sp>
      <p:sp>
        <p:nvSpPr>
          <p:cNvPr id="154" name="p18-文本-0154">
            <a:extLst xmlns:a="http://schemas.openxmlformats.org/drawingml/2006/main">
              <a:ext uri="{FF2B5EF4-FFF2-40B4-BE49-F238E27FC236}">
                <a16:creationId xmlns:a16="http://schemas.microsoft.com/office/drawing/2014/main" id="{ED8A46DC-DB4D-4B42-8DA1-BC2A2255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010" y="55173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55" name="p18-文本-0155">
            <a:extLst xmlns:a="http://schemas.openxmlformats.org/drawingml/2006/main">
              <a:ext uri="{FF2B5EF4-FFF2-40B4-BE49-F238E27FC236}">
                <a16:creationId xmlns:a16="http://schemas.microsoft.com/office/drawing/2014/main" id="{C5DB67DD-3E07-4141-839A-139E2442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5760" y="55173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6" name="p18-线-0156">
            <a:extLst xmlns:a="http://schemas.openxmlformats.org/drawingml/2006/main">
              <a:ext uri="{FF2B5EF4-FFF2-40B4-BE49-F238E27FC236}">
                <a16:creationId xmlns:a16="http://schemas.microsoft.com/office/drawing/2014/main" id="{CE23E2EE-362F-460F-9694-B3698B86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720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57" name="p18-文本-0157">
            <a:extLst xmlns:a="http://schemas.openxmlformats.org/drawingml/2006/main">
              <a:ext uri="{FF2B5EF4-FFF2-40B4-BE49-F238E27FC236}">
                <a16:creationId xmlns:a16="http://schemas.microsoft.com/office/drawing/2014/main" id="{73A28E41-4E18-4468-966C-044E40A9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5781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158" name="p18-线-0158">
            <a:extLst xmlns:a="http://schemas.openxmlformats.org/drawingml/2006/main">
              <a:ext uri="{FF2B5EF4-FFF2-40B4-BE49-F238E27FC236}">
                <a16:creationId xmlns:a16="http://schemas.microsoft.com/office/drawing/2014/main" id="{EA109B68-7B91-446F-9672-99892C0C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360" y="45720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59" name="p18-文本-0159">
            <a:extLst xmlns:a="http://schemas.openxmlformats.org/drawingml/2006/main">
              <a:ext uri="{FF2B5EF4-FFF2-40B4-BE49-F238E27FC236}">
                <a16:creationId xmlns:a16="http://schemas.microsoft.com/office/drawing/2014/main" id="{9FED636F-DA90-40BA-A55B-1FB57956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45781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改性</a:t>
            </a:r>
          </a:p>
        </p:txBody>
      </p:sp>
      <p:sp>
        <p:nvSpPr>
          <p:cNvPr id="160" name="p18-文本-0160">
            <a:extLst xmlns:a="http://schemas.openxmlformats.org/drawingml/2006/main">
              <a:ext uri="{FF2B5EF4-FFF2-40B4-BE49-F238E27FC236}">
                <a16:creationId xmlns:a16="http://schemas.microsoft.com/office/drawing/2014/main" id="{06D53333-BA25-443B-A7A1-95C07AEC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9367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记录衰减趋势</a:t>
            </a:r>
          </a:p>
        </p:txBody>
      </p:sp>
      <p:sp>
        <p:nvSpPr>
          <p:cNvPr id="161" name="p18-文本-0161">
            <a:extLst xmlns:a="http://schemas.openxmlformats.org/drawingml/2006/main">
              <a:ext uri="{FF2B5EF4-FFF2-40B4-BE49-F238E27FC236}">
                <a16:creationId xmlns:a16="http://schemas.microsoft.com/office/drawing/2014/main" id="{D0BC5805-990D-4185-A5F7-37236B2A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746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区分漂移与失活</a:t>
            </a:r>
          </a:p>
        </p:txBody>
      </p:sp>
      <p:sp>
        <p:nvSpPr>
          <p:cNvPr id="162" name="p18-文本-0162">
            <a:extLst xmlns:a="http://schemas.openxmlformats.org/drawingml/2006/main">
              <a:ext uri="{FF2B5EF4-FFF2-40B4-BE49-F238E27FC236}">
                <a16:creationId xmlns:a16="http://schemas.microsoft.com/office/drawing/2014/main" id="{F59B56A6-3B81-4E46-BAC8-DF1224A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5567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同步监测空白</a:t>
            </a:r>
          </a:p>
        </p:txBody>
      </p:sp>
      <p:sp>
        <p:nvSpPr>
          <p:cNvPr id="163" name="p18-文本-0163">
            <a:extLst xmlns:a="http://schemas.openxmlformats.org/drawingml/2006/main">
              <a:ext uri="{FF2B5EF4-FFF2-40B4-BE49-F238E27FC236}">
                <a16:creationId xmlns:a16="http://schemas.microsoft.com/office/drawing/2014/main" id="{9D6E3D00-1D77-4155-BB1F-988387FE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611" y="6062007"/>
            <a:ext cx="62287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形貌、化学、重复性与功能共同界定稳定性的证据范围</a:t>
            </a:r>
          </a:p>
        </p:txBody>
      </p:sp>
      <p:sp>
        <p:nvSpPr>
          <p:cNvPr id="164" name="p18-文本-0164">
            <a:extLst xmlns:a="http://schemas.openxmlformats.org/drawingml/2006/main">
              <a:ext uri="{FF2B5EF4-FFF2-40B4-BE49-F238E27FC236}">
                <a16:creationId xmlns:a16="http://schemas.microsoft.com/office/drawing/2014/main" id="{3A780780-C65A-47B3-8728-C7CE181C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644129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p19-矩形-0001">
            <a:extLst xmlns:a="http://schemas.openxmlformats.org/drawingml/2006/main">
              <a:ext uri="{FF2B5EF4-FFF2-40B4-BE49-F238E27FC236}">
                <a16:creationId xmlns:a16="http://schemas.microsoft.com/office/drawing/2014/main" id="{49D66880-A25A-41FD-9E81-EAC8B0F3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19-矩形-0002">
            <a:extLst xmlns:a="http://schemas.openxmlformats.org/drawingml/2006/main">
              <a:ext uri="{FF2B5EF4-FFF2-40B4-BE49-F238E27FC236}">
                <a16:creationId xmlns:a16="http://schemas.microsoft.com/office/drawing/2014/main" id="{3B2DC09B-603E-4767-B0AF-9B225C94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19-文本-0003">
            <a:extLst xmlns:a="http://schemas.openxmlformats.org/drawingml/2006/main">
              <a:ext uri="{FF2B5EF4-FFF2-40B4-BE49-F238E27FC236}">
                <a16:creationId xmlns:a16="http://schemas.microsoft.com/office/drawing/2014/main" id="{04B17292-1D6C-4F77-ADFB-A2493EC9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8720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处理窗口由主响应曲线与两类辅助证据共同约束</a:t>
            </a:r>
          </a:p>
        </p:txBody>
      </p:sp>
      <p:sp>
        <p:nvSpPr>
          <p:cNvPr id="4" name="p19-文本-0004">
            <a:extLst xmlns:a="http://schemas.openxmlformats.org/drawingml/2006/main">
              <a:ext uri="{FF2B5EF4-FFF2-40B4-BE49-F238E27FC236}">
                <a16:creationId xmlns:a16="http://schemas.microsoft.com/office/drawing/2014/main" id="{43B9B144-1E6A-4F06-85F6-05AD4ECB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响应峰值限定处理窗口，筛选矩阵与结构特征解释窗口边界</a:t>
            </a:r>
          </a:p>
        </p:txBody>
      </p:sp>
      <p:sp>
        <p:nvSpPr>
          <p:cNvPr id="5" name="p19-线-0005">
            <a:extLst xmlns:a="http://schemas.openxmlformats.org/drawingml/2006/main">
              <a:ext uri="{FF2B5EF4-FFF2-40B4-BE49-F238E27FC236}">
                <a16:creationId xmlns:a16="http://schemas.microsoft.com/office/drawing/2014/main" id="{98BED493-71D5-4129-AC35-9F41AEF6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19-矩形-0006">
            <a:extLst xmlns:a="http://schemas.openxmlformats.org/drawingml/2006/main">
              <a:ext uri="{FF2B5EF4-FFF2-40B4-BE49-F238E27FC236}">
                <a16:creationId xmlns:a16="http://schemas.microsoft.com/office/drawing/2014/main" id="{E0C7EA80-CB7A-4249-9F5F-170614EB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32861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" name="p19-矩形-0007">
            <a:extLst xmlns:a="http://schemas.openxmlformats.org/drawingml/2006/main">
              <a:ext uri="{FF2B5EF4-FFF2-40B4-BE49-F238E27FC236}">
                <a16:creationId xmlns:a16="http://schemas.microsoft.com/office/drawing/2014/main" id="{70F262E7-1AEF-4A7D-92BC-8B45B8D5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3286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19-文本-0008">
            <a:extLst xmlns:a="http://schemas.openxmlformats.org/drawingml/2006/main">
              <a:ext uri="{FF2B5EF4-FFF2-40B4-BE49-F238E27FC236}">
                <a16:creationId xmlns:a16="http://schemas.microsoft.com/office/drawing/2014/main" id="{BA8D57C6-C72B-4EEA-BC53-30E21F7B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60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筛选范围</a:t>
            </a:r>
          </a:p>
        </p:txBody>
      </p:sp>
      <p:sp>
        <p:nvSpPr>
          <p:cNvPr id="9" name="p19-矩形-0009">
            <a:extLst xmlns:a="http://schemas.openxmlformats.org/drawingml/2006/main">
              <a:ext uri="{FF2B5EF4-FFF2-40B4-BE49-F238E27FC236}">
                <a16:creationId xmlns:a16="http://schemas.microsoft.com/office/drawing/2014/main" id="{C3786431-C751-4945-89F2-5DF7EEA9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0" name="p19-矩形-0010">
            <a:extLst xmlns:a="http://schemas.openxmlformats.org/drawingml/2006/main">
              <a:ext uri="{FF2B5EF4-FFF2-40B4-BE49-F238E27FC236}">
                <a16:creationId xmlns:a16="http://schemas.microsoft.com/office/drawing/2014/main" id="{7F777C04-C6A6-4DFD-8860-007E8771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" name="p19-矩形-0011">
            <a:extLst xmlns:a="http://schemas.openxmlformats.org/drawingml/2006/main">
              <a:ext uri="{FF2B5EF4-FFF2-40B4-BE49-F238E27FC236}">
                <a16:creationId xmlns:a16="http://schemas.microsoft.com/office/drawing/2014/main" id="{1D95502F-03A8-4FA8-85CE-0868715F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2" name="p19-矩形-0012">
            <a:extLst xmlns:a="http://schemas.openxmlformats.org/drawingml/2006/main">
              <a:ext uri="{FF2B5EF4-FFF2-40B4-BE49-F238E27FC236}">
                <a16:creationId xmlns:a16="http://schemas.microsoft.com/office/drawing/2014/main" id="{04DA2ED1-E97B-4258-9EBA-A226D6E0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3" name="p19-矩形-0013">
            <a:extLst xmlns:a="http://schemas.openxmlformats.org/drawingml/2006/main">
              <a:ext uri="{FF2B5EF4-FFF2-40B4-BE49-F238E27FC236}">
                <a16:creationId xmlns:a16="http://schemas.microsoft.com/office/drawing/2014/main" id="{5690BBD4-94E4-45EF-887C-29BF3C41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4" name="p19-矩形-0014">
            <a:extLst xmlns:a="http://schemas.openxmlformats.org/drawingml/2006/main">
              <a:ext uri="{FF2B5EF4-FFF2-40B4-BE49-F238E27FC236}">
                <a16:creationId xmlns:a16="http://schemas.microsoft.com/office/drawing/2014/main" id="{829C5C85-2886-4886-B05A-A685224F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5" name="p19-矩形-0015">
            <a:extLst xmlns:a="http://schemas.openxmlformats.org/drawingml/2006/main">
              <a:ext uri="{FF2B5EF4-FFF2-40B4-BE49-F238E27FC236}">
                <a16:creationId xmlns:a16="http://schemas.microsoft.com/office/drawing/2014/main" id="{49317FFA-748D-44D9-85D7-D0BD40DE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" name="p19-矩形-0016">
            <a:extLst xmlns:a="http://schemas.openxmlformats.org/drawingml/2006/main">
              <a:ext uri="{FF2B5EF4-FFF2-40B4-BE49-F238E27FC236}">
                <a16:creationId xmlns:a16="http://schemas.microsoft.com/office/drawing/2014/main" id="{3511DBB6-42BE-418D-B6E0-434B8865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7" name="p19-矩形-0017">
            <a:extLst xmlns:a="http://schemas.openxmlformats.org/drawingml/2006/main">
              <a:ext uri="{FF2B5EF4-FFF2-40B4-BE49-F238E27FC236}">
                <a16:creationId xmlns:a16="http://schemas.microsoft.com/office/drawing/2014/main" id="{8FF2FC89-C001-49A3-B0DC-CF382979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05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8" name="p19-矩形-0018">
            <a:extLst xmlns:a="http://schemas.openxmlformats.org/drawingml/2006/main">
              <a:ext uri="{FF2B5EF4-FFF2-40B4-BE49-F238E27FC236}">
                <a16:creationId xmlns:a16="http://schemas.microsoft.com/office/drawing/2014/main" id="{37AC3106-93FE-4371-B2E5-B985D6BE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9" name="p19-矩形-0019">
            <a:extLst xmlns:a="http://schemas.openxmlformats.org/drawingml/2006/main">
              <a:ext uri="{FF2B5EF4-FFF2-40B4-BE49-F238E27FC236}">
                <a16:creationId xmlns:a16="http://schemas.microsoft.com/office/drawing/2014/main" id="{6DE8C780-AD92-4270-ACDB-E781BED3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0" name="p19-矩形-0020">
            <a:extLst xmlns:a="http://schemas.openxmlformats.org/drawingml/2006/main">
              <a:ext uri="{FF2B5EF4-FFF2-40B4-BE49-F238E27FC236}">
                <a16:creationId xmlns:a16="http://schemas.microsoft.com/office/drawing/2014/main" id="{230A6A34-0EC2-4E99-BE0A-8D78A9F2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1" name="p19-矩形-0021">
            <a:extLst xmlns:a="http://schemas.openxmlformats.org/drawingml/2006/main">
              <a:ext uri="{FF2B5EF4-FFF2-40B4-BE49-F238E27FC236}">
                <a16:creationId xmlns:a16="http://schemas.microsoft.com/office/drawing/2014/main" id="{E2E2C0BF-9663-4615-A8B9-4758448C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2" name="p19-矩形-0022">
            <a:extLst xmlns:a="http://schemas.openxmlformats.org/drawingml/2006/main">
              <a:ext uri="{FF2B5EF4-FFF2-40B4-BE49-F238E27FC236}">
                <a16:creationId xmlns:a16="http://schemas.microsoft.com/office/drawing/2014/main" id="{A7D327B4-3AC7-4D2C-8A9C-EFB26044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3" name="p19-矩形-0023">
            <a:extLst xmlns:a="http://schemas.openxmlformats.org/drawingml/2006/main">
              <a:ext uri="{FF2B5EF4-FFF2-40B4-BE49-F238E27FC236}">
                <a16:creationId xmlns:a16="http://schemas.microsoft.com/office/drawing/2014/main" id="{15F68A4D-0BB3-4DC5-8E84-84B39D33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4" name="p19-矩形-0024">
            <a:extLst xmlns:a="http://schemas.openxmlformats.org/drawingml/2006/main">
              <a:ext uri="{FF2B5EF4-FFF2-40B4-BE49-F238E27FC236}">
                <a16:creationId xmlns:a16="http://schemas.microsoft.com/office/drawing/2014/main" id="{AAFD2400-7BDF-4F7A-9C94-87E97154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5" name="p19-矩形-0025">
            <a:extLst xmlns:a="http://schemas.openxmlformats.org/drawingml/2006/main">
              <a:ext uri="{FF2B5EF4-FFF2-40B4-BE49-F238E27FC236}">
                <a16:creationId xmlns:a16="http://schemas.microsoft.com/office/drawing/2014/main" id="{5AE4730E-D2A4-4403-8BA6-FAEB4E49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6" name="p19-矩形-0026">
            <a:extLst xmlns:a="http://schemas.openxmlformats.org/drawingml/2006/main">
              <a:ext uri="{FF2B5EF4-FFF2-40B4-BE49-F238E27FC236}">
                <a16:creationId xmlns:a16="http://schemas.microsoft.com/office/drawing/2014/main" id="{824B0F83-9F9D-44A4-87FF-B0290C31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0502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7" name="p19-矩形-0027">
            <a:extLst xmlns:a="http://schemas.openxmlformats.org/drawingml/2006/main">
              <a:ext uri="{FF2B5EF4-FFF2-40B4-BE49-F238E27FC236}">
                <a16:creationId xmlns:a16="http://schemas.microsoft.com/office/drawing/2014/main" id="{D7BF1683-07DE-4D50-B712-FFF2E67A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8" name="p19-矩形-0028">
            <a:extLst xmlns:a="http://schemas.openxmlformats.org/drawingml/2006/main">
              <a:ext uri="{FF2B5EF4-FFF2-40B4-BE49-F238E27FC236}">
                <a16:creationId xmlns:a16="http://schemas.microsoft.com/office/drawing/2014/main" id="{F660EB69-97F2-4564-AF4F-4A8E6109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" name="p19-矩形-0029">
            <a:extLst xmlns:a="http://schemas.openxmlformats.org/drawingml/2006/main">
              <a:ext uri="{FF2B5EF4-FFF2-40B4-BE49-F238E27FC236}">
                <a16:creationId xmlns:a16="http://schemas.microsoft.com/office/drawing/2014/main" id="{1CA0DFD2-819A-49FE-80C5-5004FF85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" name="p19-矩形-0030">
            <a:extLst xmlns:a="http://schemas.openxmlformats.org/drawingml/2006/main">
              <a:ext uri="{FF2B5EF4-FFF2-40B4-BE49-F238E27FC236}">
                <a16:creationId xmlns:a16="http://schemas.microsoft.com/office/drawing/2014/main" id="{F1B6724C-6BDC-43B5-9F20-7AB37598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" name="p19-矩形-0031">
            <a:extLst xmlns:a="http://schemas.openxmlformats.org/drawingml/2006/main">
              <a:ext uri="{FF2B5EF4-FFF2-40B4-BE49-F238E27FC236}">
                <a16:creationId xmlns:a16="http://schemas.microsoft.com/office/drawing/2014/main" id="{F4C143D6-91CB-4F30-A698-B477A895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" name="p19-矩形-0032">
            <a:extLst xmlns:a="http://schemas.openxmlformats.org/drawingml/2006/main">
              <a:ext uri="{FF2B5EF4-FFF2-40B4-BE49-F238E27FC236}">
                <a16:creationId xmlns:a16="http://schemas.microsoft.com/office/drawing/2014/main" id="{81445574-013A-46DD-88DC-72890638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3" name="p19-矩形-0033">
            <a:extLst xmlns:a="http://schemas.openxmlformats.org/drawingml/2006/main">
              <a:ext uri="{FF2B5EF4-FFF2-40B4-BE49-F238E27FC236}">
                <a16:creationId xmlns:a16="http://schemas.microsoft.com/office/drawing/2014/main" id="{63E9B668-FD98-4AA4-8458-863052BB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" name="p19-矩形-0034">
            <a:extLst xmlns:a="http://schemas.openxmlformats.org/drawingml/2006/main">
              <a:ext uri="{FF2B5EF4-FFF2-40B4-BE49-F238E27FC236}">
                <a16:creationId xmlns:a16="http://schemas.microsoft.com/office/drawing/2014/main" id="{4CE84FDB-9FCC-4D98-B5CF-47E9956E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" name="p19-矩形-0035">
            <a:extLst xmlns:a="http://schemas.openxmlformats.org/drawingml/2006/main">
              <a:ext uri="{FF2B5EF4-FFF2-40B4-BE49-F238E27FC236}">
                <a16:creationId xmlns:a16="http://schemas.microsoft.com/office/drawing/2014/main" id="{38608BF4-24C3-460A-9832-520FC6A2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0505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6" name="p19-矩形-0036">
            <a:extLst xmlns:a="http://schemas.openxmlformats.org/drawingml/2006/main">
              <a:ext uri="{FF2B5EF4-FFF2-40B4-BE49-F238E27FC236}">
                <a16:creationId xmlns:a16="http://schemas.microsoft.com/office/drawing/2014/main" id="{A9C4E474-A4E4-4D4D-A510-F05B8E58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" name="p19-矩形-0037">
            <a:extLst xmlns:a="http://schemas.openxmlformats.org/drawingml/2006/main">
              <a:ext uri="{FF2B5EF4-FFF2-40B4-BE49-F238E27FC236}">
                <a16:creationId xmlns:a16="http://schemas.microsoft.com/office/drawing/2014/main" id="{8CA034D7-E9CB-46EE-A5D9-F5572E06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8" name="p19-矩形-0038">
            <a:extLst xmlns:a="http://schemas.openxmlformats.org/drawingml/2006/main">
              <a:ext uri="{FF2B5EF4-FFF2-40B4-BE49-F238E27FC236}">
                <a16:creationId xmlns:a16="http://schemas.microsoft.com/office/drawing/2014/main" id="{A9A8EE0A-5401-43AA-A697-E80E6A71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9" name="p19-矩形-0039">
            <a:extLst xmlns:a="http://schemas.openxmlformats.org/drawingml/2006/main">
              <a:ext uri="{FF2B5EF4-FFF2-40B4-BE49-F238E27FC236}">
                <a16:creationId xmlns:a16="http://schemas.microsoft.com/office/drawing/2014/main" id="{C07CB085-A6A5-4E15-BCDD-B1184712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0" name="p19-矩形-0040">
            <a:extLst xmlns:a="http://schemas.openxmlformats.org/drawingml/2006/main">
              <a:ext uri="{FF2B5EF4-FFF2-40B4-BE49-F238E27FC236}">
                <a16:creationId xmlns:a16="http://schemas.microsoft.com/office/drawing/2014/main" id="{4C33943C-C50F-436B-AB8E-F0CCB6E9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1" name="p19-矩形-0041">
            <a:extLst xmlns:a="http://schemas.openxmlformats.org/drawingml/2006/main">
              <a:ext uri="{FF2B5EF4-FFF2-40B4-BE49-F238E27FC236}">
                <a16:creationId xmlns:a16="http://schemas.microsoft.com/office/drawing/2014/main" id="{87791CCE-4800-45AB-BDA3-31282E95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42" name="p19-矩形-0042">
            <a:extLst xmlns:a="http://schemas.openxmlformats.org/drawingml/2006/main">
              <a:ext uri="{FF2B5EF4-FFF2-40B4-BE49-F238E27FC236}">
                <a16:creationId xmlns:a16="http://schemas.microsoft.com/office/drawing/2014/main" id="{213D0679-7859-4CD7-9D37-4666A95B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3" name="p19-矩形-0043">
            <a:extLst xmlns:a="http://schemas.openxmlformats.org/drawingml/2006/main">
              <a:ext uri="{FF2B5EF4-FFF2-40B4-BE49-F238E27FC236}">
                <a16:creationId xmlns:a16="http://schemas.microsoft.com/office/drawing/2014/main" id="{3A8C0925-85FC-4ADF-A37B-D9AE475F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4" name="p19-矩形-0044">
            <a:extLst xmlns:a="http://schemas.openxmlformats.org/drawingml/2006/main">
              <a:ext uri="{FF2B5EF4-FFF2-40B4-BE49-F238E27FC236}">
                <a16:creationId xmlns:a16="http://schemas.microsoft.com/office/drawing/2014/main" id="{39AB8182-EC42-4AE5-A6A0-996B9A72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05075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5" name="p19-矩形-0045">
            <a:extLst xmlns:a="http://schemas.openxmlformats.org/drawingml/2006/main">
              <a:ext uri="{FF2B5EF4-FFF2-40B4-BE49-F238E27FC236}">
                <a16:creationId xmlns:a16="http://schemas.microsoft.com/office/drawing/2014/main" id="{97C1D227-06BD-4A3F-B384-2D8368E5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6" name="p19-矩形-0046">
            <a:extLst xmlns:a="http://schemas.openxmlformats.org/drawingml/2006/main">
              <a:ext uri="{FF2B5EF4-FFF2-40B4-BE49-F238E27FC236}">
                <a16:creationId xmlns:a16="http://schemas.microsoft.com/office/drawing/2014/main" id="{398A8E93-0FEB-4B4B-9B9D-F42714DB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7" name="p19-矩形-0047">
            <a:extLst xmlns:a="http://schemas.openxmlformats.org/drawingml/2006/main">
              <a:ext uri="{FF2B5EF4-FFF2-40B4-BE49-F238E27FC236}">
                <a16:creationId xmlns:a16="http://schemas.microsoft.com/office/drawing/2014/main" id="{14BE1553-5FC8-4CDB-813C-3460564B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8" name="p19-矩形-0048">
            <a:extLst xmlns:a="http://schemas.openxmlformats.org/drawingml/2006/main">
              <a:ext uri="{FF2B5EF4-FFF2-40B4-BE49-F238E27FC236}">
                <a16:creationId xmlns:a16="http://schemas.microsoft.com/office/drawing/2014/main" id="{20A051B1-4234-4243-AC27-8F2500D1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49" name="p19-矩形-0049">
            <a:extLst xmlns:a="http://schemas.openxmlformats.org/drawingml/2006/main">
              <a:ext uri="{FF2B5EF4-FFF2-40B4-BE49-F238E27FC236}">
                <a16:creationId xmlns:a16="http://schemas.microsoft.com/office/drawing/2014/main" id="{4760DA05-5961-4385-BB80-7548B891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0" name="p19-矩形-0050">
            <a:extLst xmlns:a="http://schemas.openxmlformats.org/drawingml/2006/main">
              <a:ext uri="{FF2B5EF4-FFF2-40B4-BE49-F238E27FC236}">
                <a16:creationId xmlns:a16="http://schemas.microsoft.com/office/drawing/2014/main" id="{789CE3ED-9A40-4B68-9240-D530E496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1" name="p19-矩形-0051">
            <a:extLst xmlns:a="http://schemas.openxmlformats.org/drawingml/2006/main">
              <a:ext uri="{FF2B5EF4-FFF2-40B4-BE49-F238E27FC236}">
                <a16:creationId xmlns:a16="http://schemas.microsoft.com/office/drawing/2014/main" id="{72AE1A5A-FB58-4851-B860-130D9FDE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2" name="p19-矩形-0052">
            <a:extLst xmlns:a="http://schemas.openxmlformats.org/drawingml/2006/main">
              <a:ext uri="{FF2B5EF4-FFF2-40B4-BE49-F238E27FC236}">
                <a16:creationId xmlns:a16="http://schemas.microsoft.com/office/drawing/2014/main" id="{C7142B0A-2616-462A-A891-74BE0982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3" name="p19-矩形-0053">
            <a:extLst xmlns:a="http://schemas.openxmlformats.org/drawingml/2006/main">
              <a:ext uri="{FF2B5EF4-FFF2-40B4-BE49-F238E27FC236}">
                <a16:creationId xmlns:a16="http://schemas.microsoft.com/office/drawing/2014/main" id="{CF1DF008-34E0-438A-AB34-F3EEB1A3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4" name="p19-文本-0054">
            <a:extLst xmlns:a="http://schemas.openxmlformats.org/drawingml/2006/main">
              <a:ext uri="{FF2B5EF4-FFF2-40B4-BE49-F238E27FC236}">
                <a16:creationId xmlns:a16="http://schemas.microsoft.com/office/drawing/2014/main" id="{002CD938-967C-40B2-849A-A6C1629C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347" y="2955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5" name="p19-文本-0055">
            <a:extLst xmlns:a="http://schemas.openxmlformats.org/drawingml/2006/main">
              <a:ext uri="{FF2B5EF4-FFF2-40B4-BE49-F238E27FC236}">
                <a16:creationId xmlns:a16="http://schemas.microsoft.com/office/drawing/2014/main" id="{DB73C06E-87B1-412F-ABA3-3DC14DF0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4447" y="2955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6" name="p19-文本-0056">
            <a:extLst xmlns:a="http://schemas.openxmlformats.org/drawingml/2006/main">
              <a:ext uri="{FF2B5EF4-FFF2-40B4-BE49-F238E27FC236}">
                <a16:creationId xmlns:a16="http://schemas.microsoft.com/office/drawing/2014/main" id="{C0E0BBED-B8A7-4BBA-B763-5B6BC3A6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5547" y="2955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57" name="p19-文本-0057">
            <a:extLst xmlns:a="http://schemas.openxmlformats.org/drawingml/2006/main">
              <a:ext uri="{FF2B5EF4-FFF2-40B4-BE49-F238E27FC236}">
                <a16:creationId xmlns:a16="http://schemas.microsoft.com/office/drawing/2014/main" id="{C6905A35-85C2-468E-9FE3-9F1DC374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95" y="190799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8" name="p19-文本-0058">
            <a:extLst xmlns:a="http://schemas.openxmlformats.org/drawingml/2006/main">
              <a:ext uri="{FF2B5EF4-FFF2-40B4-BE49-F238E27FC236}">
                <a16:creationId xmlns:a16="http://schemas.microsoft.com/office/drawing/2014/main" id="{D3021D06-DA99-4C5C-BEA4-4414FDA2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95" y="270809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9" name="p19-文本-0059">
            <a:extLst xmlns:a="http://schemas.openxmlformats.org/drawingml/2006/main">
              <a:ext uri="{FF2B5EF4-FFF2-40B4-BE49-F238E27FC236}">
                <a16:creationId xmlns:a16="http://schemas.microsoft.com/office/drawing/2014/main" id="{948441B4-BAD4-4E32-AC2C-C1C7A378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216"/>
            <a:ext cx="21431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横轴：处理梯度；纵轴：配方</a:t>
            </a:r>
          </a:p>
        </p:txBody>
      </p:sp>
      <p:sp>
        <p:nvSpPr>
          <p:cNvPr id="60" name="p19-矩形-0060">
            <a:extLst xmlns:a="http://schemas.openxmlformats.org/drawingml/2006/main">
              <a:ext uri="{FF2B5EF4-FFF2-40B4-BE49-F238E27FC236}">
                <a16:creationId xmlns:a16="http://schemas.microsoft.com/office/drawing/2014/main" id="{B8F8CB93-9CA1-473E-98A6-C06DC6B7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05225"/>
            <a:ext cx="3286125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61" name="p19-矩形-0061">
            <a:extLst xmlns:a="http://schemas.openxmlformats.org/drawingml/2006/main">
              <a:ext uri="{FF2B5EF4-FFF2-40B4-BE49-F238E27FC236}">
                <a16:creationId xmlns:a16="http://schemas.microsoft.com/office/drawing/2014/main" id="{37F5F4B8-4176-49BC-9434-73831756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05225"/>
            <a:ext cx="3286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2" name="p19-文本-0062">
            <a:extLst xmlns:a="http://schemas.openxmlformats.org/drawingml/2006/main">
              <a:ext uri="{FF2B5EF4-FFF2-40B4-BE49-F238E27FC236}">
                <a16:creationId xmlns:a16="http://schemas.microsoft.com/office/drawing/2014/main" id="{BBD8AE9B-9E02-47C9-A647-ACE91049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60" y="37267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候选结构</a:t>
            </a:r>
          </a:p>
        </p:txBody>
      </p:sp>
      <p:sp>
        <p:nvSpPr>
          <p:cNvPr id="63" name="p19-路径-0063">
            <a:extLst xmlns:a="http://schemas.openxmlformats.org/drawingml/2006/main">
              <a:ext uri="{FF2B5EF4-FFF2-40B4-BE49-F238E27FC236}">
                <a16:creationId xmlns:a16="http://schemas.microsoft.com/office/drawing/2014/main" id="{966CB150-8AAF-4AC9-985E-87CD1840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" y="4465320"/>
            <a:ext cx="2135505" cy="440055"/>
          </a:xfrm>
          <a:custGeom xmlns:a="http://schemas.openxmlformats.org/drawingml/2006/main">
            <a:pathLst>
              <a:path w="2135505" h="440055">
                <a:moveTo>
                  <a:pt x="0" y="206692"/>
                </a:moveTo>
                <a:lnTo>
                  <a:pt x="21907" y="245745"/>
                </a:lnTo>
                <a:lnTo>
                  <a:pt x="42863" y="283845"/>
                </a:lnTo>
                <a:lnTo>
                  <a:pt x="64770" y="320040"/>
                </a:lnTo>
                <a:lnTo>
                  <a:pt x="86677" y="351472"/>
                </a:lnTo>
                <a:lnTo>
                  <a:pt x="107632" y="379095"/>
                </a:lnTo>
                <a:lnTo>
                  <a:pt x="129540" y="401002"/>
                </a:lnTo>
                <a:lnTo>
                  <a:pt x="151447" y="416242"/>
                </a:lnTo>
                <a:lnTo>
                  <a:pt x="172402" y="425767"/>
                </a:lnTo>
                <a:lnTo>
                  <a:pt x="194310" y="428625"/>
                </a:lnTo>
                <a:lnTo>
                  <a:pt x="215265" y="424815"/>
                </a:lnTo>
                <a:lnTo>
                  <a:pt x="237173" y="415290"/>
                </a:lnTo>
                <a:lnTo>
                  <a:pt x="259080" y="400050"/>
                </a:lnTo>
                <a:lnTo>
                  <a:pt x="280035" y="381000"/>
                </a:lnTo>
                <a:lnTo>
                  <a:pt x="301942" y="357188"/>
                </a:lnTo>
                <a:lnTo>
                  <a:pt x="323850" y="331470"/>
                </a:lnTo>
                <a:lnTo>
                  <a:pt x="344805" y="303847"/>
                </a:lnTo>
                <a:lnTo>
                  <a:pt x="366713" y="276225"/>
                </a:lnTo>
                <a:lnTo>
                  <a:pt x="388620" y="249555"/>
                </a:lnTo>
                <a:lnTo>
                  <a:pt x="409575" y="224790"/>
                </a:lnTo>
                <a:lnTo>
                  <a:pt x="431482" y="202883"/>
                </a:lnTo>
                <a:lnTo>
                  <a:pt x="453390" y="183833"/>
                </a:lnTo>
                <a:lnTo>
                  <a:pt x="474345" y="169545"/>
                </a:lnTo>
                <a:lnTo>
                  <a:pt x="496252" y="159067"/>
                </a:lnTo>
                <a:lnTo>
                  <a:pt x="518160" y="153352"/>
                </a:lnTo>
                <a:lnTo>
                  <a:pt x="539115" y="152400"/>
                </a:lnTo>
                <a:lnTo>
                  <a:pt x="561023" y="155258"/>
                </a:lnTo>
                <a:lnTo>
                  <a:pt x="581978" y="161925"/>
                </a:lnTo>
                <a:lnTo>
                  <a:pt x="603885" y="170497"/>
                </a:lnTo>
                <a:lnTo>
                  <a:pt x="625792" y="181927"/>
                </a:lnTo>
                <a:lnTo>
                  <a:pt x="646748" y="195263"/>
                </a:lnTo>
                <a:lnTo>
                  <a:pt x="668655" y="207645"/>
                </a:lnTo>
                <a:lnTo>
                  <a:pt x="690563" y="219075"/>
                </a:lnTo>
                <a:lnTo>
                  <a:pt x="711517" y="229552"/>
                </a:lnTo>
                <a:lnTo>
                  <a:pt x="733425" y="237172"/>
                </a:lnTo>
                <a:lnTo>
                  <a:pt x="755332" y="240983"/>
                </a:lnTo>
                <a:lnTo>
                  <a:pt x="776288" y="240983"/>
                </a:lnTo>
                <a:lnTo>
                  <a:pt x="798195" y="237172"/>
                </a:lnTo>
                <a:lnTo>
                  <a:pt x="820103" y="228600"/>
                </a:lnTo>
                <a:lnTo>
                  <a:pt x="841057" y="216217"/>
                </a:lnTo>
                <a:lnTo>
                  <a:pt x="862965" y="200025"/>
                </a:lnTo>
                <a:lnTo>
                  <a:pt x="884873" y="180022"/>
                </a:lnTo>
                <a:lnTo>
                  <a:pt x="905828" y="157163"/>
                </a:lnTo>
                <a:lnTo>
                  <a:pt x="927735" y="132397"/>
                </a:lnTo>
                <a:lnTo>
                  <a:pt x="948690" y="107633"/>
                </a:lnTo>
                <a:lnTo>
                  <a:pt x="970598" y="82867"/>
                </a:lnTo>
                <a:lnTo>
                  <a:pt x="992505" y="60008"/>
                </a:lnTo>
                <a:lnTo>
                  <a:pt x="1013460" y="39052"/>
                </a:lnTo>
                <a:lnTo>
                  <a:pt x="1035367" y="21908"/>
                </a:lnTo>
                <a:lnTo>
                  <a:pt x="1057275" y="8572"/>
                </a:lnTo>
                <a:lnTo>
                  <a:pt x="1078230" y="952"/>
                </a:lnTo>
                <a:lnTo>
                  <a:pt x="1100138" y="0"/>
                </a:lnTo>
                <a:lnTo>
                  <a:pt x="1122045" y="4763"/>
                </a:lnTo>
                <a:lnTo>
                  <a:pt x="1143000" y="15240"/>
                </a:lnTo>
                <a:lnTo>
                  <a:pt x="1164907" y="32385"/>
                </a:lnTo>
                <a:lnTo>
                  <a:pt x="1186815" y="55245"/>
                </a:lnTo>
                <a:lnTo>
                  <a:pt x="1207770" y="83820"/>
                </a:lnTo>
                <a:lnTo>
                  <a:pt x="1229678" y="116205"/>
                </a:lnTo>
                <a:lnTo>
                  <a:pt x="1250632" y="152400"/>
                </a:lnTo>
                <a:lnTo>
                  <a:pt x="1272540" y="191452"/>
                </a:lnTo>
                <a:lnTo>
                  <a:pt x="1294448" y="230505"/>
                </a:lnTo>
                <a:lnTo>
                  <a:pt x="1315403" y="269558"/>
                </a:lnTo>
                <a:lnTo>
                  <a:pt x="1337310" y="306705"/>
                </a:lnTo>
                <a:lnTo>
                  <a:pt x="1359218" y="341947"/>
                </a:lnTo>
                <a:lnTo>
                  <a:pt x="1380173" y="372427"/>
                </a:lnTo>
                <a:lnTo>
                  <a:pt x="1402080" y="398145"/>
                </a:lnTo>
                <a:lnTo>
                  <a:pt x="1423987" y="418148"/>
                </a:lnTo>
                <a:lnTo>
                  <a:pt x="1444943" y="432435"/>
                </a:lnTo>
                <a:lnTo>
                  <a:pt x="1466850" y="440055"/>
                </a:lnTo>
                <a:lnTo>
                  <a:pt x="1488757" y="440055"/>
                </a:lnTo>
                <a:lnTo>
                  <a:pt x="1509712" y="434340"/>
                </a:lnTo>
                <a:lnTo>
                  <a:pt x="1531620" y="421958"/>
                </a:lnTo>
                <a:lnTo>
                  <a:pt x="1553528" y="404813"/>
                </a:lnTo>
                <a:lnTo>
                  <a:pt x="1574482" y="382905"/>
                </a:lnTo>
                <a:lnTo>
                  <a:pt x="1596390" y="356235"/>
                </a:lnTo>
                <a:lnTo>
                  <a:pt x="1617345" y="328613"/>
                </a:lnTo>
                <a:lnTo>
                  <a:pt x="1639253" y="298133"/>
                </a:lnTo>
                <a:lnTo>
                  <a:pt x="1661160" y="268605"/>
                </a:lnTo>
                <a:lnTo>
                  <a:pt x="1682115" y="239077"/>
                </a:lnTo>
                <a:lnTo>
                  <a:pt x="1704023" y="211455"/>
                </a:lnTo>
                <a:lnTo>
                  <a:pt x="1725930" y="187642"/>
                </a:lnTo>
                <a:lnTo>
                  <a:pt x="1746885" y="166688"/>
                </a:lnTo>
                <a:lnTo>
                  <a:pt x="1768793" y="150495"/>
                </a:lnTo>
                <a:lnTo>
                  <a:pt x="1790700" y="139065"/>
                </a:lnTo>
                <a:lnTo>
                  <a:pt x="1811655" y="132397"/>
                </a:lnTo>
                <a:lnTo>
                  <a:pt x="1833562" y="129540"/>
                </a:lnTo>
                <a:lnTo>
                  <a:pt x="1855470" y="132397"/>
                </a:lnTo>
                <a:lnTo>
                  <a:pt x="1876425" y="138113"/>
                </a:lnTo>
                <a:lnTo>
                  <a:pt x="1898332" y="146685"/>
                </a:lnTo>
                <a:lnTo>
                  <a:pt x="1920240" y="159067"/>
                </a:lnTo>
                <a:lnTo>
                  <a:pt x="1941195" y="171450"/>
                </a:lnTo>
                <a:lnTo>
                  <a:pt x="1963103" y="184785"/>
                </a:lnTo>
                <a:lnTo>
                  <a:pt x="1984057" y="197167"/>
                </a:lnTo>
                <a:lnTo>
                  <a:pt x="2005965" y="208597"/>
                </a:lnTo>
                <a:lnTo>
                  <a:pt x="2027873" y="217170"/>
                </a:lnTo>
                <a:lnTo>
                  <a:pt x="2048828" y="222885"/>
                </a:lnTo>
                <a:lnTo>
                  <a:pt x="2070735" y="224790"/>
                </a:lnTo>
                <a:lnTo>
                  <a:pt x="2092643" y="222885"/>
                </a:lnTo>
                <a:lnTo>
                  <a:pt x="2113598" y="217170"/>
                </a:lnTo>
                <a:lnTo>
                  <a:pt x="2135505" y="206692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64" name="p19-路径-0064">
            <a:extLst xmlns:a="http://schemas.openxmlformats.org/drawingml/2006/main">
              <a:ext uri="{FF2B5EF4-FFF2-40B4-BE49-F238E27FC236}">
                <a16:creationId xmlns:a16="http://schemas.microsoft.com/office/drawing/2014/main" id="{B19D65E6-0AE9-4946-B9A0-5B2755FC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" y="4507230"/>
            <a:ext cx="2135505" cy="414338"/>
          </a:xfrm>
          <a:custGeom xmlns:a="http://schemas.openxmlformats.org/drawingml/2006/main">
            <a:pathLst>
              <a:path w="2135505" h="414338">
                <a:moveTo>
                  <a:pt x="0" y="414338"/>
                </a:moveTo>
                <a:lnTo>
                  <a:pt x="21907" y="413385"/>
                </a:lnTo>
                <a:lnTo>
                  <a:pt x="42863" y="405765"/>
                </a:lnTo>
                <a:lnTo>
                  <a:pt x="64770" y="391477"/>
                </a:lnTo>
                <a:lnTo>
                  <a:pt x="86677" y="371475"/>
                </a:lnTo>
                <a:lnTo>
                  <a:pt x="107632" y="346710"/>
                </a:lnTo>
                <a:lnTo>
                  <a:pt x="129540" y="316230"/>
                </a:lnTo>
                <a:lnTo>
                  <a:pt x="151447" y="283845"/>
                </a:lnTo>
                <a:lnTo>
                  <a:pt x="172402" y="248603"/>
                </a:lnTo>
                <a:lnTo>
                  <a:pt x="194310" y="212408"/>
                </a:lnTo>
                <a:lnTo>
                  <a:pt x="215265" y="177165"/>
                </a:lnTo>
                <a:lnTo>
                  <a:pt x="237173" y="142875"/>
                </a:lnTo>
                <a:lnTo>
                  <a:pt x="259080" y="111442"/>
                </a:lnTo>
                <a:lnTo>
                  <a:pt x="280035" y="83820"/>
                </a:lnTo>
                <a:lnTo>
                  <a:pt x="301942" y="60960"/>
                </a:lnTo>
                <a:lnTo>
                  <a:pt x="323850" y="42863"/>
                </a:lnTo>
                <a:lnTo>
                  <a:pt x="344805" y="30480"/>
                </a:lnTo>
                <a:lnTo>
                  <a:pt x="366713" y="22860"/>
                </a:lnTo>
                <a:lnTo>
                  <a:pt x="388620" y="21908"/>
                </a:lnTo>
                <a:lnTo>
                  <a:pt x="409575" y="24765"/>
                </a:lnTo>
                <a:lnTo>
                  <a:pt x="431482" y="33338"/>
                </a:lnTo>
                <a:lnTo>
                  <a:pt x="453390" y="44767"/>
                </a:lnTo>
                <a:lnTo>
                  <a:pt x="474345" y="59055"/>
                </a:lnTo>
                <a:lnTo>
                  <a:pt x="496252" y="76200"/>
                </a:lnTo>
                <a:lnTo>
                  <a:pt x="518160" y="93345"/>
                </a:lnTo>
                <a:lnTo>
                  <a:pt x="539115" y="110490"/>
                </a:lnTo>
                <a:lnTo>
                  <a:pt x="561023" y="126683"/>
                </a:lnTo>
                <a:lnTo>
                  <a:pt x="581978" y="140970"/>
                </a:lnTo>
                <a:lnTo>
                  <a:pt x="603885" y="152400"/>
                </a:lnTo>
                <a:lnTo>
                  <a:pt x="625792" y="160020"/>
                </a:lnTo>
                <a:lnTo>
                  <a:pt x="646748" y="164783"/>
                </a:lnTo>
                <a:lnTo>
                  <a:pt x="668655" y="164783"/>
                </a:lnTo>
                <a:lnTo>
                  <a:pt x="690563" y="160973"/>
                </a:lnTo>
                <a:lnTo>
                  <a:pt x="711517" y="153353"/>
                </a:lnTo>
                <a:lnTo>
                  <a:pt x="733425" y="142875"/>
                </a:lnTo>
                <a:lnTo>
                  <a:pt x="755332" y="129540"/>
                </a:lnTo>
                <a:lnTo>
                  <a:pt x="776288" y="114300"/>
                </a:lnTo>
                <a:lnTo>
                  <a:pt x="798195" y="98108"/>
                </a:lnTo>
                <a:lnTo>
                  <a:pt x="820103" y="81915"/>
                </a:lnTo>
                <a:lnTo>
                  <a:pt x="841057" y="66675"/>
                </a:lnTo>
                <a:lnTo>
                  <a:pt x="862965" y="53340"/>
                </a:lnTo>
                <a:lnTo>
                  <a:pt x="884873" y="43815"/>
                </a:lnTo>
                <a:lnTo>
                  <a:pt x="905828" y="38100"/>
                </a:lnTo>
                <a:lnTo>
                  <a:pt x="927735" y="36195"/>
                </a:lnTo>
                <a:lnTo>
                  <a:pt x="948690" y="40005"/>
                </a:lnTo>
                <a:lnTo>
                  <a:pt x="970598" y="49530"/>
                </a:lnTo>
                <a:lnTo>
                  <a:pt x="992505" y="62865"/>
                </a:lnTo>
                <a:lnTo>
                  <a:pt x="1013460" y="82867"/>
                </a:lnTo>
                <a:lnTo>
                  <a:pt x="1035367" y="106680"/>
                </a:lnTo>
                <a:lnTo>
                  <a:pt x="1057275" y="135255"/>
                </a:lnTo>
                <a:lnTo>
                  <a:pt x="1078230" y="166688"/>
                </a:lnTo>
                <a:lnTo>
                  <a:pt x="1100138" y="200025"/>
                </a:lnTo>
                <a:lnTo>
                  <a:pt x="1122045" y="235267"/>
                </a:lnTo>
                <a:lnTo>
                  <a:pt x="1143000" y="269558"/>
                </a:lnTo>
                <a:lnTo>
                  <a:pt x="1164907" y="302895"/>
                </a:lnTo>
                <a:lnTo>
                  <a:pt x="1186815" y="333375"/>
                </a:lnTo>
                <a:lnTo>
                  <a:pt x="1207770" y="360998"/>
                </a:lnTo>
                <a:lnTo>
                  <a:pt x="1229678" y="382905"/>
                </a:lnTo>
                <a:lnTo>
                  <a:pt x="1250632" y="399098"/>
                </a:lnTo>
                <a:lnTo>
                  <a:pt x="1272540" y="409575"/>
                </a:lnTo>
                <a:lnTo>
                  <a:pt x="1294448" y="413385"/>
                </a:lnTo>
                <a:lnTo>
                  <a:pt x="1315403" y="410527"/>
                </a:lnTo>
                <a:lnTo>
                  <a:pt x="1337310" y="400050"/>
                </a:lnTo>
                <a:lnTo>
                  <a:pt x="1359218" y="383858"/>
                </a:lnTo>
                <a:lnTo>
                  <a:pt x="1380173" y="360998"/>
                </a:lnTo>
                <a:lnTo>
                  <a:pt x="1402080" y="333375"/>
                </a:lnTo>
                <a:lnTo>
                  <a:pt x="1423987" y="301942"/>
                </a:lnTo>
                <a:lnTo>
                  <a:pt x="1444943" y="266700"/>
                </a:lnTo>
                <a:lnTo>
                  <a:pt x="1466850" y="229553"/>
                </a:lnTo>
                <a:lnTo>
                  <a:pt x="1488757" y="192405"/>
                </a:lnTo>
                <a:lnTo>
                  <a:pt x="1509712" y="155258"/>
                </a:lnTo>
                <a:lnTo>
                  <a:pt x="1531620" y="120967"/>
                </a:lnTo>
                <a:lnTo>
                  <a:pt x="1553528" y="88583"/>
                </a:lnTo>
                <a:lnTo>
                  <a:pt x="1574482" y="60960"/>
                </a:lnTo>
                <a:lnTo>
                  <a:pt x="1596390" y="37148"/>
                </a:lnTo>
                <a:lnTo>
                  <a:pt x="1617345" y="19050"/>
                </a:lnTo>
                <a:lnTo>
                  <a:pt x="1639253" y="6667"/>
                </a:lnTo>
                <a:lnTo>
                  <a:pt x="1661160" y="953"/>
                </a:lnTo>
                <a:lnTo>
                  <a:pt x="1682115" y="0"/>
                </a:lnTo>
                <a:lnTo>
                  <a:pt x="1704023" y="4763"/>
                </a:lnTo>
                <a:lnTo>
                  <a:pt x="1725930" y="13335"/>
                </a:lnTo>
                <a:lnTo>
                  <a:pt x="1746885" y="26670"/>
                </a:lnTo>
                <a:lnTo>
                  <a:pt x="1768793" y="42863"/>
                </a:lnTo>
                <a:lnTo>
                  <a:pt x="1790700" y="61913"/>
                </a:lnTo>
                <a:lnTo>
                  <a:pt x="1811655" y="80963"/>
                </a:lnTo>
                <a:lnTo>
                  <a:pt x="1833562" y="100965"/>
                </a:lnTo>
                <a:lnTo>
                  <a:pt x="1855470" y="120015"/>
                </a:lnTo>
                <a:lnTo>
                  <a:pt x="1876425" y="136208"/>
                </a:lnTo>
                <a:lnTo>
                  <a:pt x="1898332" y="150495"/>
                </a:lnTo>
                <a:lnTo>
                  <a:pt x="1920240" y="160973"/>
                </a:lnTo>
                <a:lnTo>
                  <a:pt x="1941195" y="167640"/>
                </a:lnTo>
                <a:lnTo>
                  <a:pt x="1963103" y="170498"/>
                </a:lnTo>
                <a:lnTo>
                  <a:pt x="1984057" y="168592"/>
                </a:lnTo>
                <a:lnTo>
                  <a:pt x="2005965" y="163830"/>
                </a:lnTo>
                <a:lnTo>
                  <a:pt x="2027873" y="155258"/>
                </a:lnTo>
                <a:lnTo>
                  <a:pt x="2048828" y="143828"/>
                </a:lnTo>
                <a:lnTo>
                  <a:pt x="2070735" y="130492"/>
                </a:lnTo>
                <a:lnTo>
                  <a:pt x="2092643" y="116205"/>
                </a:lnTo>
                <a:lnTo>
                  <a:pt x="2113598" y="100965"/>
                </a:lnTo>
                <a:lnTo>
                  <a:pt x="2135505" y="8763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537F78"/>
            </a:solidFill>
          </a:ln>
        </p:spPr>
      </p:sp>
      <p:sp>
        <p:nvSpPr>
          <p:cNvPr id="65" name="p19-椭圆-0065">
            <a:extLst xmlns:a="http://schemas.openxmlformats.org/drawingml/2006/main">
              <a:ext uri="{FF2B5EF4-FFF2-40B4-BE49-F238E27FC236}">
                <a16:creationId xmlns:a16="http://schemas.microsoft.com/office/drawing/2014/main" id="{C658F517-6E91-476E-B096-6FD332BF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343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6" name="p19-椭圆-0066">
            <a:extLst xmlns:a="http://schemas.openxmlformats.org/drawingml/2006/main">
              <a:ext uri="{FF2B5EF4-FFF2-40B4-BE49-F238E27FC236}">
                <a16:creationId xmlns:a16="http://schemas.microsoft.com/office/drawing/2014/main" id="{628F16AD-3D87-4C28-A55E-393CFCBB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38" y="4744427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7" name="p19-椭圆-0067">
            <a:extLst xmlns:a="http://schemas.openxmlformats.org/drawingml/2006/main">
              <a:ext uri="{FF2B5EF4-FFF2-40B4-BE49-F238E27FC236}">
                <a16:creationId xmlns:a16="http://schemas.microsoft.com/office/drawing/2014/main" id="{24EF1E1F-BF55-4C91-AD0C-4510EC6B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52567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8" name="p19-椭圆-0068">
            <a:extLst xmlns:a="http://schemas.openxmlformats.org/drawingml/2006/main">
              <a:ext uri="{FF2B5EF4-FFF2-40B4-BE49-F238E27FC236}">
                <a16:creationId xmlns:a16="http://schemas.microsoft.com/office/drawing/2014/main" id="{3332429E-D5A0-4F52-AD68-C84497DD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213" y="466037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9" name="p19-椭圆-0069">
            <a:extLst xmlns:a="http://schemas.openxmlformats.org/drawingml/2006/main">
              <a:ext uri="{FF2B5EF4-FFF2-40B4-BE49-F238E27FC236}">
                <a16:creationId xmlns:a16="http://schemas.microsoft.com/office/drawing/2014/main" id="{81DA4531-2F9E-40F5-84EC-0583267E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55261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0" name="p19-椭圆-0070">
            <a:extLst xmlns:a="http://schemas.openxmlformats.org/drawingml/2006/main">
              <a:ext uri="{FF2B5EF4-FFF2-40B4-BE49-F238E27FC236}">
                <a16:creationId xmlns:a16="http://schemas.microsoft.com/office/drawing/2014/main" id="{D7FA6D9D-3D22-4032-B2D7-D5EEC558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3188" y="4528352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1" name="p19-椭圆-0071">
            <a:extLst xmlns:a="http://schemas.openxmlformats.org/drawingml/2006/main">
              <a:ext uri="{FF2B5EF4-FFF2-40B4-BE49-F238E27FC236}">
                <a16:creationId xmlns:a16="http://schemas.microsoft.com/office/drawing/2014/main" id="{32F10FC3-0A6B-4457-A841-858B32B0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609903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2" name="p19-文本-0072">
            <a:extLst xmlns:a="http://schemas.openxmlformats.org/drawingml/2006/main">
              <a:ext uri="{FF2B5EF4-FFF2-40B4-BE49-F238E27FC236}">
                <a16:creationId xmlns:a16="http://schemas.microsoft.com/office/drawing/2014/main" id="{754E6263-EBE6-46D5-88BE-91301B8A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56256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分散链段形成可达界面</a:t>
            </a:r>
          </a:p>
        </p:txBody>
      </p:sp>
      <p:sp>
        <p:nvSpPr>
          <p:cNvPr id="73" name="p19-文本-0073">
            <a:extLst xmlns:a="http://schemas.openxmlformats.org/drawingml/2006/main">
              <a:ext uri="{FF2B5EF4-FFF2-40B4-BE49-F238E27FC236}">
                <a16:creationId xmlns:a16="http://schemas.microsoft.com/office/drawing/2014/main" id="{677B9568-A3FE-4727-A8E3-5476713D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2481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结构示意用于解释响应</a:t>
            </a:r>
          </a:p>
        </p:txBody>
      </p:sp>
      <p:sp>
        <p:nvSpPr>
          <p:cNvPr id="74" name="p19-矩形-0074">
            <a:extLst xmlns:a="http://schemas.openxmlformats.org/drawingml/2006/main">
              <a:ext uri="{FF2B5EF4-FFF2-40B4-BE49-F238E27FC236}">
                <a16:creationId xmlns:a16="http://schemas.microsoft.com/office/drawing/2014/main" id="{734FB1C0-E9E2-404E-961C-7FE66069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381125"/>
            <a:ext cx="76581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5" name="p19-矩形-0075">
            <a:extLst xmlns:a="http://schemas.openxmlformats.org/drawingml/2006/main">
              <a:ext uri="{FF2B5EF4-FFF2-40B4-BE49-F238E27FC236}">
                <a16:creationId xmlns:a16="http://schemas.microsoft.com/office/drawing/2014/main" id="{C928A1F9-13F4-4815-A8C9-52E4A8CD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381125"/>
            <a:ext cx="765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6" name="p19-文本-0076">
            <a:extLst xmlns:a="http://schemas.openxmlformats.org/drawingml/2006/main">
              <a:ext uri="{FF2B5EF4-FFF2-40B4-BE49-F238E27FC236}">
                <a16:creationId xmlns:a16="http://schemas.microsoft.com/office/drawing/2014/main" id="{8126D4D8-F271-4BDD-A2BA-A450FD3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4535" y="1402649"/>
            <a:ext cx="26443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主证据：响应随处理程度变化</a:t>
            </a:r>
          </a:p>
        </p:txBody>
      </p:sp>
      <p:sp>
        <p:nvSpPr>
          <p:cNvPr id="77" name="p19-矩形-0077">
            <a:extLst xmlns:a="http://schemas.openxmlformats.org/drawingml/2006/main">
              <a:ext uri="{FF2B5EF4-FFF2-40B4-BE49-F238E27FC236}">
                <a16:creationId xmlns:a16="http://schemas.microsoft.com/office/drawing/2014/main" id="{541CF243-9624-41C3-A327-3A3F39D6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762250"/>
            <a:ext cx="9048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ED"/>
          </a:solidFill>
          <a:ln xmlns:a="http://schemas.openxmlformats.org/drawingml/2006/main" w="0">
            <a:noFill/>
          </a:ln>
        </p:spPr>
      </p:sp>
      <p:sp>
        <p:nvSpPr>
          <p:cNvPr id="78" name="p19-文本-0078">
            <a:extLst xmlns:a="http://schemas.openxmlformats.org/drawingml/2006/main">
              <a:ext uri="{FF2B5EF4-FFF2-40B4-BE49-F238E27FC236}">
                <a16:creationId xmlns:a16="http://schemas.microsoft.com/office/drawing/2014/main" id="{7FE93D1F-A2B9-4C60-A03D-31524B35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720" y="1932031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候选窗口</a:t>
            </a:r>
          </a:p>
        </p:txBody>
      </p:sp>
      <p:sp>
        <p:nvSpPr>
          <p:cNvPr id="79" name="p19-线-0079">
            <a:extLst xmlns:a="http://schemas.openxmlformats.org/drawingml/2006/main">
              <a:ext uri="{FF2B5EF4-FFF2-40B4-BE49-F238E27FC236}">
                <a16:creationId xmlns:a16="http://schemas.microsoft.com/office/drawing/2014/main" id="{350735C5-AD00-4DFC-863C-B50DB2A5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838700"/>
            <a:ext cx="4314825" cy="95"/>
          </a:xfrm>
          <a:custGeom xmlns:a="http://schemas.openxmlformats.org/drawingml/2006/main">
            <a:pathLst>
              <a:path w="4314825" h="95">
                <a:moveTo>
                  <a:pt x="0" y="0"/>
                </a:moveTo>
                <a:lnTo>
                  <a:pt x="431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80" name="p19-线-0080">
            <a:extLst xmlns:a="http://schemas.openxmlformats.org/drawingml/2006/main">
              <a:ext uri="{FF2B5EF4-FFF2-40B4-BE49-F238E27FC236}">
                <a16:creationId xmlns:a16="http://schemas.microsoft.com/office/drawing/2014/main" id="{68F5693F-8633-424B-A720-D0A0DC59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62250"/>
            <a:ext cx="95" cy="2076450"/>
          </a:xfrm>
          <a:custGeom xmlns:a="http://schemas.openxmlformats.org/drawingml/2006/main">
            <a:pathLst>
              <a:path w="95" h="2076450">
                <a:moveTo>
                  <a:pt x="0" y="0"/>
                </a:moveTo>
                <a:lnTo>
                  <a:pt x="0" y="20764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81" name="p19-线-0081">
            <a:extLst xmlns:a="http://schemas.openxmlformats.org/drawingml/2006/main">
              <a:ext uri="{FF2B5EF4-FFF2-40B4-BE49-F238E27FC236}">
                <a16:creationId xmlns:a16="http://schemas.microsoft.com/office/drawing/2014/main" id="{0CEF0E1B-DB71-4EB2-97C9-51B36B77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838700"/>
            <a:ext cx="4314825" cy="95"/>
          </a:xfrm>
          <a:custGeom xmlns:a="http://schemas.openxmlformats.org/drawingml/2006/main">
            <a:pathLst>
              <a:path w="4314825" h="95">
                <a:moveTo>
                  <a:pt x="0" y="0"/>
                </a:moveTo>
                <a:lnTo>
                  <a:pt x="431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82" name="p19-文本-0082">
            <a:extLst xmlns:a="http://schemas.openxmlformats.org/drawingml/2006/main">
              <a:ext uri="{FF2B5EF4-FFF2-40B4-BE49-F238E27FC236}">
                <a16:creationId xmlns:a16="http://schemas.microsoft.com/office/drawing/2014/main" id="{485FAA0B-0D1A-4B28-9149-8544E6D1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400" y="474522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83" name="p19-线-0083">
            <a:extLst xmlns:a="http://schemas.openxmlformats.org/drawingml/2006/main">
              <a:ext uri="{FF2B5EF4-FFF2-40B4-BE49-F238E27FC236}">
                <a16:creationId xmlns:a16="http://schemas.microsoft.com/office/drawing/2014/main" id="{8242A12A-46AA-4233-83FD-D0F0FC05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00475"/>
            <a:ext cx="4314825" cy="95"/>
          </a:xfrm>
          <a:custGeom xmlns:a="http://schemas.openxmlformats.org/drawingml/2006/main">
            <a:pathLst>
              <a:path w="4314825" h="95">
                <a:moveTo>
                  <a:pt x="0" y="0"/>
                </a:moveTo>
                <a:lnTo>
                  <a:pt x="431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84" name="p19-文本-0084">
            <a:extLst xmlns:a="http://schemas.openxmlformats.org/drawingml/2006/main">
              <a:ext uri="{FF2B5EF4-FFF2-40B4-BE49-F238E27FC236}">
                <a16:creationId xmlns:a16="http://schemas.microsoft.com/office/drawing/2014/main" id="{B1F55189-31EE-4A3C-A610-978247DB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100" y="3707002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85" name="p19-线-0085">
            <a:extLst xmlns:a="http://schemas.openxmlformats.org/drawingml/2006/main">
              <a:ext uri="{FF2B5EF4-FFF2-40B4-BE49-F238E27FC236}">
                <a16:creationId xmlns:a16="http://schemas.microsoft.com/office/drawing/2014/main" id="{B020CF49-3431-432E-83A3-E0D0F34D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62250"/>
            <a:ext cx="4314825" cy="95"/>
          </a:xfrm>
          <a:custGeom xmlns:a="http://schemas.openxmlformats.org/drawingml/2006/main">
            <a:pathLst>
              <a:path w="4314825" h="95">
                <a:moveTo>
                  <a:pt x="0" y="0"/>
                </a:moveTo>
                <a:lnTo>
                  <a:pt x="431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86" name="p19-文本-0086">
            <a:extLst xmlns:a="http://schemas.openxmlformats.org/drawingml/2006/main">
              <a:ext uri="{FF2B5EF4-FFF2-40B4-BE49-F238E27FC236}">
                <a16:creationId xmlns:a16="http://schemas.microsoft.com/office/drawing/2014/main" id="{93C51BDF-47AD-413E-9455-80E3BB49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400" y="266877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7" name="p19-路径-0087">
            <a:extLst xmlns:a="http://schemas.openxmlformats.org/drawingml/2006/main">
              <a:ext uri="{FF2B5EF4-FFF2-40B4-BE49-F238E27FC236}">
                <a16:creationId xmlns:a16="http://schemas.microsoft.com/office/drawing/2014/main" id="{65B45217-FB1B-419B-9CD9-1DF00195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72828"/>
            <a:ext cx="4314825" cy="1099185"/>
          </a:xfrm>
          <a:custGeom xmlns:a="http://schemas.openxmlformats.org/drawingml/2006/main">
            <a:pathLst>
              <a:path w="4314825" h="1099185">
                <a:moveTo>
                  <a:pt x="0" y="1093470"/>
                </a:moveTo>
                <a:lnTo>
                  <a:pt x="72390" y="1089660"/>
                </a:lnTo>
                <a:lnTo>
                  <a:pt x="143828" y="1085850"/>
                </a:lnTo>
                <a:lnTo>
                  <a:pt x="215265" y="1079182"/>
                </a:lnTo>
                <a:lnTo>
                  <a:pt x="287655" y="1071563"/>
                </a:lnTo>
                <a:lnTo>
                  <a:pt x="360045" y="1060132"/>
                </a:lnTo>
                <a:lnTo>
                  <a:pt x="431482" y="1045845"/>
                </a:lnTo>
                <a:lnTo>
                  <a:pt x="503872" y="1026795"/>
                </a:lnTo>
                <a:lnTo>
                  <a:pt x="575310" y="1003935"/>
                </a:lnTo>
                <a:lnTo>
                  <a:pt x="647700" y="974407"/>
                </a:lnTo>
                <a:lnTo>
                  <a:pt x="719138" y="938213"/>
                </a:lnTo>
                <a:lnTo>
                  <a:pt x="790575" y="895350"/>
                </a:lnTo>
                <a:lnTo>
                  <a:pt x="862965" y="845820"/>
                </a:lnTo>
                <a:lnTo>
                  <a:pt x="934403" y="787717"/>
                </a:lnTo>
                <a:lnTo>
                  <a:pt x="1006793" y="722947"/>
                </a:lnTo>
                <a:lnTo>
                  <a:pt x="1078230" y="651510"/>
                </a:lnTo>
                <a:lnTo>
                  <a:pt x="1150620" y="574357"/>
                </a:lnTo>
                <a:lnTo>
                  <a:pt x="1223010" y="493395"/>
                </a:lnTo>
                <a:lnTo>
                  <a:pt x="1294447" y="410527"/>
                </a:lnTo>
                <a:lnTo>
                  <a:pt x="1366838" y="328613"/>
                </a:lnTo>
                <a:lnTo>
                  <a:pt x="1438275" y="250507"/>
                </a:lnTo>
                <a:lnTo>
                  <a:pt x="1509713" y="178117"/>
                </a:lnTo>
                <a:lnTo>
                  <a:pt x="1582103" y="115252"/>
                </a:lnTo>
                <a:lnTo>
                  <a:pt x="1653540" y="63817"/>
                </a:lnTo>
                <a:lnTo>
                  <a:pt x="1725930" y="26670"/>
                </a:lnTo>
                <a:lnTo>
                  <a:pt x="1798320" y="4763"/>
                </a:lnTo>
                <a:lnTo>
                  <a:pt x="1869757" y="0"/>
                </a:lnTo>
                <a:lnTo>
                  <a:pt x="1942147" y="11430"/>
                </a:lnTo>
                <a:lnTo>
                  <a:pt x="2013585" y="39052"/>
                </a:lnTo>
                <a:lnTo>
                  <a:pt x="2085975" y="82867"/>
                </a:lnTo>
                <a:lnTo>
                  <a:pt x="2157413" y="139065"/>
                </a:lnTo>
                <a:lnTo>
                  <a:pt x="2228850" y="205740"/>
                </a:lnTo>
                <a:lnTo>
                  <a:pt x="2301240" y="280988"/>
                </a:lnTo>
                <a:lnTo>
                  <a:pt x="2373630" y="360997"/>
                </a:lnTo>
                <a:lnTo>
                  <a:pt x="2445068" y="443865"/>
                </a:lnTo>
                <a:lnTo>
                  <a:pt x="2516505" y="525780"/>
                </a:lnTo>
                <a:lnTo>
                  <a:pt x="2588895" y="605790"/>
                </a:lnTo>
                <a:lnTo>
                  <a:pt x="2661285" y="681038"/>
                </a:lnTo>
                <a:lnTo>
                  <a:pt x="2732723" y="749617"/>
                </a:lnTo>
                <a:lnTo>
                  <a:pt x="2805113" y="811530"/>
                </a:lnTo>
                <a:lnTo>
                  <a:pt x="2876550" y="866775"/>
                </a:lnTo>
                <a:lnTo>
                  <a:pt x="2947988" y="913447"/>
                </a:lnTo>
                <a:lnTo>
                  <a:pt x="3020378" y="953452"/>
                </a:lnTo>
                <a:lnTo>
                  <a:pt x="3091815" y="986790"/>
                </a:lnTo>
                <a:lnTo>
                  <a:pt x="3164205" y="1013460"/>
                </a:lnTo>
                <a:lnTo>
                  <a:pt x="3236595" y="1035367"/>
                </a:lnTo>
                <a:lnTo>
                  <a:pt x="3308032" y="1052513"/>
                </a:lnTo>
                <a:lnTo>
                  <a:pt x="3380423" y="1064895"/>
                </a:lnTo>
                <a:lnTo>
                  <a:pt x="3451860" y="1075372"/>
                </a:lnTo>
                <a:lnTo>
                  <a:pt x="3524250" y="1082040"/>
                </a:lnTo>
                <a:lnTo>
                  <a:pt x="3595688" y="1087755"/>
                </a:lnTo>
                <a:lnTo>
                  <a:pt x="3667125" y="1091565"/>
                </a:lnTo>
                <a:lnTo>
                  <a:pt x="3739515" y="1094422"/>
                </a:lnTo>
                <a:lnTo>
                  <a:pt x="3810953" y="1096327"/>
                </a:lnTo>
                <a:lnTo>
                  <a:pt x="3883343" y="1097280"/>
                </a:lnTo>
                <a:lnTo>
                  <a:pt x="3954780" y="1098232"/>
                </a:lnTo>
                <a:lnTo>
                  <a:pt x="4027170" y="1099185"/>
                </a:lnTo>
                <a:lnTo>
                  <a:pt x="4098607" y="1099185"/>
                </a:lnTo>
                <a:lnTo>
                  <a:pt x="4170998" y="1099185"/>
                </a:lnTo>
                <a:lnTo>
                  <a:pt x="4243388" y="1099185"/>
                </a:lnTo>
                <a:lnTo>
                  <a:pt x="4314825" y="109918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88" name="p19-椭圆-0088">
            <a:extLst xmlns:a="http://schemas.openxmlformats.org/drawingml/2006/main">
              <a:ext uri="{FF2B5EF4-FFF2-40B4-BE49-F238E27FC236}">
                <a16:creationId xmlns:a16="http://schemas.microsoft.com/office/drawing/2014/main" id="{DC75170C-E71A-4C4F-92A7-29338C2A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3423" y="463649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19-椭圆-0089">
            <a:extLst xmlns:a="http://schemas.openxmlformats.org/drawingml/2006/main">
              <a:ext uri="{FF2B5EF4-FFF2-40B4-BE49-F238E27FC236}">
                <a16:creationId xmlns:a16="http://schemas.microsoft.com/office/drawing/2014/main" id="{EAD75FC0-1802-447C-806C-AA44A303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88" y="438884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0" name="p19-椭圆-0090">
            <a:extLst xmlns:a="http://schemas.openxmlformats.org/drawingml/2006/main">
              <a:ext uri="{FF2B5EF4-FFF2-40B4-BE49-F238E27FC236}">
                <a16:creationId xmlns:a16="http://schemas.microsoft.com/office/drawing/2014/main" id="{B547633E-AACE-47A1-8F6F-1974338A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353" y="356963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1" name="p19-椭圆-0091">
            <a:extLst xmlns:a="http://schemas.openxmlformats.org/drawingml/2006/main">
              <a:ext uri="{FF2B5EF4-FFF2-40B4-BE49-F238E27FC236}">
                <a16:creationId xmlns:a16="http://schemas.microsoft.com/office/drawing/2014/main" id="{323291AF-F03F-486D-AEE3-8CC8DBF3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7" y="414883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19-椭圆-0092">
            <a:extLst xmlns:a="http://schemas.openxmlformats.org/drawingml/2006/main">
              <a:ext uri="{FF2B5EF4-FFF2-40B4-BE49-F238E27FC236}">
                <a16:creationId xmlns:a16="http://schemas.microsoft.com/office/drawing/2014/main" id="{FE9FE1D2-E36A-4D3A-9652-EFA0F08D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283" y="461824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19-椭圆-0093">
            <a:extLst xmlns:a="http://schemas.openxmlformats.org/drawingml/2006/main">
              <a:ext uri="{FF2B5EF4-FFF2-40B4-BE49-F238E27FC236}">
                <a16:creationId xmlns:a16="http://schemas.microsoft.com/office/drawing/2014/main" id="{38713A9B-7BB8-43F5-8AA3-8E1FA4C3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8248" y="464292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4" name="p19-路径-0094">
            <a:extLst xmlns:a="http://schemas.openxmlformats.org/drawingml/2006/main">
              <a:ext uri="{FF2B5EF4-FFF2-40B4-BE49-F238E27FC236}">
                <a16:creationId xmlns:a16="http://schemas.microsoft.com/office/drawing/2014/main" id="{AEB9A97E-C0E7-4721-BDEE-32A3F14A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75623"/>
            <a:ext cx="4314825" cy="1596390"/>
          </a:xfrm>
          <a:custGeom xmlns:a="http://schemas.openxmlformats.org/drawingml/2006/main">
            <a:pathLst>
              <a:path w="4314825" h="1596390">
                <a:moveTo>
                  <a:pt x="0" y="1596390"/>
                </a:moveTo>
                <a:lnTo>
                  <a:pt x="72390" y="1596390"/>
                </a:lnTo>
                <a:lnTo>
                  <a:pt x="143828" y="1595438"/>
                </a:lnTo>
                <a:lnTo>
                  <a:pt x="215265" y="1594485"/>
                </a:lnTo>
                <a:lnTo>
                  <a:pt x="287655" y="1593533"/>
                </a:lnTo>
                <a:lnTo>
                  <a:pt x="360045" y="1591628"/>
                </a:lnTo>
                <a:lnTo>
                  <a:pt x="431482" y="1589723"/>
                </a:lnTo>
                <a:lnTo>
                  <a:pt x="503872" y="1585913"/>
                </a:lnTo>
                <a:lnTo>
                  <a:pt x="575310" y="1580198"/>
                </a:lnTo>
                <a:lnTo>
                  <a:pt x="647700" y="1573530"/>
                </a:lnTo>
                <a:lnTo>
                  <a:pt x="719138" y="1563053"/>
                </a:lnTo>
                <a:lnTo>
                  <a:pt x="790575" y="1549718"/>
                </a:lnTo>
                <a:lnTo>
                  <a:pt x="862965" y="1531620"/>
                </a:lnTo>
                <a:lnTo>
                  <a:pt x="934403" y="1508760"/>
                </a:lnTo>
                <a:lnTo>
                  <a:pt x="1006793" y="1479233"/>
                </a:lnTo>
                <a:lnTo>
                  <a:pt x="1078230" y="1441133"/>
                </a:lnTo>
                <a:lnTo>
                  <a:pt x="1150620" y="1395413"/>
                </a:lnTo>
                <a:lnTo>
                  <a:pt x="1223010" y="1339215"/>
                </a:lnTo>
                <a:lnTo>
                  <a:pt x="1294447" y="1272540"/>
                </a:lnTo>
                <a:lnTo>
                  <a:pt x="1366838" y="1195388"/>
                </a:lnTo>
                <a:lnTo>
                  <a:pt x="1438275" y="1106805"/>
                </a:lnTo>
                <a:lnTo>
                  <a:pt x="1509713" y="1008698"/>
                </a:lnTo>
                <a:lnTo>
                  <a:pt x="1582103" y="901065"/>
                </a:lnTo>
                <a:lnTo>
                  <a:pt x="1653540" y="786765"/>
                </a:lnTo>
                <a:lnTo>
                  <a:pt x="1725930" y="667703"/>
                </a:lnTo>
                <a:lnTo>
                  <a:pt x="1798320" y="547688"/>
                </a:lnTo>
                <a:lnTo>
                  <a:pt x="1869757" y="430530"/>
                </a:lnTo>
                <a:lnTo>
                  <a:pt x="1942147" y="319088"/>
                </a:lnTo>
                <a:lnTo>
                  <a:pt x="2013585" y="219075"/>
                </a:lnTo>
                <a:lnTo>
                  <a:pt x="2085975" y="134303"/>
                </a:lnTo>
                <a:lnTo>
                  <a:pt x="2157413" y="67628"/>
                </a:lnTo>
                <a:lnTo>
                  <a:pt x="2228850" y="21908"/>
                </a:lnTo>
                <a:lnTo>
                  <a:pt x="2301240" y="0"/>
                </a:lnTo>
                <a:lnTo>
                  <a:pt x="2373630" y="2858"/>
                </a:lnTo>
                <a:lnTo>
                  <a:pt x="2445068" y="29528"/>
                </a:lnTo>
                <a:lnTo>
                  <a:pt x="2516505" y="79058"/>
                </a:lnTo>
                <a:lnTo>
                  <a:pt x="2588895" y="149543"/>
                </a:lnTo>
                <a:lnTo>
                  <a:pt x="2661285" y="238125"/>
                </a:lnTo>
                <a:lnTo>
                  <a:pt x="2732723" y="340995"/>
                </a:lnTo>
                <a:lnTo>
                  <a:pt x="2805113" y="453390"/>
                </a:lnTo>
                <a:lnTo>
                  <a:pt x="2876550" y="571500"/>
                </a:lnTo>
                <a:lnTo>
                  <a:pt x="2947988" y="691515"/>
                </a:lnTo>
                <a:lnTo>
                  <a:pt x="3020378" y="810578"/>
                </a:lnTo>
                <a:lnTo>
                  <a:pt x="3091815" y="923925"/>
                </a:lnTo>
                <a:lnTo>
                  <a:pt x="3164205" y="1029653"/>
                </a:lnTo>
                <a:lnTo>
                  <a:pt x="3236595" y="1125855"/>
                </a:lnTo>
                <a:lnTo>
                  <a:pt x="3308032" y="1211580"/>
                </a:lnTo>
                <a:lnTo>
                  <a:pt x="3380423" y="1286828"/>
                </a:lnTo>
                <a:lnTo>
                  <a:pt x="3451860" y="1351598"/>
                </a:lnTo>
                <a:lnTo>
                  <a:pt x="3524250" y="1404938"/>
                </a:lnTo>
                <a:lnTo>
                  <a:pt x="3595688" y="1449705"/>
                </a:lnTo>
                <a:lnTo>
                  <a:pt x="3667125" y="1484948"/>
                </a:lnTo>
                <a:lnTo>
                  <a:pt x="3739515" y="1513523"/>
                </a:lnTo>
                <a:lnTo>
                  <a:pt x="3810953" y="1536383"/>
                </a:lnTo>
                <a:lnTo>
                  <a:pt x="3883343" y="1552575"/>
                </a:lnTo>
                <a:lnTo>
                  <a:pt x="3954780" y="1565910"/>
                </a:lnTo>
                <a:lnTo>
                  <a:pt x="4027170" y="1574483"/>
                </a:lnTo>
                <a:lnTo>
                  <a:pt x="4098607" y="1582103"/>
                </a:lnTo>
                <a:lnTo>
                  <a:pt x="4170998" y="1586865"/>
                </a:lnTo>
                <a:lnTo>
                  <a:pt x="4243388" y="1589723"/>
                </a:lnTo>
                <a:lnTo>
                  <a:pt x="4314825" y="159258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95" name="p19-椭圆-0095">
            <a:extLst xmlns:a="http://schemas.openxmlformats.org/drawingml/2006/main">
              <a:ext uri="{FF2B5EF4-FFF2-40B4-BE49-F238E27FC236}">
                <a16:creationId xmlns:a16="http://schemas.microsoft.com/office/drawing/2014/main" id="{C099573A-DFE3-42CC-AABB-3BE84CC2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3423" y="464256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6" name="p19-椭圆-0096">
            <a:extLst xmlns:a="http://schemas.openxmlformats.org/drawingml/2006/main">
              <a:ext uri="{FF2B5EF4-FFF2-40B4-BE49-F238E27FC236}">
                <a16:creationId xmlns:a16="http://schemas.microsoft.com/office/drawing/2014/main" id="{5A872EB2-76EF-44E1-A07E-8E5117C8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88" y="457802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7" name="p19-椭圆-0097">
            <a:extLst xmlns:a="http://schemas.openxmlformats.org/drawingml/2006/main">
              <a:ext uri="{FF2B5EF4-FFF2-40B4-BE49-F238E27FC236}">
                <a16:creationId xmlns:a16="http://schemas.microsoft.com/office/drawing/2014/main" id="{654F52B4-7835-48E0-907D-DE9398FF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353" y="371405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8" name="p19-椭圆-0098">
            <a:extLst xmlns:a="http://schemas.openxmlformats.org/drawingml/2006/main">
              <a:ext uri="{FF2B5EF4-FFF2-40B4-BE49-F238E27FC236}">
                <a16:creationId xmlns:a16="http://schemas.microsoft.com/office/drawing/2014/main" id="{C8F22C80-D6FF-4390-92F0-2EC03176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317" y="319594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9" name="p19-椭圆-0099">
            <a:extLst xmlns:a="http://schemas.openxmlformats.org/drawingml/2006/main">
              <a:ext uri="{FF2B5EF4-FFF2-40B4-BE49-F238E27FC236}">
                <a16:creationId xmlns:a16="http://schemas.microsoft.com/office/drawing/2014/main" id="{7F802852-3054-47B8-AE06-DCD0ACD9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283" y="439726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0" name="p19-椭圆-0100">
            <a:extLst xmlns:a="http://schemas.openxmlformats.org/drawingml/2006/main">
              <a:ext uri="{FF2B5EF4-FFF2-40B4-BE49-F238E27FC236}">
                <a16:creationId xmlns:a16="http://schemas.microsoft.com/office/drawing/2014/main" id="{73E03D26-6DED-435B-BA63-6B3ED8BF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8248" y="463850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1" name="p19-文本-0101">
            <a:extLst xmlns:a="http://schemas.openxmlformats.org/drawingml/2006/main">
              <a:ext uri="{FF2B5EF4-FFF2-40B4-BE49-F238E27FC236}">
                <a16:creationId xmlns:a16="http://schemas.microsoft.com/office/drawing/2014/main" id="{A7B52334-E9C5-442F-B16F-6F0466FE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9086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102" name="p19-文本-0102">
            <a:extLst xmlns:a="http://schemas.openxmlformats.org/drawingml/2006/main">
              <a:ext uri="{FF2B5EF4-FFF2-40B4-BE49-F238E27FC236}">
                <a16:creationId xmlns:a16="http://schemas.microsoft.com/office/drawing/2014/main" id="{5114F5F0-10BE-44AC-A87D-8BFC3182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943591"/>
            <a:ext cx="11715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归一化处理程度</a:t>
            </a:r>
          </a:p>
        </p:txBody>
      </p:sp>
      <p:sp>
        <p:nvSpPr>
          <p:cNvPr id="103" name="p19-文本-0103">
            <a:extLst xmlns:a="http://schemas.openxmlformats.org/drawingml/2006/main">
              <a:ext uri="{FF2B5EF4-FFF2-40B4-BE49-F238E27FC236}">
                <a16:creationId xmlns:a16="http://schemas.microsoft.com/office/drawing/2014/main" id="{83AF36AD-7518-4821-AEE2-8396BA9C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610" y="48791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4" name="p19-文本-0104">
            <a:extLst xmlns:a="http://schemas.openxmlformats.org/drawingml/2006/main">
              <a:ext uri="{FF2B5EF4-FFF2-40B4-BE49-F238E27FC236}">
                <a16:creationId xmlns:a16="http://schemas.microsoft.com/office/drawing/2014/main" id="{71BAC8A9-E4D5-47ED-822B-32BCD17A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435" y="48791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5" name="p19-线-0105">
            <a:extLst xmlns:a="http://schemas.openxmlformats.org/drawingml/2006/main">
              <a:ext uri="{FF2B5EF4-FFF2-40B4-BE49-F238E27FC236}">
                <a16:creationId xmlns:a16="http://schemas.microsoft.com/office/drawing/2014/main" id="{A1A63DD2-7486-44E0-9D2D-C5E1A312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193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06" name="p19-文本-0106">
            <a:extLst xmlns:a="http://schemas.openxmlformats.org/drawingml/2006/main">
              <a:ext uri="{FF2B5EF4-FFF2-40B4-BE49-F238E27FC236}">
                <a16:creationId xmlns:a16="http://schemas.microsoft.com/office/drawing/2014/main" id="{B9F5566F-7860-41D9-9AD3-1759269A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05191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参照配方</a:t>
            </a:r>
          </a:p>
        </p:txBody>
      </p:sp>
      <p:sp>
        <p:nvSpPr>
          <p:cNvPr id="107" name="p19-线-0107">
            <a:extLst xmlns:a="http://schemas.openxmlformats.org/drawingml/2006/main">
              <a:ext uri="{FF2B5EF4-FFF2-40B4-BE49-F238E27FC236}">
                <a16:creationId xmlns:a16="http://schemas.microsoft.com/office/drawing/2014/main" id="{538CF5FC-D664-4A13-8A03-3FC142AE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193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08" name="p19-文本-0108">
            <a:extLst xmlns:a="http://schemas.openxmlformats.org/drawingml/2006/main">
              <a:ext uri="{FF2B5EF4-FFF2-40B4-BE49-F238E27FC236}">
                <a16:creationId xmlns:a16="http://schemas.microsoft.com/office/drawing/2014/main" id="{E33A54FA-616C-4188-B51D-2C6424C8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505191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候选配方</a:t>
            </a:r>
          </a:p>
        </p:txBody>
      </p:sp>
      <p:sp>
        <p:nvSpPr>
          <p:cNvPr id="109" name="p19-文本-0109">
            <a:extLst xmlns:a="http://schemas.openxmlformats.org/drawingml/2006/main">
              <a:ext uri="{FF2B5EF4-FFF2-40B4-BE49-F238E27FC236}">
                <a16:creationId xmlns:a16="http://schemas.microsoft.com/office/drawing/2014/main" id="{FD9B3F33-AF2C-41EF-B3AD-07E205F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368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低处理：</a:t>
            </a:r>
          </a:p>
        </p:txBody>
      </p:sp>
      <p:sp>
        <p:nvSpPr>
          <p:cNvPr id="110" name="p19-文本-0110">
            <a:extLst xmlns:a="http://schemas.openxmlformats.org/drawingml/2006/main">
              <a:ext uri="{FF2B5EF4-FFF2-40B4-BE49-F238E27FC236}">
                <a16:creationId xmlns:a16="http://schemas.microsoft.com/office/drawing/2014/main" id="{28CE6E64-C6CF-4E03-B9D3-E21297B7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7607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界面形成不足</a:t>
            </a:r>
          </a:p>
        </p:txBody>
      </p:sp>
      <p:sp>
        <p:nvSpPr>
          <p:cNvPr id="111" name="p19-文本-0111">
            <a:extLst xmlns:a="http://schemas.openxmlformats.org/drawingml/2006/main">
              <a:ext uri="{FF2B5EF4-FFF2-40B4-BE49-F238E27FC236}">
                <a16:creationId xmlns:a16="http://schemas.microsoft.com/office/drawing/2014/main" id="{E99F0882-8E0E-4F1B-A8D1-29C0ACD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86125"/>
            <a:ext cx="4191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2" name="p19-文本-0112">
            <a:extLst xmlns:a="http://schemas.openxmlformats.org/drawingml/2006/main">
              <a:ext uri="{FF2B5EF4-FFF2-40B4-BE49-F238E27FC236}">
                <a16:creationId xmlns:a16="http://schemas.microsoft.com/office/drawing/2014/main" id="{D8F344CA-9C62-4E67-8D21-A3D9BC60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08406"/>
            <a:ext cx="994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过度处理：</a:t>
            </a:r>
          </a:p>
        </p:txBody>
      </p:sp>
      <p:sp>
        <p:nvSpPr>
          <p:cNvPr id="113" name="p19-文本-0113">
            <a:extLst xmlns:a="http://schemas.openxmlformats.org/drawingml/2006/main">
              <a:ext uri="{FF2B5EF4-FFF2-40B4-BE49-F238E27FC236}">
                <a16:creationId xmlns:a16="http://schemas.microsoft.com/office/drawing/2014/main" id="{68EDCA7A-F9DF-4058-B1FC-9C33661B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7322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有效通道受限</a:t>
            </a:r>
          </a:p>
        </p:txBody>
      </p:sp>
      <p:sp>
        <p:nvSpPr>
          <p:cNvPr id="114" name="p19-线-0114">
            <a:extLst xmlns:a="http://schemas.openxmlformats.org/drawingml/2006/main">
              <a:ext uri="{FF2B5EF4-FFF2-40B4-BE49-F238E27FC236}">
                <a16:creationId xmlns:a16="http://schemas.microsoft.com/office/drawing/2014/main" id="{BB1936C2-A716-46F0-82CD-BDE1C527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314575"/>
            <a:ext cx="95" cy="2857500"/>
          </a:xfrm>
          <a:custGeom xmlns:a="http://schemas.openxmlformats.org/drawingml/2006/main">
            <a:pathLst>
              <a:path w="95" h="2857500">
                <a:moveTo>
                  <a:pt x="0" y="0"/>
                </a:moveTo>
                <a:lnTo>
                  <a:pt x="0" y="2857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15" name="p19-文本-0115">
            <a:extLst xmlns:a="http://schemas.openxmlformats.org/drawingml/2006/main">
              <a:ext uri="{FF2B5EF4-FFF2-40B4-BE49-F238E27FC236}">
                <a16:creationId xmlns:a16="http://schemas.microsoft.com/office/drawing/2014/main" id="{81C3A31C-85D1-4BA6-BF91-D955EA70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65227"/>
            <a:ext cx="46445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在峰值附近保留可操作区间，随后用独立批次复核。</a:t>
            </a:r>
          </a:p>
        </p:txBody>
      </p:sp>
      <p:sp>
        <p:nvSpPr>
          <p:cNvPr id="116" name="p19-文本-0116">
            <a:extLst xmlns:a="http://schemas.openxmlformats.org/drawingml/2006/main">
              <a:ext uri="{FF2B5EF4-FFF2-40B4-BE49-F238E27FC236}">
                <a16:creationId xmlns:a16="http://schemas.microsoft.com/office/drawing/2014/main" id="{F641B2AD-3F3E-49CC-BE22-BCB7D640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961" y="6062007"/>
            <a:ext cx="52000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先定位性能窗口，再解释窗口两侧的限制因素</a:t>
            </a:r>
          </a:p>
        </p:txBody>
      </p:sp>
      <p:sp>
        <p:nvSpPr>
          <p:cNvPr id="117" name="p19-文本-0117">
            <a:extLst xmlns:a="http://schemas.openxmlformats.org/drawingml/2006/main">
              <a:ext uri="{FF2B5EF4-FFF2-40B4-BE49-F238E27FC236}">
                <a16:creationId xmlns:a16="http://schemas.microsoft.com/office/drawing/2014/main" id="{CDD4067B-158A-407F-9945-821E1595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46336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1" name="p20-矩形-0001">
            <a:extLst xmlns:a="http://schemas.openxmlformats.org/drawingml/2006/main">
              <a:ext uri="{FF2B5EF4-FFF2-40B4-BE49-F238E27FC236}">
                <a16:creationId xmlns:a16="http://schemas.microsoft.com/office/drawing/2014/main" id="{3376E2E5-022D-4CDC-96E5-FC8A84F7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0-矩形-0002">
            <a:extLst xmlns:a="http://schemas.openxmlformats.org/drawingml/2006/main">
              <a:ext uri="{FF2B5EF4-FFF2-40B4-BE49-F238E27FC236}">
                <a16:creationId xmlns:a16="http://schemas.microsoft.com/office/drawing/2014/main" id="{A695B06D-C01D-43CC-AF27-B53962AD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0-文本-0003">
            <a:extLst xmlns:a="http://schemas.openxmlformats.org/drawingml/2006/main">
              <a:ext uri="{FF2B5EF4-FFF2-40B4-BE49-F238E27FC236}">
                <a16:creationId xmlns:a16="http://schemas.microsoft.com/office/drawing/2014/main" id="{F7795AB6-10AC-460E-9F2C-ED6F974D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跨尺度比较必须保留条件与尺度的对应关系</a:t>
            </a:r>
          </a:p>
        </p:txBody>
      </p:sp>
      <p:sp>
        <p:nvSpPr>
          <p:cNvPr id="4" name="p20-文本-0004">
            <a:extLst xmlns:a="http://schemas.openxmlformats.org/drawingml/2006/main">
              <a:ext uri="{FF2B5EF4-FFF2-40B4-BE49-F238E27FC236}">
                <a16:creationId xmlns:a16="http://schemas.microsoft.com/office/drawing/2014/main" id="{0A64EEE4-D196-4E67-ACBC-9BB36B93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从局部界面到样品整体：统一材料组成，分别观察不同层级</a:t>
            </a:r>
          </a:p>
        </p:txBody>
      </p:sp>
      <p:sp>
        <p:nvSpPr>
          <p:cNvPr id="5" name="p20-线-0005">
            <a:extLst xmlns:a="http://schemas.openxmlformats.org/drawingml/2006/main">
              <a:ext uri="{FF2B5EF4-FFF2-40B4-BE49-F238E27FC236}">
                <a16:creationId xmlns:a16="http://schemas.microsoft.com/office/drawing/2014/main" id="{1D86ECC6-EFFC-470C-800B-CF709FB6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0-矩形-0006">
            <a:extLst xmlns:a="http://schemas.openxmlformats.org/drawingml/2006/main">
              <a:ext uri="{FF2B5EF4-FFF2-40B4-BE49-F238E27FC236}">
                <a16:creationId xmlns:a16="http://schemas.microsoft.com/office/drawing/2014/main" id="{D07C540D-2787-4EF0-A149-FBAD34ED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20-文本-0007">
            <a:extLst xmlns:a="http://schemas.openxmlformats.org/drawingml/2006/main">
              <a:ext uri="{FF2B5EF4-FFF2-40B4-BE49-F238E27FC236}">
                <a16:creationId xmlns:a16="http://schemas.microsoft.com/office/drawing/2014/main" id="{BE9EB561-3218-4263-993D-94C89623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947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局部界面</a:t>
            </a:r>
          </a:p>
        </p:txBody>
      </p:sp>
      <p:sp>
        <p:nvSpPr>
          <p:cNvPr id="8" name="p20-路径-0008">
            <a:extLst xmlns:a="http://schemas.openxmlformats.org/drawingml/2006/main">
              <a:ext uri="{FF2B5EF4-FFF2-40B4-BE49-F238E27FC236}">
                <a16:creationId xmlns:a16="http://schemas.microsoft.com/office/drawing/2014/main" id="{D1FE6CEA-0D95-4BA7-9656-F41DFCDF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9805"/>
            <a:ext cx="1809750" cy="574358"/>
          </a:xfrm>
          <a:custGeom xmlns:a="http://schemas.openxmlformats.org/drawingml/2006/main">
            <a:pathLst>
              <a:path w="1809750" h="574358">
                <a:moveTo>
                  <a:pt x="0" y="269558"/>
                </a:moveTo>
                <a:lnTo>
                  <a:pt x="18098" y="320992"/>
                </a:lnTo>
                <a:lnTo>
                  <a:pt x="36195" y="370523"/>
                </a:lnTo>
                <a:lnTo>
                  <a:pt x="55245" y="417195"/>
                </a:lnTo>
                <a:lnTo>
                  <a:pt x="73343" y="459105"/>
                </a:lnTo>
                <a:lnTo>
                  <a:pt x="91440" y="494348"/>
                </a:lnTo>
                <a:lnTo>
                  <a:pt x="109538" y="522923"/>
                </a:lnTo>
                <a:lnTo>
                  <a:pt x="127635" y="543878"/>
                </a:lnTo>
                <a:lnTo>
                  <a:pt x="146685" y="555308"/>
                </a:lnTo>
                <a:lnTo>
                  <a:pt x="164782" y="559117"/>
                </a:lnTo>
                <a:lnTo>
                  <a:pt x="182880" y="554355"/>
                </a:lnTo>
                <a:lnTo>
                  <a:pt x="200977" y="541973"/>
                </a:lnTo>
                <a:lnTo>
                  <a:pt x="219075" y="521970"/>
                </a:lnTo>
                <a:lnTo>
                  <a:pt x="237173" y="496253"/>
                </a:lnTo>
                <a:lnTo>
                  <a:pt x="256223" y="466725"/>
                </a:lnTo>
                <a:lnTo>
                  <a:pt x="274320" y="432435"/>
                </a:lnTo>
                <a:lnTo>
                  <a:pt x="292417" y="397192"/>
                </a:lnTo>
                <a:lnTo>
                  <a:pt x="310515" y="360998"/>
                </a:lnTo>
                <a:lnTo>
                  <a:pt x="328613" y="325755"/>
                </a:lnTo>
                <a:lnTo>
                  <a:pt x="347663" y="293370"/>
                </a:lnTo>
                <a:lnTo>
                  <a:pt x="365760" y="263842"/>
                </a:lnTo>
                <a:lnTo>
                  <a:pt x="383858" y="240030"/>
                </a:lnTo>
                <a:lnTo>
                  <a:pt x="401955" y="220980"/>
                </a:lnTo>
                <a:lnTo>
                  <a:pt x="420052" y="207645"/>
                </a:lnTo>
                <a:lnTo>
                  <a:pt x="439102" y="200025"/>
                </a:lnTo>
                <a:lnTo>
                  <a:pt x="457200" y="198120"/>
                </a:lnTo>
                <a:lnTo>
                  <a:pt x="475298" y="201930"/>
                </a:lnTo>
                <a:lnTo>
                  <a:pt x="493395" y="210503"/>
                </a:lnTo>
                <a:lnTo>
                  <a:pt x="511492" y="222885"/>
                </a:lnTo>
                <a:lnTo>
                  <a:pt x="530542" y="238125"/>
                </a:lnTo>
                <a:lnTo>
                  <a:pt x="548640" y="254317"/>
                </a:lnTo>
                <a:lnTo>
                  <a:pt x="566738" y="270510"/>
                </a:lnTo>
                <a:lnTo>
                  <a:pt x="584835" y="285750"/>
                </a:lnTo>
                <a:lnTo>
                  <a:pt x="602933" y="299085"/>
                </a:lnTo>
                <a:lnTo>
                  <a:pt x="621983" y="308610"/>
                </a:lnTo>
                <a:lnTo>
                  <a:pt x="640080" y="314325"/>
                </a:lnTo>
                <a:lnTo>
                  <a:pt x="658178" y="314325"/>
                </a:lnTo>
                <a:lnTo>
                  <a:pt x="676275" y="309563"/>
                </a:lnTo>
                <a:lnTo>
                  <a:pt x="694373" y="298133"/>
                </a:lnTo>
                <a:lnTo>
                  <a:pt x="712470" y="281940"/>
                </a:lnTo>
                <a:lnTo>
                  <a:pt x="731520" y="260033"/>
                </a:lnTo>
                <a:lnTo>
                  <a:pt x="749617" y="234315"/>
                </a:lnTo>
                <a:lnTo>
                  <a:pt x="767715" y="204788"/>
                </a:lnTo>
                <a:lnTo>
                  <a:pt x="785813" y="173355"/>
                </a:lnTo>
                <a:lnTo>
                  <a:pt x="803910" y="140018"/>
                </a:lnTo>
                <a:lnTo>
                  <a:pt x="822960" y="107633"/>
                </a:lnTo>
                <a:lnTo>
                  <a:pt x="841058" y="77153"/>
                </a:lnTo>
                <a:lnTo>
                  <a:pt x="859155" y="50483"/>
                </a:lnTo>
                <a:lnTo>
                  <a:pt x="877253" y="27623"/>
                </a:lnTo>
                <a:lnTo>
                  <a:pt x="895350" y="11430"/>
                </a:lnTo>
                <a:lnTo>
                  <a:pt x="914400" y="1905"/>
                </a:lnTo>
                <a:lnTo>
                  <a:pt x="932498" y="0"/>
                </a:lnTo>
                <a:lnTo>
                  <a:pt x="950595" y="5715"/>
                </a:lnTo>
                <a:lnTo>
                  <a:pt x="968692" y="20003"/>
                </a:lnTo>
                <a:lnTo>
                  <a:pt x="986790" y="42863"/>
                </a:lnTo>
                <a:lnTo>
                  <a:pt x="1005840" y="72390"/>
                </a:lnTo>
                <a:lnTo>
                  <a:pt x="1023938" y="109538"/>
                </a:lnTo>
                <a:lnTo>
                  <a:pt x="1042035" y="152400"/>
                </a:lnTo>
                <a:lnTo>
                  <a:pt x="1060133" y="199073"/>
                </a:lnTo>
                <a:lnTo>
                  <a:pt x="1078230" y="249555"/>
                </a:lnTo>
                <a:lnTo>
                  <a:pt x="1097280" y="300038"/>
                </a:lnTo>
                <a:lnTo>
                  <a:pt x="1115378" y="351473"/>
                </a:lnTo>
                <a:lnTo>
                  <a:pt x="1133475" y="400050"/>
                </a:lnTo>
                <a:lnTo>
                  <a:pt x="1151573" y="445770"/>
                </a:lnTo>
                <a:lnTo>
                  <a:pt x="1169670" y="485775"/>
                </a:lnTo>
                <a:lnTo>
                  <a:pt x="1187768" y="519113"/>
                </a:lnTo>
                <a:lnTo>
                  <a:pt x="1206818" y="545783"/>
                </a:lnTo>
                <a:lnTo>
                  <a:pt x="1224915" y="563880"/>
                </a:lnTo>
                <a:lnTo>
                  <a:pt x="1243013" y="573405"/>
                </a:lnTo>
                <a:lnTo>
                  <a:pt x="1261110" y="574358"/>
                </a:lnTo>
                <a:lnTo>
                  <a:pt x="1279208" y="566738"/>
                </a:lnTo>
                <a:lnTo>
                  <a:pt x="1298258" y="550545"/>
                </a:lnTo>
                <a:lnTo>
                  <a:pt x="1316355" y="527685"/>
                </a:lnTo>
                <a:lnTo>
                  <a:pt x="1334453" y="499110"/>
                </a:lnTo>
                <a:lnTo>
                  <a:pt x="1352550" y="464820"/>
                </a:lnTo>
                <a:lnTo>
                  <a:pt x="1370648" y="427673"/>
                </a:lnTo>
                <a:lnTo>
                  <a:pt x="1389698" y="389573"/>
                </a:lnTo>
                <a:lnTo>
                  <a:pt x="1407795" y="349567"/>
                </a:lnTo>
                <a:lnTo>
                  <a:pt x="1425893" y="311467"/>
                </a:lnTo>
                <a:lnTo>
                  <a:pt x="1443990" y="276225"/>
                </a:lnTo>
                <a:lnTo>
                  <a:pt x="1462088" y="244792"/>
                </a:lnTo>
                <a:lnTo>
                  <a:pt x="1481138" y="218123"/>
                </a:lnTo>
                <a:lnTo>
                  <a:pt x="1499235" y="196215"/>
                </a:lnTo>
                <a:lnTo>
                  <a:pt x="1517333" y="180975"/>
                </a:lnTo>
                <a:lnTo>
                  <a:pt x="1535430" y="172403"/>
                </a:lnTo>
                <a:lnTo>
                  <a:pt x="1553528" y="169545"/>
                </a:lnTo>
                <a:lnTo>
                  <a:pt x="1572578" y="172403"/>
                </a:lnTo>
                <a:lnTo>
                  <a:pt x="1590675" y="180023"/>
                </a:lnTo>
                <a:lnTo>
                  <a:pt x="1608772" y="191453"/>
                </a:lnTo>
                <a:lnTo>
                  <a:pt x="1626870" y="206692"/>
                </a:lnTo>
                <a:lnTo>
                  <a:pt x="1644968" y="223838"/>
                </a:lnTo>
                <a:lnTo>
                  <a:pt x="1663065" y="240983"/>
                </a:lnTo>
                <a:lnTo>
                  <a:pt x="1682115" y="257175"/>
                </a:lnTo>
                <a:lnTo>
                  <a:pt x="1700213" y="272415"/>
                </a:lnTo>
                <a:lnTo>
                  <a:pt x="1718310" y="283845"/>
                </a:lnTo>
                <a:lnTo>
                  <a:pt x="1736408" y="291465"/>
                </a:lnTo>
                <a:lnTo>
                  <a:pt x="1754505" y="293370"/>
                </a:lnTo>
                <a:lnTo>
                  <a:pt x="1773555" y="291465"/>
                </a:lnTo>
                <a:lnTo>
                  <a:pt x="1791653" y="282892"/>
                </a:lnTo>
                <a:lnTo>
                  <a:pt x="1809750" y="269558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9" name="p20-路径-0009">
            <a:extLst xmlns:a="http://schemas.openxmlformats.org/drawingml/2006/main">
              <a:ext uri="{FF2B5EF4-FFF2-40B4-BE49-F238E27FC236}">
                <a16:creationId xmlns:a16="http://schemas.microsoft.com/office/drawing/2014/main" id="{202CFB94-8020-4D14-9F0B-12CB0E3E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04098"/>
            <a:ext cx="1809750" cy="541020"/>
          </a:xfrm>
          <a:custGeom xmlns:a="http://schemas.openxmlformats.org/drawingml/2006/main">
            <a:pathLst>
              <a:path w="1809750" h="541020">
                <a:moveTo>
                  <a:pt x="0" y="541020"/>
                </a:moveTo>
                <a:lnTo>
                  <a:pt x="18098" y="540068"/>
                </a:lnTo>
                <a:lnTo>
                  <a:pt x="36195" y="529590"/>
                </a:lnTo>
                <a:lnTo>
                  <a:pt x="55245" y="511493"/>
                </a:lnTo>
                <a:lnTo>
                  <a:pt x="73343" y="485775"/>
                </a:lnTo>
                <a:lnTo>
                  <a:pt x="91440" y="452437"/>
                </a:lnTo>
                <a:lnTo>
                  <a:pt x="109538" y="413385"/>
                </a:lnTo>
                <a:lnTo>
                  <a:pt x="127635" y="370523"/>
                </a:lnTo>
                <a:lnTo>
                  <a:pt x="146685" y="323850"/>
                </a:lnTo>
                <a:lnTo>
                  <a:pt x="164782" y="277177"/>
                </a:lnTo>
                <a:lnTo>
                  <a:pt x="182880" y="230505"/>
                </a:lnTo>
                <a:lnTo>
                  <a:pt x="200977" y="186690"/>
                </a:lnTo>
                <a:lnTo>
                  <a:pt x="219075" y="145732"/>
                </a:lnTo>
                <a:lnTo>
                  <a:pt x="237173" y="109538"/>
                </a:lnTo>
                <a:lnTo>
                  <a:pt x="256223" y="80010"/>
                </a:lnTo>
                <a:lnTo>
                  <a:pt x="274320" y="56198"/>
                </a:lnTo>
                <a:lnTo>
                  <a:pt x="292417" y="40005"/>
                </a:lnTo>
                <a:lnTo>
                  <a:pt x="310515" y="30480"/>
                </a:lnTo>
                <a:lnTo>
                  <a:pt x="328613" y="28575"/>
                </a:lnTo>
                <a:lnTo>
                  <a:pt x="347663" y="33338"/>
                </a:lnTo>
                <a:lnTo>
                  <a:pt x="365760" y="43815"/>
                </a:lnTo>
                <a:lnTo>
                  <a:pt x="383858" y="59055"/>
                </a:lnTo>
                <a:lnTo>
                  <a:pt x="401955" y="78105"/>
                </a:lnTo>
                <a:lnTo>
                  <a:pt x="420052" y="99060"/>
                </a:lnTo>
                <a:lnTo>
                  <a:pt x="439102" y="121920"/>
                </a:lnTo>
                <a:lnTo>
                  <a:pt x="457200" y="144780"/>
                </a:lnTo>
                <a:lnTo>
                  <a:pt x="475298" y="165735"/>
                </a:lnTo>
                <a:lnTo>
                  <a:pt x="493395" y="183832"/>
                </a:lnTo>
                <a:lnTo>
                  <a:pt x="511492" y="199073"/>
                </a:lnTo>
                <a:lnTo>
                  <a:pt x="530542" y="209550"/>
                </a:lnTo>
                <a:lnTo>
                  <a:pt x="548640" y="215265"/>
                </a:lnTo>
                <a:lnTo>
                  <a:pt x="566738" y="215265"/>
                </a:lnTo>
                <a:lnTo>
                  <a:pt x="584835" y="210502"/>
                </a:lnTo>
                <a:lnTo>
                  <a:pt x="602933" y="200025"/>
                </a:lnTo>
                <a:lnTo>
                  <a:pt x="621983" y="186690"/>
                </a:lnTo>
                <a:lnTo>
                  <a:pt x="640080" y="168593"/>
                </a:lnTo>
                <a:lnTo>
                  <a:pt x="658178" y="148590"/>
                </a:lnTo>
                <a:lnTo>
                  <a:pt x="676275" y="127635"/>
                </a:lnTo>
                <a:lnTo>
                  <a:pt x="694373" y="106680"/>
                </a:lnTo>
                <a:lnTo>
                  <a:pt x="712470" y="87630"/>
                </a:lnTo>
                <a:lnTo>
                  <a:pt x="731520" y="70485"/>
                </a:lnTo>
                <a:lnTo>
                  <a:pt x="749617" y="57150"/>
                </a:lnTo>
                <a:lnTo>
                  <a:pt x="767715" y="49530"/>
                </a:lnTo>
                <a:lnTo>
                  <a:pt x="785813" y="47625"/>
                </a:lnTo>
                <a:lnTo>
                  <a:pt x="803910" y="52388"/>
                </a:lnTo>
                <a:lnTo>
                  <a:pt x="822960" y="63817"/>
                </a:lnTo>
                <a:lnTo>
                  <a:pt x="841058" y="82867"/>
                </a:lnTo>
                <a:lnTo>
                  <a:pt x="859155" y="108585"/>
                </a:lnTo>
                <a:lnTo>
                  <a:pt x="877253" y="140018"/>
                </a:lnTo>
                <a:lnTo>
                  <a:pt x="895350" y="176212"/>
                </a:lnTo>
                <a:lnTo>
                  <a:pt x="914400" y="217170"/>
                </a:lnTo>
                <a:lnTo>
                  <a:pt x="932498" y="261937"/>
                </a:lnTo>
                <a:lnTo>
                  <a:pt x="950595" y="306705"/>
                </a:lnTo>
                <a:lnTo>
                  <a:pt x="968692" y="352425"/>
                </a:lnTo>
                <a:lnTo>
                  <a:pt x="986790" y="395287"/>
                </a:lnTo>
                <a:lnTo>
                  <a:pt x="1005840" y="435293"/>
                </a:lnTo>
                <a:lnTo>
                  <a:pt x="1023938" y="470535"/>
                </a:lnTo>
                <a:lnTo>
                  <a:pt x="1042035" y="500062"/>
                </a:lnTo>
                <a:lnTo>
                  <a:pt x="1060133" y="521970"/>
                </a:lnTo>
                <a:lnTo>
                  <a:pt x="1078230" y="535305"/>
                </a:lnTo>
                <a:lnTo>
                  <a:pt x="1097280" y="540068"/>
                </a:lnTo>
                <a:lnTo>
                  <a:pt x="1115378" y="535305"/>
                </a:lnTo>
                <a:lnTo>
                  <a:pt x="1133475" y="522923"/>
                </a:lnTo>
                <a:lnTo>
                  <a:pt x="1151573" y="501015"/>
                </a:lnTo>
                <a:lnTo>
                  <a:pt x="1169670" y="471487"/>
                </a:lnTo>
                <a:lnTo>
                  <a:pt x="1187768" y="435293"/>
                </a:lnTo>
                <a:lnTo>
                  <a:pt x="1206818" y="394335"/>
                </a:lnTo>
                <a:lnTo>
                  <a:pt x="1224915" y="348615"/>
                </a:lnTo>
                <a:lnTo>
                  <a:pt x="1243013" y="300037"/>
                </a:lnTo>
                <a:lnTo>
                  <a:pt x="1261110" y="251460"/>
                </a:lnTo>
                <a:lnTo>
                  <a:pt x="1279208" y="202882"/>
                </a:lnTo>
                <a:lnTo>
                  <a:pt x="1298258" y="157162"/>
                </a:lnTo>
                <a:lnTo>
                  <a:pt x="1316355" y="116205"/>
                </a:lnTo>
                <a:lnTo>
                  <a:pt x="1334453" y="79057"/>
                </a:lnTo>
                <a:lnTo>
                  <a:pt x="1352550" y="48577"/>
                </a:lnTo>
                <a:lnTo>
                  <a:pt x="1370648" y="25717"/>
                </a:lnTo>
                <a:lnTo>
                  <a:pt x="1389698" y="9525"/>
                </a:lnTo>
                <a:lnTo>
                  <a:pt x="1407795" y="952"/>
                </a:lnTo>
                <a:lnTo>
                  <a:pt x="1425893" y="0"/>
                </a:lnTo>
                <a:lnTo>
                  <a:pt x="1443990" y="5715"/>
                </a:lnTo>
                <a:lnTo>
                  <a:pt x="1462088" y="18098"/>
                </a:lnTo>
                <a:lnTo>
                  <a:pt x="1481138" y="35242"/>
                </a:lnTo>
                <a:lnTo>
                  <a:pt x="1499235" y="57150"/>
                </a:lnTo>
                <a:lnTo>
                  <a:pt x="1517333" y="80963"/>
                </a:lnTo>
                <a:lnTo>
                  <a:pt x="1535430" y="106680"/>
                </a:lnTo>
                <a:lnTo>
                  <a:pt x="1553528" y="132398"/>
                </a:lnTo>
                <a:lnTo>
                  <a:pt x="1572578" y="156210"/>
                </a:lnTo>
                <a:lnTo>
                  <a:pt x="1590675" y="178118"/>
                </a:lnTo>
                <a:lnTo>
                  <a:pt x="1608772" y="196215"/>
                </a:lnTo>
                <a:lnTo>
                  <a:pt x="1626870" y="209550"/>
                </a:lnTo>
                <a:lnTo>
                  <a:pt x="1644968" y="219075"/>
                </a:lnTo>
                <a:lnTo>
                  <a:pt x="1663065" y="221932"/>
                </a:lnTo>
                <a:lnTo>
                  <a:pt x="1682115" y="220027"/>
                </a:lnTo>
                <a:lnTo>
                  <a:pt x="1700213" y="213360"/>
                </a:lnTo>
                <a:lnTo>
                  <a:pt x="1718310" y="202882"/>
                </a:lnTo>
                <a:lnTo>
                  <a:pt x="1736408" y="187643"/>
                </a:lnTo>
                <a:lnTo>
                  <a:pt x="1754505" y="170498"/>
                </a:lnTo>
                <a:lnTo>
                  <a:pt x="1773555" y="151448"/>
                </a:lnTo>
                <a:lnTo>
                  <a:pt x="1791653" y="132398"/>
                </a:lnTo>
                <a:lnTo>
                  <a:pt x="180975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537F78"/>
            </a:solidFill>
          </a:ln>
        </p:spPr>
      </p:sp>
      <p:sp>
        <p:nvSpPr>
          <p:cNvPr id="10" name="p20-椭圆-0010">
            <a:extLst xmlns:a="http://schemas.openxmlformats.org/drawingml/2006/main">
              <a:ext uri="{FF2B5EF4-FFF2-40B4-BE49-F238E27FC236}">
                <a16:creationId xmlns:a16="http://schemas.microsoft.com/office/drawing/2014/main" id="{5C096953-FA91-49CE-8340-A01DDFE9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078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" name="p20-椭圆-0011">
            <a:extLst xmlns:a="http://schemas.openxmlformats.org/drawingml/2006/main">
              <a:ext uri="{FF2B5EF4-FFF2-40B4-BE49-F238E27FC236}">
                <a16:creationId xmlns:a16="http://schemas.microsoft.com/office/drawing/2014/main" id="{1AF0F3D4-7EA7-4689-AE07-E7C7E65A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62255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" name="p20-椭圆-0012">
            <a:extLst xmlns:a="http://schemas.openxmlformats.org/drawingml/2006/main">
              <a:ext uri="{FF2B5EF4-FFF2-40B4-BE49-F238E27FC236}">
                <a16:creationId xmlns:a16="http://schemas.microsoft.com/office/drawing/2014/main" id="{7CB117F2-9CB6-42BA-84CF-0B7A349A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331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" name="p20-椭圆-0013">
            <a:extLst xmlns:a="http://schemas.openxmlformats.org/drawingml/2006/main">
              <a:ext uri="{FF2B5EF4-FFF2-40B4-BE49-F238E27FC236}">
                <a16:creationId xmlns:a16="http://schemas.microsoft.com/office/drawing/2014/main" id="{9657EBED-B8AE-488A-90C3-5FB22F4B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512886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" name="p20-椭圆-0014">
            <a:extLst xmlns:a="http://schemas.openxmlformats.org/drawingml/2006/main">
              <a:ext uri="{FF2B5EF4-FFF2-40B4-BE49-F238E27FC236}">
                <a16:creationId xmlns:a16="http://schemas.microsoft.com/office/drawing/2014/main" id="{2911DB91-3F8F-45A7-8AB3-721F552F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72279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" name="p20-椭圆-0015">
            <a:extLst xmlns:a="http://schemas.openxmlformats.org/drawingml/2006/main">
              <a:ext uri="{FF2B5EF4-FFF2-40B4-BE49-F238E27FC236}">
                <a16:creationId xmlns:a16="http://schemas.microsoft.com/office/drawing/2014/main" id="{7A996313-D432-4402-BAAC-A2AFBA04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340629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" name="p20-椭圆-0016">
            <a:extLst xmlns:a="http://schemas.openxmlformats.org/drawingml/2006/main">
              <a:ext uri="{FF2B5EF4-FFF2-40B4-BE49-F238E27FC236}">
                <a16:creationId xmlns:a16="http://schemas.microsoft.com/office/drawing/2014/main" id="{1947BFF8-9C00-46CF-A5F1-4AA93B68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47034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" name="p20-文本-0017">
            <a:extLst xmlns:a="http://schemas.openxmlformats.org/drawingml/2006/main">
              <a:ext uri="{FF2B5EF4-FFF2-40B4-BE49-F238E27FC236}">
                <a16:creationId xmlns:a16="http://schemas.microsoft.com/office/drawing/2014/main" id="{2A99A6E2-F4E5-4A9E-9E7E-FE9F76C8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3322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特征尺度：纳米级</a:t>
            </a:r>
          </a:p>
        </p:txBody>
      </p:sp>
      <p:sp>
        <p:nvSpPr>
          <p:cNvPr id="18" name="p20-矩形-0018">
            <a:extLst xmlns:a="http://schemas.openxmlformats.org/drawingml/2006/main">
              <a:ext uri="{FF2B5EF4-FFF2-40B4-BE49-F238E27FC236}">
                <a16:creationId xmlns:a16="http://schemas.microsoft.com/office/drawing/2014/main" id="{71325411-DAAB-41B0-BECD-5FF07319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381125"/>
            <a:ext cx="37242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20-文本-0019">
            <a:extLst xmlns:a="http://schemas.openxmlformats.org/drawingml/2006/main">
              <a:ext uri="{FF2B5EF4-FFF2-40B4-BE49-F238E27FC236}">
                <a16:creationId xmlns:a16="http://schemas.microsoft.com/office/drawing/2014/main" id="{AE4E6D6E-7102-43B1-B72C-72FDFFA0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0060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多孔结构</a:t>
            </a:r>
          </a:p>
        </p:txBody>
      </p:sp>
      <p:sp>
        <p:nvSpPr>
          <p:cNvPr id="20" name="p20-矩形-0020">
            <a:extLst xmlns:a="http://schemas.openxmlformats.org/drawingml/2006/main">
              <a:ext uri="{FF2B5EF4-FFF2-40B4-BE49-F238E27FC236}">
                <a16:creationId xmlns:a16="http://schemas.microsoft.com/office/drawing/2014/main" id="{090D2CAD-BE64-40A3-B012-9AAC6097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866900"/>
            <a:ext cx="324802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1" name="p20-线-0021">
            <a:extLst xmlns:a="http://schemas.openxmlformats.org/drawingml/2006/main">
              <a:ext uri="{FF2B5EF4-FFF2-40B4-BE49-F238E27FC236}">
                <a16:creationId xmlns:a16="http://schemas.microsoft.com/office/drawing/2014/main" id="{60232EE8-644D-4733-BE47-1E9E199A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" name="p20-线-0022">
            <a:extLst xmlns:a="http://schemas.openxmlformats.org/drawingml/2006/main">
              <a:ext uri="{FF2B5EF4-FFF2-40B4-BE49-F238E27FC236}">
                <a16:creationId xmlns:a16="http://schemas.microsoft.com/office/drawing/2014/main" id="{71B2BAC2-C530-49F1-ABAB-3A030341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" name="p20-线-0023">
            <a:extLst xmlns:a="http://schemas.openxmlformats.org/drawingml/2006/main">
              <a:ext uri="{FF2B5EF4-FFF2-40B4-BE49-F238E27FC236}">
                <a16:creationId xmlns:a16="http://schemas.microsoft.com/office/drawing/2014/main" id="{8740C697-DC78-4603-BCD7-19287FB8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" name="p20-线-0024">
            <a:extLst xmlns:a="http://schemas.openxmlformats.org/drawingml/2006/main">
              <a:ext uri="{FF2B5EF4-FFF2-40B4-BE49-F238E27FC236}">
                <a16:creationId xmlns:a16="http://schemas.microsoft.com/office/drawing/2014/main" id="{546EE207-1446-4DA1-B114-D2518C1F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20-线-0025">
            <a:extLst xmlns:a="http://schemas.openxmlformats.org/drawingml/2006/main">
              <a:ext uri="{FF2B5EF4-FFF2-40B4-BE49-F238E27FC236}">
                <a16:creationId xmlns:a16="http://schemas.microsoft.com/office/drawing/2014/main" id="{56A8EADE-22F7-40DE-9017-43C98E81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" name="p20-线-0026">
            <a:extLst xmlns:a="http://schemas.openxmlformats.org/drawingml/2006/main">
              <a:ext uri="{FF2B5EF4-FFF2-40B4-BE49-F238E27FC236}">
                <a16:creationId xmlns:a16="http://schemas.microsoft.com/office/drawing/2014/main" id="{6FE4A0CE-8AB3-4697-9A73-5DF58461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" name="p20-线-0027">
            <a:extLst xmlns:a="http://schemas.openxmlformats.org/drawingml/2006/main">
              <a:ext uri="{FF2B5EF4-FFF2-40B4-BE49-F238E27FC236}">
                <a16:creationId xmlns:a16="http://schemas.microsoft.com/office/drawing/2014/main" id="{7E37B5B7-1635-4FE3-A3AB-667B2EC6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20-线-0028">
            <a:extLst xmlns:a="http://schemas.openxmlformats.org/drawingml/2006/main">
              <a:ext uri="{FF2B5EF4-FFF2-40B4-BE49-F238E27FC236}">
                <a16:creationId xmlns:a16="http://schemas.microsoft.com/office/drawing/2014/main" id="{ADF9C78C-9248-449D-81FB-D649F11F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20-线-0029">
            <a:extLst xmlns:a="http://schemas.openxmlformats.org/drawingml/2006/main">
              <a:ext uri="{FF2B5EF4-FFF2-40B4-BE49-F238E27FC236}">
                <a16:creationId xmlns:a16="http://schemas.microsoft.com/office/drawing/2014/main" id="{E5A84C27-932D-422C-947F-26E95F7D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" name="p20-线-0030">
            <a:extLst xmlns:a="http://schemas.openxmlformats.org/drawingml/2006/main">
              <a:ext uri="{FF2B5EF4-FFF2-40B4-BE49-F238E27FC236}">
                <a16:creationId xmlns:a16="http://schemas.microsoft.com/office/drawing/2014/main" id="{610D1565-B813-444B-A023-5DBAEC11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1866900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20-线-0031">
            <a:extLst xmlns:a="http://schemas.openxmlformats.org/drawingml/2006/main">
              <a:ext uri="{FF2B5EF4-FFF2-40B4-BE49-F238E27FC236}">
                <a16:creationId xmlns:a16="http://schemas.microsoft.com/office/drawing/2014/main" id="{B6724B41-98E3-4CDB-80A1-B16337F0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20-线-0032">
            <a:extLst xmlns:a="http://schemas.openxmlformats.org/drawingml/2006/main">
              <a:ext uri="{FF2B5EF4-FFF2-40B4-BE49-F238E27FC236}">
                <a16:creationId xmlns:a16="http://schemas.microsoft.com/office/drawing/2014/main" id="{2C0C8424-06FC-4F0E-B62A-88898344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1866900"/>
            <a:ext cx="324802" cy="217488"/>
          </a:xfrm>
          <a:custGeom xmlns:a="http://schemas.openxmlformats.org/drawingml/2006/main">
            <a:pathLst>
              <a:path w="324802" h="217488">
                <a:moveTo>
                  <a:pt x="0" y="0"/>
                </a:moveTo>
                <a:lnTo>
                  <a:pt x="324802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" name="p20-线-0033">
            <a:extLst xmlns:a="http://schemas.openxmlformats.org/drawingml/2006/main">
              <a:ext uri="{FF2B5EF4-FFF2-40B4-BE49-F238E27FC236}">
                <a16:creationId xmlns:a16="http://schemas.microsoft.com/office/drawing/2014/main" id="{A904D9FB-4174-405B-ABE0-BEA82086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20-线-0034">
            <a:extLst xmlns:a="http://schemas.openxmlformats.org/drawingml/2006/main">
              <a:ext uri="{FF2B5EF4-FFF2-40B4-BE49-F238E27FC236}">
                <a16:creationId xmlns:a16="http://schemas.microsoft.com/office/drawing/2014/main" id="{488923E6-76EA-4415-81CD-C61DA381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20-线-0035">
            <a:extLst xmlns:a="http://schemas.openxmlformats.org/drawingml/2006/main">
              <a:ext uri="{FF2B5EF4-FFF2-40B4-BE49-F238E27FC236}">
                <a16:creationId xmlns:a16="http://schemas.microsoft.com/office/drawing/2014/main" id="{AC330015-DDBD-4F4A-9F49-D0F27653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" name="p20-线-0036">
            <a:extLst xmlns:a="http://schemas.openxmlformats.org/drawingml/2006/main">
              <a:ext uri="{FF2B5EF4-FFF2-40B4-BE49-F238E27FC236}">
                <a16:creationId xmlns:a16="http://schemas.microsoft.com/office/drawing/2014/main" id="{A30BF867-AAB4-42B1-95E9-CB49A757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20-线-0037">
            <a:extLst xmlns:a="http://schemas.openxmlformats.org/drawingml/2006/main">
              <a:ext uri="{FF2B5EF4-FFF2-40B4-BE49-F238E27FC236}">
                <a16:creationId xmlns:a16="http://schemas.microsoft.com/office/drawing/2014/main" id="{50A9B47F-20CE-4242-8BB9-CBCFA53B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20-线-0038">
            <a:extLst xmlns:a="http://schemas.openxmlformats.org/drawingml/2006/main">
              <a:ext uri="{FF2B5EF4-FFF2-40B4-BE49-F238E27FC236}">
                <a16:creationId xmlns:a16="http://schemas.microsoft.com/office/drawing/2014/main" id="{D3A49B4C-7430-4D72-8FBC-656C3216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" name="p20-线-0039">
            <a:extLst xmlns:a="http://schemas.openxmlformats.org/drawingml/2006/main">
              <a:ext uri="{FF2B5EF4-FFF2-40B4-BE49-F238E27FC236}">
                <a16:creationId xmlns:a16="http://schemas.microsoft.com/office/drawing/2014/main" id="{F83426A2-823F-4C11-8B85-703A7196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20-线-0040">
            <a:extLst xmlns:a="http://schemas.openxmlformats.org/drawingml/2006/main">
              <a:ext uri="{FF2B5EF4-FFF2-40B4-BE49-F238E27FC236}">
                <a16:creationId xmlns:a16="http://schemas.microsoft.com/office/drawing/2014/main" id="{DF34675E-8A6C-44FD-95E0-2E5BFAF7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20-线-0041">
            <a:extLst xmlns:a="http://schemas.openxmlformats.org/drawingml/2006/main">
              <a:ext uri="{FF2B5EF4-FFF2-40B4-BE49-F238E27FC236}">
                <a16:creationId xmlns:a16="http://schemas.microsoft.com/office/drawing/2014/main" id="{19C11402-F1AD-4E42-ADF2-8B5EEE50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" name="p20-线-0042">
            <a:extLst xmlns:a="http://schemas.openxmlformats.org/drawingml/2006/main">
              <a:ext uri="{FF2B5EF4-FFF2-40B4-BE49-F238E27FC236}">
                <a16:creationId xmlns:a16="http://schemas.microsoft.com/office/drawing/2014/main" id="{60525536-9D68-44DC-B5A4-4D433E0F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20-线-0043">
            <a:extLst xmlns:a="http://schemas.openxmlformats.org/drawingml/2006/main">
              <a:ext uri="{FF2B5EF4-FFF2-40B4-BE49-F238E27FC236}">
                <a16:creationId xmlns:a16="http://schemas.microsoft.com/office/drawing/2014/main" id="{673E7CBA-D983-4809-8D92-884E0FD8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20-线-0044">
            <a:extLst xmlns:a="http://schemas.openxmlformats.org/drawingml/2006/main">
              <a:ext uri="{FF2B5EF4-FFF2-40B4-BE49-F238E27FC236}">
                <a16:creationId xmlns:a16="http://schemas.microsoft.com/office/drawing/2014/main" id="{CC65111C-D1E6-4B9F-803B-5285F29D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5" name="p20-线-0045">
            <a:extLst xmlns:a="http://schemas.openxmlformats.org/drawingml/2006/main">
              <a:ext uri="{FF2B5EF4-FFF2-40B4-BE49-F238E27FC236}">
                <a16:creationId xmlns:a16="http://schemas.microsoft.com/office/drawing/2014/main" id="{C09CCAC3-2354-48D9-A2AE-BB6C2B2F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20-线-0046">
            <a:extLst xmlns:a="http://schemas.openxmlformats.org/drawingml/2006/main">
              <a:ext uri="{FF2B5EF4-FFF2-40B4-BE49-F238E27FC236}">
                <a16:creationId xmlns:a16="http://schemas.microsoft.com/office/drawing/2014/main" id="{232EFAB4-9CE5-45B3-9271-D0E45816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20-线-0047">
            <a:extLst xmlns:a="http://schemas.openxmlformats.org/drawingml/2006/main">
              <a:ext uri="{FF2B5EF4-FFF2-40B4-BE49-F238E27FC236}">
                <a16:creationId xmlns:a16="http://schemas.microsoft.com/office/drawing/2014/main" id="{D0C436F2-5EE0-4138-A909-32E40992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8" name="p20-线-0048">
            <a:extLst xmlns:a="http://schemas.openxmlformats.org/drawingml/2006/main">
              <a:ext uri="{FF2B5EF4-FFF2-40B4-BE49-F238E27FC236}">
                <a16:creationId xmlns:a16="http://schemas.microsoft.com/office/drawing/2014/main" id="{96DA7C78-3D10-453E-9A71-533A247C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186690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20-线-0049">
            <a:extLst xmlns:a="http://schemas.openxmlformats.org/drawingml/2006/main">
              <a:ext uri="{FF2B5EF4-FFF2-40B4-BE49-F238E27FC236}">
                <a16:creationId xmlns:a16="http://schemas.microsoft.com/office/drawing/2014/main" id="{8D49F62B-1BDE-466D-AA4C-1E5FBD04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20-线-0050">
            <a:extLst xmlns:a="http://schemas.openxmlformats.org/drawingml/2006/main">
              <a:ext uri="{FF2B5EF4-FFF2-40B4-BE49-F238E27FC236}">
                <a16:creationId xmlns:a16="http://schemas.microsoft.com/office/drawing/2014/main" id="{BC21EE5E-DB6B-41D9-83CF-D33209FE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1866900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1" name="p20-线-0051">
            <a:extLst xmlns:a="http://schemas.openxmlformats.org/drawingml/2006/main">
              <a:ext uri="{FF2B5EF4-FFF2-40B4-BE49-F238E27FC236}">
                <a16:creationId xmlns:a16="http://schemas.microsoft.com/office/drawing/2014/main" id="{1C15EDA2-7FAB-4F4A-8144-8068B52B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66900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20-线-0052">
            <a:extLst xmlns:a="http://schemas.openxmlformats.org/drawingml/2006/main">
              <a:ext uri="{FF2B5EF4-FFF2-40B4-BE49-F238E27FC236}">
                <a16:creationId xmlns:a16="http://schemas.microsoft.com/office/drawing/2014/main" id="{B08798C5-4DD6-4AF7-B0CE-88D4ED10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20-线-0053">
            <a:extLst xmlns:a="http://schemas.openxmlformats.org/drawingml/2006/main">
              <a:ext uri="{FF2B5EF4-FFF2-40B4-BE49-F238E27FC236}">
                <a16:creationId xmlns:a16="http://schemas.microsoft.com/office/drawing/2014/main" id="{4C792F37-6D81-42C2-85E1-7303279D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20-线-0054">
            <a:extLst xmlns:a="http://schemas.openxmlformats.org/drawingml/2006/main">
              <a:ext uri="{FF2B5EF4-FFF2-40B4-BE49-F238E27FC236}">
                <a16:creationId xmlns:a16="http://schemas.microsoft.com/office/drawing/2014/main" id="{DF3D1A3C-991D-4CBD-B61E-51B8A747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5" name="p20-线-0055">
            <a:extLst xmlns:a="http://schemas.openxmlformats.org/drawingml/2006/main">
              <a:ext uri="{FF2B5EF4-FFF2-40B4-BE49-F238E27FC236}">
                <a16:creationId xmlns:a16="http://schemas.microsoft.com/office/drawing/2014/main" id="{0442E255-8631-4EC8-B282-02A8C6C8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20-线-0056">
            <a:extLst xmlns:a="http://schemas.openxmlformats.org/drawingml/2006/main">
              <a:ext uri="{FF2B5EF4-FFF2-40B4-BE49-F238E27FC236}">
                <a16:creationId xmlns:a16="http://schemas.microsoft.com/office/drawing/2014/main" id="{53F5EE81-6D9F-408E-9CA8-B9B41E63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7" name="p20-线-0057">
            <a:extLst xmlns:a="http://schemas.openxmlformats.org/drawingml/2006/main">
              <a:ext uri="{FF2B5EF4-FFF2-40B4-BE49-F238E27FC236}">
                <a16:creationId xmlns:a16="http://schemas.microsoft.com/office/drawing/2014/main" id="{D8FD9D59-6368-4092-920F-6F051AF9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8" name="p20-线-0058">
            <a:extLst xmlns:a="http://schemas.openxmlformats.org/drawingml/2006/main">
              <a:ext uri="{FF2B5EF4-FFF2-40B4-BE49-F238E27FC236}">
                <a16:creationId xmlns:a16="http://schemas.microsoft.com/office/drawing/2014/main" id="{3FD77F48-2144-481D-AD1B-3F27EF21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20-线-0059">
            <a:extLst xmlns:a="http://schemas.openxmlformats.org/drawingml/2006/main">
              <a:ext uri="{FF2B5EF4-FFF2-40B4-BE49-F238E27FC236}">
                <a16:creationId xmlns:a16="http://schemas.microsoft.com/office/drawing/2014/main" id="{6B5B64C1-0575-4BB4-8572-F028562C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20-线-0060">
            <a:extLst xmlns:a="http://schemas.openxmlformats.org/drawingml/2006/main">
              <a:ext uri="{FF2B5EF4-FFF2-40B4-BE49-F238E27FC236}">
                <a16:creationId xmlns:a16="http://schemas.microsoft.com/office/drawing/2014/main" id="{595540DD-3F84-4F12-90E7-3F67B4F3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20-线-0061">
            <a:extLst xmlns:a="http://schemas.openxmlformats.org/drawingml/2006/main">
              <a:ext uri="{FF2B5EF4-FFF2-40B4-BE49-F238E27FC236}">
                <a16:creationId xmlns:a16="http://schemas.microsoft.com/office/drawing/2014/main" id="{B9AA1E21-8F1F-43E2-B4D4-B032226C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084388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20-线-0062">
            <a:extLst xmlns:a="http://schemas.openxmlformats.org/drawingml/2006/main">
              <a:ext uri="{FF2B5EF4-FFF2-40B4-BE49-F238E27FC236}">
                <a16:creationId xmlns:a16="http://schemas.microsoft.com/office/drawing/2014/main" id="{E61103F8-5C9A-4DD4-9592-2721F1A5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20-线-0063">
            <a:extLst xmlns:a="http://schemas.openxmlformats.org/drawingml/2006/main">
              <a:ext uri="{FF2B5EF4-FFF2-40B4-BE49-F238E27FC236}">
                <a16:creationId xmlns:a16="http://schemas.microsoft.com/office/drawing/2014/main" id="{2AD7C80A-B632-48F0-8C5C-6AB7B300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084388"/>
            <a:ext cx="324802" cy="217488"/>
          </a:xfrm>
          <a:custGeom xmlns:a="http://schemas.openxmlformats.org/drawingml/2006/main">
            <a:pathLst>
              <a:path w="324802" h="217488">
                <a:moveTo>
                  <a:pt x="0" y="0"/>
                </a:moveTo>
                <a:lnTo>
                  <a:pt x="324802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20-线-0064">
            <a:extLst xmlns:a="http://schemas.openxmlformats.org/drawingml/2006/main">
              <a:ext uri="{FF2B5EF4-FFF2-40B4-BE49-F238E27FC236}">
                <a16:creationId xmlns:a16="http://schemas.microsoft.com/office/drawing/2014/main" id="{694C971F-B7A0-4231-89BE-04AE73C9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20-线-0065">
            <a:extLst xmlns:a="http://schemas.openxmlformats.org/drawingml/2006/main">
              <a:ext uri="{FF2B5EF4-FFF2-40B4-BE49-F238E27FC236}">
                <a16:creationId xmlns:a16="http://schemas.microsoft.com/office/drawing/2014/main" id="{7933DD3C-6232-4151-ADEF-225EA1F0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20-线-0066">
            <a:extLst xmlns:a="http://schemas.openxmlformats.org/drawingml/2006/main">
              <a:ext uri="{FF2B5EF4-FFF2-40B4-BE49-F238E27FC236}">
                <a16:creationId xmlns:a16="http://schemas.microsoft.com/office/drawing/2014/main" id="{BDD1DADE-8577-49D5-842F-57FE8F3C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7" name="p20-线-0067">
            <a:extLst xmlns:a="http://schemas.openxmlformats.org/drawingml/2006/main">
              <a:ext uri="{FF2B5EF4-FFF2-40B4-BE49-F238E27FC236}">
                <a16:creationId xmlns:a16="http://schemas.microsoft.com/office/drawing/2014/main" id="{61CDB9F7-9458-43AD-B10F-014DEA6D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20-线-0068">
            <a:extLst xmlns:a="http://schemas.openxmlformats.org/drawingml/2006/main">
              <a:ext uri="{FF2B5EF4-FFF2-40B4-BE49-F238E27FC236}">
                <a16:creationId xmlns:a16="http://schemas.microsoft.com/office/drawing/2014/main" id="{01668CFD-B4D3-4682-8F04-C1F07B7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20-线-0069">
            <a:extLst xmlns:a="http://schemas.openxmlformats.org/drawingml/2006/main">
              <a:ext uri="{FF2B5EF4-FFF2-40B4-BE49-F238E27FC236}">
                <a16:creationId xmlns:a16="http://schemas.microsoft.com/office/drawing/2014/main" id="{4B949751-AB33-407C-98FE-54642C56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20-线-0070">
            <a:extLst xmlns:a="http://schemas.openxmlformats.org/drawingml/2006/main">
              <a:ext uri="{FF2B5EF4-FFF2-40B4-BE49-F238E27FC236}">
                <a16:creationId xmlns:a16="http://schemas.microsoft.com/office/drawing/2014/main" id="{8A9378E8-9D96-4F73-B590-CEB839FD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20-线-0071">
            <a:extLst xmlns:a="http://schemas.openxmlformats.org/drawingml/2006/main">
              <a:ext uri="{FF2B5EF4-FFF2-40B4-BE49-F238E27FC236}">
                <a16:creationId xmlns:a16="http://schemas.microsoft.com/office/drawing/2014/main" id="{0D8C0794-C9DE-4925-B321-9527753C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20-线-0072">
            <a:extLst xmlns:a="http://schemas.openxmlformats.org/drawingml/2006/main">
              <a:ext uri="{FF2B5EF4-FFF2-40B4-BE49-F238E27FC236}">
                <a16:creationId xmlns:a16="http://schemas.microsoft.com/office/drawing/2014/main" id="{75B55DF1-44A8-45EB-8437-37966AA3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3" name="p20-线-0073">
            <a:extLst xmlns:a="http://schemas.openxmlformats.org/drawingml/2006/main">
              <a:ext uri="{FF2B5EF4-FFF2-40B4-BE49-F238E27FC236}">
                <a16:creationId xmlns:a16="http://schemas.microsoft.com/office/drawing/2014/main" id="{8EBD48D9-9E8C-49EC-8876-4F1DE39C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20-线-0074">
            <a:extLst xmlns:a="http://schemas.openxmlformats.org/drawingml/2006/main">
              <a:ext uri="{FF2B5EF4-FFF2-40B4-BE49-F238E27FC236}">
                <a16:creationId xmlns:a16="http://schemas.microsoft.com/office/drawing/2014/main" id="{A0E5B69E-3E47-4907-A4D1-54E598CD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20-线-0075">
            <a:extLst xmlns:a="http://schemas.openxmlformats.org/drawingml/2006/main">
              <a:ext uri="{FF2B5EF4-FFF2-40B4-BE49-F238E27FC236}">
                <a16:creationId xmlns:a16="http://schemas.microsoft.com/office/drawing/2014/main" id="{63456A43-49D5-48B6-8D53-9D906C8D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6" name="p20-线-0076">
            <a:extLst xmlns:a="http://schemas.openxmlformats.org/drawingml/2006/main">
              <a:ext uri="{FF2B5EF4-FFF2-40B4-BE49-F238E27FC236}">
                <a16:creationId xmlns:a16="http://schemas.microsoft.com/office/drawing/2014/main" id="{AC58BE0A-83B3-4C6D-9642-4E592A8D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20-线-0077">
            <a:extLst xmlns:a="http://schemas.openxmlformats.org/drawingml/2006/main">
              <a:ext uri="{FF2B5EF4-FFF2-40B4-BE49-F238E27FC236}">
                <a16:creationId xmlns:a16="http://schemas.microsoft.com/office/drawing/2014/main" id="{AEA27239-BFB1-4B0C-B2D8-9B9149E1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20-线-0078">
            <a:extLst xmlns:a="http://schemas.openxmlformats.org/drawingml/2006/main">
              <a:ext uri="{FF2B5EF4-FFF2-40B4-BE49-F238E27FC236}">
                <a16:creationId xmlns:a16="http://schemas.microsoft.com/office/drawing/2014/main" id="{1E785B3D-80BB-4B37-ACC6-51372337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9" name="p20-线-0079">
            <a:extLst xmlns:a="http://schemas.openxmlformats.org/drawingml/2006/main">
              <a:ext uri="{FF2B5EF4-FFF2-40B4-BE49-F238E27FC236}">
                <a16:creationId xmlns:a16="http://schemas.microsoft.com/office/drawing/2014/main" id="{79DB1D7B-8314-40FB-8227-9A062CEB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084388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20-线-0080">
            <a:extLst xmlns:a="http://schemas.openxmlformats.org/drawingml/2006/main">
              <a:ext uri="{FF2B5EF4-FFF2-40B4-BE49-F238E27FC236}">
                <a16:creationId xmlns:a16="http://schemas.microsoft.com/office/drawing/2014/main" id="{59258310-9281-4AD9-867D-7CDB4941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20-线-0081">
            <a:extLst xmlns:a="http://schemas.openxmlformats.org/drawingml/2006/main">
              <a:ext uri="{FF2B5EF4-FFF2-40B4-BE49-F238E27FC236}">
                <a16:creationId xmlns:a16="http://schemas.microsoft.com/office/drawing/2014/main" id="{149506BA-D14E-47B9-AAAB-872394C9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084388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2" name="p20-线-0082">
            <a:extLst xmlns:a="http://schemas.openxmlformats.org/drawingml/2006/main">
              <a:ext uri="{FF2B5EF4-FFF2-40B4-BE49-F238E27FC236}">
                <a16:creationId xmlns:a16="http://schemas.microsoft.com/office/drawing/2014/main" id="{55916230-9741-4CB2-A021-B99E9967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84388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20-线-0083">
            <a:extLst xmlns:a="http://schemas.openxmlformats.org/drawingml/2006/main">
              <a:ext uri="{FF2B5EF4-FFF2-40B4-BE49-F238E27FC236}">
                <a16:creationId xmlns:a16="http://schemas.microsoft.com/office/drawing/2014/main" id="{A865DE2F-BE13-4E4D-9477-E7128D01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20-线-0084">
            <a:extLst xmlns:a="http://schemas.openxmlformats.org/drawingml/2006/main">
              <a:ext uri="{FF2B5EF4-FFF2-40B4-BE49-F238E27FC236}">
                <a16:creationId xmlns:a16="http://schemas.microsoft.com/office/drawing/2014/main" id="{A61CE117-BC43-4012-9291-DC18E6FB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20-线-0085">
            <a:extLst xmlns:a="http://schemas.openxmlformats.org/drawingml/2006/main">
              <a:ext uri="{FF2B5EF4-FFF2-40B4-BE49-F238E27FC236}">
                <a16:creationId xmlns:a16="http://schemas.microsoft.com/office/drawing/2014/main" id="{4716930E-1362-4943-81FE-AF4D30A0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6" name="p20-线-0086">
            <a:extLst xmlns:a="http://schemas.openxmlformats.org/drawingml/2006/main">
              <a:ext uri="{FF2B5EF4-FFF2-40B4-BE49-F238E27FC236}">
                <a16:creationId xmlns:a16="http://schemas.microsoft.com/office/drawing/2014/main" id="{5845A5F3-1BFF-4629-BB92-1DC718C2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20-线-0087">
            <a:extLst xmlns:a="http://schemas.openxmlformats.org/drawingml/2006/main">
              <a:ext uri="{FF2B5EF4-FFF2-40B4-BE49-F238E27FC236}">
                <a16:creationId xmlns:a16="http://schemas.microsoft.com/office/drawing/2014/main" id="{55C769A8-5C1C-4C9B-BCCD-416A2C79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8" name="p20-线-0088">
            <a:extLst xmlns:a="http://schemas.openxmlformats.org/drawingml/2006/main">
              <a:ext uri="{FF2B5EF4-FFF2-40B4-BE49-F238E27FC236}">
                <a16:creationId xmlns:a16="http://schemas.microsoft.com/office/drawing/2014/main" id="{237E5A80-1171-44A9-8244-30C39F26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9" name="p20-线-0089">
            <a:extLst xmlns:a="http://schemas.openxmlformats.org/drawingml/2006/main">
              <a:ext uri="{FF2B5EF4-FFF2-40B4-BE49-F238E27FC236}">
                <a16:creationId xmlns:a16="http://schemas.microsoft.com/office/drawing/2014/main" id="{6F2ED976-5EFB-44CB-B38F-D6D1BA91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20-线-0090">
            <a:extLst xmlns:a="http://schemas.openxmlformats.org/drawingml/2006/main">
              <a:ext uri="{FF2B5EF4-FFF2-40B4-BE49-F238E27FC236}">
                <a16:creationId xmlns:a16="http://schemas.microsoft.com/office/drawing/2014/main" id="{E430489D-D322-4EFC-9C8F-B6EA52ED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20-线-0091">
            <a:extLst xmlns:a="http://schemas.openxmlformats.org/drawingml/2006/main">
              <a:ext uri="{FF2B5EF4-FFF2-40B4-BE49-F238E27FC236}">
                <a16:creationId xmlns:a16="http://schemas.microsoft.com/office/drawing/2014/main" id="{5A2BD946-49F1-4854-B9EF-DF032E2F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20-线-0092">
            <a:extLst xmlns:a="http://schemas.openxmlformats.org/drawingml/2006/main">
              <a:ext uri="{FF2B5EF4-FFF2-40B4-BE49-F238E27FC236}">
                <a16:creationId xmlns:a16="http://schemas.microsoft.com/office/drawing/2014/main" id="{823D0F13-ABF4-4C9F-BFC0-4DCED5B3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301875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20-线-0093">
            <a:extLst xmlns:a="http://schemas.openxmlformats.org/drawingml/2006/main">
              <a:ext uri="{FF2B5EF4-FFF2-40B4-BE49-F238E27FC236}">
                <a16:creationId xmlns:a16="http://schemas.microsoft.com/office/drawing/2014/main" id="{CD34F301-C975-45F1-997A-6D36F4E6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20-线-0094">
            <a:extLst xmlns:a="http://schemas.openxmlformats.org/drawingml/2006/main">
              <a:ext uri="{FF2B5EF4-FFF2-40B4-BE49-F238E27FC236}">
                <a16:creationId xmlns:a16="http://schemas.microsoft.com/office/drawing/2014/main" id="{ECAAF998-4494-4C63-BB5C-F1B1039A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301875"/>
            <a:ext cx="324802" cy="217488"/>
          </a:xfrm>
          <a:custGeom xmlns:a="http://schemas.openxmlformats.org/drawingml/2006/main">
            <a:pathLst>
              <a:path w="324802" h="217488">
                <a:moveTo>
                  <a:pt x="0" y="0"/>
                </a:moveTo>
                <a:lnTo>
                  <a:pt x="324802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20-线-0095">
            <a:extLst xmlns:a="http://schemas.openxmlformats.org/drawingml/2006/main">
              <a:ext uri="{FF2B5EF4-FFF2-40B4-BE49-F238E27FC236}">
                <a16:creationId xmlns:a16="http://schemas.microsoft.com/office/drawing/2014/main" id="{7149E913-51F4-4D7A-96B0-E8A480D8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20-线-0096">
            <a:extLst xmlns:a="http://schemas.openxmlformats.org/drawingml/2006/main">
              <a:ext uri="{FF2B5EF4-FFF2-40B4-BE49-F238E27FC236}">
                <a16:creationId xmlns:a16="http://schemas.microsoft.com/office/drawing/2014/main" id="{50BC4645-EE71-4D63-A1FD-31E228AB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20-线-0097">
            <a:extLst xmlns:a="http://schemas.openxmlformats.org/drawingml/2006/main">
              <a:ext uri="{FF2B5EF4-FFF2-40B4-BE49-F238E27FC236}">
                <a16:creationId xmlns:a16="http://schemas.microsoft.com/office/drawing/2014/main" id="{B73BE0B2-38A1-42AE-AF61-8D5BA4FB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20-线-0098">
            <a:extLst xmlns:a="http://schemas.openxmlformats.org/drawingml/2006/main">
              <a:ext uri="{FF2B5EF4-FFF2-40B4-BE49-F238E27FC236}">
                <a16:creationId xmlns:a16="http://schemas.microsoft.com/office/drawing/2014/main" id="{848C48D3-4023-4C07-B339-485088B2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20-线-0099">
            <a:extLst xmlns:a="http://schemas.openxmlformats.org/drawingml/2006/main">
              <a:ext uri="{FF2B5EF4-FFF2-40B4-BE49-F238E27FC236}">
                <a16:creationId xmlns:a16="http://schemas.microsoft.com/office/drawing/2014/main" id="{79A226E6-1EEA-41DC-8690-C72978D1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20-线-0100">
            <a:extLst xmlns:a="http://schemas.openxmlformats.org/drawingml/2006/main">
              <a:ext uri="{FF2B5EF4-FFF2-40B4-BE49-F238E27FC236}">
                <a16:creationId xmlns:a16="http://schemas.microsoft.com/office/drawing/2014/main" id="{3B7681C9-6138-4CF4-92B3-DA345EF9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20-线-0101">
            <a:extLst xmlns:a="http://schemas.openxmlformats.org/drawingml/2006/main">
              <a:ext uri="{FF2B5EF4-FFF2-40B4-BE49-F238E27FC236}">
                <a16:creationId xmlns:a16="http://schemas.microsoft.com/office/drawing/2014/main" id="{924025F8-E1F8-479D-87ED-14D01DB6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20-线-0102">
            <a:extLst xmlns:a="http://schemas.openxmlformats.org/drawingml/2006/main">
              <a:ext uri="{FF2B5EF4-FFF2-40B4-BE49-F238E27FC236}">
                <a16:creationId xmlns:a16="http://schemas.microsoft.com/office/drawing/2014/main" id="{BBD069F2-5C1C-428E-B86A-A82ABF52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20-线-0103">
            <a:extLst xmlns:a="http://schemas.openxmlformats.org/drawingml/2006/main">
              <a:ext uri="{FF2B5EF4-FFF2-40B4-BE49-F238E27FC236}">
                <a16:creationId xmlns:a16="http://schemas.microsoft.com/office/drawing/2014/main" id="{7F66214D-6E7E-46EA-95CE-01D9D1F2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20-线-0104">
            <a:extLst xmlns:a="http://schemas.openxmlformats.org/drawingml/2006/main">
              <a:ext uri="{FF2B5EF4-FFF2-40B4-BE49-F238E27FC236}">
                <a16:creationId xmlns:a16="http://schemas.microsoft.com/office/drawing/2014/main" id="{CF8DDC6A-99B8-4D72-8632-A2A96624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20-线-0105">
            <a:extLst xmlns:a="http://schemas.openxmlformats.org/drawingml/2006/main">
              <a:ext uri="{FF2B5EF4-FFF2-40B4-BE49-F238E27FC236}">
                <a16:creationId xmlns:a16="http://schemas.microsoft.com/office/drawing/2014/main" id="{037A1F3F-7588-4BDA-AF20-BB83D299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20-线-0106">
            <a:extLst xmlns:a="http://schemas.openxmlformats.org/drawingml/2006/main">
              <a:ext uri="{FF2B5EF4-FFF2-40B4-BE49-F238E27FC236}">
                <a16:creationId xmlns:a16="http://schemas.microsoft.com/office/drawing/2014/main" id="{E78456C4-407E-4825-80DA-A5CCE96F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20-线-0107">
            <a:extLst xmlns:a="http://schemas.openxmlformats.org/drawingml/2006/main">
              <a:ext uri="{FF2B5EF4-FFF2-40B4-BE49-F238E27FC236}">
                <a16:creationId xmlns:a16="http://schemas.microsoft.com/office/drawing/2014/main" id="{3439D6A4-B6DA-4DB9-B414-804EA923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20-线-0108">
            <a:extLst xmlns:a="http://schemas.openxmlformats.org/drawingml/2006/main">
              <a:ext uri="{FF2B5EF4-FFF2-40B4-BE49-F238E27FC236}">
                <a16:creationId xmlns:a16="http://schemas.microsoft.com/office/drawing/2014/main" id="{EC5F2FA6-B928-41B0-A143-5BC629F8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20-线-0109">
            <a:extLst xmlns:a="http://schemas.openxmlformats.org/drawingml/2006/main">
              <a:ext uri="{FF2B5EF4-FFF2-40B4-BE49-F238E27FC236}">
                <a16:creationId xmlns:a16="http://schemas.microsoft.com/office/drawing/2014/main" id="{4207B6CC-0B34-4B27-941A-5934CC2F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20-线-0110">
            <a:extLst xmlns:a="http://schemas.openxmlformats.org/drawingml/2006/main">
              <a:ext uri="{FF2B5EF4-FFF2-40B4-BE49-F238E27FC236}">
                <a16:creationId xmlns:a16="http://schemas.microsoft.com/office/drawing/2014/main" id="{715318EC-184A-4D3C-8FE8-872ACE05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30187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20-线-0111">
            <a:extLst xmlns:a="http://schemas.openxmlformats.org/drawingml/2006/main">
              <a:ext uri="{FF2B5EF4-FFF2-40B4-BE49-F238E27FC236}">
                <a16:creationId xmlns:a16="http://schemas.microsoft.com/office/drawing/2014/main" id="{D7BAF83E-290A-445F-B708-FCD3ABCF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20-线-0112">
            <a:extLst xmlns:a="http://schemas.openxmlformats.org/drawingml/2006/main">
              <a:ext uri="{FF2B5EF4-FFF2-40B4-BE49-F238E27FC236}">
                <a16:creationId xmlns:a16="http://schemas.microsoft.com/office/drawing/2014/main" id="{90FF3CAC-54D1-4505-A14F-7968E58B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301875"/>
            <a:ext cx="324803" cy="217488"/>
          </a:xfrm>
          <a:custGeom xmlns:a="http://schemas.openxmlformats.org/drawingml/2006/main">
            <a:pathLst>
              <a:path w="324803" h="217488">
                <a:moveTo>
                  <a:pt x="0" y="0"/>
                </a:moveTo>
                <a:lnTo>
                  <a:pt x="324803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20-线-0113">
            <a:extLst xmlns:a="http://schemas.openxmlformats.org/drawingml/2006/main">
              <a:ext uri="{FF2B5EF4-FFF2-40B4-BE49-F238E27FC236}">
                <a16:creationId xmlns:a16="http://schemas.microsoft.com/office/drawing/2014/main" id="{59450707-FCBF-46DA-8FBE-8AA6C647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301875"/>
            <a:ext cx="95" cy="217488"/>
          </a:xfrm>
          <a:custGeom xmlns:a="http://schemas.openxmlformats.org/drawingml/2006/main">
            <a:pathLst>
              <a:path w="95" h="217488">
                <a:moveTo>
                  <a:pt x="0" y="0"/>
                </a:moveTo>
                <a:lnTo>
                  <a:pt x="0" y="21748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20-线-0114">
            <a:extLst xmlns:a="http://schemas.openxmlformats.org/drawingml/2006/main">
              <a:ext uri="{FF2B5EF4-FFF2-40B4-BE49-F238E27FC236}">
                <a16:creationId xmlns:a16="http://schemas.microsoft.com/office/drawing/2014/main" id="{67DED1D8-A49B-4244-AA55-D784CFE2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20-线-0115">
            <a:extLst xmlns:a="http://schemas.openxmlformats.org/drawingml/2006/main">
              <a:ext uri="{FF2B5EF4-FFF2-40B4-BE49-F238E27FC236}">
                <a16:creationId xmlns:a16="http://schemas.microsoft.com/office/drawing/2014/main" id="{B826461C-D82A-46F1-B50E-F70E6E4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20-线-0116">
            <a:extLst xmlns:a="http://schemas.openxmlformats.org/drawingml/2006/main">
              <a:ext uri="{FF2B5EF4-FFF2-40B4-BE49-F238E27FC236}">
                <a16:creationId xmlns:a16="http://schemas.microsoft.com/office/drawing/2014/main" id="{AED8FF69-E92E-4968-BB02-FA1B98C5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7" name="p20-线-0117">
            <a:extLst xmlns:a="http://schemas.openxmlformats.org/drawingml/2006/main">
              <a:ext uri="{FF2B5EF4-FFF2-40B4-BE49-F238E27FC236}">
                <a16:creationId xmlns:a16="http://schemas.microsoft.com/office/drawing/2014/main" id="{421A3AC0-C3E6-4F02-BA1E-B6CD3845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20-线-0118">
            <a:extLst xmlns:a="http://schemas.openxmlformats.org/drawingml/2006/main">
              <a:ext uri="{FF2B5EF4-FFF2-40B4-BE49-F238E27FC236}">
                <a16:creationId xmlns:a16="http://schemas.microsoft.com/office/drawing/2014/main" id="{61A65349-9C38-4B23-9644-01AEB86E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9" name="p20-线-0119">
            <a:extLst xmlns:a="http://schemas.openxmlformats.org/drawingml/2006/main">
              <a:ext uri="{FF2B5EF4-FFF2-40B4-BE49-F238E27FC236}">
                <a16:creationId xmlns:a16="http://schemas.microsoft.com/office/drawing/2014/main" id="{2398950F-BCCD-4D99-92F4-5F528514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0" name="p20-线-0120">
            <a:extLst xmlns:a="http://schemas.openxmlformats.org/drawingml/2006/main">
              <a:ext uri="{FF2B5EF4-FFF2-40B4-BE49-F238E27FC236}">
                <a16:creationId xmlns:a16="http://schemas.microsoft.com/office/drawing/2014/main" id="{2F2EC433-70EC-4E34-B0EF-EC406635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20-线-0121">
            <a:extLst xmlns:a="http://schemas.openxmlformats.org/drawingml/2006/main">
              <a:ext uri="{FF2B5EF4-FFF2-40B4-BE49-F238E27FC236}">
                <a16:creationId xmlns:a16="http://schemas.microsoft.com/office/drawing/2014/main" id="{9B55CD15-1283-469E-95D2-5583EC6F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20-线-0122">
            <a:extLst xmlns:a="http://schemas.openxmlformats.org/drawingml/2006/main">
              <a:ext uri="{FF2B5EF4-FFF2-40B4-BE49-F238E27FC236}">
                <a16:creationId xmlns:a16="http://schemas.microsoft.com/office/drawing/2014/main" id="{A937A4D2-AA65-4447-AD61-9DCC1412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20-线-0123">
            <a:extLst xmlns:a="http://schemas.openxmlformats.org/drawingml/2006/main">
              <a:ext uri="{FF2B5EF4-FFF2-40B4-BE49-F238E27FC236}">
                <a16:creationId xmlns:a16="http://schemas.microsoft.com/office/drawing/2014/main" id="{A6389CE8-C6C5-45A9-AB9A-5DC60B81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519363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20-线-0124">
            <a:extLst xmlns:a="http://schemas.openxmlformats.org/drawingml/2006/main">
              <a:ext uri="{FF2B5EF4-FFF2-40B4-BE49-F238E27FC236}">
                <a16:creationId xmlns:a16="http://schemas.microsoft.com/office/drawing/2014/main" id="{78851315-1A8B-4BE4-9E96-8E482FEA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20-线-0125">
            <a:extLst xmlns:a="http://schemas.openxmlformats.org/drawingml/2006/main">
              <a:ext uri="{FF2B5EF4-FFF2-40B4-BE49-F238E27FC236}">
                <a16:creationId xmlns:a16="http://schemas.microsoft.com/office/drawing/2014/main" id="{3E567E0C-446C-4BE0-A2AF-F691C365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519363"/>
            <a:ext cx="324802" cy="217487"/>
          </a:xfrm>
          <a:custGeom xmlns:a="http://schemas.openxmlformats.org/drawingml/2006/main">
            <a:pathLst>
              <a:path w="324802" h="217487">
                <a:moveTo>
                  <a:pt x="0" y="0"/>
                </a:moveTo>
                <a:lnTo>
                  <a:pt x="324802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20-线-0126">
            <a:extLst xmlns:a="http://schemas.openxmlformats.org/drawingml/2006/main">
              <a:ext uri="{FF2B5EF4-FFF2-40B4-BE49-F238E27FC236}">
                <a16:creationId xmlns:a16="http://schemas.microsoft.com/office/drawing/2014/main" id="{EE4CB182-42FC-44C2-B9CF-E5ACD214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20-线-0127">
            <a:extLst xmlns:a="http://schemas.openxmlformats.org/drawingml/2006/main">
              <a:ext uri="{FF2B5EF4-FFF2-40B4-BE49-F238E27FC236}">
                <a16:creationId xmlns:a16="http://schemas.microsoft.com/office/drawing/2014/main" id="{1475D298-2044-4A6D-8C9F-78E462CD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20-线-0128">
            <a:extLst xmlns:a="http://schemas.openxmlformats.org/drawingml/2006/main">
              <a:ext uri="{FF2B5EF4-FFF2-40B4-BE49-F238E27FC236}">
                <a16:creationId xmlns:a16="http://schemas.microsoft.com/office/drawing/2014/main" id="{342F5358-7199-413D-B4CB-73B11073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20-线-0129">
            <a:extLst xmlns:a="http://schemas.openxmlformats.org/drawingml/2006/main">
              <a:ext uri="{FF2B5EF4-FFF2-40B4-BE49-F238E27FC236}">
                <a16:creationId xmlns:a16="http://schemas.microsoft.com/office/drawing/2014/main" id="{B81A8A85-F071-42A7-AC8E-EB3468EB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20-线-0130">
            <a:extLst xmlns:a="http://schemas.openxmlformats.org/drawingml/2006/main">
              <a:ext uri="{FF2B5EF4-FFF2-40B4-BE49-F238E27FC236}">
                <a16:creationId xmlns:a16="http://schemas.microsoft.com/office/drawing/2014/main" id="{E270E05A-3539-43FD-8DFC-F2F26063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20-线-0131">
            <a:extLst xmlns:a="http://schemas.openxmlformats.org/drawingml/2006/main">
              <a:ext uri="{FF2B5EF4-FFF2-40B4-BE49-F238E27FC236}">
                <a16:creationId xmlns:a16="http://schemas.microsoft.com/office/drawing/2014/main" id="{EC1E3760-54D6-4B61-8F9E-9662796C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20-线-0132">
            <a:extLst xmlns:a="http://schemas.openxmlformats.org/drawingml/2006/main">
              <a:ext uri="{FF2B5EF4-FFF2-40B4-BE49-F238E27FC236}">
                <a16:creationId xmlns:a16="http://schemas.microsoft.com/office/drawing/2014/main" id="{D953063A-963E-43C2-A379-C25D5568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20-线-0133">
            <a:extLst xmlns:a="http://schemas.openxmlformats.org/drawingml/2006/main">
              <a:ext uri="{FF2B5EF4-FFF2-40B4-BE49-F238E27FC236}">
                <a16:creationId xmlns:a16="http://schemas.microsoft.com/office/drawing/2014/main" id="{FC82CFB2-74E0-4A24-9CE5-CF6A275D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20-线-0134">
            <a:extLst xmlns:a="http://schemas.openxmlformats.org/drawingml/2006/main">
              <a:ext uri="{FF2B5EF4-FFF2-40B4-BE49-F238E27FC236}">
                <a16:creationId xmlns:a16="http://schemas.microsoft.com/office/drawing/2014/main" id="{03298A35-9A7B-4CD4-9841-925D3467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20-线-0135">
            <a:extLst xmlns:a="http://schemas.openxmlformats.org/drawingml/2006/main">
              <a:ext uri="{FF2B5EF4-FFF2-40B4-BE49-F238E27FC236}">
                <a16:creationId xmlns:a16="http://schemas.microsoft.com/office/drawing/2014/main" id="{2BA63749-0B93-4F72-AC0C-FB68F38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20-线-0136">
            <a:extLst xmlns:a="http://schemas.openxmlformats.org/drawingml/2006/main">
              <a:ext uri="{FF2B5EF4-FFF2-40B4-BE49-F238E27FC236}">
                <a16:creationId xmlns:a16="http://schemas.microsoft.com/office/drawing/2014/main" id="{4A69A2D6-E2DA-4C05-B1DC-7F42252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20-线-0137">
            <a:extLst xmlns:a="http://schemas.openxmlformats.org/drawingml/2006/main">
              <a:ext uri="{FF2B5EF4-FFF2-40B4-BE49-F238E27FC236}">
                <a16:creationId xmlns:a16="http://schemas.microsoft.com/office/drawing/2014/main" id="{6600B33D-A79B-401B-9711-F89569FD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20-线-0138">
            <a:extLst xmlns:a="http://schemas.openxmlformats.org/drawingml/2006/main">
              <a:ext uri="{FF2B5EF4-FFF2-40B4-BE49-F238E27FC236}">
                <a16:creationId xmlns:a16="http://schemas.microsoft.com/office/drawing/2014/main" id="{7D28BBD4-863B-47F4-81E9-5C3C9F4D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20-线-0139">
            <a:extLst xmlns:a="http://schemas.openxmlformats.org/drawingml/2006/main">
              <a:ext uri="{FF2B5EF4-FFF2-40B4-BE49-F238E27FC236}">
                <a16:creationId xmlns:a16="http://schemas.microsoft.com/office/drawing/2014/main" id="{4AB82402-EAFC-43A0-9E8A-D12DA08C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20-线-0140">
            <a:extLst xmlns:a="http://schemas.openxmlformats.org/drawingml/2006/main">
              <a:ext uri="{FF2B5EF4-FFF2-40B4-BE49-F238E27FC236}">
                <a16:creationId xmlns:a16="http://schemas.microsoft.com/office/drawing/2014/main" id="{8625CB15-FF7E-4FEC-B4E7-C324A2DB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20-线-0141">
            <a:extLst xmlns:a="http://schemas.openxmlformats.org/drawingml/2006/main">
              <a:ext uri="{FF2B5EF4-FFF2-40B4-BE49-F238E27FC236}">
                <a16:creationId xmlns:a16="http://schemas.microsoft.com/office/drawing/2014/main" id="{27A1D50D-FE52-4FFF-B98A-87037AEE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519363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20-线-0142">
            <a:extLst xmlns:a="http://schemas.openxmlformats.org/drawingml/2006/main">
              <a:ext uri="{FF2B5EF4-FFF2-40B4-BE49-F238E27FC236}">
                <a16:creationId xmlns:a16="http://schemas.microsoft.com/office/drawing/2014/main" id="{DBC82C57-1D9F-445C-9C75-7F962274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20-线-0143">
            <a:extLst xmlns:a="http://schemas.openxmlformats.org/drawingml/2006/main">
              <a:ext uri="{FF2B5EF4-FFF2-40B4-BE49-F238E27FC236}">
                <a16:creationId xmlns:a16="http://schemas.microsoft.com/office/drawing/2014/main" id="{8DC6FFF4-B642-4CB4-97D8-3499263B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519363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20-线-0144">
            <a:extLst xmlns:a="http://schemas.openxmlformats.org/drawingml/2006/main">
              <a:ext uri="{FF2B5EF4-FFF2-40B4-BE49-F238E27FC236}">
                <a16:creationId xmlns:a16="http://schemas.microsoft.com/office/drawing/2014/main" id="{CFAAD903-B33E-4752-AECB-64D2134E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19363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20-线-0145">
            <a:extLst xmlns:a="http://schemas.openxmlformats.org/drawingml/2006/main">
              <a:ext uri="{FF2B5EF4-FFF2-40B4-BE49-F238E27FC236}">
                <a16:creationId xmlns:a16="http://schemas.microsoft.com/office/drawing/2014/main" id="{F2411A06-CD9F-431E-8F29-4E3767C6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20-线-0146">
            <a:extLst xmlns:a="http://schemas.openxmlformats.org/drawingml/2006/main">
              <a:ext uri="{FF2B5EF4-FFF2-40B4-BE49-F238E27FC236}">
                <a16:creationId xmlns:a16="http://schemas.microsoft.com/office/drawing/2014/main" id="{5CCE2A56-7284-4B8A-B026-C7A87182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20-线-0147">
            <a:extLst xmlns:a="http://schemas.openxmlformats.org/drawingml/2006/main">
              <a:ext uri="{FF2B5EF4-FFF2-40B4-BE49-F238E27FC236}">
                <a16:creationId xmlns:a16="http://schemas.microsoft.com/office/drawing/2014/main" id="{ACA9D51F-6BD2-4D74-94FE-E85A5BEE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8" name="p20-线-0148">
            <a:extLst xmlns:a="http://schemas.openxmlformats.org/drawingml/2006/main">
              <a:ext uri="{FF2B5EF4-FFF2-40B4-BE49-F238E27FC236}">
                <a16:creationId xmlns:a16="http://schemas.microsoft.com/office/drawing/2014/main" id="{36B2874D-3033-4E2A-9577-1BD9128C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20-线-0149">
            <a:extLst xmlns:a="http://schemas.openxmlformats.org/drawingml/2006/main">
              <a:ext uri="{FF2B5EF4-FFF2-40B4-BE49-F238E27FC236}">
                <a16:creationId xmlns:a16="http://schemas.microsoft.com/office/drawing/2014/main" id="{31887EAA-3ABB-456B-9F96-B0E75059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0" name="p20-线-0150">
            <a:extLst xmlns:a="http://schemas.openxmlformats.org/drawingml/2006/main">
              <a:ext uri="{FF2B5EF4-FFF2-40B4-BE49-F238E27FC236}">
                <a16:creationId xmlns:a16="http://schemas.microsoft.com/office/drawing/2014/main" id="{FE6C3E2E-0744-45D6-BAD8-4C900183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1" name="p20-线-0151">
            <a:extLst xmlns:a="http://schemas.openxmlformats.org/drawingml/2006/main">
              <a:ext uri="{FF2B5EF4-FFF2-40B4-BE49-F238E27FC236}">
                <a16:creationId xmlns:a16="http://schemas.microsoft.com/office/drawing/2014/main" id="{1B040C77-E76A-4907-90C6-5BD3499C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20-线-0152">
            <a:extLst xmlns:a="http://schemas.openxmlformats.org/drawingml/2006/main">
              <a:ext uri="{FF2B5EF4-FFF2-40B4-BE49-F238E27FC236}">
                <a16:creationId xmlns:a16="http://schemas.microsoft.com/office/drawing/2014/main" id="{E01506F9-5659-4D63-A92A-80E61913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20-线-0153">
            <a:extLst xmlns:a="http://schemas.openxmlformats.org/drawingml/2006/main">
              <a:ext uri="{FF2B5EF4-FFF2-40B4-BE49-F238E27FC236}">
                <a16:creationId xmlns:a16="http://schemas.microsoft.com/office/drawing/2014/main" id="{DD1EBCF6-5E02-41BE-BC0C-E61989E1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20-线-0154">
            <a:extLst xmlns:a="http://schemas.openxmlformats.org/drawingml/2006/main">
              <a:ext uri="{FF2B5EF4-FFF2-40B4-BE49-F238E27FC236}">
                <a16:creationId xmlns:a16="http://schemas.microsoft.com/office/drawing/2014/main" id="{F6022775-8859-4D74-A18E-7E77BA2F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736850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20-线-0155">
            <a:extLst xmlns:a="http://schemas.openxmlformats.org/drawingml/2006/main">
              <a:ext uri="{FF2B5EF4-FFF2-40B4-BE49-F238E27FC236}">
                <a16:creationId xmlns:a16="http://schemas.microsoft.com/office/drawing/2014/main" id="{7224C950-E7D5-430B-9691-AD96D6CC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20-线-0156">
            <a:extLst xmlns:a="http://schemas.openxmlformats.org/drawingml/2006/main">
              <a:ext uri="{FF2B5EF4-FFF2-40B4-BE49-F238E27FC236}">
                <a16:creationId xmlns:a16="http://schemas.microsoft.com/office/drawing/2014/main" id="{7F437CF4-D871-4707-B22F-74DDA064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736850"/>
            <a:ext cx="324802" cy="217487"/>
          </a:xfrm>
          <a:custGeom xmlns:a="http://schemas.openxmlformats.org/drawingml/2006/main">
            <a:pathLst>
              <a:path w="324802" h="217487">
                <a:moveTo>
                  <a:pt x="0" y="0"/>
                </a:moveTo>
                <a:lnTo>
                  <a:pt x="324802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20-线-0157">
            <a:extLst xmlns:a="http://schemas.openxmlformats.org/drawingml/2006/main">
              <a:ext uri="{FF2B5EF4-FFF2-40B4-BE49-F238E27FC236}">
                <a16:creationId xmlns:a16="http://schemas.microsoft.com/office/drawing/2014/main" id="{697AD9BC-7A5C-429A-96EC-46A41508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20-线-0158">
            <a:extLst xmlns:a="http://schemas.openxmlformats.org/drawingml/2006/main">
              <a:ext uri="{FF2B5EF4-FFF2-40B4-BE49-F238E27FC236}">
                <a16:creationId xmlns:a16="http://schemas.microsoft.com/office/drawing/2014/main" id="{E3A4ECE8-FCE4-4958-B680-BEDE6019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20-线-0159">
            <a:extLst xmlns:a="http://schemas.openxmlformats.org/drawingml/2006/main">
              <a:ext uri="{FF2B5EF4-FFF2-40B4-BE49-F238E27FC236}">
                <a16:creationId xmlns:a16="http://schemas.microsoft.com/office/drawing/2014/main" id="{0374C66B-76A2-421D-9FA3-F0A8EF36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20-线-0160">
            <a:extLst xmlns:a="http://schemas.openxmlformats.org/drawingml/2006/main">
              <a:ext uri="{FF2B5EF4-FFF2-40B4-BE49-F238E27FC236}">
                <a16:creationId xmlns:a16="http://schemas.microsoft.com/office/drawing/2014/main" id="{25B7C55A-68D5-4ECE-AF32-0E0E663A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20-线-0161">
            <a:extLst xmlns:a="http://schemas.openxmlformats.org/drawingml/2006/main">
              <a:ext uri="{FF2B5EF4-FFF2-40B4-BE49-F238E27FC236}">
                <a16:creationId xmlns:a16="http://schemas.microsoft.com/office/drawing/2014/main" id="{5A34DCE5-EE67-41DE-AC94-812CABE4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20-线-0162">
            <a:extLst xmlns:a="http://schemas.openxmlformats.org/drawingml/2006/main">
              <a:ext uri="{FF2B5EF4-FFF2-40B4-BE49-F238E27FC236}">
                <a16:creationId xmlns:a16="http://schemas.microsoft.com/office/drawing/2014/main" id="{E0FABD96-AF03-4BB9-A41F-0B02162E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20-线-0163">
            <a:extLst xmlns:a="http://schemas.openxmlformats.org/drawingml/2006/main">
              <a:ext uri="{FF2B5EF4-FFF2-40B4-BE49-F238E27FC236}">
                <a16:creationId xmlns:a16="http://schemas.microsoft.com/office/drawing/2014/main" id="{EB351BE8-4104-42A2-BC73-DD53B51D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20-线-0164">
            <a:extLst xmlns:a="http://schemas.openxmlformats.org/drawingml/2006/main">
              <a:ext uri="{FF2B5EF4-FFF2-40B4-BE49-F238E27FC236}">
                <a16:creationId xmlns:a16="http://schemas.microsoft.com/office/drawing/2014/main" id="{8F4266C7-1E41-4BDA-9112-395F7322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20-线-0165">
            <a:extLst xmlns:a="http://schemas.openxmlformats.org/drawingml/2006/main">
              <a:ext uri="{FF2B5EF4-FFF2-40B4-BE49-F238E27FC236}">
                <a16:creationId xmlns:a16="http://schemas.microsoft.com/office/drawing/2014/main" id="{356E5200-996C-4825-A3C4-B1407112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20-线-0166">
            <a:extLst xmlns:a="http://schemas.openxmlformats.org/drawingml/2006/main">
              <a:ext uri="{FF2B5EF4-FFF2-40B4-BE49-F238E27FC236}">
                <a16:creationId xmlns:a16="http://schemas.microsoft.com/office/drawing/2014/main" id="{0C869311-2267-4695-8519-D2D8A009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20-线-0167">
            <a:extLst xmlns:a="http://schemas.openxmlformats.org/drawingml/2006/main">
              <a:ext uri="{FF2B5EF4-FFF2-40B4-BE49-F238E27FC236}">
                <a16:creationId xmlns:a16="http://schemas.microsoft.com/office/drawing/2014/main" id="{83E96821-EA4B-46EC-A9D3-D6DF4BB9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20-线-0168">
            <a:extLst xmlns:a="http://schemas.openxmlformats.org/drawingml/2006/main">
              <a:ext uri="{FF2B5EF4-FFF2-40B4-BE49-F238E27FC236}">
                <a16:creationId xmlns:a16="http://schemas.microsoft.com/office/drawing/2014/main" id="{34A81636-104D-4532-844B-419101B3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20-线-0169">
            <a:extLst xmlns:a="http://schemas.openxmlformats.org/drawingml/2006/main">
              <a:ext uri="{FF2B5EF4-FFF2-40B4-BE49-F238E27FC236}">
                <a16:creationId xmlns:a16="http://schemas.microsoft.com/office/drawing/2014/main" id="{58544904-BCFF-4A27-82A1-9A5584EA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20-线-0170">
            <a:extLst xmlns:a="http://schemas.openxmlformats.org/drawingml/2006/main">
              <a:ext uri="{FF2B5EF4-FFF2-40B4-BE49-F238E27FC236}">
                <a16:creationId xmlns:a16="http://schemas.microsoft.com/office/drawing/2014/main" id="{F024E6B9-7BB1-4F86-9947-FD8C2C2B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20-线-0171">
            <a:extLst xmlns:a="http://schemas.openxmlformats.org/drawingml/2006/main">
              <a:ext uri="{FF2B5EF4-FFF2-40B4-BE49-F238E27FC236}">
                <a16:creationId xmlns:a16="http://schemas.microsoft.com/office/drawing/2014/main" id="{D1804A45-5BB6-45F5-ACD3-B79E28ED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20-线-0172">
            <a:extLst xmlns:a="http://schemas.openxmlformats.org/drawingml/2006/main">
              <a:ext uri="{FF2B5EF4-FFF2-40B4-BE49-F238E27FC236}">
                <a16:creationId xmlns:a16="http://schemas.microsoft.com/office/drawing/2014/main" id="{D525A7EC-479C-4F28-BE5C-DC2F9697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736850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20-线-0173">
            <a:extLst xmlns:a="http://schemas.openxmlformats.org/drawingml/2006/main">
              <a:ext uri="{FF2B5EF4-FFF2-40B4-BE49-F238E27FC236}">
                <a16:creationId xmlns:a16="http://schemas.microsoft.com/office/drawing/2014/main" id="{D0B2E290-EC58-497B-9B82-74A1F3D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20-线-0174">
            <a:extLst xmlns:a="http://schemas.openxmlformats.org/drawingml/2006/main">
              <a:ext uri="{FF2B5EF4-FFF2-40B4-BE49-F238E27FC236}">
                <a16:creationId xmlns:a16="http://schemas.microsoft.com/office/drawing/2014/main" id="{5BE9C2FB-89BC-43C3-9D32-126C319A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736850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20-线-0175">
            <a:extLst xmlns:a="http://schemas.openxmlformats.org/drawingml/2006/main">
              <a:ext uri="{FF2B5EF4-FFF2-40B4-BE49-F238E27FC236}">
                <a16:creationId xmlns:a16="http://schemas.microsoft.com/office/drawing/2014/main" id="{2CC17EC7-2014-43D7-AB03-0EFFF565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36850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20-线-0176">
            <a:extLst xmlns:a="http://schemas.openxmlformats.org/drawingml/2006/main">
              <a:ext uri="{FF2B5EF4-FFF2-40B4-BE49-F238E27FC236}">
                <a16:creationId xmlns:a16="http://schemas.microsoft.com/office/drawing/2014/main" id="{C0986DBC-E070-4929-AEBC-68575C0A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20-线-0177">
            <a:extLst xmlns:a="http://schemas.openxmlformats.org/drawingml/2006/main">
              <a:ext uri="{FF2B5EF4-FFF2-40B4-BE49-F238E27FC236}">
                <a16:creationId xmlns:a16="http://schemas.microsoft.com/office/drawing/2014/main" id="{E1D0E5DC-5856-4993-BCE5-CE7E0E1F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20-线-0178">
            <a:extLst xmlns:a="http://schemas.openxmlformats.org/drawingml/2006/main">
              <a:ext uri="{FF2B5EF4-FFF2-40B4-BE49-F238E27FC236}">
                <a16:creationId xmlns:a16="http://schemas.microsoft.com/office/drawing/2014/main" id="{40A8B819-BF7E-4C6F-A7A2-09E7B0AF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9" name="p20-线-0179">
            <a:extLst xmlns:a="http://schemas.openxmlformats.org/drawingml/2006/main">
              <a:ext uri="{FF2B5EF4-FFF2-40B4-BE49-F238E27FC236}">
                <a16:creationId xmlns:a16="http://schemas.microsoft.com/office/drawing/2014/main" id="{42D08004-A5CE-45FF-9FAC-0C106490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20-线-0180">
            <a:extLst xmlns:a="http://schemas.openxmlformats.org/drawingml/2006/main">
              <a:ext uri="{FF2B5EF4-FFF2-40B4-BE49-F238E27FC236}">
                <a16:creationId xmlns:a16="http://schemas.microsoft.com/office/drawing/2014/main" id="{D9670B1F-1D73-4B2C-86D0-4FB884F6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1" name="p20-线-0181">
            <a:extLst xmlns:a="http://schemas.openxmlformats.org/drawingml/2006/main">
              <a:ext uri="{FF2B5EF4-FFF2-40B4-BE49-F238E27FC236}">
                <a16:creationId xmlns:a16="http://schemas.microsoft.com/office/drawing/2014/main" id="{03BEFA26-CF80-4EBF-BFC5-81752D09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2" name="p20-线-0182">
            <a:extLst xmlns:a="http://schemas.openxmlformats.org/drawingml/2006/main">
              <a:ext uri="{FF2B5EF4-FFF2-40B4-BE49-F238E27FC236}">
                <a16:creationId xmlns:a16="http://schemas.microsoft.com/office/drawing/2014/main" id="{97962391-F185-4743-8590-6FEDA05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20-线-0183">
            <a:extLst xmlns:a="http://schemas.openxmlformats.org/drawingml/2006/main">
              <a:ext uri="{FF2B5EF4-FFF2-40B4-BE49-F238E27FC236}">
                <a16:creationId xmlns:a16="http://schemas.microsoft.com/office/drawing/2014/main" id="{F7ABB7CD-EB54-43A5-ADB8-2B50FF5E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20-线-0184">
            <a:extLst xmlns:a="http://schemas.openxmlformats.org/drawingml/2006/main">
              <a:ext uri="{FF2B5EF4-FFF2-40B4-BE49-F238E27FC236}">
                <a16:creationId xmlns:a16="http://schemas.microsoft.com/office/drawing/2014/main" id="{A6E98CAD-D4A2-4861-800F-0C20746F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20-线-0185">
            <a:extLst xmlns:a="http://schemas.openxmlformats.org/drawingml/2006/main">
              <a:ext uri="{FF2B5EF4-FFF2-40B4-BE49-F238E27FC236}">
                <a16:creationId xmlns:a16="http://schemas.microsoft.com/office/drawing/2014/main" id="{E8E1F5B7-09BB-46D8-8697-A8DD9A3E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954337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20-线-0186">
            <a:extLst xmlns:a="http://schemas.openxmlformats.org/drawingml/2006/main">
              <a:ext uri="{FF2B5EF4-FFF2-40B4-BE49-F238E27FC236}">
                <a16:creationId xmlns:a16="http://schemas.microsoft.com/office/drawing/2014/main" id="{78B2BDB6-3145-4111-9313-A9C1E67B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20-线-0187">
            <a:extLst xmlns:a="http://schemas.openxmlformats.org/drawingml/2006/main">
              <a:ext uri="{FF2B5EF4-FFF2-40B4-BE49-F238E27FC236}">
                <a16:creationId xmlns:a16="http://schemas.microsoft.com/office/drawing/2014/main" id="{41FA8804-A352-4AD9-ABF7-E9378BD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2954337"/>
            <a:ext cx="324802" cy="217487"/>
          </a:xfrm>
          <a:custGeom xmlns:a="http://schemas.openxmlformats.org/drawingml/2006/main">
            <a:pathLst>
              <a:path w="324802" h="217487">
                <a:moveTo>
                  <a:pt x="0" y="0"/>
                </a:moveTo>
                <a:lnTo>
                  <a:pt x="324802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20-线-0188">
            <a:extLst xmlns:a="http://schemas.openxmlformats.org/drawingml/2006/main">
              <a:ext uri="{FF2B5EF4-FFF2-40B4-BE49-F238E27FC236}">
                <a16:creationId xmlns:a16="http://schemas.microsoft.com/office/drawing/2014/main" id="{63FC96E1-6DDA-40A4-8C7F-81917EB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20-线-0189">
            <a:extLst xmlns:a="http://schemas.openxmlformats.org/drawingml/2006/main">
              <a:ext uri="{FF2B5EF4-FFF2-40B4-BE49-F238E27FC236}">
                <a16:creationId xmlns:a16="http://schemas.microsoft.com/office/drawing/2014/main" id="{C41202C5-3ACE-48BC-A117-CC0D0FD2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20-线-0190">
            <a:extLst xmlns:a="http://schemas.openxmlformats.org/drawingml/2006/main">
              <a:ext uri="{FF2B5EF4-FFF2-40B4-BE49-F238E27FC236}">
                <a16:creationId xmlns:a16="http://schemas.microsoft.com/office/drawing/2014/main" id="{D07DCD32-7399-4063-B1DA-457265D7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20-线-0191">
            <a:extLst xmlns:a="http://schemas.openxmlformats.org/drawingml/2006/main">
              <a:ext uri="{FF2B5EF4-FFF2-40B4-BE49-F238E27FC236}">
                <a16:creationId xmlns:a16="http://schemas.microsoft.com/office/drawing/2014/main" id="{E0A60895-A645-44E5-B587-0F379CA7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20-线-0192">
            <a:extLst xmlns:a="http://schemas.openxmlformats.org/drawingml/2006/main">
              <a:ext uri="{FF2B5EF4-FFF2-40B4-BE49-F238E27FC236}">
                <a16:creationId xmlns:a16="http://schemas.microsoft.com/office/drawing/2014/main" id="{C2A486AC-07ED-4D47-9FDF-CD62FDB8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20-线-0193">
            <a:extLst xmlns:a="http://schemas.openxmlformats.org/drawingml/2006/main">
              <a:ext uri="{FF2B5EF4-FFF2-40B4-BE49-F238E27FC236}">
                <a16:creationId xmlns:a16="http://schemas.microsoft.com/office/drawing/2014/main" id="{C5008C67-BD67-4155-B758-819A461D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20-线-0194">
            <a:extLst xmlns:a="http://schemas.openxmlformats.org/drawingml/2006/main">
              <a:ext uri="{FF2B5EF4-FFF2-40B4-BE49-F238E27FC236}">
                <a16:creationId xmlns:a16="http://schemas.microsoft.com/office/drawing/2014/main" id="{2EB8A582-5AE7-4E72-8107-705D3554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20-线-0195">
            <a:extLst xmlns:a="http://schemas.openxmlformats.org/drawingml/2006/main">
              <a:ext uri="{FF2B5EF4-FFF2-40B4-BE49-F238E27FC236}">
                <a16:creationId xmlns:a16="http://schemas.microsoft.com/office/drawing/2014/main" id="{7D07DB6E-5BB1-44DD-BE4F-993DC59B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20-线-0196">
            <a:extLst xmlns:a="http://schemas.openxmlformats.org/drawingml/2006/main">
              <a:ext uri="{FF2B5EF4-FFF2-40B4-BE49-F238E27FC236}">
                <a16:creationId xmlns:a16="http://schemas.microsoft.com/office/drawing/2014/main" id="{5BB8E211-5B08-4C72-9880-A2D15F54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7" name="p20-线-0197">
            <a:extLst xmlns:a="http://schemas.openxmlformats.org/drawingml/2006/main">
              <a:ext uri="{FF2B5EF4-FFF2-40B4-BE49-F238E27FC236}">
                <a16:creationId xmlns:a16="http://schemas.microsoft.com/office/drawing/2014/main" id="{17A19E8A-CCF1-4909-994C-5FA4C46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20-线-0198">
            <a:extLst xmlns:a="http://schemas.openxmlformats.org/drawingml/2006/main">
              <a:ext uri="{FF2B5EF4-FFF2-40B4-BE49-F238E27FC236}">
                <a16:creationId xmlns:a16="http://schemas.microsoft.com/office/drawing/2014/main" id="{9C0F26BF-E0A4-4153-840A-3EC8B233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20-线-0199">
            <a:extLst xmlns:a="http://schemas.openxmlformats.org/drawingml/2006/main">
              <a:ext uri="{FF2B5EF4-FFF2-40B4-BE49-F238E27FC236}">
                <a16:creationId xmlns:a16="http://schemas.microsoft.com/office/drawing/2014/main" id="{A3AFAD38-0D0B-48D3-842D-10EEADA0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0" name="p20-线-0200">
            <a:extLst xmlns:a="http://schemas.openxmlformats.org/drawingml/2006/main">
              <a:ext uri="{FF2B5EF4-FFF2-40B4-BE49-F238E27FC236}">
                <a16:creationId xmlns:a16="http://schemas.microsoft.com/office/drawing/2014/main" id="{355164F4-5208-4C39-BE02-2BA28022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20-线-0201">
            <a:extLst xmlns:a="http://schemas.openxmlformats.org/drawingml/2006/main">
              <a:ext uri="{FF2B5EF4-FFF2-40B4-BE49-F238E27FC236}">
                <a16:creationId xmlns:a16="http://schemas.microsoft.com/office/drawing/2014/main" id="{D5AFBE36-D4BE-4055-8F0B-2FCB6058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20-线-0202">
            <a:extLst xmlns:a="http://schemas.openxmlformats.org/drawingml/2006/main">
              <a:ext uri="{FF2B5EF4-FFF2-40B4-BE49-F238E27FC236}">
                <a16:creationId xmlns:a16="http://schemas.microsoft.com/office/drawing/2014/main" id="{91BC830C-1CED-4198-ADBE-22461096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3" name="p20-线-0203">
            <a:extLst xmlns:a="http://schemas.openxmlformats.org/drawingml/2006/main">
              <a:ext uri="{FF2B5EF4-FFF2-40B4-BE49-F238E27FC236}">
                <a16:creationId xmlns:a16="http://schemas.microsoft.com/office/drawing/2014/main" id="{6ACCDD1C-CDDE-408D-8250-44C2BEAF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954337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20-线-0204">
            <a:extLst xmlns:a="http://schemas.openxmlformats.org/drawingml/2006/main">
              <a:ext uri="{FF2B5EF4-FFF2-40B4-BE49-F238E27FC236}">
                <a16:creationId xmlns:a16="http://schemas.microsoft.com/office/drawing/2014/main" id="{56987147-F3BE-40F2-A84D-D267585F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20-线-0205">
            <a:extLst xmlns:a="http://schemas.openxmlformats.org/drawingml/2006/main">
              <a:ext uri="{FF2B5EF4-FFF2-40B4-BE49-F238E27FC236}">
                <a16:creationId xmlns:a16="http://schemas.microsoft.com/office/drawing/2014/main" id="{8D1238FE-D8A7-481C-9FA7-AD3507FD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2954337"/>
            <a:ext cx="324803" cy="217487"/>
          </a:xfrm>
          <a:custGeom xmlns:a="http://schemas.openxmlformats.org/drawingml/2006/main">
            <a:pathLst>
              <a:path w="324803" h="217487">
                <a:moveTo>
                  <a:pt x="0" y="0"/>
                </a:moveTo>
                <a:lnTo>
                  <a:pt x="324803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6" name="p20-线-0206">
            <a:extLst xmlns:a="http://schemas.openxmlformats.org/drawingml/2006/main">
              <a:ext uri="{FF2B5EF4-FFF2-40B4-BE49-F238E27FC236}">
                <a16:creationId xmlns:a16="http://schemas.microsoft.com/office/drawing/2014/main" id="{E51625AF-9DD4-4DCF-B33A-74DB8F74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954337"/>
            <a:ext cx="95" cy="217487"/>
          </a:xfrm>
          <a:custGeom xmlns:a="http://schemas.openxmlformats.org/drawingml/2006/main">
            <a:pathLst>
              <a:path w="95" h="217487">
                <a:moveTo>
                  <a:pt x="0" y="0"/>
                </a:moveTo>
                <a:lnTo>
                  <a:pt x="0" y="217487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20-线-0207">
            <a:extLst xmlns:a="http://schemas.openxmlformats.org/drawingml/2006/main">
              <a:ext uri="{FF2B5EF4-FFF2-40B4-BE49-F238E27FC236}">
                <a16:creationId xmlns:a16="http://schemas.microsoft.com/office/drawing/2014/main" id="{5B40638A-72B5-46E7-86D7-2B6F98DC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20-线-0208">
            <a:extLst xmlns:a="http://schemas.openxmlformats.org/drawingml/2006/main">
              <a:ext uri="{FF2B5EF4-FFF2-40B4-BE49-F238E27FC236}">
                <a16:creationId xmlns:a16="http://schemas.microsoft.com/office/drawing/2014/main" id="{5C3F3B75-836B-4541-82BA-33814B1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2903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20-线-0209">
            <a:extLst xmlns:a="http://schemas.openxmlformats.org/drawingml/2006/main">
              <a:ext uri="{FF2B5EF4-FFF2-40B4-BE49-F238E27FC236}">
                <a16:creationId xmlns:a16="http://schemas.microsoft.com/office/drawing/2014/main" id="{E5F7CB31-8C62-4B39-B61A-0405CAA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20-线-0210">
            <a:extLst xmlns:a="http://schemas.openxmlformats.org/drawingml/2006/main">
              <a:ext uri="{FF2B5EF4-FFF2-40B4-BE49-F238E27FC236}">
                <a16:creationId xmlns:a16="http://schemas.microsoft.com/office/drawing/2014/main" id="{6EB2511B-A300-49E5-8624-49A73053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2508" y="3171825"/>
            <a:ext cx="324802" cy="95"/>
          </a:xfrm>
          <a:custGeom xmlns:a="http://schemas.openxmlformats.org/drawingml/2006/main">
            <a:pathLst>
              <a:path w="324802" h="95">
                <a:moveTo>
                  <a:pt x="0" y="0"/>
                </a:moveTo>
                <a:lnTo>
                  <a:pt x="324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20-线-0211">
            <a:extLst xmlns:a="http://schemas.openxmlformats.org/drawingml/2006/main">
              <a:ext uri="{FF2B5EF4-FFF2-40B4-BE49-F238E27FC236}">
                <a16:creationId xmlns:a16="http://schemas.microsoft.com/office/drawing/2014/main" id="{11FF53B6-8F35-4AB7-9F5D-B167D0BF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310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20-线-0212">
            <a:extLst xmlns:a="http://schemas.openxmlformats.org/drawingml/2006/main">
              <a:ext uri="{FF2B5EF4-FFF2-40B4-BE49-F238E27FC236}">
                <a16:creationId xmlns:a16="http://schemas.microsoft.com/office/drawing/2014/main" id="{C64B3850-D0A4-4B52-B51C-22322E01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20-线-0213">
            <a:extLst xmlns:a="http://schemas.openxmlformats.org/drawingml/2006/main">
              <a:ext uri="{FF2B5EF4-FFF2-40B4-BE49-F238E27FC236}">
                <a16:creationId xmlns:a16="http://schemas.microsoft.com/office/drawing/2014/main" id="{F45F12FB-4E94-4AA6-A830-B2ABA678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915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20-线-0214">
            <a:extLst xmlns:a="http://schemas.openxmlformats.org/drawingml/2006/main">
              <a:ext uri="{FF2B5EF4-FFF2-40B4-BE49-F238E27FC236}">
                <a16:creationId xmlns:a16="http://schemas.microsoft.com/office/drawing/2014/main" id="{9F083331-B4AF-4C75-B189-12B6AF1E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718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20-线-0215">
            <a:extLst xmlns:a="http://schemas.openxmlformats.org/drawingml/2006/main">
              <a:ext uri="{FF2B5EF4-FFF2-40B4-BE49-F238E27FC236}">
                <a16:creationId xmlns:a16="http://schemas.microsoft.com/office/drawing/2014/main" id="{FF600E2B-86E2-4B90-A31C-72B9CD0F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6" name="p20-线-0216">
            <a:extLst xmlns:a="http://schemas.openxmlformats.org/drawingml/2006/main">
              <a:ext uri="{FF2B5EF4-FFF2-40B4-BE49-F238E27FC236}">
                <a16:creationId xmlns:a16="http://schemas.microsoft.com/office/drawing/2014/main" id="{C1C7B272-B45E-43B4-A7BB-33949D67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1323" y="3171825"/>
            <a:ext cx="324803" cy="95"/>
          </a:xfrm>
          <a:custGeom xmlns:a="http://schemas.openxmlformats.org/drawingml/2006/main">
            <a:pathLst>
              <a:path w="324803" h="95">
                <a:moveTo>
                  <a:pt x="0" y="0"/>
                </a:moveTo>
                <a:lnTo>
                  <a:pt x="3248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20-椭圆-0217">
            <a:extLst xmlns:a="http://schemas.openxmlformats.org/drawingml/2006/main">
              <a:ext uri="{FF2B5EF4-FFF2-40B4-BE49-F238E27FC236}">
                <a16:creationId xmlns:a16="http://schemas.microsoft.com/office/drawing/2014/main" id="{43B3EFD9-B65D-4636-A55E-BE56DF21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3139" y="2206064"/>
            <a:ext cx="239527" cy="1916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8" name="p20-椭圆-0218">
            <a:extLst xmlns:a="http://schemas.openxmlformats.org/drawingml/2006/main">
              <a:ext uri="{FF2B5EF4-FFF2-40B4-BE49-F238E27FC236}">
                <a16:creationId xmlns:a16="http://schemas.microsoft.com/office/drawing/2014/main" id="{182E9E2B-4E51-4ABE-A8A3-9BFDBC7B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31" y="2220534"/>
            <a:ext cx="203353" cy="1626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19" name="p20-椭圆-0219">
            <a:extLst xmlns:a="http://schemas.openxmlformats.org/drawingml/2006/main">
              <a:ext uri="{FF2B5EF4-FFF2-40B4-BE49-F238E27FC236}">
                <a16:creationId xmlns:a16="http://schemas.microsoft.com/office/drawing/2014/main" id="{BFDAA515-F6F1-4C93-AD49-BC68027B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867" y="2199279"/>
            <a:ext cx="256491" cy="2051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0" name="p20-椭圆-0220">
            <a:extLst xmlns:a="http://schemas.openxmlformats.org/drawingml/2006/main">
              <a:ext uri="{FF2B5EF4-FFF2-40B4-BE49-F238E27FC236}">
                <a16:creationId xmlns:a16="http://schemas.microsoft.com/office/drawing/2014/main" id="{93D68577-A677-406F-8BCB-12A456B8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498" y="2202500"/>
            <a:ext cx="248439" cy="19875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1" name="p20-椭圆-0221">
            <a:extLst xmlns:a="http://schemas.openxmlformats.org/drawingml/2006/main">
              <a:ext uri="{FF2B5EF4-FFF2-40B4-BE49-F238E27FC236}">
                <a16:creationId xmlns:a16="http://schemas.microsoft.com/office/drawing/2014/main" id="{1F33C13F-5BCD-4974-867A-003D518A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321" y="2221074"/>
            <a:ext cx="202003" cy="1616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2" name="p20-椭圆-0222">
            <a:extLst xmlns:a="http://schemas.openxmlformats.org/drawingml/2006/main">
              <a:ext uri="{FF2B5EF4-FFF2-40B4-BE49-F238E27FC236}">
                <a16:creationId xmlns:a16="http://schemas.microsoft.com/office/drawing/2014/main" id="{683BA502-8CDB-4CBB-A37D-4E55A196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1226" y="2655509"/>
            <a:ext cx="203353" cy="1626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3" name="p20-椭圆-0223">
            <a:extLst xmlns:a="http://schemas.openxmlformats.org/drawingml/2006/main">
              <a:ext uri="{FF2B5EF4-FFF2-40B4-BE49-F238E27FC236}">
                <a16:creationId xmlns:a16="http://schemas.microsoft.com/office/drawing/2014/main" id="{C34C6D8A-01C2-4D32-9D7D-86A46BE5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4262" y="2634254"/>
            <a:ext cx="256491" cy="2051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20-椭圆-0224">
            <a:extLst xmlns:a="http://schemas.openxmlformats.org/drawingml/2006/main">
              <a:ext uri="{FF2B5EF4-FFF2-40B4-BE49-F238E27FC236}">
                <a16:creationId xmlns:a16="http://schemas.microsoft.com/office/drawing/2014/main" id="{E1D46CFE-FA31-47DF-8FDD-CDD4B027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893" y="2637475"/>
            <a:ext cx="248439" cy="19875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20-椭圆-0225">
            <a:extLst xmlns:a="http://schemas.openxmlformats.org/drawingml/2006/main">
              <a:ext uri="{FF2B5EF4-FFF2-40B4-BE49-F238E27FC236}">
                <a16:creationId xmlns:a16="http://schemas.microsoft.com/office/drawing/2014/main" id="{4A851CA7-2206-4511-B46B-70F97B86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716" y="2656049"/>
            <a:ext cx="202003" cy="1616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6" name="p20-椭圆-0226">
            <a:extLst xmlns:a="http://schemas.openxmlformats.org/drawingml/2006/main">
              <a:ext uri="{FF2B5EF4-FFF2-40B4-BE49-F238E27FC236}">
                <a16:creationId xmlns:a16="http://schemas.microsoft.com/office/drawing/2014/main" id="{DAEE0A06-EC45-44B7-AB47-DA69C757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6971" y="2637369"/>
            <a:ext cx="248703" cy="198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7" name="p20-路径-0227">
            <a:extLst xmlns:a="http://schemas.openxmlformats.org/drawingml/2006/main">
              <a:ext uri="{FF2B5EF4-FFF2-40B4-BE49-F238E27FC236}">
                <a16:creationId xmlns:a16="http://schemas.microsoft.com/office/drawing/2014/main" id="{CF0EA6D0-736A-457E-91AA-18E06AC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398702"/>
            <a:ext cx="3095625" cy="230356"/>
          </a:xfrm>
          <a:custGeom xmlns:a="http://schemas.openxmlformats.org/drawingml/2006/main">
            <a:pathLst>
              <a:path w="3095625" h="230356">
                <a:moveTo>
                  <a:pt x="0" y="94562"/>
                </a:moveTo>
                <a:lnTo>
                  <a:pt x="42277" y="78314"/>
                </a:lnTo>
                <a:lnTo>
                  <a:pt x="84896" y="63785"/>
                </a:lnTo>
                <a:lnTo>
                  <a:pt x="171133" y="39645"/>
                </a:lnTo>
                <a:lnTo>
                  <a:pt x="258653" y="21669"/>
                </a:lnTo>
                <a:lnTo>
                  <a:pt x="347397" y="9386"/>
                </a:lnTo>
                <a:lnTo>
                  <a:pt x="437310" y="2320"/>
                </a:lnTo>
                <a:lnTo>
                  <a:pt x="528332" y="0"/>
                </a:lnTo>
                <a:lnTo>
                  <a:pt x="620406" y="1952"/>
                </a:lnTo>
                <a:lnTo>
                  <a:pt x="713475" y="7703"/>
                </a:lnTo>
                <a:lnTo>
                  <a:pt x="807480" y="16781"/>
                </a:lnTo>
                <a:lnTo>
                  <a:pt x="902365" y="28711"/>
                </a:lnTo>
                <a:lnTo>
                  <a:pt x="998072" y="43021"/>
                </a:lnTo>
                <a:lnTo>
                  <a:pt x="1094542" y="59238"/>
                </a:lnTo>
                <a:lnTo>
                  <a:pt x="1289545" y="95499"/>
                </a:lnTo>
                <a:lnTo>
                  <a:pt x="1486912" y="133710"/>
                </a:lnTo>
                <a:lnTo>
                  <a:pt x="1686182" y="170086"/>
                </a:lnTo>
                <a:lnTo>
                  <a:pt x="1786387" y="186403"/>
                </a:lnTo>
                <a:lnTo>
                  <a:pt x="1886894" y="200842"/>
                </a:lnTo>
                <a:lnTo>
                  <a:pt x="1987647" y="212930"/>
                </a:lnTo>
                <a:lnTo>
                  <a:pt x="2088587" y="222194"/>
                </a:lnTo>
                <a:lnTo>
                  <a:pt x="2189657" y="228160"/>
                </a:lnTo>
                <a:lnTo>
                  <a:pt x="2290800" y="230356"/>
                </a:lnTo>
                <a:lnTo>
                  <a:pt x="2391957" y="228309"/>
                </a:lnTo>
                <a:lnTo>
                  <a:pt x="2493071" y="221544"/>
                </a:lnTo>
                <a:lnTo>
                  <a:pt x="2594084" y="209590"/>
                </a:lnTo>
                <a:lnTo>
                  <a:pt x="2694940" y="191973"/>
                </a:lnTo>
                <a:lnTo>
                  <a:pt x="2795579" y="168220"/>
                </a:lnTo>
                <a:lnTo>
                  <a:pt x="2895945" y="137858"/>
                </a:lnTo>
                <a:lnTo>
                  <a:pt x="2946007" y="120051"/>
                </a:lnTo>
                <a:lnTo>
                  <a:pt x="2995979" y="100414"/>
                </a:lnTo>
                <a:lnTo>
                  <a:pt x="3045854" y="78888"/>
                </a:lnTo>
                <a:lnTo>
                  <a:pt x="3095625" y="5541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28" name="p20-文本-0228">
            <a:extLst xmlns:a="http://schemas.openxmlformats.org/drawingml/2006/main">
              <a:ext uri="{FF2B5EF4-FFF2-40B4-BE49-F238E27FC236}">
                <a16:creationId xmlns:a16="http://schemas.microsoft.com/office/drawing/2014/main" id="{FEDB356A-4400-41B0-807D-E06EC391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158" y="33322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特征尺度：微米级</a:t>
            </a:r>
          </a:p>
        </p:txBody>
      </p:sp>
      <p:sp>
        <p:nvSpPr>
          <p:cNvPr id="229" name="p20-矩形-0229">
            <a:extLst xmlns:a="http://schemas.openxmlformats.org/drawingml/2006/main">
              <a:ext uri="{FF2B5EF4-FFF2-40B4-BE49-F238E27FC236}">
                <a16:creationId xmlns:a16="http://schemas.microsoft.com/office/drawing/2014/main" id="{E061E6BE-727E-408E-B1FE-EFD3452B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0" name="p20-文本-0230">
            <a:extLst xmlns:a="http://schemas.openxmlformats.org/drawingml/2006/main">
              <a:ext uri="{FF2B5EF4-FFF2-40B4-BE49-F238E27FC236}">
                <a16:creationId xmlns:a16="http://schemas.microsoft.com/office/drawing/2014/main" id="{E4A18A7D-7C61-4AFE-AD34-DE982A9E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5822" y="1402649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整体样品</a:t>
            </a:r>
          </a:p>
        </p:txBody>
      </p:sp>
      <p:sp>
        <p:nvSpPr>
          <p:cNvPr id="231" name="p20-路径-0231">
            <a:extLst xmlns:a="http://schemas.openxmlformats.org/drawingml/2006/main">
              <a:ext uri="{FF2B5EF4-FFF2-40B4-BE49-F238E27FC236}">
                <a16:creationId xmlns:a16="http://schemas.microsoft.com/office/drawing/2014/main" id="{DD9B1F67-F0D4-4AEE-B5EB-04294471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66900"/>
            <a:ext cx="3619500" cy="371475"/>
          </a:xfrm>
          <a:custGeom xmlns:a="http://schemas.openxmlformats.org/drawingml/2006/main">
            <a:pathLst>
              <a:path w="3619500" h="371475">
                <a:moveTo>
                  <a:pt x="0" y="142875"/>
                </a:moveTo>
                <a:lnTo>
                  <a:pt x="2823210" y="0"/>
                </a:lnTo>
                <a:lnTo>
                  <a:pt x="3619500" y="228600"/>
                </a:lnTo>
                <a:lnTo>
                  <a:pt x="796290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32" name="p20-路径-0232">
            <a:extLst xmlns:a="http://schemas.openxmlformats.org/drawingml/2006/main">
              <a:ext uri="{FF2B5EF4-FFF2-40B4-BE49-F238E27FC236}">
                <a16:creationId xmlns:a16="http://schemas.microsoft.com/office/drawing/2014/main" id="{E161DCBE-0F70-4837-AE56-4FEDAF78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14836"/>
            <a:ext cx="3619500" cy="371475"/>
          </a:xfrm>
          <a:custGeom xmlns:a="http://schemas.openxmlformats.org/drawingml/2006/main">
            <a:pathLst>
              <a:path w="3619500" h="371475">
                <a:moveTo>
                  <a:pt x="0" y="142875"/>
                </a:moveTo>
                <a:lnTo>
                  <a:pt x="2823210" y="0"/>
                </a:lnTo>
                <a:lnTo>
                  <a:pt x="3619500" y="228600"/>
                </a:lnTo>
                <a:lnTo>
                  <a:pt x="796290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33" name="p20-路径-0233">
            <a:extLst xmlns:a="http://schemas.openxmlformats.org/drawingml/2006/main">
              <a:ext uri="{FF2B5EF4-FFF2-40B4-BE49-F238E27FC236}">
                <a16:creationId xmlns:a16="http://schemas.microsoft.com/office/drawing/2014/main" id="{582F78DF-784A-4E3F-AE51-D90401F1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362772"/>
            <a:ext cx="3619500" cy="371475"/>
          </a:xfrm>
          <a:custGeom xmlns:a="http://schemas.openxmlformats.org/drawingml/2006/main">
            <a:pathLst>
              <a:path w="3619500" h="371475">
                <a:moveTo>
                  <a:pt x="0" y="142875"/>
                </a:moveTo>
                <a:lnTo>
                  <a:pt x="2823210" y="0"/>
                </a:lnTo>
                <a:lnTo>
                  <a:pt x="3619500" y="228600"/>
                </a:lnTo>
                <a:lnTo>
                  <a:pt x="796290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34" name="p20-路径-0234">
            <a:extLst xmlns:a="http://schemas.openxmlformats.org/drawingml/2006/main">
              <a:ext uri="{FF2B5EF4-FFF2-40B4-BE49-F238E27FC236}">
                <a16:creationId xmlns:a16="http://schemas.microsoft.com/office/drawing/2014/main" id="{B9A487A5-DAF4-44B9-8A70-38124C37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10707"/>
            <a:ext cx="3619500" cy="371475"/>
          </a:xfrm>
          <a:custGeom xmlns:a="http://schemas.openxmlformats.org/drawingml/2006/main">
            <a:pathLst>
              <a:path w="3619500" h="371475">
                <a:moveTo>
                  <a:pt x="0" y="142875"/>
                </a:moveTo>
                <a:lnTo>
                  <a:pt x="2823210" y="0"/>
                </a:lnTo>
                <a:lnTo>
                  <a:pt x="3619500" y="228600"/>
                </a:lnTo>
                <a:lnTo>
                  <a:pt x="796290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35" name="p20-路径-0235">
            <a:extLst xmlns:a="http://schemas.openxmlformats.org/drawingml/2006/main">
              <a:ext uri="{FF2B5EF4-FFF2-40B4-BE49-F238E27FC236}">
                <a16:creationId xmlns:a16="http://schemas.microsoft.com/office/drawing/2014/main" id="{C3FE7A0F-6934-424E-8E50-345312A4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80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7" y="0"/>
                </a:moveTo>
                <a:lnTo>
                  <a:pt x="32957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2" y="119539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6" name="p20-路径-0236">
            <a:extLst xmlns:a="http://schemas.openxmlformats.org/drawingml/2006/main">
              <a:ext uri="{FF2B5EF4-FFF2-40B4-BE49-F238E27FC236}">
                <a16:creationId xmlns:a16="http://schemas.microsoft.com/office/drawing/2014/main" id="{65AF7A74-2E96-4A2B-A725-2CF021BE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14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7" y="0"/>
                </a:moveTo>
                <a:lnTo>
                  <a:pt x="32957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2" y="119539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7" name="p20-路径-0237">
            <a:extLst xmlns:a="http://schemas.openxmlformats.org/drawingml/2006/main">
              <a:ext uri="{FF2B5EF4-FFF2-40B4-BE49-F238E27FC236}">
                <a16:creationId xmlns:a16="http://schemas.microsoft.com/office/drawing/2014/main" id="{A0B21A3A-9E8E-4807-A94D-1849EE47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248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7" y="0"/>
                </a:moveTo>
                <a:lnTo>
                  <a:pt x="32957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2" y="119539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8" name="p20-路径-0238">
            <a:extLst xmlns:a="http://schemas.openxmlformats.org/drawingml/2006/main">
              <a:ext uri="{FF2B5EF4-FFF2-40B4-BE49-F238E27FC236}">
                <a16:creationId xmlns:a16="http://schemas.microsoft.com/office/drawing/2014/main" id="{3E569D23-D1E8-4AB5-967F-88A9838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682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6" y="0"/>
                </a:moveTo>
                <a:lnTo>
                  <a:pt x="32956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1" y="119539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39" name="p20-路径-0239">
            <a:extLst xmlns:a="http://schemas.openxmlformats.org/drawingml/2006/main">
              <a:ext uri="{FF2B5EF4-FFF2-40B4-BE49-F238E27FC236}">
                <a16:creationId xmlns:a16="http://schemas.microsoft.com/office/drawing/2014/main" id="{C0CAA418-FF86-4625-8609-47105E87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116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7" y="0"/>
                </a:moveTo>
                <a:lnTo>
                  <a:pt x="32957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2" y="119539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0" name="p20-路径-0240">
            <a:extLst xmlns:a="http://schemas.openxmlformats.org/drawingml/2006/main">
              <a:ext uri="{FF2B5EF4-FFF2-40B4-BE49-F238E27FC236}">
                <a16:creationId xmlns:a16="http://schemas.microsoft.com/office/drawing/2014/main" id="{48B503E4-4F00-4AC8-A7E2-3B86141B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506" y="2949988"/>
            <a:ext cx="94488" cy="195739"/>
          </a:xfrm>
          <a:custGeom xmlns:a="http://schemas.openxmlformats.org/drawingml/2006/main">
            <a:pathLst>
              <a:path w="94488" h="195739">
                <a:moveTo>
                  <a:pt x="32957" y="0"/>
                </a:moveTo>
                <a:lnTo>
                  <a:pt x="32957" y="119539"/>
                </a:lnTo>
                <a:lnTo>
                  <a:pt x="0" y="119539"/>
                </a:lnTo>
                <a:lnTo>
                  <a:pt x="47244" y="195739"/>
                </a:lnTo>
                <a:lnTo>
                  <a:pt x="94488" y="119539"/>
                </a:lnTo>
                <a:lnTo>
                  <a:pt x="61532" y="119539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1" name="p20-文本-0241">
            <a:extLst xmlns:a="http://schemas.openxmlformats.org/drawingml/2006/main">
              <a:ext uri="{FF2B5EF4-FFF2-40B4-BE49-F238E27FC236}">
                <a16:creationId xmlns:a16="http://schemas.microsoft.com/office/drawing/2014/main" id="{4DEBE698-A4FA-44ED-95EE-51373119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33322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特征尺度：毫米级</a:t>
            </a:r>
          </a:p>
        </p:txBody>
      </p:sp>
      <p:sp>
        <p:nvSpPr>
          <p:cNvPr id="242" name="p20-路径-0242">
            <a:extLst xmlns:a="http://schemas.openxmlformats.org/drawingml/2006/main">
              <a:ext uri="{FF2B5EF4-FFF2-40B4-BE49-F238E27FC236}">
                <a16:creationId xmlns:a16="http://schemas.microsoft.com/office/drawing/2014/main" id="{747F24C6-43BD-43BA-A74D-004BD1A5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392490"/>
            <a:ext cx="190500" cy="129921"/>
          </a:xfrm>
          <a:custGeom xmlns:a="http://schemas.openxmlformats.org/drawingml/2006/main">
            <a:pathLst>
              <a:path w="190500" h="129921">
                <a:moveTo>
                  <a:pt x="0" y="88773"/>
                </a:moveTo>
                <a:lnTo>
                  <a:pt x="85725" y="88773"/>
                </a:lnTo>
                <a:lnTo>
                  <a:pt x="85725" y="129921"/>
                </a:lnTo>
                <a:lnTo>
                  <a:pt x="190500" y="64960"/>
                </a:lnTo>
                <a:lnTo>
                  <a:pt x="85725" y="0"/>
                </a:lnTo>
                <a:lnTo>
                  <a:pt x="85725" y="41148"/>
                </a:lnTo>
                <a:lnTo>
                  <a:pt x="0" y="4114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3" name="p20-路径-0243">
            <a:extLst xmlns:a="http://schemas.openxmlformats.org/drawingml/2006/main">
              <a:ext uri="{FF2B5EF4-FFF2-40B4-BE49-F238E27FC236}">
                <a16:creationId xmlns:a16="http://schemas.microsoft.com/office/drawing/2014/main" id="{7FFCCA9C-50A3-42C0-9BBE-0C40888C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92490"/>
            <a:ext cx="200025" cy="129921"/>
          </a:xfrm>
          <a:custGeom xmlns:a="http://schemas.openxmlformats.org/drawingml/2006/main">
            <a:pathLst>
              <a:path w="200025" h="129921">
                <a:moveTo>
                  <a:pt x="0" y="88773"/>
                </a:moveTo>
                <a:lnTo>
                  <a:pt x="95250" y="88773"/>
                </a:lnTo>
                <a:lnTo>
                  <a:pt x="95250" y="129921"/>
                </a:lnTo>
                <a:lnTo>
                  <a:pt x="200025" y="64960"/>
                </a:lnTo>
                <a:lnTo>
                  <a:pt x="95250" y="0"/>
                </a:lnTo>
                <a:lnTo>
                  <a:pt x="95250" y="41148"/>
                </a:lnTo>
                <a:lnTo>
                  <a:pt x="0" y="41148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4" name="p20-文本-0244">
            <a:extLst xmlns:a="http://schemas.openxmlformats.org/drawingml/2006/main">
              <a:ext uri="{FF2B5EF4-FFF2-40B4-BE49-F238E27FC236}">
                <a16:creationId xmlns:a16="http://schemas.microsoft.com/office/drawing/2014/main" id="{EC64D3B9-0730-48FE-AC78-3C1B4BA6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79327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对应约束</a:t>
            </a:r>
          </a:p>
        </p:txBody>
      </p:sp>
      <p:sp>
        <p:nvSpPr>
          <p:cNvPr id="245" name="p20-矩形-0245">
            <a:extLst xmlns:a="http://schemas.openxmlformats.org/drawingml/2006/main">
              <a:ext uri="{FF2B5EF4-FFF2-40B4-BE49-F238E27FC236}">
                <a16:creationId xmlns:a16="http://schemas.microsoft.com/office/drawing/2014/main" id="{54AB38C4-AD29-4C5F-9149-59DAA967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0"/>
            <a:ext cx="16668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46" name="p20-文本-0246">
            <a:extLst xmlns:a="http://schemas.openxmlformats.org/drawingml/2006/main">
              <a:ext uri="{FF2B5EF4-FFF2-40B4-BE49-F238E27FC236}">
                <a16:creationId xmlns:a16="http://schemas.microsoft.com/office/drawing/2014/main" id="{966E40BA-CAE1-4A17-B051-45299805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2225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固定条件</a:t>
            </a:r>
          </a:p>
        </p:txBody>
      </p:sp>
      <p:sp>
        <p:nvSpPr>
          <p:cNvPr id="247" name="p20-矩形-0247">
            <a:extLst xmlns:a="http://schemas.openxmlformats.org/drawingml/2006/main">
              <a:ext uri="{FF2B5EF4-FFF2-40B4-BE49-F238E27FC236}">
                <a16:creationId xmlns:a16="http://schemas.microsoft.com/office/drawing/2014/main" id="{08327555-0A0C-4E5A-BE05-12C974BC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91000"/>
            <a:ext cx="2762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48" name="p20-文本-0248">
            <a:extLst xmlns:a="http://schemas.openxmlformats.org/drawingml/2006/main">
              <a:ext uri="{FF2B5EF4-FFF2-40B4-BE49-F238E27FC236}">
                <a16:creationId xmlns:a16="http://schemas.microsoft.com/office/drawing/2014/main" id="{907A94D0-E4AA-4637-914D-4FBB2FE4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323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相同官能团类型</a:t>
            </a:r>
          </a:p>
        </p:txBody>
      </p:sp>
      <p:sp>
        <p:nvSpPr>
          <p:cNvPr id="249" name="p20-矩形-0249">
            <a:extLst xmlns:a="http://schemas.openxmlformats.org/drawingml/2006/main">
              <a:ext uri="{FF2B5EF4-FFF2-40B4-BE49-F238E27FC236}">
                <a16:creationId xmlns:a16="http://schemas.microsoft.com/office/drawing/2014/main" id="{487DC205-934F-47F8-BFFE-8DB7EDCA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91000"/>
            <a:ext cx="32861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50" name="p20-文本-0250">
            <a:extLst xmlns:a="http://schemas.openxmlformats.org/drawingml/2006/main">
              <a:ext uri="{FF2B5EF4-FFF2-40B4-BE49-F238E27FC236}">
                <a16:creationId xmlns:a16="http://schemas.microsoft.com/office/drawing/2014/main" id="{AF85C4A3-54CB-4600-BB12-B22B9CC3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323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相同孔隙组分</a:t>
            </a:r>
          </a:p>
        </p:txBody>
      </p:sp>
      <p:sp>
        <p:nvSpPr>
          <p:cNvPr id="251" name="p20-矩形-0251">
            <a:extLst xmlns:a="http://schemas.openxmlformats.org/drawingml/2006/main">
              <a:ext uri="{FF2B5EF4-FFF2-40B4-BE49-F238E27FC236}">
                <a16:creationId xmlns:a16="http://schemas.microsoft.com/office/drawing/2014/main" id="{7E3D3D86-57B0-4D08-825B-88153829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91000"/>
            <a:ext cx="3524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52" name="p20-文本-0252">
            <a:extLst xmlns:a="http://schemas.openxmlformats.org/drawingml/2006/main">
              <a:ext uri="{FF2B5EF4-FFF2-40B4-BE49-F238E27FC236}">
                <a16:creationId xmlns:a16="http://schemas.microsoft.com/office/drawing/2014/main" id="{3822BDB8-CA72-4BC3-8E92-F0CDA710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3323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相同样品厚度</a:t>
            </a:r>
          </a:p>
        </p:txBody>
      </p:sp>
      <p:sp>
        <p:nvSpPr>
          <p:cNvPr id="253" name="p20-矩形-0253">
            <a:extLst xmlns:a="http://schemas.openxmlformats.org/drawingml/2006/main">
              <a:ext uri="{FF2B5EF4-FFF2-40B4-BE49-F238E27FC236}">
                <a16:creationId xmlns:a16="http://schemas.microsoft.com/office/drawing/2014/main" id="{43A7ECA4-D351-4E53-AF31-3908CC39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33925"/>
            <a:ext cx="16668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54" name="p20-文本-0254">
            <a:extLst xmlns:a="http://schemas.openxmlformats.org/drawingml/2006/main">
              <a:ext uri="{FF2B5EF4-FFF2-40B4-BE49-F238E27FC236}">
                <a16:creationId xmlns:a16="http://schemas.microsoft.com/office/drawing/2014/main" id="{C74A5383-4D89-445A-B90F-D6A73E59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65177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观测对象</a:t>
            </a:r>
          </a:p>
        </p:txBody>
      </p:sp>
      <p:sp>
        <p:nvSpPr>
          <p:cNvPr id="255" name="p20-矩形-0255">
            <a:extLst xmlns:a="http://schemas.openxmlformats.org/drawingml/2006/main">
              <a:ext uri="{FF2B5EF4-FFF2-40B4-BE49-F238E27FC236}">
                <a16:creationId xmlns:a16="http://schemas.microsoft.com/office/drawing/2014/main" id="{102ECBC9-5B23-495E-AE23-9C530DF0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33925"/>
            <a:ext cx="2762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56" name="p20-文本-0256">
            <a:extLst xmlns:a="http://schemas.openxmlformats.org/drawingml/2006/main">
              <a:ext uri="{FF2B5EF4-FFF2-40B4-BE49-F238E27FC236}">
                <a16:creationId xmlns:a16="http://schemas.microsoft.com/office/drawing/2014/main" id="{C0E374A6-5E95-4F2E-A721-AF3F81C0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752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局部相互作用</a:t>
            </a:r>
          </a:p>
        </p:txBody>
      </p:sp>
      <p:sp>
        <p:nvSpPr>
          <p:cNvPr id="257" name="p20-矩形-0257">
            <a:extLst xmlns:a="http://schemas.openxmlformats.org/drawingml/2006/main">
              <a:ext uri="{FF2B5EF4-FFF2-40B4-BE49-F238E27FC236}">
                <a16:creationId xmlns:a16="http://schemas.microsoft.com/office/drawing/2014/main" id="{B9D942C8-3089-4B2C-B768-46F960B2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33925"/>
            <a:ext cx="32861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58" name="p20-文本-0258">
            <a:extLst xmlns:a="http://schemas.openxmlformats.org/drawingml/2006/main">
              <a:ext uri="{FF2B5EF4-FFF2-40B4-BE49-F238E27FC236}">
                <a16:creationId xmlns:a16="http://schemas.microsoft.com/office/drawing/2014/main" id="{CAC269B7-A518-445E-9B7F-EBB88E6E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875256"/>
            <a:ext cx="994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连通与分布</a:t>
            </a:r>
          </a:p>
        </p:txBody>
      </p:sp>
      <p:sp>
        <p:nvSpPr>
          <p:cNvPr id="259" name="p20-矩形-0259">
            <a:extLst xmlns:a="http://schemas.openxmlformats.org/drawingml/2006/main">
              <a:ext uri="{FF2B5EF4-FFF2-40B4-BE49-F238E27FC236}">
                <a16:creationId xmlns:a16="http://schemas.microsoft.com/office/drawing/2014/main" id="{68E351BD-8EE1-464D-9BEE-63E05642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33925"/>
            <a:ext cx="3524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60" name="p20-文本-0260">
            <a:extLst xmlns:a="http://schemas.openxmlformats.org/drawingml/2006/main">
              <a:ext uri="{FF2B5EF4-FFF2-40B4-BE49-F238E27FC236}">
                <a16:creationId xmlns:a16="http://schemas.microsoft.com/office/drawing/2014/main" id="{571C5146-6E16-4339-A257-253AD135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8752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宏观通量响应</a:t>
            </a:r>
          </a:p>
        </p:txBody>
      </p:sp>
      <p:sp>
        <p:nvSpPr>
          <p:cNvPr id="261" name="p20-矩形-0261">
            <a:extLst xmlns:a="http://schemas.openxmlformats.org/drawingml/2006/main">
              <a:ext uri="{FF2B5EF4-FFF2-40B4-BE49-F238E27FC236}">
                <a16:creationId xmlns:a16="http://schemas.microsoft.com/office/drawing/2014/main" id="{21E6CBE9-424B-4C0E-9353-E9C04AEC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76850"/>
            <a:ext cx="16668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62" name="p20-文本-0262">
            <a:extLst xmlns:a="http://schemas.openxmlformats.org/drawingml/2006/main">
              <a:ext uri="{FF2B5EF4-FFF2-40B4-BE49-F238E27FC236}">
                <a16:creationId xmlns:a16="http://schemas.microsoft.com/office/drawing/2014/main" id="{73FAAD59-152C-41B2-9CF8-DCBCF18C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08102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判断边界</a:t>
            </a:r>
          </a:p>
        </p:txBody>
      </p:sp>
      <p:sp>
        <p:nvSpPr>
          <p:cNvPr id="263" name="p20-矩形-0263">
            <a:extLst xmlns:a="http://schemas.openxmlformats.org/drawingml/2006/main">
              <a:ext uri="{FF2B5EF4-FFF2-40B4-BE49-F238E27FC236}">
                <a16:creationId xmlns:a16="http://schemas.microsoft.com/office/drawing/2014/main" id="{B4BD81ED-736A-4715-9D55-C60318AA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276850"/>
            <a:ext cx="2762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64" name="p20-文本-0264">
            <a:extLst xmlns:a="http://schemas.openxmlformats.org/drawingml/2006/main">
              <a:ext uri="{FF2B5EF4-FFF2-40B4-BE49-F238E27FC236}">
                <a16:creationId xmlns:a16="http://schemas.microsoft.com/office/drawing/2014/main" id="{50155B37-B1C1-4962-9BBD-916F50E1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418181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不能单独代表整体性能</a:t>
            </a:r>
          </a:p>
        </p:txBody>
      </p:sp>
      <p:sp>
        <p:nvSpPr>
          <p:cNvPr id="265" name="p20-矩形-0265">
            <a:extLst xmlns:a="http://schemas.openxmlformats.org/drawingml/2006/main">
              <a:ext uri="{FF2B5EF4-FFF2-40B4-BE49-F238E27FC236}">
                <a16:creationId xmlns:a16="http://schemas.microsoft.com/office/drawing/2014/main" id="{49967F4E-C14E-4ABC-8E92-58E3DEA4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276850"/>
            <a:ext cx="32861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66" name="p20-文本-0266">
            <a:extLst xmlns:a="http://schemas.openxmlformats.org/drawingml/2006/main">
              <a:ext uri="{FF2B5EF4-FFF2-40B4-BE49-F238E27FC236}">
                <a16:creationId xmlns:a16="http://schemas.microsoft.com/office/drawing/2014/main" id="{548E166D-970C-4366-9264-27C3E976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4181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需控制取样位置</a:t>
            </a:r>
          </a:p>
        </p:txBody>
      </p:sp>
      <p:sp>
        <p:nvSpPr>
          <p:cNvPr id="267" name="p20-矩形-0267">
            <a:extLst xmlns:a="http://schemas.openxmlformats.org/drawingml/2006/main">
              <a:ext uri="{FF2B5EF4-FFF2-40B4-BE49-F238E27FC236}">
                <a16:creationId xmlns:a16="http://schemas.microsoft.com/office/drawing/2014/main" id="{5FB1CE1D-5E24-43B2-B9D5-D2EF6052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76850"/>
            <a:ext cx="3524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7620">
            <a:solidFill>
              <a:srgbClr val="CCD7DF"/>
            </a:solidFill>
          </a:ln>
        </p:spPr>
      </p:sp>
      <p:sp>
        <p:nvSpPr>
          <p:cNvPr id="268" name="p20-文本-0268">
            <a:extLst xmlns:a="http://schemas.openxmlformats.org/drawingml/2006/main">
              <a:ext uri="{FF2B5EF4-FFF2-40B4-BE49-F238E27FC236}">
                <a16:creationId xmlns:a16="http://schemas.microsoft.com/office/drawing/2014/main" id="{E9170F84-0653-4737-9762-D59AB7C9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4181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需扣除边缘效应</a:t>
            </a:r>
          </a:p>
        </p:txBody>
      </p:sp>
      <p:sp>
        <p:nvSpPr>
          <p:cNvPr id="269" name="p20-文本-0269">
            <a:extLst xmlns:a="http://schemas.openxmlformats.org/drawingml/2006/main">
              <a:ext uri="{FF2B5EF4-FFF2-40B4-BE49-F238E27FC236}">
                <a16:creationId xmlns:a16="http://schemas.microsoft.com/office/drawing/2014/main" id="{5E9ED082-ADF5-49DC-B3CA-CEE56475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198" y="6062007"/>
            <a:ext cx="59716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不同尺度共享研究对象，但各自回答不同层级的问题</a:t>
            </a:r>
          </a:p>
        </p:txBody>
      </p:sp>
      <p:sp>
        <p:nvSpPr>
          <p:cNvPr id="270" name="p20-文本-0270">
            <a:extLst xmlns:a="http://schemas.openxmlformats.org/drawingml/2006/main">
              <a:ext uri="{FF2B5EF4-FFF2-40B4-BE49-F238E27FC236}">
                <a16:creationId xmlns:a16="http://schemas.microsoft.com/office/drawing/2014/main" id="{86CAB405-EADC-4946-80B2-0C6FFA0D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442080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p21-矩形-0001">
            <a:extLst xmlns:a="http://schemas.openxmlformats.org/drawingml/2006/main">
              <a:ext uri="{FF2B5EF4-FFF2-40B4-BE49-F238E27FC236}">
                <a16:creationId xmlns:a16="http://schemas.microsoft.com/office/drawing/2014/main" id="{C18E7A05-CC42-4844-B8F5-2AD9119E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1-矩形-0002">
            <a:extLst xmlns:a="http://schemas.openxmlformats.org/drawingml/2006/main">
              <a:ext uri="{FF2B5EF4-FFF2-40B4-BE49-F238E27FC236}">
                <a16:creationId xmlns:a16="http://schemas.microsoft.com/office/drawing/2014/main" id="{E269EE20-F297-4F96-9D7A-C48A9A72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1-文本-0003">
            <a:extLst xmlns:a="http://schemas.openxmlformats.org/drawingml/2006/main">
              <a:ext uri="{FF2B5EF4-FFF2-40B4-BE49-F238E27FC236}">
                <a16:creationId xmlns:a16="http://schemas.microsoft.com/office/drawing/2014/main" id="{FC10576E-BB39-4EE6-B2F8-06676095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方法步骤与结果图阵建立逐项对应</a:t>
            </a:r>
          </a:p>
        </p:txBody>
      </p:sp>
      <p:sp>
        <p:nvSpPr>
          <p:cNvPr id="4" name="p21-文本-0004">
            <a:extLst xmlns:a="http://schemas.openxmlformats.org/drawingml/2006/main">
              <a:ext uri="{FF2B5EF4-FFF2-40B4-BE49-F238E27FC236}">
                <a16:creationId xmlns:a16="http://schemas.microsoft.com/office/drawing/2014/main" id="{923873E7-88AA-4B53-90D4-CEF65745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6593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先控制输入，再分离响应，最后检验可复现性</a:t>
            </a:r>
          </a:p>
        </p:txBody>
      </p:sp>
      <p:sp>
        <p:nvSpPr>
          <p:cNvPr id="5" name="p21-线-0005">
            <a:extLst xmlns:a="http://schemas.openxmlformats.org/drawingml/2006/main">
              <a:ext uri="{FF2B5EF4-FFF2-40B4-BE49-F238E27FC236}">
                <a16:creationId xmlns:a16="http://schemas.microsoft.com/office/drawing/2014/main" id="{192646A7-60C8-495B-84FD-1EE239E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1-椭圆-0006">
            <a:extLst xmlns:a="http://schemas.openxmlformats.org/drawingml/2006/main">
              <a:ext uri="{FF2B5EF4-FFF2-40B4-BE49-F238E27FC236}">
                <a16:creationId xmlns:a16="http://schemas.microsoft.com/office/drawing/2014/main" id="{ADE253EE-27C3-4DD2-8456-1558AC44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21-文本-0007">
            <a:extLst xmlns:a="http://schemas.openxmlformats.org/drawingml/2006/main">
              <a:ext uri="{FF2B5EF4-FFF2-40B4-BE49-F238E27FC236}">
                <a16:creationId xmlns:a16="http://schemas.microsoft.com/office/drawing/2014/main" id="{3DC3E98A-409E-4F5D-A21D-42949246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3" y="1627231"/>
            <a:ext cx="15935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21-文本-0008">
            <a:extLst xmlns:a="http://schemas.openxmlformats.org/drawingml/2006/main">
              <a:ext uri="{FF2B5EF4-FFF2-40B4-BE49-F238E27FC236}">
                <a16:creationId xmlns:a16="http://schemas.microsoft.com/office/drawing/2014/main" id="{15C7A3E3-0FC8-49C1-9F03-BF3E0C4A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6070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统一样品</a:t>
            </a:r>
          </a:p>
        </p:txBody>
      </p:sp>
      <p:sp>
        <p:nvSpPr>
          <p:cNvPr id="9" name="p21-文本-0009">
            <a:extLst xmlns:a="http://schemas.openxmlformats.org/drawingml/2006/main">
              <a:ext uri="{FF2B5EF4-FFF2-40B4-BE49-F238E27FC236}">
                <a16:creationId xmlns:a16="http://schemas.microsoft.com/office/drawing/2014/main" id="{2CBBF531-FB9F-439C-8770-010F2468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008231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同批原料</a:t>
            </a:r>
          </a:p>
        </p:txBody>
      </p:sp>
      <p:sp>
        <p:nvSpPr>
          <p:cNvPr id="10" name="p21-文本-0010">
            <a:extLst xmlns:a="http://schemas.openxmlformats.org/drawingml/2006/main">
              <a:ext uri="{FF2B5EF4-FFF2-40B4-BE49-F238E27FC236}">
                <a16:creationId xmlns:a16="http://schemas.microsoft.com/office/drawing/2014/main" id="{E72363DE-1089-4485-AB54-15B4DB4B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2939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记录初始状态</a:t>
            </a:r>
          </a:p>
        </p:txBody>
      </p:sp>
      <p:sp>
        <p:nvSpPr>
          <p:cNvPr id="11" name="p21-路径-0011">
            <a:extLst xmlns:a="http://schemas.openxmlformats.org/drawingml/2006/main">
              <a:ext uri="{FF2B5EF4-FFF2-40B4-BE49-F238E27FC236}">
                <a16:creationId xmlns:a16="http://schemas.microsoft.com/office/drawing/2014/main" id="{8B631564-06A5-49E0-BD32-6E3E0743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98" y="2600325"/>
            <a:ext cx="165354" cy="314325"/>
          </a:xfrm>
          <a:custGeom xmlns:a="http://schemas.openxmlformats.org/drawingml/2006/main">
            <a:pathLst>
              <a:path w="165354" h="314325">
                <a:moveTo>
                  <a:pt x="49340" y="0"/>
                </a:moveTo>
                <a:lnTo>
                  <a:pt x="49340" y="180975"/>
                </a:lnTo>
                <a:lnTo>
                  <a:pt x="0" y="180975"/>
                </a:lnTo>
                <a:lnTo>
                  <a:pt x="82677" y="314325"/>
                </a:lnTo>
                <a:lnTo>
                  <a:pt x="165354" y="180975"/>
                </a:lnTo>
                <a:lnTo>
                  <a:pt x="116015" y="180975"/>
                </a:lnTo>
                <a:lnTo>
                  <a:pt x="11601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" name="p21-椭圆-0012">
            <a:extLst xmlns:a="http://schemas.openxmlformats.org/drawingml/2006/main">
              <a:ext uri="{FF2B5EF4-FFF2-40B4-BE49-F238E27FC236}">
                <a16:creationId xmlns:a16="http://schemas.microsoft.com/office/drawing/2014/main" id="{4481FCD7-D0AF-4294-8EBA-10FE4B59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384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" name="p21-文本-0013">
            <a:extLst xmlns:a="http://schemas.openxmlformats.org/drawingml/2006/main">
              <a:ext uri="{FF2B5EF4-FFF2-40B4-BE49-F238E27FC236}">
                <a16:creationId xmlns:a16="http://schemas.microsoft.com/office/drawing/2014/main" id="{FD7B89E0-E563-4685-8D3F-D99714DB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3" y="3094081"/>
            <a:ext cx="15935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p21-文本-0014">
            <a:extLst xmlns:a="http://schemas.openxmlformats.org/drawingml/2006/main">
              <a:ext uri="{FF2B5EF4-FFF2-40B4-BE49-F238E27FC236}">
                <a16:creationId xmlns:a16="http://schemas.microsoft.com/office/drawing/2014/main" id="{E36509F3-26F5-4DC8-BA77-08F63B3E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07392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分离变量</a:t>
            </a:r>
          </a:p>
        </p:txBody>
      </p:sp>
      <p:sp>
        <p:nvSpPr>
          <p:cNvPr id="15" name="p21-文本-0015">
            <a:extLst xmlns:a="http://schemas.openxmlformats.org/drawingml/2006/main">
              <a:ext uri="{FF2B5EF4-FFF2-40B4-BE49-F238E27FC236}">
                <a16:creationId xmlns:a16="http://schemas.microsoft.com/office/drawing/2014/main" id="{EE5D0084-CE3C-4A57-AE8F-02D93AAB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750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只改变处理梯度</a:t>
            </a:r>
          </a:p>
        </p:txBody>
      </p:sp>
      <p:sp>
        <p:nvSpPr>
          <p:cNvPr id="16" name="p21-文本-0016">
            <a:extLst xmlns:a="http://schemas.openxmlformats.org/drawingml/2006/main">
              <a:ext uri="{FF2B5EF4-FFF2-40B4-BE49-F238E27FC236}">
                <a16:creationId xmlns:a16="http://schemas.microsoft.com/office/drawing/2014/main" id="{5CB0A9B7-E5F1-4702-BB53-D8EC9139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7608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并行设置参照</a:t>
            </a:r>
          </a:p>
        </p:txBody>
      </p:sp>
      <p:sp>
        <p:nvSpPr>
          <p:cNvPr id="17" name="p21-路径-0017">
            <a:extLst xmlns:a="http://schemas.openxmlformats.org/drawingml/2006/main">
              <a:ext uri="{FF2B5EF4-FFF2-40B4-BE49-F238E27FC236}">
                <a16:creationId xmlns:a16="http://schemas.microsoft.com/office/drawing/2014/main" id="{7CD617C1-8B05-4923-966E-C950E893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98" y="4067175"/>
            <a:ext cx="165354" cy="314325"/>
          </a:xfrm>
          <a:custGeom xmlns:a="http://schemas.openxmlformats.org/drawingml/2006/main">
            <a:pathLst>
              <a:path w="165354" h="314325">
                <a:moveTo>
                  <a:pt x="49340" y="0"/>
                </a:moveTo>
                <a:lnTo>
                  <a:pt x="49340" y="180975"/>
                </a:lnTo>
                <a:lnTo>
                  <a:pt x="0" y="180975"/>
                </a:lnTo>
                <a:lnTo>
                  <a:pt x="82677" y="314325"/>
                </a:lnTo>
                <a:lnTo>
                  <a:pt x="165354" y="180975"/>
                </a:lnTo>
                <a:lnTo>
                  <a:pt x="116015" y="180975"/>
                </a:lnTo>
                <a:lnTo>
                  <a:pt x="11601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" name="p21-椭圆-0018">
            <a:extLst xmlns:a="http://schemas.openxmlformats.org/drawingml/2006/main">
              <a:ext uri="{FF2B5EF4-FFF2-40B4-BE49-F238E27FC236}">
                <a16:creationId xmlns:a16="http://schemas.microsoft.com/office/drawing/2014/main" id="{4929CC96-BA4B-4C59-A673-0C9E9E04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053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21-文本-0019">
            <a:extLst xmlns:a="http://schemas.openxmlformats.org/drawingml/2006/main">
              <a:ext uri="{FF2B5EF4-FFF2-40B4-BE49-F238E27FC236}">
                <a16:creationId xmlns:a16="http://schemas.microsoft.com/office/drawing/2014/main" id="{08699004-B2A1-47A2-A7E0-78F08B45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3" y="4560931"/>
            <a:ext cx="159353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p21-文本-0020">
            <a:extLst xmlns:a="http://schemas.openxmlformats.org/drawingml/2006/main">
              <a:ext uri="{FF2B5EF4-FFF2-40B4-BE49-F238E27FC236}">
                <a16:creationId xmlns:a16="http://schemas.microsoft.com/office/drawing/2014/main" id="{2F58E4A2-FA05-4426-8429-5A35DF8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5407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独立复核</a:t>
            </a:r>
          </a:p>
        </p:txBody>
      </p:sp>
      <p:sp>
        <p:nvSpPr>
          <p:cNvPr id="21" name="p21-文本-0021">
            <a:extLst xmlns:a="http://schemas.openxmlformats.org/drawingml/2006/main">
              <a:ext uri="{FF2B5EF4-FFF2-40B4-BE49-F238E27FC236}">
                <a16:creationId xmlns:a16="http://schemas.microsoft.com/office/drawing/2014/main" id="{3879CB8A-A3F0-4559-982F-D6F32C15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9419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更换制备批次</a:t>
            </a:r>
          </a:p>
        </p:txBody>
      </p:sp>
      <p:sp>
        <p:nvSpPr>
          <p:cNvPr id="22" name="p21-文本-0022">
            <a:extLst xmlns:a="http://schemas.openxmlformats.org/drawingml/2006/main">
              <a:ext uri="{FF2B5EF4-FFF2-40B4-BE49-F238E27FC236}">
                <a16:creationId xmlns:a16="http://schemas.microsoft.com/office/drawing/2014/main" id="{691E925B-E56E-4811-B0E3-26EF7BBA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2276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检查误差来源</a:t>
            </a:r>
          </a:p>
        </p:txBody>
      </p:sp>
      <p:sp>
        <p:nvSpPr>
          <p:cNvPr id="23" name="p21-线-0023">
            <a:extLst xmlns:a="http://schemas.openxmlformats.org/drawingml/2006/main">
              <a:ext uri="{FF2B5EF4-FFF2-40B4-BE49-F238E27FC236}">
                <a16:creationId xmlns:a16="http://schemas.microsoft.com/office/drawing/2014/main" id="{84FC9C09-1B32-44BE-B46F-6FC42C86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371600"/>
            <a:ext cx="95" cy="4581525"/>
          </a:xfrm>
          <a:custGeom xmlns:a="http://schemas.openxmlformats.org/drawingml/2006/main">
            <a:pathLst>
              <a:path w="95" h="4581525">
                <a:moveTo>
                  <a:pt x="0" y="0"/>
                </a:moveTo>
                <a:lnTo>
                  <a:pt x="0" y="4581525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24" name="p21-矩形-0024">
            <a:extLst xmlns:a="http://schemas.openxmlformats.org/drawingml/2006/main">
              <a:ext uri="{FF2B5EF4-FFF2-40B4-BE49-F238E27FC236}">
                <a16:creationId xmlns:a16="http://schemas.microsoft.com/office/drawing/2014/main" id="{A4020D82-6BD7-4C74-9415-FF57B4A1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381125"/>
            <a:ext cx="411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" name="p21-文本-0025">
            <a:extLst xmlns:a="http://schemas.openxmlformats.org/drawingml/2006/main">
              <a:ext uri="{FF2B5EF4-FFF2-40B4-BE49-F238E27FC236}">
                <a16:creationId xmlns:a16="http://schemas.microsoft.com/office/drawing/2014/main" id="{4CD8F514-0BBD-4210-8119-9053BA83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197" y="1402649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初始状态分布</a:t>
            </a:r>
          </a:p>
        </p:txBody>
      </p:sp>
      <p:sp>
        <p:nvSpPr>
          <p:cNvPr id="26" name="p21-矩形-0026">
            <a:extLst xmlns:a="http://schemas.openxmlformats.org/drawingml/2006/main">
              <a:ext uri="{FF2B5EF4-FFF2-40B4-BE49-F238E27FC236}">
                <a16:creationId xmlns:a16="http://schemas.microsoft.com/office/drawing/2014/main" id="{AC152F87-5EFB-41E9-8683-58D2B29B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885950"/>
            <a:ext cx="18859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27" name="p21-椭圆-0027">
            <a:extLst xmlns:a="http://schemas.openxmlformats.org/drawingml/2006/main">
              <a:ext uri="{FF2B5EF4-FFF2-40B4-BE49-F238E27FC236}">
                <a16:creationId xmlns:a16="http://schemas.microsoft.com/office/drawing/2014/main" id="{FBE565DC-D33B-4D0D-A066-EF7789B0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95262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21-椭圆-0028">
            <a:extLst xmlns:a="http://schemas.openxmlformats.org/drawingml/2006/main">
              <a:ext uri="{FF2B5EF4-FFF2-40B4-BE49-F238E27FC236}">
                <a16:creationId xmlns:a16="http://schemas.microsoft.com/office/drawing/2014/main" id="{BEE4CCB5-2E20-4279-82E6-1617BE32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5201" y="232797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21-椭圆-0029">
            <a:extLst xmlns:a="http://schemas.openxmlformats.org/drawingml/2006/main">
              <a:ext uri="{FF2B5EF4-FFF2-40B4-BE49-F238E27FC236}">
                <a16:creationId xmlns:a16="http://schemas.microsoft.com/office/drawing/2014/main" id="{6CBF52D7-B9C2-45F3-B064-665216E2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290" y="270333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21-椭圆-0030">
            <a:extLst xmlns:a="http://schemas.openxmlformats.org/drawingml/2006/main">
              <a:ext uri="{FF2B5EF4-FFF2-40B4-BE49-F238E27FC236}">
                <a16:creationId xmlns:a16="http://schemas.microsoft.com/office/drawing/2014/main" id="{8B710ED9-7BEE-4549-8DEC-1FA762AD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0728" y="213570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21-椭圆-0031">
            <a:extLst xmlns:a="http://schemas.openxmlformats.org/drawingml/2006/main">
              <a:ext uri="{FF2B5EF4-FFF2-40B4-BE49-F238E27FC236}">
                <a16:creationId xmlns:a16="http://schemas.microsoft.com/office/drawing/2014/main" id="{B453B7C2-2BBF-4975-B1E5-F5A9F5FE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817" y="251106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21-椭圆-0032">
            <a:extLst xmlns:a="http://schemas.openxmlformats.org/drawingml/2006/main">
              <a:ext uri="{FF2B5EF4-FFF2-40B4-BE49-F238E27FC236}">
                <a16:creationId xmlns:a16="http://schemas.microsoft.com/office/drawing/2014/main" id="{B74F2C97-8503-4C89-BC5B-E9A14A7F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3206" y="201964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21-椭圆-0033">
            <a:extLst xmlns:a="http://schemas.openxmlformats.org/drawingml/2006/main">
              <a:ext uri="{FF2B5EF4-FFF2-40B4-BE49-F238E27FC236}">
                <a16:creationId xmlns:a16="http://schemas.microsoft.com/office/drawing/2014/main" id="{4CEFC283-10BB-4C7F-9214-DDC995C7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644" y="239499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21-椭圆-0034">
            <a:extLst xmlns:a="http://schemas.openxmlformats.org/drawingml/2006/main">
              <a:ext uri="{FF2B5EF4-FFF2-40B4-BE49-F238E27FC236}">
                <a16:creationId xmlns:a16="http://schemas.microsoft.com/office/drawing/2014/main" id="{3A8C284B-D3ED-4049-B197-4805B286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733" y="277034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21-椭圆-0035">
            <a:extLst xmlns:a="http://schemas.openxmlformats.org/drawingml/2006/main">
              <a:ext uri="{FF2B5EF4-FFF2-40B4-BE49-F238E27FC236}">
                <a16:creationId xmlns:a16="http://schemas.microsoft.com/office/drawing/2014/main" id="{150E3FB5-2709-42E5-B043-E7EC7B55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172" y="2202724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21-椭圆-0036">
            <a:extLst xmlns:a="http://schemas.openxmlformats.org/drawingml/2006/main">
              <a:ext uri="{FF2B5EF4-FFF2-40B4-BE49-F238E27FC236}">
                <a16:creationId xmlns:a16="http://schemas.microsoft.com/office/drawing/2014/main" id="{3540C4ED-8384-4662-AC61-CEDA00C2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260" y="2578077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21-椭圆-0037">
            <a:extLst xmlns:a="http://schemas.openxmlformats.org/drawingml/2006/main">
              <a:ext uri="{FF2B5EF4-FFF2-40B4-BE49-F238E27FC236}">
                <a16:creationId xmlns:a16="http://schemas.microsoft.com/office/drawing/2014/main" id="{9EF060A5-B8F3-43AA-864A-B06AF29D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49" y="208665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21-椭圆-0038">
            <a:extLst xmlns:a="http://schemas.openxmlformats.org/drawingml/2006/main">
              <a:ext uri="{FF2B5EF4-FFF2-40B4-BE49-F238E27FC236}">
                <a16:creationId xmlns:a16="http://schemas.microsoft.com/office/drawing/2014/main" id="{5A8ECC6C-97D8-4E1C-A28F-A530DD3A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4087" y="246200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21-椭圆-0039">
            <a:extLst xmlns:a="http://schemas.openxmlformats.org/drawingml/2006/main">
              <a:ext uri="{FF2B5EF4-FFF2-40B4-BE49-F238E27FC236}">
                <a16:creationId xmlns:a16="http://schemas.microsoft.com/office/drawing/2014/main" id="{AC097EE4-7880-4385-92F1-227B5720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176" y="2837361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21-椭圆-0040">
            <a:extLst xmlns:a="http://schemas.openxmlformats.org/drawingml/2006/main">
              <a:ext uri="{FF2B5EF4-FFF2-40B4-BE49-F238E27FC236}">
                <a16:creationId xmlns:a16="http://schemas.microsoft.com/office/drawing/2014/main" id="{402BD5E6-379F-4DDE-8AD9-8CF33BCC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265" y="226973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21-椭圆-0041">
            <a:extLst xmlns:a="http://schemas.openxmlformats.org/drawingml/2006/main">
              <a:ext uri="{FF2B5EF4-FFF2-40B4-BE49-F238E27FC236}">
                <a16:creationId xmlns:a16="http://schemas.microsoft.com/office/drawing/2014/main" id="{B51CCFB3-7994-45B9-AC31-929B5FA0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03" y="264509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21-椭圆-0042">
            <a:extLst xmlns:a="http://schemas.openxmlformats.org/drawingml/2006/main">
              <a:ext uri="{FF2B5EF4-FFF2-40B4-BE49-F238E27FC236}">
                <a16:creationId xmlns:a16="http://schemas.microsoft.com/office/drawing/2014/main" id="{98B4623F-3ECC-42B7-B6CD-5CF8254C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092" y="215367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21-椭圆-0043">
            <a:extLst xmlns:a="http://schemas.openxmlformats.org/drawingml/2006/main">
              <a:ext uri="{FF2B5EF4-FFF2-40B4-BE49-F238E27FC236}">
                <a16:creationId xmlns:a16="http://schemas.microsoft.com/office/drawing/2014/main" id="{42519551-5E40-4790-A4BF-32C94912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3531" y="252902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21-椭圆-0044">
            <a:extLst xmlns:a="http://schemas.openxmlformats.org/drawingml/2006/main">
              <a:ext uri="{FF2B5EF4-FFF2-40B4-BE49-F238E27FC236}">
                <a16:creationId xmlns:a16="http://schemas.microsoft.com/office/drawing/2014/main" id="{208706A4-6974-47EC-BF7B-0DC39666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619" y="196140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21-椭圆-0045">
            <a:extLst xmlns:a="http://schemas.openxmlformats.org/drawingml/2006/main">
              <a:ext uri="{FF2B5EF4-FFF2-40B4-BE49-F238E27FC236}">
                <a16:creationId xmlns:a16="http://schemas.microsoft.com/office/drawing/2014/main" id="{9F04AE11-2532-4F04-B28E-9CFA8695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708" y="2336755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21-椭圆-0046">
            <a:extLst xmlns:a="http://schemas.openxmlformats.org/drawingml/2006/main">
              <a:ext uri="{FF2B5EF4-FFF2-40B4-BE49-F238E27FC236}">
                <a16:creationId xmlns:a16="http://schemas.microsoft.com/office/drawing/2014/main" id="{794F47CB-ECD1-45D6-AFEB-0893456D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3147" y="271210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21-椭圆-0047">
            <a:extLst xmlns:a="http://schemas.openxmlformats.org/drawingml/2006/main">
              <a:ext uri="{FF2B5EF4-FFF2-40B4-BE49-F238E27FC236}">
                <a16:creationId xmlns:a16="http://schemas.microsoft.com/office/drawing/2014/main" id="{5C178E41-6830-4FD4-A422-528258D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535" y="222068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21-椭圆-0048">
            <a:extLst xmlns:a="http://schemas.openxmlformats.org/drawingml/2006/main">
              <a:ext uri="{FF2B5EF4-FFF2-40B4-BE49-F238E27FC236}">
                <a16:creationId xmlns:a16="http://schemas.microsoft.com/office/drawing/2014/main" id="{12527188-B6DC-46EE-ACDF-CE824BE8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2974" y="2596039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9" name="p21-椭圆-0049">
            <a:extLst xmlns:a="http://schemas.openxmlformats.org/drawingml/2006/main">
              <a:ext uri="{FF2B5EF4-FFF2-40B4-BE49-F238E27FC236}">
                <a16:creationId xmlns:a16="http://schemas.microsoft.com/office/drawing/2014/main" id="{3F5C4536-BEB1-4121-8F87-9E2B0E71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062" y="202841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0" name="p21-椭圆-0050">
            <a:extLst xmlns:a="http://schemas.openxmlformats.org/drawingml/2006/main">
              <a:ext uri="{FF2B5EF4-FFF2-40B4-BE49-F238E27FC236}">
                <a16:creationId xmlns:a16="http://schemas.microsoft.com/office/drawing/2014/main" id="{3216FB12-4A07-46C8-85DA-E033BE24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51" y="2403770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1" name="p21-椭圆-0051">
            <a:extLst xmlns:a="http://schemas.openxmlformats.org/drawingml/2006/main">
              <a:ext uri="{FF2B5EF4-FFF2-40B4-BE49-F238E27FC236}">
                <a16:creationId xmlns:a16="http://schemas.microsoft.com/office/drawing/2014/main" id="{66BAA5C8-D8ED-4714-93F9-A517F096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2590" y="277912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2" name="p21-椭圆-0052">
            <a:extLst xmlns:a="http://schemas.openxmlformats.org/drawingml/2006/main">
              <a:ext uri="{FF2B5EF4-FFF2-40B4-BE49-F238E27FC236}">
                <a16:creationId xmlns:a16="http://schemas.microsoft.com/office/drawing/2014/main" id="{912C782A-D7FD-4245-AD6F-33096D9C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0978" y="228770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3" name="p21-椭圆-0053">
            <a:extLst xmlns:a="http://schemas.openxmlformats.org/drawingml/2006/main">
              <a:ext uri="{FF2B5EF4-FFF2-40B4-BE49-F238E27FC236}">
                <a16:creationId xmlns:a16="http://schemas.microsoft.com/office/drawing/2014/main" id="{ECB740E6-D646-40F7-8455-172F0720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067" y="266305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4" name="p21-椭圆-0054">
            <a:extLst xmlns:a="http://schemas.openxmlformats.org/drawingml/2006/main">
              <a:ext uri="{FF2B5EF4-FFF2-40B4-BE49-F238E27FC236}">
                <a16:creationId xmlns:a16="http://schemas.microsoft.com/office/drawing/2014/main" id="{B0D29727-66AD-4D89-A305-E6AFDE94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506" y="209543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5" name="p21-椭圆-0055">
            <a:extLst xmlns:a="http://schemas.openxmlformats.org/drawingml/2006/main">
              <a:ext uri="{FF2B5EF4-FFF2-40B4-BE49-F238E27FC236}">
                <a16:creationId xmlns:a16="http://schemas.microsoft.com/office/drawing/2014/main" id="{6F63FB9B-4387-443B-8D04-94E021A5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594" y="2470785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6" name="p21-椭圆-0056">
            <a:extLst xmlns:a="http://schemas.openxmlformats.org/drawingml/2006/main">
              <a:ext uri="{FF2B5EF4-FFF2-40B4-BE49-F238E27FC236}">
                <a16:creationId xmlns:a16="http://schemas.microsoft.com/office/drawing/2014/main" id="{1B97C617-8414-4554-A396-283D53CA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033" y="190316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7" name="p21-椭圆-0057">
            <a:extLst xmlns:a="http://schemas.openxmlformats.org/drawingml/2006/main">
              <a:ext uri="{FF2B5EF4-FFF2-40B4-BE49-F238E27FC236}">
                <a16:creationId xmlns:a16="http://schemas.microsoft.com/office/drawing/2014/main" id="{8981EE0F-BD05-4F70-97BA-2EEC36B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421" y="235471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8" name="p21-椭圆-0058">
            <a:extLst xmlns:a="http://schemas.openxmlformats.org/drawingml/2006/main">
              <a:ext uri="{FF2B5EF4-FFF2-40B4-BE49-F238E27FC236}">
                <a16:creationId xmlns:a16="http://schemas.microsoft.com/office/drawing/2014/main" id="{3DC76F3A-5CFB-4FF9-A3AE-03038E2A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510" y="2730069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59" name="p21-椭圆-0059">
            <a:extLst xmlns:a="http://schemas.openxmlformats.org/drawingml/2006/main">
              <a:ext uri="{FF2B5EF4-FFF2-40B4-BE49-F238E27FC236}">
                <a16:creationId xmlns:a16="http://schemas.microsoft.com/office/drawing/2014/main" id="{3B170F0E-17CD-49BF-BCD4-980DB70C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949" y="216244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0" name="p21-椭圆-0060">
            <a:extLst xmlns:a="http://schemas.openxmlformats.org/drawingml/2006/main">
              <a:ext uri="{FF2B5EF4-FFF2-40B4-BE49-F238E27FC236}">
                <a16:creationId xmlns:a16="http://schemas.microsoft.com/office/drawing/2014/main" id="{C3D4C6E7-2CF9-4536-A33C-B8AC327B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0037" y="2537800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1" name="p21-椭圆-0061">
            <a:extLst xmlns:a="http://schemas.openxmlformats.org/drawingml/2006/main">
              <a:ext uri="{FF2B5EF4-FFF2-40B4-BE49-F238E27FC236}">
                <a16:creationId xmlns:a16="http://schemas.microsoft.com/office/drawing/2014/main" id="{F559DF14-9DE0-4FF1-8B44-ABC954EA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126" y="197017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2" name="p21-椭圆-0062">
            <a:extLst xmlns:a="http://schemas.openxmlformats.org/drawingml/2006/main">
              <a:ext uri="{FF2B5EF4-FFF2-40B4-BE49-F238E27FC236}">
                <a16:creationId xmlns:a16="http://schemas.microsoft.com/office/drawing/2014/main" id="{A761B10A-2393-4A7D-AB73-DFEA8F11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9865" y="242173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3" name="p21-椭圆-0063">
            <a:extLst xmlns:a="http://schemas.openxmlformats.org/drawingml/2006/main">
              <a:ext uri="{FF2B5EF4-FFF2-40B4-BE49-F238E27FC236}">
                <a16:creationId xmlns:a16="http://schemas.microsoft.com/office/drawing/2014/main" id="{FA9B8F39-6A2C-4759-A315-E2F73C36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953" y="279708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4" name="p21-椭圆-0064">
            <a:extLst xmlns:a="http://schemas.openxmlformats.org/drawingml/2006/main">
              <a:ext uri="{FF2B5EF4-FFF2-40B4-BE49-F238E27FC236}">
                <a16:creationId xmlns:a16="http://schemas.microsoft.com/office/drawing/2014/main" id="{F085F851-F264-449F-BA58-42A91ACE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5392" y="222946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65" name="p21-线-0065">
            <a:extLst xmlns:a="http://schemas.openxmlformats.org/drawingml/2006/main">
              <a:ext uri="{FF2B5EF4-FFF2-40B4-BE49-F238E27FC236}">
                <a16:creationId xmlns:a16="http://schemas.microsoft.com/office/drawing/2014/main" id="{623755FC-E75C-4EFC-8A2F-6925367C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857500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66" name="p21-文本-0066">
            <a:extLst xmlns:a="http://schemas.openxmlformats.org/drawingml/2006/main">
              <a:ext uri="{FF2B5EF4-FFF2-40B4-BE49-F238E27FC236}">
                <a16:creationId xmlns:a16="http://schemas.microsoft.com/office/drawing/2014/main" id="{2BA957B4-6E6F-496B-BB0F-AFE17FD7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936459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67" name="p21-文本-0067">
            <a:extLst xmlns:a="http://schemas.openxmlformats.org/drawingml/2006/main">
              <a:ext uri="{FF2B5EF4-FFF2-40B4-BE49-F238E27FC236}">
                <a16:creationId xmlns:a16="http://schemas.microsoft.com/office/drawing/2014/main" id="{B407B1EA-B6D2-43EF-A45F-B00C3A8B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230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相同采集方式</a:t>
            </a:r>
          </a:p>
        </p:txBody>
      </p:sp>
      <p:sp>
        <p:nvSpPr>
          <p:cNvPr id="68" name="p21-文本-0068">
            <a:extLst xmlns:a="http://schemas.openxmlformats.org/drawingml/2006/main">
              <a:ext uri="{FF2B5EF4-FFF2-40B4-BE49-F238E27FC236}">
                <a16:creationId xmlns:a16="http://schemas.microsoft.com/office/drawing/2014/main" id="{9718BC86-6775-4BDF-ACB7-7A669202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2278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比较分散范围</a:t>
            </a:r>
          </a:p>
        </p:txBody>
      </p:sp>
      <p:sp>
        <p:nvSpPr>
          <p:cNvPr id="69" name="p21-文本-0069">
            <a:extLst xmlns:a="http://schemas.openxmlformats.org/drawingml/2006/main">
              <a:ext uri="{FF2B5EF4-FFF2-40B4-BE49-F238E27FC236}">
                <a16:creationId xmlns:a16="http://schemas.microsoft.com/office/drawing/2014/main" id="{1595A806-E2B1-4E22-9BFC-E3D7FC20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326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识别聚集区域</a:t>
            </a:r>
          </a:p>
        </p:txBody>
      </p:sp>
      <p:sp>
        <p:nvSpPr>
          <p:cNvPr id="70" name="p21-矩形-0070">
            <a:extLst xmlns:a="http://schemas.openxmlformats.org/drawingml/2006/main">
              <a:ext uri="{FF2B5EF4-FFF2-40B4-BE49-F238E27FC236}">
                <a16:creationId xmlns:a16="http://schemas.microsoft.com/office/drawing/2014/main" id="{04C61913-F04D-4D04-A4A3-5B615274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81125"/>
            <a:ext cx="411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1" name="p21-文本-0071">
            <a:extLst xmlns:a="http://schemas.openxmlformats.org/drawingml/2006/main">
              <a:ext uri="{FF2B5EF4-FFF2-40B4-BE49-F238E27FC236}">
                <a16:creationId xmlns:a16="http://schemas.microsoft.com/office/drawing/2014/main" id="{40C59E28-4B2C-4DD0-8AD2-D5DDC327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6272" y="1402649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处理条件矩阵</a:t>
            </a:r>
          </a:p>
        </p:txBody>
      </p:sp>
      <p:sp>
        <p:nvSpPr>
          <p:cNvPr id="72" name="p21-矩形-0072">
            <a:extLst xmlns:a="http://schemas.openxmlformats.org/drawingml/2006/main">
              <a:ext uri="{FF2B5EF4-FFF2-40B4-BE49-F238E27FC236}">
                <a16:creationId xmlns:a16="http://schemas.microsoft.com/office/drawing/2014/main" id="{C27A139C-CF32-49BC-98B0-954911C8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3" name="p21-矩形-0073">
            <a:extLst xmlns:a="http://schemas.openxmlformats.org/drawingml/2006/main">
              <a:ext uri="{FF2B5EF4-FFF2-40B4-BE49-F238E27FC236}">
                <a16:creationId xmlns:a16="http://schemas.microsoft.com/office/drawing/2014/main" id="{DB100FF3-E4FC-4AA2-970A-1FBE9D2F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4" name="p21-矩形-0074">
            <a:extLst xmlns:a="http://schemas.openxmlformats.org/drawingml/2006/main">
              <a:ext uri="{FF2B5EF4-FFF2-40B4-BE49-F238E27FC236}">
                <a16:creationId xmlns:a16="http://schemas.microsoft.com/office/drawing/2014/main" id="{6C97E26E-58B5-429B-9B40-E9979A1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5" name="p21-矩形-0075">
            <a:extLst xmlns:a="http://schemas.openxmlformats.org/drawingml/2006/main">
              <a:ext uri="{FF2B5EF4-FFF2-40B4-BE49-F238E27FC236}">
                <a16:creationId xmlns:a16="http://schemas.microsoft.com/office/drawing/2014/main" id="{BE964A3B-B697-400C-9E2C-9D75F734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76" name="p21-矩形-0076">
            <a:extLst xmlns:a="http://schemas.openxmlformats.org/drawingml/2006/main">
              <a:ext uri="{FF2B5EF4-FFF2-40B4-BE49-F238E27FC236}">
                <a16:creationId xmlns:a16="http://schemas.microsoft.com/office/drawing/2014/main" id="{90C292EA-805E-4BF7-B41E-7CEF1A29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7" name="p21-矩形-0077">
            <a:extLst xmlns:a="http://schemas.openxmlformats.org/drawingml/2006/main">
              <a:ext uri="{FF2B5EF4-FFF2-40B4-BE49-F238E27FC236}">
                <a16:creationId xmlns:a16="http://schemas.microsoft.com/office/drawing/2014/main" id="{BA4D5D64-F8DB-4DC5-AEF7-64E14BFE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8" name="p21-矩形-0078">
            <a:extLst xmlns:a="http://schemas.openxmlformats.org/drawingml/2006/main">
              <a:ext uri="{FF2B5EF4-FFF2-40B4-BE49-F238E27FC236}">
                <a16:creationId xmlns:a16="http://schemas.microsoft.com/office/drawing/2014/main" id="{AAAF2CE8-5510-4B0E-874E-D9E1DF9C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9" name="p21-矩形-0079">
            <a:extLst xmlns:a="http://schemas.openxmlformats.org/drawingml/2006/main">
              <a:ext uri="{FF2B5EF4-FFF2-40B4-BE49-F238E27FC236}">
                <a16:creationId xmlns:a16="http://schemas.microsoft.com/office/drawing/2014/main" id="{CA59D670-D945-4BFB-93AC-D6E387BD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0" name="p21-矩形-0080">
            <a:extLst xmlns:a="http://schemas.openxmlformats.org/drawingml/2006/main">
              <a:ext uri="{FF2B5EF4-FFF2-40B4-BE49-F238E27FC236}">
                <a16:creationId xmlns:a16="http://schemas.microsoft.com/office/drawing/2014/main" id="{C74C075E-93AF-4B56-915D-4514095D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1" name="p21-矩形-0081">
            <a:extLst xmlns:a="http://schemas.openxmlformats.org/drawingml/2006/main">
              <a:ext uri="{FF2B5EF4-FFF2-40B4-BE49-F238E27FC236}">
                <a16:creationId xmlns:a16="http://schemas.microsoft.com/office/drawing/2014/main" id="{B3A5B03A-C592-4418-ABAE-6B2CCED0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2" name="p21-矩形-0082">
            <a:extLst xmlns:a="http://schemas.openxmlformats.org/drawingml/2006/main">
              <a:ext uri="{FF2B5EF4-FFF2-40B4-BE49-F238E27FC236}">
                <a16:creationId xmlns:a16="http://schemas.microsoft.com/office/drawing/2014/main" id="{AA6739FF-BE5D-4052-9DF2-1302BD45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3" name="p21-矩形-0083">
            <a:extLst xmlns:a="http://schemas.openxmlformats.org/drawingml/2006/main">
              <a:ext uri="{FF2B5EF4-FFF2-40B4-BE49-F238E27FC236}">
                <a16:creationId xmlns:a16="http://schemas.microsoft.com/office/drawing/2014/main" id="{9C43C510-5827-435D-90D5-7CA6211E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84" name="p21-矩形-0084">
            <a:extLst xmlns:a="http://schemas.openxmlformats.org/drawingml/2006/main">
              <a:ext uri="{FF2B5EF4-FFF2-40B4-BE49-F238E27FC236}">
                <a16:creationId xmlns:a16="http://schemas.microsoft.com/office/drawing/2014/main" id="{C341201C-3EC3-4DC7-A01A-44002802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85" name="p21-矩形-0085">
            <a:extLst xmlns:a="http://schemas.openxmlformats.org/drawingml/2006/main">
              <a:ext uri="{FF2B5EF4-FFF2-40B4-BE49-F238E27FC236}">
                <a16:creationId xmlns:a16="http://schemas.microsoft.com/office/drawing/2014/main" id="{5319A899-EDCD-475E-9516-3013A94B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86" name="p21-矩形-0086">
            <a:extLst xmlns:a="http://schemas.openxmlformats.org/drawingml/2006/main">
              <a:ext uri="{FF2B5EF4-FFF2-40B4-BE49-F238E27FC236}">
                <a16:creationId xmlns:a16="http://schemas.microsoft.com/office/drawing/2014/main" id="{9A22EDC0-653D-4766-831C-1E092C63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7" name="p21-矩形-0087">
            <a:extLst xmlns:a="http://schemas.openxmlformats.org/drawingml/2006/main">
              <a:ext uri="{FF2B5EF4-FFF2-40B4-BE49-F238E27FC236}">
                <a16:creationId xmlns:a16="http://schemas.microsoft.com/office/drawing/2014/main" id="{832D9C11-FF0F-4C85-8DD1-4942FD3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8" name="p21-矩形-0088">
            <a:extLst xmlns:a="http://schemas.openxmlformats.org/drawingml/2006/main">
              <a:ext uri="{FF2B5EF4-FFF2-40B4-BE49-F238E27FC236}">
                <a16:creationId xmlns:a16="http://schemas.microsoft.com/office/drawing/2014/main" id="{814F7028-3B5E-4A31-B8AA-89557DBF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9" name="p21-矩形-0089">
            <a:extLst xmlns:a="http://schemas.openxmlformats.org/drawingml/2006/main">
              <a:ext uri="{FF2B5EF4-FFF2-40B4-BE49-F238E27FC236}">
                <a16:creationId xmlns:a16="http://schemas.microsoft.com/office/drawing/2014/main" id="{841AC00A-13E1-488C-BFBD-A221296F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0" name="p21-矩形-0090">
            <a:extLst xmlns:a="http://schemas.openxmlformats.org/drawingml/2006/main">
              <a:ext uri="{FF2B5EF4-FFF2-40B4-BE49-F238E27FC236}">
                <a16:creationId xmlns:a16="http://schemas.microsoft.com/office/drawing/2014/main" id="{6454E900-0615-4DD3-BBDA-573A2D34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91" name="p21-矩形-0091">
            <a:extLst xmlns:a="http://schemas.openxmlformats.org/drawingml/2006/main">
              <a:ext uri="{FF2B5EF4-FFF2-40B4-BE49-F238E27FC236}">
                <a16:creationId xmlns:a16="http://schemas.microsoft.com/office/drawing/2014/main" id="{FEC6983C-B3EF-499D-AA5A-13F758F3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10978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2" name="p21-矩形-0092">
            <a:extLst xmlns:a="http://schemas.openxmlformats.org/drawingml/2006/main">
              <a:ext uri="{FF2B5EF4-FFF2-40B4-BE49-F238E27FC236}">
                <a16:creationId xmlns:a16="http://schemas.microsoft.com/office/drawing/2014/main" id="{750CD4AB-EDEC-45A5-92D3-AA3F40AF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93" name="p21-矩形-0093">
            <a:extLst xmlns:a="http://schemas.openxmlformats.org/drawingml/2006/main">
              <a:ext uri="{FF2B5EF4-FFF2-40B4-BE49-F238E27FC236}">
                <a16:creationId xmlns:a16="http://schemas.microsoft.com/office/drawing/2014/main" id="{B07AC94B-DC93-4FA9-B38B-927A76FA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4" name="p21-矩形-0094">
            <a:extLst xmlns:a="http://schemas.openxmlformats.org/drawingml/2006/main">
              <a:ext uri="{FF2B5EF4-FFF2-40B4-BE49-F238E27FC236}">
                <a16:creationId xmlns:a16="http://schemas.microsoft.com/office/drawing/2014/main" id="{1A95377A-DF70-44CC-8E51-8EC5F024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5" name="p21-矩形-0095">
            <a:extLst xmlns:a="http://schemas.openxmlformats.org/drawingml/2006/main">
              <a:ext uri="{FF2B5EF4-FFF2-40B4-BE49-F238E27FC236}">
                <a16:creationId xmlns:a16="http://schemas.microsoft.com/office/drawing/2014/main" id="{6E18CC0C-D809-45F6-B797-B42E8970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96" name="p21-矩形-0096">
            <a:extLst xmlns:a="http://schemas.openxmlformats.org/drawingml/2006/main">
              <a:ext uri="{FF2B5EF4-FFF2-40B4-BE49-F238E27FC236}">
                <a16:creationId xmlns:a16="http://schemas.microsoft.com/office/drawing/2014/main" id="{6438F8F6-9BB6-4934-8517-4912B422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7" name="p21-矩形-0097">
            <a:extLst xmlns:a="http://schemas.openxmlformats.org/drawingml/2006/main">
              <a:ext uri="{FF2B5EF4-FFF2-40B4-BE49-F238E27FC236}">
                <a16:creationId xmlns:a16="http://schemas.microsoft.com/office/drawing/2014/main" id="{9DBD6F86-9615-4E7B-8AF6-7B7884F5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8" name="p21-矩形-0098">
            <a:extLst xmlns:a="http://schemas.openxmlformats.org/drawingml/2006/main">
              <a:ext uri="{FF2B5EF4-FFF2-40B4-BE49-F238E27FC236}">
                <a16:creationId xmlns:a16="http://schemas.microsoft.com/office/drawing/2014/main" id="{1E2C4A5B-2F2A-4C86-84A9-7FB88C6B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9" name="p21-矩形-0099">
            <a:extLst xmlns:a="http://schemas.openxmlformats.org/drawingml/2006/main">
              <a:ext uri="{FF2B5EF4-FFF2-40B4-BE49-F238E27FC236}">
                <a16:creationId xmlns:a16="http://schemas.microsoft.com/office/drawing/2014/main" id="{97DECAE4-4075-4B26-8AD4-D036CB9C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0" name="p21-矩形-0100">
            <a:extLst xmlns:a="http://schemas.openxmlformats.org/drawingml/2006/main">
              <a:ext uri="{FF2B5EF4-FFF2-40B4-BE49-F238E27FC236}">
                <a16:creationId xmlns:a16="http://schemas.microsoft.com/office/drawing/2014/main" id="{D616BD47-F173-4688-9AE7-96B31F84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01" name="p21-矩形-0101">
            <a:extLst xmlns:a="http://schemas.openxmlformats.org/drawingml/2006/main">
              <a:ext uri="{FF2B5EF4-FFF2-40B4-BE49-F238E27FC236}">
                <a16:creationId xmlns:a16="http://schemas.microsoft.com/office/drawing/2014/main" id="{D64ACF15-6173-4E49-889D-9FC26CE1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295525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02" name="p21-矩形-0102">
            <a:extLst xmlns:a="http://schemas.openxmlformats.org/drawingml/2006/main">
              <a:ext uri="{FF2B5EF4-FFF2-40B4-BE49-F238E27FC236}">
                <a16:creationId xmlns:a16="http://schemas.microsoft.com/office/drawing/2014/main" id="{A5C64CA2-55C8-4FF8-B342-E9A49BC7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3" name="p21-矩形-0103">
            <a:extLst xmlns:a="http://schemas.openxmlformats.org/drawingml/2006/main">
              <a:ext uri="{FF2B5EF4-FFF2-40B4-BE49-F238E27FC236}">
                <a16:creationId xmlns:a16="http://schemas.microsoft.com/office/drawing/2014/main" id="{2291513F-8E2E-4619-8FE3-C3F8705C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4" name="p21-矩形-0104">
            <a:extLst xmlns:a="http://schemas.openxmlformats.org/drawingml/2006/main">
              <a:ext uri="{FF2B5EF4-FFF2-40B4-BE49-F238E27FC236}">
                <a16:creationId xmlns:a16="http://schemas.microsoft.com/office/drawing/2014/main" id="{3F1D376B-DFEA-4054-8606-23A27B74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05" name="p21-矩形-0105">
            <a:extLst xmlns:a="http://schemas.openxmlformats.org/drawingml/2006/main">
              <a:ext uri="{FF2B5EF4-FFF2-40B4-BE49-F238E27FC236}">
                <a16:creationId xmlns:a16="http://schemas.microsoft.com/office/drawing/2014/main" id="{A137E135-5036-4697-AE8A-EF503451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6" name="p21-矩形-0106">
            <a:extLst xmlns:a="http://schemas.openxmlformats.org/drawingml/2006/main">
              <a:ext uri="{FF2B5EF4-FFF2-40B4-BE49-F238E27FC236}">
                <a16:creationId xmlns:a16="http://schemas.microsoft.com/office/drawing/2014/main" id="{83E6D281-8CF2-4F7B-80DC-E5015C44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7" name="p21-矩形-0107">
            <a:extLst xmlns:a="http://schemas.openxmlformats.org/drawingml/2006/main">
              <a:ext uri="{FF2B5EF4-FFF2-40B4-BE49-F238E27FC236}">
                <a16:creationId xmlns:a16="http://schemas.microsoft.com/office/drawing/2014/main" id="{C1BDFB06-B81B-45F7-BFB1-ACC408B8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8" name="p21-矩形-0108">
            <a:extLst xmlns:a="http://schemas.openxmlformats.org/drawingml/2006/main">
              <a:ext uri="{FF2B5EF4-FFF2-40B4-BE49-F238E27FC236}">
                <a16:creationId xmlns:a16="http://schemas.microsoft.com/office/drawing/2014/main" id="{97D19756-B375-4C66-B529-8EC56C35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9" name="p21-矩形-0109">
            <a:extLst xmlns:a="http://schemas.openxmlformats.org/drawingml/2006/main">
              <a:ext uri="{FF2B5EF4-FFF2-40B4-BE49-F238E27FC236}">
                <a16:creationId xmlns:a16="http://schemas.microsoft.com/office/drawing/2014/main" id="{DE13055D-0F94-479C-80F9-942BFDB2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0" name="p21-矩形-0110">
            <a:extLst xmlns:a="http://schemas.openxmlformats.org/drawingml/2006/main">
              <a:ext uri="{FF2B5EF4-FFF2-40B4-BE49-F238E27FC236}">
                <a16:creationId xmlns:a16="http://schemas.microsoft.com/office/drawing/2014/main" id="{C689582B-67DD-437C-84BD-E6210637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11" name="p21-矩形-0111">
            <a:extLst xmlns:a="http://schemas.openxmlformats.org/drawingml/2006/main">
              <a:ext uri="{FF2B5EF4-FFF2-40B4-BE49-F238E27FC236}">
                <a16:creationId xmlns:a16="http://schemas.microsoft.com/office/drawing/2014/main" id="{2BF14D1E-0D8F-4540-BAD3-F54C3774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81263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2" name="p21-矩形-0112">
            <a:extLst xmlns:a="http://schemas.openxmlformats.org/drawingml/2006/main">
              <a:ext uri="{FF2B5EF4-FFF2-40B4-BE49-F238E27FC236}">
                <a16:creationId xmlns:a16="http://schemas.microsoft.com/office/drawing/2014/main" id="{2498136F-D4D9-4127-8157-AA459849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3" name="p21-矩形-0113">
            <a:extLst xmlns:a="http://schemas.openxmlformats.org/drawingml/2006/main">
              <a:ext uri="{FF2B5EF4-FFF2-40B4-BE49-F238E27FC236}">
                <a16:creationId xmlns:a16="http://schemas.microsoft.com/office/drawing/2014/main" id="{2190BC08-A739-492E-A757-FE61346F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4" name="p21-矩形-0114">
            <a:extLst xmlns:a="http://schemas.openxmlformats.org/drawingml/2006/main">
              <a:ext uri="{FF2B5EF4-FFF2-40B4-BE49-F238E27FC236}">
                <a16:creationId xmlns:a16="http://schemas.microsoft.com/office/drawing/2014/main" id="{CEC38465-083A-4B64-B3B1-C2E0944A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5" name="p21-矩形-0115">
            <a:extLst xmlns:a="http://schemas.openxmlformats.org/drawingml/2006/main">
              <a:ext uri="{FF2B5EF4-FFF2-40B4-BE49-F238E27FC236}">
                <a16:creationId xmlns:a16="http://schemas.microsoft.com/office/drawing/2014/main" id="{DC31DBDC-1D54-4BE6-A3BD-5278539D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6" name="p21-矩形-0116">
            <a:extLst xmlns:a="http://schemas.openxmlformats.org/drawingml/2006/main">
              <a:ext uri="{FF2B5EF4-FFF2-40B4-BE49-F238E27FC236}">
                <a16:creationId xmlns:a16="http://schemas.microsoft.com/office/drawing/2014/main" id="{E02AD2D8-20B2-46D6-8FD1-D31CF997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7" name="p21-矩形-0117">
            <a:extLst xmlns:a="http://schemas.openxmlformats.org/drawingml/2006/main">
              <a:ext uri="{FF2B5EF4-FFF2-40B4-BE49-F238E27FC236}">
                <a16:creationId xmlns:a16="http://schemas.microsoft.com/office/drawing/2014/main" id="{CFFAA2A3-DF95-49DE-961F-9749AC1E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8" name="p21-矩形-0118">
            <a:extLst xmlns:a="http://schemas.openxmlformats.org/drawingml/2006/main">
              <a:ext uri="{FF2B5EF4-FFF2-40B4-BE49-F238E27FC236}">
                <a16:creationId xmlns:a16="http://schemas.microsoft.com/office/drawing/2014/main" id="{D3D08F17-8068-49A6-9F8E-D205FAED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9" name="p21-矩形-0119">
            <a:extLst xmlns:a="http://schemas.openxmlformats.org/drawingml/2006/main">
              <a:ext uri="{FF2B5EF4-FFF2-40B4-BE49-F238E27FC236}">
                <a16:creationId xmlns:a16="http://schemas.microsoft.com/office/drawing/2014/main" id="{F372D72D-AFF1-4DF1-8095-F3B91926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0" name="p21-矩形-0120">
            <a:extLst xmlns:a="http://schemas.openxmlformats.org/drawingml/2006/main">
              <a:ext uri="{FF2B5EF4-FFF2-40B4-BE49-F238E27FC236}">
                <a16:creationId xmlns:a16="http://schemas.microsoft.com/office/drawing/2014/main" id="{1F569452-CD7F-4C7D-83D1-2A75FEAC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21" name="p21-矩形-0121">
            <a:extLst xmlns:a="http://schemas.openxmlformats.org/drawingml/2006/main">
              <a:ext uri="{FF2B5EF4-FFF2-40B4-BE49-F238E27FC236}">
                <a16:creationId xmlns:a16="http://schemas.microsoft.com/office/drawing/2014/main" id="{3716DD71-F426-440E-9800-30BDD045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667000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22" name="p21-矩形-0122">
            <a:extLst xmlns:a="http://schemas.openxmlformats.org/drawingml/2006/main">
              <a:ext uri="{FF2B5EF4-FFF2-40B4-BE49-F238E27FC236}">
                <a16:creationId xmlns:a16="http://schemas.microsoft.com/office/drawing/2014/main" id="{9126C60B-CEC8-4033-B14C-7CD3DAA5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3" name="p21-矩形-0123">
            <a:extLst xmlns:a="http://schemas.openxmlformats.org/drawingml/2006/main">
              <a:ext uri="{FF2B5EF4-FFF2-40B4-BE49-F238E27FC236}">
                <a16:creationId xmlns:a16="http://schemas.microsoft.com/office/drawing/2014/main" id="{1EB25672-6855-4FBE-A116-8FC4F8C2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4" name="p21-矩形-0124">
            <a:extLst xmlns:a="http://schemas.openxmlformats.org/drawingml/2006/main">
              <a:ext uri="{FF2B5EF4-FFF2-40B4-BE49-F238E27FC236}">
                <a16:creationId xmlns:a16="http://schemas.microsoft.com/office/drawing/2014/main" id="{CDAE97FD-E3A7-48B5-A8E7-76A9FDDD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25" name="p21-矩形-0125">
            <a:extLst xmlns:a="http://schemas.openxmlformats.org/drawingml/2006/main">
              <a:ext uri="{FF2B5EF4-FFF2-40B4-BE49-F238E27FC236}">
                <a16:creationId xmlns:a16="http://schemas.microsoft.com/office/drawing/2014/main" id="{180C39FD-AA6C-4F11-BB16-84DAEA9E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26" name="p21-矩形-0126">
            <a:extLst xmlns:a="http://schemas.openxmlformats.org/drawingml/2006/main">
              <a:ext uri="{FF2B5EF4-FFF2-40B4-BE49-F238E27FC236}">
                <a16:creationId xmlns:a16="http://schemas.microsoft.com/office/drawing/2014/main" id="{4738A8E7-C895-4A78-8441-4ECC38DD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7" name="p21-矩形-0127">
            <a:extLst xmlns:a="http://schemas.openxmlformats.org/drawingml/2006/main">
              <a:ext uri="{FF2B5EF4-FFF2-40B4-BE49-F238E27FC236}">
                <a16:creationId xmlns:a16="http://schemas.microsoft.com/office/drawing/2014/main" id="{8B8F1AB8-2B23-4438-BF02-0D713E16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8" name="p21-矩形-0128">
            <a:extLst xmlns:a="http://schemas.openxmlformats.org/drawingml/2006/main">
              <a:ext uri="{FF2B5EF4-FFF2-40B4-BE49-F238E27FC236}">
                <a16:creationId xmlns:a16="http://schemas.microsoft.com/office/drawing/2014/main" id="{18C28783-D4A8-4AD9-BEDF-37226E75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29" name="p21-矩形-0129">
            <a:extLst xmlns:a="http://schemas.openxmlformats.org/drawingml/2006/main">
              <a:ext uri="{FF2B5EF4-FFF2-40B4-BE49-F238E27FC236}">
                <a16:creationId xmlns:a16="http://schemas.microsoft.com/office/drawing/2014/main" id="{8D47C8E3-6E61-402A-8C85-91C386BB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30" name="p21-矩形-0130">
            <a:extLst xmlns:a="http://schemas.openxmlformats.org/drawingml/2006/main">
              <a:ext uri="{FF2B5EF4-FFF2-40B4-BE49-F238E27FC236}">
                <a16:creationId xmlns:a16="http://schemas.microsoft.com/office/drawing/2014/main" id="{0AFA3298-DA1A-4F82-84CA-611EB9CA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1" name="p21-矩形-0131">
            <a:extLst xmlns:a="http://schemas.openxmlformats.org/drawingml/2006/main">
              <a:ext uri="{FF2B5EF4-FFF2-40B4-BE49-F238E27FC236}">
                <a16:creationId xmlns:a16="http://schemas.microsoft.com/office/drawing/2014/main" id="{AA7748D5-5596-48F3-87F9-ED1CD14F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852738"/>
            <a:ext cx="19050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32" name="p21-文本-0132">
            <a:extLst xmlns:a="http://schemas.openxmlformats.org/drawingml/2006/main">
              <a:ext uri="{FF2B5EF4-FFF2-40B4-BE49-F238E27FC236}">
                <a16:creationId xmlns:a16="http://schemas.microsoft.com/office/drawing/2014/main" id="{B32EAC64-A584-4E66-8A3B-E5B0F46F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472" y="30884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3" name="p21-文本-0133">
            <a:extLst xmlns:a="http://schemas.openxmlformats.org/drawingml/2006/main">
              <a:ext uri="{FF2B5EF4-FFF2-40B4-BE49-F238E27FC236}">
                <a16:creationId xmlns:a16="http://schemas.microsoft.com/office/drawing/2014/main" id="{037D15DF-6247-449B-8C47-9D112ECE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9597" y="30884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34" name="p21-文本-0134">
            <a:extLst xmlns:a="http://schemas.openxmlformats.org/drawingml/2006/main">
              <a:ext uri="{FF2B5EF4-FFF2-40B4-BE49-F238E27FC236}">
                <a16:creationId xmlns:a16="http://schemas.microsoft.com/office/drawing/2014/main" id="{836F3B08-6AEE-479B-9715-B485F38E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3359" y="3088430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35" name="p21-文本-0135">
            <a:extLst xmlns:a="http://schemas.openxmlformats.org/drawingml/2006/main">
              <a:ext uri="{FF2B5EF4-FFF2-40B4-BE49-F238E27FC236}">
                <a16:creationId xmlns:a16="http://schemas.microsoft.com/office/drawing/2014/main" id="{7DCDEE66-12ED-41BF-89D9-61184AA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445" y="1917474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6" name="p21-文本-0136">
            <a:extLst xmlns:a="http://schemas.openxmlformats.org/drawingml/2006/main">
              <a:ext uri="{FF2B5EF4-FFF2-40B4-BE49-F238E27FC236}">
                <a16:creationId xmlns:a16="http://schemas.microsoft.com/office/drawing/2014/main" id="{8DB217BC-EFB9-429F-A4F5-A2AA855B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445" y="284616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37" name="p21-文本-0137">
            <a:extLst xmlns:a="http://schemas.openxmlformats.org/drawingml/2006/main">
              <a:ext uri="{FF2B5EF4-FFF2-40B4-BE49-F238E27FC236}">
                <a16:creationId xmlns:a16="http://schemas.microsoft.com/office/drawing/2014/main" id="{5B8FE5EF-A67C-41D2-8CC3-5D6515A1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96115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行：配方</a:t>
            </a:r>
          </a:p>
        </p:txBody>
      </p:sp>
      <p:sp>
        <p:nvSpPr>
          <p:cNvPr id="138" name="p21-文本-0138">
            <a:extLst xmlns:a="http://schemas.openxmlformats.org/drawingml/2006/main">
              <a:ext uri="{FF2B5EF4-FFF2-40B4-BE49-F238E27FC236}">
                <a16:creationId xmlns:a16="http://schemas.microsoft.com/office/drawing/2014/main" id="{B6E2E1A4-64DC-484D-A9BA-34E8CE14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8500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列：条件</a:t>
            </a:r>
          </a:p>
        </p:txBody>
      </p:sp>
      <p:sp>
        <p:nvSpPr>
          <p:cNvPr id="139" name="p21-文本-0139">
            <a:extLst xmlns:a="http://schemas.openxmlformats.org/drawingml/2006/main">
              <a:ext uri="{FF2B5EF4-FFF2-40B4-BE49-F238E27FC236}">
                <a16:creationId xmlns:a16="http://schemas.microsoft.com/office/drawing/2014/main" id="{B7A4588A-4A39-4F3E-BD08-0EA94FB0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60885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色：响应</a:t>
            </a:r>
          </a:p>
        </p:txBody>
      </p:sp>
      <p:sp>
        <p:nvSpPr>
          <p:cNvPr id="140" name="p21-矩形-0140">
            <a:extLst xmlns:a="http://schemas.openxmlformats.org/drawingml/2006/main">
              <a:ext uri="{FF2B5EF4-FFF2-40B4-BE49-F238E27FC236}">
                <a16:creationId xmlns:a16="http://schemas.microsoft.com/office/drawing/2014/main" id="{277CAF04-AC7F-49AA-A519-0ACE67B2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762375"/>
            <a:ext cx="411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1" name="p21-文本-0141">
            <a:extLst xmlns:a="http://schemas.openxmlformats.org/drawingml/2006/main">
              <a:ext uri="{FF2B5EF4-FFF2-40B4-BE49-F238E27FC236}">
                <a16:creationId xmlns:a16="http://schemas.microsoft.com/office/drawing/2014/main" id="{FF3CBF68-5ABE-47D3-A6CE-E07D08D3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197" y="3783899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动态响应分离</a:t>
            </a:r>
          </a:p>
        </p:txBody>
      </p:sp>
      <p:sp>
        <p:nvSpPr>
          <p:cNvPr id="142" name="p21-线-0142">
            <a:extLst xmlns:a="http://schemas.openxmlformats.org/drawingml/2006/main">
              <a:ext uri="{FF2B5EF4-FFF2-40B4-BE49-F238E27FC236}">
                <a16:creationId xmlns:a16="http://schemas.microsoft.com/office/drawing/2014/main" id="{0A16F502-5607-4B5B-94DC-90B0942F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467350"/>
            <a:ext cx="1981200" cy="95"/>
          </a:xfrm>
          <a:custGeom xmlns:a="http://schemas.openxmlformats.org/drawingml/2006/main">
            <a:pathLst>
              <a:path w="1981200" h="9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43" name="p21-线-0143">
            <a:extLst xmlns:a="http://schemas.openxmlformats.org/drawingml/2006/main">
              <a:ext uri="{FF2B5EF4-FFF2-40B4-BE49-F238E27FC236}">
                <a16:creationId xmlns:a16="http://schemas.microsoft.com/office/drawing/2014/main" id="{61CF573C-852F-4DEA-BAE3-3D657FE1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772025"/>
            <a:ext cx="95" cy="695325"/>
          </a:xfrm>
          <a:custGeom xmlns:a="http://schemas.openxmlformats.org/drawingml/2006/main">
            <a:pathLst>
              <a:path w="95" h="695325">
                <a:moveTo>
                  <a:pt x="0" y="0"/>
                </a:moveTo>
                <a:lnTo>
                  <a:pt x="0" y="6953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44" name="p21-线-0144">
            <a:extLst xmlns:a="http://schemas.openxmlformats.org/drawingml/2006/main">
              <a:ext uri="{FF2B5EF4-FFF2-40B4-BE49-F238E27FC236}">
                <a16:creationId xmlns:a16="http://schemas.microsoft.com/office/drawing/2014/main" id="{C3C7E63C-DAB6-4872-BBB6-A25CB08D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467350"/>
            <a:ext cx="1981200" cy="95"/>
          </a:xfrm>
          <a:custGeom xmlns:a="http://schemas.openxmlformats.org/drawingml/2006/main">
            <a:pathLst>
              <a:path w="1981200" h="9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45" name="p21-文本-0145">
            <a:extLst xmlns:a="http://schemas.openxmlformats.org/drawingml/2006/main">
              <a:ext uri="{FF2B5EF4-FFF2-40B4-BE49-F238E27FC236}">
                <a16:creationId xmlns:a16="http://schemas.microsoft.com/office/drawing/2014/main" id="{07F30D31-602C-4C4B-8209-05D02646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1750" y="537387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6" name="p21-线-0146">
            <a:extLst xmlns:a="http://schemas.openxmlformats.org/drawingml/2006/main">
              <a:ext uri="{FF2B5EF4-FFF2-40B4-BE49-F238E27FC236}">
                <a16:creationId xmlns:a16="http://schemas.microsoft.com/office/drawing/2014/main" id="{09A55711-C238-49D7-975A-E037A49F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119688"/>
            <a:ext cx="1981200" cy="95"/>
          </a:xfrm>
          <a:custGeom xmlns:a="http://schemas.openxmlformats.org/drawingml/2006/main">
            <a:pathLst>
              <a:path w="1981200" h="9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47" name="p21-文本-0147">
            <a:extLst xmlns:a="http://schemas.openxmlformats.org/drawingml/2006/main">
              <a:ext uri="{FF2B5EF4-FFF2-40B4-BE49-F238E27FC236}">
                <a16:creationId xmlns:a16="http://schemas.microsoft.com/office/drawing/2014/main" id="{91AF0453-4A43-4058-8E40-A75FA26B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450" y="5026214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148" name="p21-线-0148">
            <a:extLst xmlns:a="http://schemas.openxmlformats.org/drawingml/2006/main">
              <a:ext uri="{FF2B5EF4-FFF2-40B4-BE49-F238E27FC236}">
                <a16:creationId xmlns:a16="http://schemas.microsoft.com/office/drawing/2014/main" id="{98F0ECCD-775E-45A0-99CB-785BA856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772025"/>
            <a:ext cx="1981200" cy="95"/>
          </a:xfrm>
          <a:custGeom xmlns:a="http://schemas.openxmlformats.org/drawingml/2006/main">
            <a:pathLst>
              <a:path w="1981200" h="9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49" name="p21-文本-0149">
            <a:extLst xmlns:a="http://schemas.openxmlformats.org/drawingml/2006/main">
              <a:ext uri="{FF2B5EF4-FFF2-40B4-BE49-F238E27FC236}">
                <a16:creationId xmlns:a16="http://schemas.microsoft.com/office/drawing/2014/main" id="{023E3D0F-0047-485C-9DFC-5160D330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1750" y="467855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0" name="p21-路径-0150">
            <a:extLst xmlns:a="http://schemas.openxmlformats.org/drawingml/2006/main">
              <a:ext uri="{FF2B5EF4-FFF2-40B4-BE49-F238E27FC236}">
                <a16:creationId xmlns:a16="http://schemas.microsoft.com/office/drawing/2014/main" id="{0983B94E-7C3F-48FB-8E3D-63946D4D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52060"/>
            <a:ext cx="1981200" cy="352425"/>
          </a:xfrm>
          <a:custGeom xmlns:a="http://schemas.openxmlformats.org/drawingml/2006/main">
            <a:pathLst>
              <a:path w="1981200" h="352425">
                <a:moveTo>
                  <a:pt x="0" y="352425"/>
                </a:moveTo>
                <a:lnTo>
                  <a:pt x="33338" y="331470"/>
                </a:lnTo>
                <a:lnTo>
                  <a:pt x="65722" y="310515"/>
                </a:lnTo>
                <a:lnTo>
                  <a:pt x="99060" y="291465"/>
                </a:lnTo>
                <a:lnTo>
                  <a:pt x="132397" y="273368"/>
                </a:lnTo>
                <a:lnTo>
                  <a:pt x="164783" y="257175"/>
                </a:lnTo>
                <a:lnTo>
                  <a:pt x="198120" y="240983"/>
                </a:lnTo>
                <a:lnTo>
                  <a:pt x="231458" y="225743"/>
                </a:lnTo>
                <a:lnTo>
                  <a:pt x="263842" y="211455"/>
                </a:lnTo>
                <a:lnTo>
                  <a:pt x="297180" y="199072"/>
                </a:lnTo>
                <a:lnTo>
                  <a:pt x="330517" y="186690"/>
                </a:lnTo>
                <a:lnTo>
                  <a:pt x="362903" y="174308"/>
                </a:lnTo>
                <a:lnTo>
                  <a:pt x="396240" y="163830"/>
                </a:lnTo>
                <a:lnTo>
                  <a:pt x="429578" y="153353"/>
                </a:lnTo>
                <a:lnTo>
                  <a:pt x="461963" y="143828"/>
                </a:lnTo>
                <a:lnTo>
                  <a:pt x="495300" y="134303"/>
                </a:lnTo>
                <a:lnTo>
                  <a:pt x="528638" y="125730"/>
                </a:lnTo>
                <a:lnTo>
                  <a:pt x="561022" y="118110"/>
                </a:lnTo>
                <a:lnTo>
                  <a:pt x="594360" y="110490"/>
                </a:lnTo>
                <a:lnTo>
                  <a:pt x="627697" y="102870"/>
                </a:lnTo>
                <a:lnTo>
                  <a:pt x="660083" y="96203"/>
                </a:lnTo>
                <a:lnTo>
                  <a:pt x="693420" y="90488"/>
                </a:lnTo>
                <a:lnTo>
                  <a:pt x="726758" y="83820"/>
                </a:lnTo>
                <a:lnTo>
                  <a:pt x="759142" y="79058"/>
                </a:lnTo>
                <a:lnTo>
                  <a:pt x="792480" y="73343"/>
                </a:lnTo>
                <a:lnTo>
                  <a:pt x="825817" y="68580"/>
                </a:lnTo>
                <a:lnTo>
                  <a:pt x="858203" y="63818"/>
                </a:lnTo>
                <a:lnTo>
                  <a:pt x="891540" y="60008"/>
                </a:lnTo>
                <a:lnTo>
                  <a:pt x="924878" y="55245"/>
                </a:lnTo>
                <a:lnTo>
                  <a:pt x="957263" y="51435"/>
                </a:lnTo>
                <a:lnTo>
                  <a:pt x="990600" y="47625"/>
                </a:lnTo>
                <a:lnTo>
                  <a:pt x="1023938" y="44768"/>
                </a:lnTo>
                <a:lnTo>
                  <a:pt x="1056322" y="40958"/>
                </a:lnTo>
                <a:lnTo>
                  <a:pt x="1089660" y="38100"/>
                </a:lnTo>
                <a:lnTo>
                  <a:pt x="1122997" y="35243"/>
                </a:lnTo>
                <a:lnTo>
                  <a:pt x="1155383" y="33338"/>
                </a:lnTo>
                <a:lnTo>
                  <a:pt x="1188720" y="30480"/>
                </a:lnTo>
                <a:lnTo>
                  <a:pt x="1222058" y="27622"/>
                </a:lnTo>
                <a:lnTo>
                  <a:pt x="1254443" y="25718"/>
                </a:lnTo>
                <a:lnTo>
                  <a:pt x="1287780" y="23813"/>
                </a:lnTo>
                <a:lnTo>
                  <a:pt x="1321118" y="21908"/>
                </a:lnTo>
                <a:lnTo>
                  <a:pt x="1353503" y="20003"/>
                </a:lnTo>
                <a:lnTo>
                  <a:pt x="1386840" y="18097"/>
                </a:lnTo>
                <a:lnTo>
                  <a:pt x="1420178" y="16193"/>
                </a:lnTo>
                <a:lnTo>
                  <a:pt x="1452563" y="15240"/>
                </a:lnTo>
                <a:lnTo>
                  <a:pt x="1485900" y="13335"/>
                </a:lnTo>
                <a:lnTo>
                  <a:pt x="1519238" y="12383"/>
                </a:lnTo>
                <a:lnTo>
                  <a:pt x="1551622" y="11430"/>
                </a:lnTo>
                <a:lnTo>
                  <a:pt x="1584960" y="9525"/>
                </a:lnTo>
                <a:lnTo>
                  <a:pt x="1618297" y="8572"/>
                </a:lnTo>
                <a:lnTo>
                  <a:pt x="1650682" y="7620"/>
                </a:lnTo>
                <a:lnTo>
                  <a:pt x="1684020" y="6668"/>
                </a:lnTo>
                <a:lnTo>
                  <a:pt x="1717357" y="5715"/>
                </a:lnTo>
                <a:lnTo>
                  <a:pt x="1749743" y="4763"/>
                </a:lnTo>
                <a:lnTo>
                  <a:pt x="1783080" y="3810"/>
                </a:lnTo>
                <a:lnTo>
                  <a:pt x="1816418" y="2858"/>
                </a:lnTo>
                <a:lnTo>
                  <a:pt x="1848803" y="2858"/>
                </a:lnTo>
                <a:lnTo>
                  <a:pt x="1882140" y="1905"/>
                </a:lnTo>
                <a:lnTo>
                  <a:pt x="1915478" y="953"/>
                </a:lnTo>
                <a:lnTo>
                  <a:pt x="1947863" y="953"/>
                </a:ln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151" name="p21-椭圆-0151">
            <a:extLst xmlns:a="http://schemas.openxmlformats.org/drawingml/2006/main">
              <a:ext uri="{FF2B5EF4-FFF2-40B4-BE49-F238E27FC236}">
                <a16:creationId xmlns:a16="http://schemas.microsoft.com/office/drawing/2014/main" id="{AEF24C0E-9C23-43E8-9375-E2BFA6FD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773" y="537524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2" name="p21-椭圆-0152">
            <a:extLst xmlns:a="http://schemas.openxmlformats.org/drawingml/2006/main">
              <a:ext uri="{FF2B5EF4-FFF2-40B4-BE49-F238E27FC236}">
                <a16:creationId xmlns:a16="http://schemas.microsoft.com/office/drawing/2014/main" id="{FC225A42-BDF4-4CFE-9E48-F439D6B9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013" y="518618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3" name="p21-椭圆-0153">
            <a:extLst xmlns:a="http://schemas.openxmlformats.org/drawingml/2006/main">
              <a:ext uri="{FF2B5EF4-FFF2-40B4-BE49-F238E27FC236}">
                <a16:creationId xmlns:a16="http://schemas.microsoft.com/office/drawing/2014/main" id="{644DB687-5F6D-43AF-AA17-CBF13EBA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509598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4" name="p21-椭圆-0154">
            <a:extLst xmlns:a="http://schemas.openxmlformats.org/drawingml/2006/main">
              <a:ext uri="{FF2B5EF4-FFF2-40B4-BE49-F238E27FC236}">
                <a16:creationId xmlns:a16="http://schemas.microsoft.com/office/drawing/2014/main" id="{A884CC46-8FBE-4F64-B90A-E4EE44B1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493" y="505294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5" name="p21-椭圆-0155">
            <a:extLst xmlns:a="http://schemas.openxmlformats.org/drawingml/2006/main">
              <a:ext uri="{FF2B5EF4-FFF2-40B4-BE49-F238E27FC236}">
                <a16:creationId xmlns:a16="http://schemas.microsoft.com/office/drawing/2014/main" id="{F6245782-8AE1-4810-A114-74408F0A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733" y="503241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6" name="p21-椭圆-0156">
            <a:extLst xmlns:a="http://schemas.openxmlformats.org/drawingml/2006/main">
              <a:ext uri="{FF2B5EF4-FFF2-40B4-BE49-F238E27FC236}">
                <a16:creationId xmlns:a16="http://schemas.microsoft.com/office/drawing/2014/main" id="{6F95876F-EB38-4B12-89F2-BA450B4A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4973" y="502261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7" name="p21-路径-0157">
            <a:extLst xmlns:a="http://schemas.openxmlformats.org/drawingml/2006/main">
              <a:ext uri="{FF2B5EF4-FFF2-40B4-BE49-F238E27FC236}">
                <a16:creationId xmlns:a16="http://schemas.microsoft.com/office/drawing/2014/main" id="{92B7664A-B949-4CB0-8E7F-B64ED87E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46320"/>
            <a:ext cx="1981200" cy="558165"/>
          </a:xfrm>
          <a:custGeom xmlns:a="http://schemas.openxmlformats.org/drawingml/2006/main">
            <a:pathLst>
              <a:path w="1981200" h="558165">
                <a:moveTo>
                  <a:pt x="0" y="558165"/>
                </a:moveTo>
                <a:lnTo>
                  <a:pt x="33338" y="516255"/>
                </a:lnTo>
                <a:lnTo>
                  <a:pt x="65722" y="477202"/>
                </a:lnTo>
                <a:lnTo>
                  <a:pt x="99060" y="440055"/>
                </a:lnTo>
                <a:lnTo>
                  <a:pt x="132397" y="406717"/>
                </a:lnTo>
                <a:lnTo>
                  <a:pt x="164783" y="376237"/>
                </a:lnTo>
                <a:lnTo>
                  <a:pt x="198120" y="347662"/>
                </a:lnTo>
                <a:lnTo>
                  <a:pt x="231458" y="320992"/>
                </a:lnTo>
                <a:lnTo>
                  <a:pt x="263842" y="296227"/>
                </a:lnTo>
                <a:lnTo>
                  <a:pt x="297180" y="273367"/>
                </a:lnTo>
                <a:lnTo>
                  <a:pt x="330517" y="252412"/>
                </a:lnTo>
                <a:lnTo>
                  <a:pt x="362903" y="233362"/>
                </a:lnTo>
                <a:lnTo>
                  <a:pt x="396240" y="215265"/>
                </a:lnTo>
                <a:lnTo>
                  <a:pt x="429578" y="199073"/>
                </a:lnTo>
                <a:lnTo>
                  <a:pt x="461963" y="182880"/>
                </a:lnTo>
                <a:lnTo>
                  <a:pt x="495300" y="169545"/>
                </a:lnTo>
                <a:lnTo>
                  <a:pt x="528638" y="156210"/>
                </a:lnTo>
                <a:lnTo>
                  <a:pt x="561022" y="143827"/>
                </a:lnTo>
                <a:lnTo>
                  <a:pt x="594360" y="132398"/>
                </a:lnTo>
                <a:lnTo>
                  <a:pt x="627697" y="121920"/>
                </a:lnTo>
                <a:lnTo>
                  <a:pt x="660083" y="112395"/>
                </a:lnTo>
                <a:lnTo>
                  <a:pt x="693420" y="103823"/>
                </a:lnTo>
                <a:lnTo>
                  <a:pt x="726758" y="96202"/>
                </a:lnTo>
                <a:lnTo>
                  <a:pt x="759142" y="88583"/>
                </a:lnTo>
                <a:lnTo>
                  <a:pt x="792480" y="80962"/>
                </a:lnTo>
                <a:lnTo>
                  <a:pt x="825817" y="74295"/>
                </a:lnTo>
                <a:lnTo>
                  <a:pt x="858203" y="68580"/>
                </a:lnTo>
                <a:lnTo>
                  <a:pt x="891540" y="62865"/>
                </a:lnTo>
                <a:lnTo>
                  <a:pt x="924878" y="58102"/>
                </a:lnTo>
                <a:lnTo>
                  <a:pt x="957263" y="53340"/>
                </a:lnTo>
                <a:lnTo>
                  <a:pt x="990600" y="48577"/>
                </a:lnTo>
                <a:lnTo>
                  <a:pt x="1023938" y="44767"/>
                </a:lnTo>
                <a:lnTo>
                  <a:pt x="1056322" y="40958"/>
                </a:lnTo>
                <a:lnTo>
                  <a:pt x="1089660" y="38100"/>
                </a:lnTo>
                <a:lnTo>
                  <a:pt x="1122997" y="34290"/>
                </a:lnTo>
                <a:lnTo>
                  <a:pt x="1155383" y="31433"/>
                </a:lnTo>
                <a:lnTo>
                  <a:pt x="1188720" y="28575"/>
                </a:lnTo>
                <a:lnTo>
                  <a:pt x="1222058" y="26670"/>
                </a:lnTo>
                <a:lnTo>
                  <a:pt x="1254443" y="23813"/>
                </a:lnTo>
                <a:lnTo>
                  <a:pt x="1287780" y="21908"/>
                </a:lnTo>
                <a:lnTo>
                  <a:pt x="1321118" y="20002"/>
                </a:lnTo>
                <a:lnTo>
                  <a:pt x="1353503" y="18097"/>
                </a:lnTo>
                <a:lnTo>
                  <a:pt x="1386840" y="16192"/>
                </a:lnTo>
                <a:lnTo>
                  <a:pt x="1420178" y="14288"/>
                </a:lnTo>
                <a:lnTo>
                  <a:pt x="1452563" y="13335"/>
                </a:lnTo>
                <a:lnTo>
                  <a:pt x="1485900" y="11430"/>
                </a:lnTo>
                <a:lnTo>
                  <a:pt x="1519238" y="10477"/>
                </a:lnTo>
                <a:lnTo>
                  <a:pt x="1551622" y="9525"/>
                </a:lnTo>
                <a:lnTo>
                  <a:pt x="1584960" y="8572"/>
                </a:lnTo>
                <a:lnTo>
                  <a:pt x="1618297" y="7620"/>
                </a:lnTo>
                <a:lnTo>
                  <a:pt x="1650682" y="6667"/>
                </a:lnTo>
                <a:lnTo>
                  <a:pt x="1684020" y="5715"/>
                </a:lnTo>
                <a:lnTo>
                  <a:pt x="1717357" y="4763"/>
                </a:lnTo>
                <a:lnTo>
                  <a:pt x="1749743" y="3810"/>
                </a:lnTo>
                <a:lnTo>
                  <a:pt x="1783080" y="3810"/>
                </a:lnTo>
                <a:lnTo>
                  <a:pt x="1816418" y="2858"/>
                </a:lnTo>
                <a:lnTo>
                  <a:pt x="1848803" y="1905"/>
                </a:lnTo>
                <a:lnTo>
                  <a:pt x="1882140" y="1905"/>
                </a:lnTo>
                <a:lnTo>
                  <a:pt x="1915478" y="952"/>
                </a:lnTo>
                <a:lnTo>
                  <a:pt x="1947863" y="952"/>
                </a:lnTo>
                <a:lnTo>
                  <a:pt x="1981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158" name="p21-椭圆-0158">
            <a:extLst xmlns:a="http://schemas.openxmlformats.org/drawingml/2006/main">
              <a:ext uri="{FF2B5EF4-FFF2-40B4-BE49-F238E27FC236}">
                <a16:creationId xmlns:a16="http://schemas.microsoft.com/office/drawing/2014/main" id="{655C76B7-E50C-435F-974B-9B6552CD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773" y="537524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9" name="p21-椭圆-0159">
            <a:extLst xmlns:a="http://schemas.openxmlformats.org/drawingml/2006/main">
              <a:ext uri="{FF2B5EF4-FFF2-40B4-BE49-F238E27FC236}">
                <a16:creationId xmlns:a16="http://schemas.microsoft.com/office/drawing/2014/main" id="{C7578479-F844-4A5E-A0D6-6395B253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013" y="503203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0" name="p21-椭圆-0160">
            <a:extLst xmlns:a="http://schemas.openxmlformats.org/drawingml/2006/main">
              <a:ext uri="{FF2B5EF4-FFF2-40B4-BE49-F238E27FC236}">
                <a16:creationId xmlns:a16="http://schemas.microsoft.com/office/drawing/2014/main" id="{C4380674-42C7-4008-AA30-CA11C0BC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3" y="489797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1" name="p21-椭圆-0161">
            <a:extLst xmlns:a="http://schemas.openxmlformats.org/drawingml/2006/main">
              <a:ext uri="{FF2B5EF4-FFF2-40B4-BE49-F238E27FC236}">
                <a16:creationId xmlns:a16="http://schemas.microsoft.com/office/drawing/2014/main" id="{A4208590-0433-43EF-BD5B-80C3D7E5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493" y="484560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2" name="p21-椭圆-0162">
            <a:extLst xmlns:a="http://schemas.openxmlformats.org/drawingml/2006/main">
              <a:ext uri="{FF2B5EF4-FFF2-40B4-BE49-F238E27FC236}">
                <a16:creationId xmlns:a16="http://schemas.microsoft.com/office/drawing/2014/main" id="{486FB607-1D14-4FD9-8597-35B13986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733" y="482514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3" name="p21-椭圆-0163">
            <a:extLst xmlns:a="http://schemas.openxmlformats.org/drawingml/2006/main">
              <a:ext uri="{FF2B5EF4-FFF2-40B4-BE49-F238E27FC236}">
                <a16:creationId xmlns:a16="http://schemas.microsoft.com/office/drawing/2014/main" id="{D53F2914-A238-488A-912F-1319B045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4973" y="481715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4" name="p21-文本-0164">
            <a:extLst xmlns:a="http://schemas.openxmlformats.org/drawingml/2006/main">
              <a:ext uri="{FF2B5EF4-FFF2-40B4-BE49-F238E27FC236}">
                <a16:creationId xmlns:a16="http://schemas.microsoft.com/office/drawing/2014/main" id="{FE7AF65E-B2E8-4191-8800-3E4CA42D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00641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165" name="p21-文本-0165">
            <a:extLst xmlns:a="http://schemas.openxmlformats.org/drawingml/2006/main">
              <a:ext uri="{FF2B5EF4-FFF2-40B4-BE49-F238E27FC236}">
                <a16:creationId xmlns:a16="http://schemas.microsoft.com/office/drawing/2014/main" id="{4ADF3884-FCF7-4F81-9C31-D05A016D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57224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时间</a:t>
            </a:r>
          </a:p>
        </p:txBody>
      </p:sp>
      <p:sp>
        <p:nvSpPr>
          <p:cNvPr id="166" name="p21-文本-0166">
            <a:extLst xmlns:a="http://schemas.openxmlformats.org/drawingml/2006/main">
              <a:ext uri="{FF2B5EF4-FFF2-40B4-BE49-F238E27FC236}">
                <a16:creationId xmlns:a16="http://schemas.microsoft.com/office/drawing/2014/main" id="{9A2274B3-2E58-47E5-AED0-5BEBB80C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60" y="55077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7" name="p21-文本-0167">
            <a:extLst xmlns:a="http://schemas.openxmlformats.org/drawingml/2006/main">
              <a:ext uri="{FF2B5EF4-FFF2-40B4-BE49-F238E27FC236}">
                <a16:creationId xmlns:a16="http://schemas.microsoft.com/office/drawing/2014/main" id="{FAB4799B-27BD-44E9-A4D0-9E11D21F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9160" y="55077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68" name="p21-线-0168">
            <a:extLst xmlns:a="http://schemas.openxmlformats.org/drawingml/2006/main">
              <a:ext uri="{FF2B5EF4-FFF2-40B4-BE49-F238E27FC236}">
                <a16:creationId xmlns:a16="http://schemas.microsoft.com/office/drawing/2014/main" id="{63D3049D-CCF3-4C5C-B656-9188B551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29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69" name="p21-文本-0169">
            <a:extLst xmlns:a="http://schemas.openxmlformats.org/drawingml/2006/main">
              <a:ext uri="{FF2B5EF4-FFF2-40B4-BE49-F238E27FC236}">
                <a16:creationId xmlns:a16="http://schemas.microsoft.com/office/drawing/2014/main" id="{859E986D-586A-4674-A3BB-60102E3A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51496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170" name="p21-线-0170">
            <a:extLst xmlns:a="http://schemas.openxmlformats.org/drawingml/2006/main">
              <a:ext uri="{FF2B5EF4-FFF2-40B4-BE49-F238E27FC236}">
                <a16:creationId xmlns:a16="http://schemas.microsoft.com/office/drawing/2014/main" id="{639799CC-9B55-45ED-A21D-095A1D27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726" y="46291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71" name="p21-文本-0171">
            <a:extLst xmlns:a="http://schemas.openxmlformats.org/drawingml/2006/main">
              <a:ext uri="{FF2B5EF4-FFF2-40B4-BE49-F238E27FC236}">
                <a16:creationId xmlns:a16="http://schemas.microsoft.com/office/drawing/2014/main" id="{21A6EF1B-7DE1-4868-AD6A-1886366D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51496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172" name="p21-文本-0172">
            <a:extLst xmlns:a="http://schemas.openxmlformats.org/drawingml/2006/main">
              <a:ext uri="{FF2B5EF4-FFF2-40B4-BE49-F238E27FC236}">
                <a16:creationId xmlns:a16="http://schemas.microsoft.com/office/drawing/2014/main" id="{52EE42CB-3B5E-4357-8852-A610A00C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51385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参数差异</a:t>
            </a:r>
          </a:p>
        </p:txBody>
      </p:sp>
      <p:sp>
        <p:nvSpPr>
          <p:cNvPr id="173" name="p21-文本-0173">
            <a:extLst xmlns:a="http://schemas.openxmlformats.org/drawingml/2006/main">
              <a:ext uri="{FF2B5EF4-FFF2-40B4-BE49-F238E27FC236}">
                <a16:creationId xmlns:a16="http://schemas.microsoft.com/office/drawing/2014/main" id="{83B85529-504A-4F8B-8443-69EB0B83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37709"/>
            <a:ext cx="9446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对应单变量</a:t>
            </a:r>
          </a:p>
        </p:txBody>
      </p:sp>
      <p:sp>
        <p:nvSpPr>
          <p:cNvPr id="174" name="p21-文本-0174">
            <a:extLst xmlns:a="http://schemas.openxmlformats.org/drawingml/2006/main">
              <a:ext uri="{FF2B5EF4-FFF2-40B4-BE49-F238E27FC236}">
                <a16:creationId xmlns:a16="http://schemas.microsoft.com/office/drawing/2014/main" id="{A13AE4F8-F646-4CEA-96BB-3C87B264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16155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梯度改变</a:t>
            </a:r>
          </a:p>
        </p:txBody>
      </p:sp>
      <p:sp>
        <p:nvSpPr>
          <p:cNvPr id="175" name="p21-矩形-0175">
            <a:extLst xmlns:a="http://schemas.openxmlformats.org/drawingml/2006/main">
              <a:ext uri="{FF2B5EF4-FFF2-40B4-BE49-F238E27FC236}">
                <a16:creationId xmlns:a16="http://schemas.microsoft.com/office/drawing/2014/main" id="{748ED1A2-DBF2-48A5-8239-F8C90C53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62375"/>
            <a:ext cx="411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6" name="p21-文本-0176">
            <a:extLst xmlns:a="http://schemas.openxmlformats.org/drawingml/2006/main">
              <a:ext uri="{FF2B5EF4-FFF2-40B4-BE49-F238E27FC236}">
                <a16:creationId xmlns:a16="http://schemas.microsoft.com/office/drawing/2014/main" id="{29EE6583-D06F-4BBD-842F-7133DA9A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260" y="3783899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批次预测一致性</a:t>
            </a:r>
          </a:p>
        </p:txBody>
      </p:sp>
      <p:sp>
        <p:nvSpPr>
          <p:cNvPr id="177" name="p21-线-0177">
            <a:extLst xmlns:a="http://schemas.openxmlformats.org/drawingml/2006/main">
              <a:ext uri="{FF2B5EF4-FFF2-40B4-BE49-F238E27FC236}">
                <a16:creationId xmlns:a16="http://schemas.microsoft.com/office/drawing/2014/main" id="{C6E9E6AB-38D2-4585-B57F-6DB2091B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81650"/>
            <a:ext cx="1971675" cy="95"/>
          </a:xfrm>
          <a:custGeom xmlns:a="http://schemas.openxmlformats.org/drawingml/2006/main">
            <a:pathLst>
              <a:path w="1971675" h="95">
                <a:moveTo>
                  <a:pt x="0" y="0"/>
                </a:moveTo>
                <a:lnTo>
                  <a:pt x="1971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78" name="p21-线-0178">
            <a:extLst xmlns:a="http://schemas.openxmlformats.org/drawingml/2006/main">
              <a:ext uri="{FF2B5EF4-FFF2-40B4-BE49-F238E27FC236}">
                <a16:creationId xmlns:a16="http://schemas.microsoft.com/office/drawing/2014/main" id="{D986FCBA-6972-49D4-B910-9EC75C03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95" cy="1104900"/>
          </a:xfrm>
          <a:custGeom xmlns:a="http://schemas.openxmlformats.org/drawingml/2006/main">
            <a:pathLst>
              <a:path w="95" h="1104900">
                <a:moveTo>
                  <a:pt x="0" y="0"/>
                </a:moveTo>
                <a:lnTo>
                  <a:pt x="0" y="11049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79" name="p21-线-0179">
            <a:extLst xmlns:a="http://schemas.openxmlformats.org/drawingml/2006/main">
              <a:ext uri="{FF2B5EF4-FFF2-40B4-BE49-F238E27FC236}">
                <a16:creationId xmlns:a16="http://schemas.microsoft.com/office/drawing/2014/main" id="{391D174B-D5F1-4156-977C-F44B0CA9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1971675" cy="1104900"/>
          </a:xfrm>
          <a:custGeom xmlns:a="http://schemas.openxmlformats.org/drawingml/2006/main">
            <a:pathLst>
              <a:path w="1971675" h="1104900">
                <a:moveTo>
                  <a:pt x="0" y="1104900"/>
                </a:moveTo>
                <a:lnTo>
                  <a:pt x="1971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180" name="p21-椭圆-0180">
            <a:extLst xmlns:a="http://schemas.openxmlformats.org/drawingml/2006/main">
              <a:ext uri="{FF2B5EF4-FFF2-40B4-BE49-F238E27FC236}">
                <a16:creationId xmlns:a16="http://schemas.microsoft.com/office/drawing/2014/main" id="{A7FB037E-875F-4E59-9B71-51B2FE80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5270" y="55180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1" name="p21-椭圆-0181">
            <a:extLst xmlns:a="http://schemas.openxmlformats.org/drawingml/2006/main">
              <a:ext uri="{FF2B5EF4-FFF2-40B4-BE49-F238E27FC236}">
                <a16:creationId xmlns:a16="http://schemas.microsoft.com/office/drawing/2014/main" id="{F6B67F03-B0B1-451C-A5E4-DB428C39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832" y="47491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2" name="p21-椭圆-0182">
            <a:extLst xmlns:a="http://schemas.openxmlformats.org/drawingml/2006/main">
              <a:ext uri="{FF2B5EF4-FFF2-40B4-BE49-F238E27FC236}">
                <a16:creationId xmlns:a16="http://schemas.microsoft.com/office/drawing/2014/main" id="{CB40F986-CECD-48B6-97CF-9AF3D06B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719" y="53374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3" name="p21-椭圆-0183">
            <a:extLst xmlns:a="http://schemas.openxmlformats.org/drawingml/2006/main">
              <a:ext uri="{FF2B5EF4-FFF2-40B4-BE49-F238E27FC236}">
                <a16:creationId xmlns:a16="http://schemas.microsoft.com/office/drawing/2014/main" id="{87A7AFA6-9209-4B37-A801-76FA2905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9281" y="47079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4" name="p21-椭圆-0184">
            <a:extLst xmlns:a="http://schemas.openxmlformats.org/drawingml/2006/main">
              <a:ext uri="{FF2B5EF4-FFF2-40B4-BE49-F238E27FC236}">
                <a16:creationId xmlns:a16="http://schemas.microsoft.com/office/drawing/2014/main" id="{B707EC09-BF19-4BDA-AEFF-236CFC3E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6169" y="49425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5" name="p21-椭圆-0185">
            <a:extLst xmlns:a="http://schemas.openxmlformats.org/drawingml/2006/main">
              <a:ext uri="{FF2B5EF4-FFF2-40B4-BE49-F238E27FC236}">
                <a16:creationId xmlns:a16="http://schemas.microsoft.com/office/drawing/2014/main" id="{99CD34EC-3AB3-41F9-B36B-5F551226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056" y="53854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6" name="p21-椭圆-0186">
            <a:extLst xmlns:a="http://schemas.openxmlformats.org/drawingml/2006/main">
              <a:ext uri="{FF2B5EF4-FFF2-40B4-BE49-F238E27FC236}">
                <a16:creationId xmlns:a16="http://schemas.microsoft.com/office/drawing/2014/main" id="{2C36390B-CF00-4559-A2C3-2D408649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618" y="48817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7" name="p21-椭圆-0187">
            <a:extLst xmlns:a="http://schemas.openxmlformats.org/drawingml/2006/main">
              <a:ext uri="{FF2B5EF4-FFF2-40B4-BE49-F238E27FC236}">
                <a16:creationId xmlns:a16="http://schemas.microsoft.com/office/drawing/2014/main" id="{684067EA-6C90-488B-B326-9E3C8FAA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8505" y="52120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8" name="p21-椭圆-0188">
            <a:extLst xmlns:a="http://schemas.openxmlformats.org/drawingml/2006/main">
              <a:ext uri="{FF2B5EF4-FFF2-40B4-BE49-F238E27FC236}">
                <a16:creationId xmlns:a16="http://schemas.microsoft.com/office/drawing/2014/main" id="{A9D415DE-84CD-48C9-9DD3-37717FFA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7067" y="44794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9" name="p21-椭圆-0189">
            <a:extLst xmlns:a="http://schemas.openxmlformats.org/drawingml/2006/main">
              <a:ext uri="{FF2B5EF4-FFF2-40B4-BE49-F238E27FC236}">
                <a16:creationId xmlns:a16="http://schemas.microsoft.com/office/drawing/2014/main" id="{1E6EBF76-11FA-4EA8-AEA3-B02FB1B3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954" y="49566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0" name="p21-椭圆-0190">
            <a:extLst xmlns:a="http://schemas.openxmlformats.org/drawingml/2006/main">
              <a:ext uri="{FF2B5EF4-FFF2-40B4-BE49-F238E27FC236}">
                <a16:creationId xmlns:a16="http://schemas.microsoft.com/office/drawing/2014/main" id="{888E4E3E-27BE-46D7-9FD9-253CBDA4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0842" y="546282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1" name="p21-椭圆-0191">
            <a:extLst xmlns:a="http://schemas.openxmlformats.org/drawingml/2006/main">
              <a:ext uri="{FF2B5EF4-FFF2-40B4-BE49-F238E27FC236}">
                <a16:creationId xmlns:a16="http://schemas.microsoft.com/office/drawing/2014/main" id="{052D50A3-FDC0-4EEB-92CD-13F70213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9404" y="459838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2" name="p21-椭圆-0192">
            <a:extLst xmlns:a="http://schemas.openxmlformats.org/drawingml/2006/main">
              <a:ext uri="{FF2B5EF4-FFF2-40B4-BE49-F238E27FC236}">
                <a16:creationId xmlns:a16="http://schemas.microsoft.com/office/drawing/2014/main" id="{E3F81EA5-6FB8-438E-B118-2E821E69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291" y="500813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93" name="p21-椭圆-0193">
            <a:extLst xmlns:a="http://schemas.openxmlformats.org/drawingml/2006/main">
              <a:ext uri="{FF2B5EF4-FFF2-40B4-BE49-F238E27FC236}">
                <a16:creationId xmlns:a16="http://schemas.microsoft.com/office/drawing/2014/main" id="{11489F62-734F-4796-A271-C62EC823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178" y="55180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4" name="p21-椭圆-0194">
            <a:extLst xmlns:a="http://schemas.openxmlformats.org/drawingml/2006/main">
              <a:ext uri="{FF2B5EF4-FFF2-40B4-BE49-F238E27FC236}">
                <a16:creationId xmlns:a16="http://schemas.microsoft.com/office/drawing/2014/main" id="{431DC07D-15FE-46DB-8EA4-D272C91A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1740" y="487223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5" name="p21-椭圆-0195">
            <a:extLst xmlns:a="http://schemas.openxmlformats.org/drawingml/2006/main">
              <a:ext uri="{FF2B5EF4-FFF2-40B4-BE49-F238E27FC236}">
                <a16:creationId xmlns:a16="http://schemas.microsoft.com/office/drawing/2014/main" id="{81D0197C-B7F1-4049-8E0A-33806473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627" y="51321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6" name="p21-椭圆-0196">
            <a:extLst xmlns:a="http://schemas.openxmlformats.org/drawingml/2006/main">
              <a:ext uri="{FF2B5EF4-FFF2-40B4-BE49-F238E27FC236}">
                <a16:creationId xmlns:a16="http://schemas.microsoft.com/office/drawing/2014/main" id="{08A7859F-DD9F-442F-9DF3-66D64323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7190" y="457496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97" name="p21-椭圆-0197">
            <a:extLst xmlns:a="http://schemas.openxmlformats.org/drawingml/2006/main">
              <a:ext uri="{FF2B5EF4-FFF2-40B4-BE49-F238E27FC236}">
                <a16:creationId xmlns:a16="http://schemas.microsoft.com/office/drawing/2014/main" id="{C9198863-180A-4816-9204-23A61083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077" y="510936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8" name="p21-椭圆-0198">
            <a:extLst xmlns:a="http://schemas.openxmlformats.org/drawingml/2006/main">
              <a:ext uri="{FF2B5EF4-FFF2-40B4-BE49-F238E27FC236}">
                <a16:creationId xmlns:a16="http://schemas.microsoft.com/office/drawing/2014/main" id="{4E317B7E-B21E-42EC-A5A1-DDED9C39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0964" y="53612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9" name="p21-椭圆-0199">
            <a:extLst xmlns:a="http://schemas.openxmlformats.org/drawingml/2006/main">
              <a:ext uri="{FF2B5EF4-FFF2-40B4-BE49-F238E27FC236}">
                <a16:creationId xmlns:a16="http://schemas.microsoft.com/office/drawing/2014/main" id="{2F493A81-4DB5-42B6-B872-914F9491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9526" y="463337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0" name="p21-椭圆-0200">
            <a:extLst xmlns:a="http://schemas.openxmlformats.org/drawingml/2006/main">
              <a:ext uri="{FF2B5EF4-FFF2-40B4-BE49-F238E27FC236}">
                <a16:creationId xmlns:a16="http://schemas.microsoft.com/office/drawing/2014/main" id="{2BB7D120-BE3C-46AF-991A-6C8D472B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413" y="52433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01" name="p21-椭圆-0201">
            <a:extLst xmlns:a="http://schemas.openxmlformats.org/drawingml/2006/main">
              <a:ext uri="{FF2B5EF4-FFF2-40B4-BE49-F238E27FC236}">
                <a16:creationId xmlns:a16="http://schemas.microsoft.com/office/drawing/2014/main" id="{7155E59D-AAFD-43B0-847D-5ECF6AD0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975" y="453113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2" name="p21-椭圆-0202">
            <a:extLst xmlns:a="http://schemas.openxmlformats.org/drawingml/2006/main">
              <a:ext uri="{FF2B5EF4-FFF2-40B4-BE49-F238E27FC236}">
                <a16:creationId xmlns:a16="http://schemas.microsoft.com/office/drawing/2014/main" id="{A5516546-00E5-45CF-A660-0D74F622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863" y="477683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3" name="p21-椭圆-0203">
            <a:extLst xmlns:a="http://schemas.openxmlformats.org/drawingml/2006/main">
              <a:ext uri="{FF2B5EF4-FFF2-40B4-BE49-F238E27FC236}">
                <a16:creationId xmlns:a16="http://schemas.microsoft.com/office/drawing/2014/main" id="{468F7C3C-0729-4C6F-BDFD-B3B495C2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750" y="52980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4" name="p21-椭圆-0204">
            <a:extLst xmlns:a="http://schemas.openxmlformats.org/drawingml/2006/main">
              <a:ext uri="{FF2B5EF4-FFF2-40B4-BE49-F238E27FC236}">
                <a16:creationId xmlns:a16="http://schemas.microsoft.com/office/drawing/2014/main" id="{99DB6976-4A59-4F29-82C1-7EC5BCD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312" y="47522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05" name="p21-椭圆-0205">
            <a:extLst xmlns:a="http://schemas.openxmlformats.org/drawingml/2006/main">
              <a:ext uri="{FF2B5EF4-FFF2-40B4-BE49-F238E27FC236}">
                <a16:creationId xmlns:a16="http://schemas.microsoft.com/office/drawing/2014/main" id="{A8ACB681-8E6F-47AB-8C87-97EDBEB4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4199" y="50208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6" name="p21-椭圆-0206">
            <a:extLst xmlns:a="http://schemas.openxmlformats.org/drawingml/2006/main">
              <a:ext uri="{FF2B5EF4-FFF2-40B4-BE49-F238E27FC236}">
                <a16:creationId xmlns:a16="http://schemas.microsoft.com/office/drawing/2014/main" id="{E24A5394-AE6F-4B9F-B69B-2B6A9F3C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1086" y="536653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7" name="p21-椭圆-0207">
            <a:extLst xmlns:a="http://schemas.openxmlformats.org/drawingml/2006/main">
              <a:ext uri="{FF2B5EF4-FFF2-40B4-BE49-F238E27FC236}">
                <a16:creationId xmlns:a16="http://schemas.microsoft.com/office/drawing/2014/main" id="{1495D61F-19F7-4112-8B94-92EB5779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648" y="486729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8" name="p21-椭圆-0208">
            <a:extLst xmlns:a="http://schemas.openxmlformats.org/drawingml/2006/main">
              <a:ext uri="{FF2B5EF4-FFF2-40B4-BE49-F238E27FC236}">
                <a16:creationId xmlns:a16="http://schemas.microsoft.com/office/drawing/2014/main" id="{A92968BD-7AC1-4AAC-8B28-BA901780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536" y="52930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09" name="p21-椭圆-0209">
            <a:extLst xmlns:a="http://schemas.openxmlformats.org/drawingml/2006/main">
              <a:ext uri="{FF2B5EF4-FFF2-40B4-BE49-F238E27FC236}">
                <a16:creationId xmlns:a16="http://schemas.microsoft.com/office/drawing/2014/main" id="{2708DB07-1D63-4216-8FFB-F2DF33D0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5098" y="44794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0" name="p21-椭圆-0210">
            <a:extLst xmlns:a="http://schemas.openxmlformats.org/drawingml/2006/main">
              <a:ext uri="{FF2B5EF4-FFF2-40B4-BE49-F238E27FC236}">
                <a16:creationId xmlns:a16="http://schemas.microsoft.com/office/drawing/2014/main" id="{9377FB06-20BE-4692-B409-AA01DE59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985" y="49166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1" name="p21-椭圆-0211">
            <a:extLst xmlns:a="http://schemas.openxmlformats.org/drawingml/2006/main">
              <a:ext uri="{FF2B5EF4-FFF2-40B4-BE49-F238E27FC236}">
                <a16:creationId xmlns:a16="http://schemas.microsoft.com/office/drawing/2014/main" id="{F2169E04-43E6-4C87-9B9E-0E019F21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872" y="549626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2" name="p21-椭圆-0212">
            <a:extLst xmlns:a="http://schemas.openxmlformats.org/drawingml/2006/main">
              <a:ext uri="{FF2B5EF4-FFF2-40B4-BE49-F238E27FC236}">
                <a16:creationId xmlns:a16="http://schemas.microsoft.com/office/drawing/2014/main" id="{AFE55A21-5787-46E0-A559-943FD41C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7434" y="468148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13" name="p21-椭圆-0213">
            <a:extLst xmlns:a="http://schemas.openxmlformats.org/drawingml/2006/main">
              <a:ext uri="{FF2B5EF4-FFF2-40B4-BE49-F238E27FC236}">
                <a16:creationId xmlns:a16="http://schemas.microsoft.com/office/drawing/2014/main" id="{E2CD92E6-7A26-4F9A-89F1-F83E70FD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4321" y="499815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4" name="p21-椭圆-0214">
            <a:extLst xmlns:a="http://schemas.openxmlformats.org/drawingml/2006/main">
              <a:ext uri="{FF2B5EF4-FFF2-40B4-BE49-F238E27FC236}">
                <a16:creationId xmlns:a16="http://schemas.microsoft.com/office/drawing/2014/main" id="{89C98EBB-1229-4C87-9836-F33AC6D7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209" y="55180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5" name="p21-椭圆-0215">
            <a:extLst xmlns:a="http://schemas.openxmlformats.org/drawingml/2006/main">
              <a:ext uri="{FF2B5EF4-FFF2-40B4-BE49-F238E27FC236}">
                <a16:creationId xmlns:a16="http://schemas.microsoft.com/office/drawing/2014/main" id="{5C08ADE0-CCDF-4150-AC19-F7B2C0E3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9771" y="49475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6" name="p21-椭圆-0216">
            <a:extLst xmlns:a="http://schemas.openxmlformats.org/drawingml/2006/main">
              <a:ext uri="{FF2B5EF4-FFF2-40B4-BE49-F238E27FC236}">
                <a16:creationId xmlns:a16="http://schemas.microsoft.com/office/drawing/2014/main" id="{A1DDBF64-7658-4A0B-978D-542ED44E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658" y="518150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17" name="p21-椭圆-0217">
            <a:extLst xmlns:a="http://schemas.openxmlformats.org/drawingml/2006/main">
              <a:ext uri="{FF2B5EF4-FFF2-40B4-BE49-F238E27FC236}">
                <a16:creationId xmlns:a16="http://schemas.microsoft.com/office/drawing/2014/main" id="{3835FE9A-A5CA-4291-A381-92FF2882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5220" y="45364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8" name="p21-椭圆-0218">
            <a:extLst xmlns:a="http://schemas.openxmlformats.org/drawingml/2006/main">
              <a:ext uri="{FF2B5EF4-FFF2-40B4-BE49-F238E27FC236}">
                <a16:creationId xmlns:a16="http://schemas.microsoft.com/office/drawing/2014/main" id="{65A9650F-3E74-4446-8020-7255156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2107" y="513163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9" name="p21-椭圆-0219">
            <a:extLst xmlns:a="http://schemas.openxmlformats.org/drawingml/2006/main">
              <a:ext uri="{FF2B5EF4-FFF2-40B4-BE49-F238E27FC236}">
                <a16:creationId xmlns:a16="http://schemas.microsoft.com/office/drawing/2014/main" id="{F221A13D-B544-4BDA-B307-13CF7070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994" y="54473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0" name="p21-椭圆-0220">
            <a:extLst xmlns:a="http://schemas.openxmlformats.org/drawingml/2006/main">
              <a:ext uri="{FF2B5EF4-FFF2-40B4-BE49-F238E27FC236}">
                <a16:creationId xmlns:a16="http://schemas.microsoft.com/office/drawing/2014/main" id="{23643D8B-9E75-41B3-9F20-E16AD552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7557" y="46333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1" name="p21-椭圆-0221">
            <a:extLst xmlns:a="http://schemas.openxmlformats.org/drawingml/2006/main">
              <a:ext uri="{FF2B5EF4-FFF2-40B4-BE49-F238E27FC236}">
                <a16:creationId xmlns:a16="http://schemas.microsoft.com/office/drawing/2014/main" id="{7EEE7511-2D89-42F1-B27C-C064C3CE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4444" y="52136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2" name="p21-椭圆-0222">
            <a:extLst xmlns:a="http://schemas.openxmlformats.org/drawingml/2006/main">
              <a:ext uri="{FF2B5EF4-FFF2-40B4-BE49-F238E27FC236}">
                <a16:creationId xmlns:a16="http://schemas.microsoft.com/office/drawing/2014/main" id="{D48D142A-1A0B-42E5-B24F-13D8E488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006" y="45992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3" name="p21-椭圆-0223">
            <a:extLst xmlns:a="http://schemas.openxmlformats.org/drawingml/2006/main">
              <a:ext uri="{FF2B5EF4-FFF2-40B4-BE49-F238E27FC236}">
                <a16:creationId xmlns:a16="http://schemas.microsoft.com/office/drawing/2014/main" id="{B2201119-A653-4A2B-855D-5190C013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893" y="48359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4" name="p21-椭圆-0224">
            <a:extLst xmlns:a="http://schemas.openxmlformats.org/drawingml/2006/main">
              <a:ext uri="{FF2B5EF4-FFF2-40B4-BE49-F238E27FC236}">
                <a16:creationId xmlns:a16="http://schemas.microsoft.com/office/drawing/2014/main" id="{3BAE72B5-FDF6-41E7-BFCC-EC94D362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780" y="52628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25" name="p21-文本-0225">
            <a:extLst xmlns:a="http://schemas.openxmlformats.org/drawingml/2006/main">
              <a:ext uri="{FF2B5EF4-FFF2-40B4-BE49-F238E27FC236}">
                <a16:creationId xmlns:a16="http://schemas.microsoft.com/office/drawing/2014/main" id="{F10979FA-7710-4046-9D88-F900A81F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56596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226" name="p21-文本-0226">
            <a:extLst xmlns:a="http://schemas.openxmlformats.org/drawingml/2006/main">
              <a:ext uri="{FF2B5EF4-FFF2-40B4-BE49-F238E27FC236}">
                <a16:creationId xmlns:a16="http://schemas.microsoft.com/office/drawing/2014/main" id="{8668A18D-26C3-437C-A5AE-6E195B34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04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227" name="p21-文本-0227">
            <a:extLst xmlns:a="http://schemas.openxmlformats.org/drawingml/2006/main">
              <a:ext uri="{FF2B5EF4-FFF2-40B4-BE49-F238E27FC236}">
                <a16:creationId xmlns:a16="http://schemas.microsoft.com/office/drawing/2014/main" id="{E5C8C549-681D-4F4C-A561-F02C0C9D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53290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保留盲测批次</a:t>
            </a:r>
          </a:p>
        </p:txBody>
      </p:sp>
      <p:sp>
        <p:nvSpPr>
          <p:cNvPr id="228" name="p21-文本-0228">
            <a:extLst xmlns:a="http://schemas.openxmlformats.org/drawingml/2006/main">
              <a:ext uri="{FF2B5EF4-FFF2-40B4-BE49-F238E27FC236}">
                <a16:creationId xmlns:a16="http://schemas.microsoft.com/office/drawing/2014/main" id="{82B3AF1A-4D78-491F-90C1-37151C92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567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核对误差方向</a:t>
            </a:r>
          </a:p>
        </p:txBody>
      </p:sp>
      <p:sp>
        <p:nvSpPr>
          <p:cNvPr id="229" name="p21-文本-0229">
            <a:extLst xmlns:a="http://schemas.openxmlformats.org/drawingml/2006/main">
              <a:ext uri="{FF2B5EF4-FFF2-40B4-BE49-F238E27FC236}">
                <a16:creationId xmlns:a16="http://schemas.microsoft.com/office/drawing/2014/main" id="{B0BE284B-CC02-4348-9A9A-ED4F22D9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80609"/>
            <a:ext cx="9446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回查异常点</a:t>
            </a:r>
          </a:p>
        </p:txBody>
      </p:sp>
      <p:sp>
        <p:nvSpPr>
          <p:cNvPr id="230" name="p21-文本-0230">
            <a:extLst xmlns:a="http://schemas.openxmlformats.org/drawingml/2006/main">
              <a:ext uri="{FF2B5EF4-FFF2-40B4-BE49-F238E27FC236}">
                <a16:creationId xmlns:a16="http://schemas.microsoft.com/office/drawing/2014/main" id="{848281CC-B616-4459-8DE6-F8D05BCB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5848" y="6062007"/>
            <a:ext cx="70003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统一输入与单变量对照确定差异来源，独立复核限定推广范围</a:t>
            </a:r>
          </a:p>
        </p:txBody>
      </p:sp>
      <p:sp>
        <p:nvSpPr>
          <p:cNvPr id="231" name="p21-文本-0231">
            <a:extLst xmlns:a="http://schemas.openxmlformats.org/drawingml/2006/main">
              <a:ext uri="{FF2B5EF4-FFF2-40B4-BE49-F238E27FC236}">
                <a16:creationId xmlns:a16="http://schemas.microsoft.com/office/drawing/2014/main" id="{FFF4FB1B-6730-4750-985A-E5DF3AF9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4314952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22-矩形-0001">
            <a:extLst xmlns:a="http://schemas.openxmlformats.org/drawingml/2006/main">
              <a:ext uri="{FF2B5EF4-FFF2-40B4-BE49-F238E27FC236}">
                <a16:creationId xmlns:a16="http://schemas.microsoft.com/office/drawing/2014/main" id="{0E8C7EA9-139A-4ACA-B194-2B968E63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2-矩形-0002">
            <a:extLst xmlns:a="http://schemas.openxmlformats.org/drawingml/2006/main">
              <a:ext uri="{FF2B5EF4-FFF2-40B4-BE49-F238E27FC236}">
                <a16:creationId xmlns:a16="http://schemas.microsoft.com/office/drawing/2014/main" id="{0144A2DA-58E7-457F-999A-253FD17F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2-文本-0003">
            <a:extLst xmlns:a="http://schemas.openxmlformats.org/drawingml/2006/main">
              <a:ext uri="{FF2B5EF4-FFF2-40B4-BE49-F238E27FC236}">
                <a16:creationId xmlns:a16="http://schemas.microsoft.com/office/drawing/2014/main" id="{F1E78478-9343-4CC7-AA9E-56ACD5A5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8720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测量资源围绕“可校准、可对照、可复测”配置</a:t>
            </a:r>
          </a:p>
        </p:txBody>
      </p:sp>
      <p:sp>
        <p:nvSpPr>
          <p:cNvPr id="4" name="p22-文本-0004">
            <a:extLst xmlns:a="http://schemas.openxmlformats.org/drawingml/2006/main">
              <a:ext uri="{FF2B5EF4-FFF2-40B4-BE49-F238E27FC236}">
                <a16:creationId xmlns:a16="http://schemas.microsoft.com/office/drawing/2014/main" id="{70E2B3E6-2668-45C5-B609-57AEE39A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光学链路记录动态响应，形貌与谱学测量提供补充证据</a:t>
            </a:r>
          </a:p>
        </p:txBody>
      </p:sp>
      <p:sp>
        <p:nvSpPr>
          <p:cNvPr id="5" name="p22-线-0005">
            <a:extLst xmlns:a="http://schemas.openxmlformats.org/drawingml/2006/main">
              <a:ext uri="{FF2B5EF4-FFF2-40B4-BE49-F238E27FC236}">
                <a16:creationId xmlns:a16="http://schemas.microsoft.com/office/drawing/2014/main" id="{E3F19330-ACA7-4192-8263-843ECA06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2-文本-0006">
            <a:extLst xmlns:a="http://schemas.openxmlformats.org/drawingml/2006/main">
              <a:ext uri="{FF2B5EF4-FFF2-40B4-BE49-F238E27FC236}">
                <a16:creationId xmlns:a16="http://schemas.microsoft.com/office/drawing/2014/main" id="{6FA44E88-2389-42E3-949C-B6DC39A7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73699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光学测量链路</a:t>
            </a:r>
          </a:p>
        </p:txBody>
      </p:sp>
      <p:sp>
        <p:nvSpPr>
          <p:cNvPr id="7" name="p22-矩形-0007">
            <a:extLst xmlns:a="http://schemas.openxmlformats.org/drawingml/2006/main">
              <a:ext uri="{FF2B5EF4-FFF2-40B4-BE49-F238E27FC236}">
                <a16:creationId xmlns:a16="http://schemas.microsoft.com/office/drawing/2014/main" id="{E9E9959D-7042-4516-8EA1-E6F8FA5C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33575"/>
            <a:ext cx="116205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8" name="p22-椭圆-0008">
            <a:extLst xmlns:a="http://schemas.openxmlformats.org/drawingml/2006/main">
              <a:ext uri="{FF2B5EF4-FFF2-40B4-BE49-F238E27FC236}">
                <a16:creationId xmlns:a16="http://schemas.microsoft.com/office/drawing/2014/main" id="{E277546F-4F30-412C-89A4-910B00B7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431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9" name="p22-文本-0009">
            <a:extLst xmlns:a="http://schemas.openxmlformats.org/drawingml/2006/main">
              <a:ext uri="{FF2B5EF4-FFF2-40B4-BE49-F238E27FC236}">
                <a16:creationId xmlns:a16="http://schemas.microsoft.com/office/drawing/2014/main" id="{699DCB49-FF23-4B13-98F2-E86D759B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197" y="2922077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稳定光源</a:t>
            </a:r>
          </a:p>
        </p:txBody>
      </p:sp>
      <p:sp>
        <p:nvSpPr>
          <p:cNvPr id="10" name="p22-路径-0010">
            <a:extLst xmlns:a="http://schemas.openxmlformats.org/drawingml/2006/main">
              <a:ext uri="{FF2B5EF4-FFF2-40B4-BE49-F238E27FC236}">
                <a16:creationId xmlns:a16="http://schemas.microsoft.com/office/drawing/2014/main" id="{8C588A00-D6E3-449E-B2B6-59333899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291334"/>
            <a:ext cx="381000" cy="141732"/>
          </a:xfrm>
          <a:custGeom xmlns:a="http://schemas.openxmlformats.org/drawingml/2006/main">
            <a:pathLst>
              <a:path w="381000" h="141732">
                <a:moveTo>
                  <a:pt x="0" y="99441"/>
                </a:moveTo>
                <a:lnTo>
                  <a:pt x="266700" y="99441"/>
                </a:lnTo>
                <a:lnTo>
                  <a:pt x="266700" y="141732"/>
                </a:lnTo>
                <a:lnTo>
                  <a:pt x="381000" y="70866"/>
                </a:lnTo>
                <a:lnTo>
                  <a:pt x="266700" y="0"/>
                </a:lnTo>
                <a:lnTo>
                  <a:pt x="266700" y="42291"/>
                </a:lnTo>
                <a:lnTo>
                  <a:pt x="0" y="42291"/>
                </a:lnTo>
                <a:close/>
              </a:path>
            </a:pathLst>
          </a:cu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11" name="p22-矩形-0011">
            <a:extLst xmlns:a="http://schemas.openxmlformats.org/drawingml/2006/main">
              <a:ext uri="{FF2B5EF4-FFF2-40B4-BE49-F238E27FC236}">
                <a16:creationId xmlns:a16="http://schemas.microsoft.com/office/drawing/2014/main" id="{5BBF1906-2954-4BB6-AB44-BC7A0067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028825"/>
            <a:ext cx="7429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7ED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12" name="p22-线-0012">
            <a:extLst xmlns:a="http://schemas.openxmlformats.org/drawingml/2006/main">
              <a:ext uri="{FF2B5EF4-FFF2-40B4-BE49-F238E27FC236}">
                <a16:creationId xmlns:a16="http://schemas.microsoft.com/office/drawing/2014/main" id="{03FB42CC-BDA2-45C4-937B-CF9B87A3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71700"/>
            <a:ext cx="476250" cy="400050"/>
          </a:xfrm>
          <a:custGeom xmlns:a="http://schemas.openxmlformats.org/drawingml/2006/main">
            <a:pathLst>
              <a:path w="476250" h="400050">
                <a:moveTo>
                  <a:pt x="0" y="40005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13" name="p22-文本-0013">
            <a:extLst xmlns:a="http://schemas.openxmlformats.org/drawingml/2006/main">
              <a:ext uri="{FF2B5EF4-FFF2-40B4-BE49-F238E27FC236}">
                <a16:creationId xmlns:a16="http://schemas.microsoft.com/office/drawing/2014/main" id="{1A3431D9-AF5E-4CFC-80A6-F57813C4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197" y="2922077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选波模块</a:t>
            </a:r>
          </a:p>
        </p:txBody>
      </p:sp>
      <p:sp>
        <p:nvSpPr>
          <p:cNvPr id="14" name="p22-路径-0014">
            <a:extLst xmlns:a="http://schemas.openxmlformats.org/drawingml/2006/main">
              <a:ext uri="{FF2B5EF4-FFF2-40B4-BE49-F238E27FC236}">
                <a16:creationId xmlns:a16="http://schemas.microsoft.com/office/drawing/2014/main" id="{A7A79250-A64A-4F80-BDF4-EB7C02A4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291334"/>
            <a:ext cx="438150" cy="141732"/>
          </a:xfrm>
          <a:custGeom xmlns:a="http://schemas.openxmlformats.org/drawingml/2006/main">
            <a:pathLst>
              <a:path w="438150" h="141732">
                <a:moveTo>
                  <a:pt x="0" y="99441"/>
                </a:moveTo>
                <a:lnTo>
                  <a:pt x="323850" y="99441"/>
                </a:lnTo>
                <a:lnTo>
                  <a:pt x="323850" y="141732"/>
                </a:lnTo>
                <a:lnTo>
                  <a:pt x="438150" y="70866"/>
                </a:lnTo>
                <a:lnTo>
                  <a:pt x="323850" y="0"/>
                </a:lnTo>
                <a:lnTo>
                  <a:pt x="323850" y="42291"/>
                </a:lnTo>
                <a:lnTo>
                  <a:pt x="0" y="42291"/>
                </a:lnTo>
                <a:close/>
              </a:path>
            </a:pathLst>
          </a:cu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15" name="p22-矩形-0015">
            <a:extLst xmlns:a="http://schemas.openxmlformats.org/drawingml/2006/main">
              <a:ext uri="{FF2B5EF4-FFF2-40B4-BE49-F238E27FC236}">
                <a16:creationId xmlns:a16="http://schemas.microsoft.com/office/drawing/2014/main" id="{4C949FEB-84F5-4782-87A0-7F0411D2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914525"/>
            <a:ext cx="7429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16" name="p22-矩形-0016">
            <a:extLst xmlns:a="http://schemas.openxmlformats.org/drawingml/2006/main">
              <a:ext uri="{FF2B5EF4-FFF2-40B4-BE49-F238E27FC236}">
                <a16:creationId xmlns:a16="http://schemas.microsoft.com/office/drawing/2014/main" id="{52EA5E3D-8CBA-41F7-924C-CB8C8F5E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219325"/>
            <a:ext cx="5524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1CC"/>
          </a:solidFill>
          <a:ln xmlns:a="http://schemas.openxmlformats.org/drawingml/2006/main" w="0">
            <a:noFill/>
          </a:ln>
        </p:spPr>
      </p:sp>
      <p:sp>
        <p:nvSpPr>
          <p:cNvPr id="17" name="p22-文本-0017">
            <a:extLst xmlns:a="http://schemas.openxmlformats.org/drawingml/2006/main">
              <a:ext uri="{FF2B5EF4-FFF2-40B4-BE49-F238E27FC236}">
                <a16:creationId xmlns:a16="http://schemas.microsoft.com/office/drawing/2014/main" id="{E7C131A6-45E7-48BA-9B53-624F4252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435" y="2922077"/>
            <a:ext cx="6440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样品池</a:t>
            </a:r>
          </a:p>
        </p:txBody>
      </p:sp>
      <p:sp>
        <p:nvSpPr>
          <p:cNvPr id="18" name="p22-路径-0018">
            <a:extLst xmlns:a="http://schemas.openxmlformats.org/drawingml/2006/main">
              <a:ext uri="{FF2B5EF4-FFF2-40B4-BE49-F238E27FC236}">
                <a16:creationId xmlns:a16="http://schemas.microsoft.com/office/drawing/2014/main" id="{8D63CB50-6EA2-4624-B57B-E9A57ECA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91334"/>
            <a:ext cx="447675" cy="141732"/>
          </a:xfrm>
          <a:custGeom xmlns:a="http://schemas.openxmlformats.org/drawingml/2006/main">
            <a:pathLst>
              <a:path w="447675" h="141732">
                <a:moveTo>
                  <a:pt x="0" y="99441"/>
                </a:moveTo>
                <a:lnTo>
                  <a:pt x="333375" y="99441"/>
                </a:lnTo>
                <a:lnTo>
                  <a:pt x="333375" y="141732"/>
                </a:lnTo>
                <a:lnTo>
                  <a:pt x="447675" y="70866"/>
                </a:lnTo>
                <a:lnTo>
                  <a:pt x="333375" y="0"/>
                </a:lnTo>
                <a:lnTo>
                  <a:pt x="333375" y="42291"/>
                </a:lnTo>
                <a:lnTo>
                  <a:pt x="0" y="42291"/>
                </a:lnTo>
                <a:close/>
              </a:path>
            </a:pathLst>
          </a:cu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19" name="p22-矩形-0019">
            <a:extLst xmlns:a="http://schemas.openxmlformats.org/drawingml/2006/main">
              <a:ext uri="{FF2B5EF4-FFF2-40B4-BE49-F238E27FC236}">
                <a16:creationId xmlns:a16="http://schemas.microsoft.com/office/drawing/2014/main" id="{F3C3D664-FEC8-4E1E-BB10-6DDC0985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00250"/>
            <a:ext cx="12477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0" name="p22-路径-0020">
            <a:extLst xmlns:a="http://schemas.openxmlformats.org/drawingml/2006/main">
              <a:ext uri="{FF2B5EF4-FFF2-40B4-BE49-F238E27FC236}">
                <a16:creationId xmlns:a16="http://schemas.microsoft.com/office/drawing/2014/main" id="{77A45568-965C-430B-9106-33145D5F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95500"/>
            <a:ext cx="971550" cy="438150"/>
          </a:xfrm>
          <a:custGeom xmlns:a="http://schemas.openxmlformats.org/drawingml/2006/main">
            <a:pathLst>
              <a:path w="971550" h="438150">
                <a:moveTo>
                  <a:pt x="0" y="438150"/>
                </a:moveTo>
                <a:lnTo>
                  <a:pt x="161925" y="219075"/>
                </a:lnTo>
                <a:lnTo>
                  <a:pt x="304800" y="352425"/>
                </a:lnTo>
                <a:lnTo>
                  <a:pt x="457200" y="114300"/>
                </a:lnTo>
                <a:lnTo>
                  <a:pt x="619125" y="276225"/>
                </a:lnTo>
                <a:lnTo>
                  <a:pt x="971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1" name="p22-文本-0021">
            <a:extLst xmlns:a="http://schemas.openxmlformats.org/drawingml/2006/main">
              <a:ext uri="{FF2B5EF4-FFF2-40B4-BE49-F238E27FC236}">
                <a16:creationId xmlns:a16="http://schemas.microsoft.com/office/drawing/2014/main" id="{2AD0FE37-0A99-4C4E-BFCC-7B8EBB01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6760" y="2922077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探测与采集</a:t>
            </a:r>
          </a:p>
        </p:txBody>
      </p:sp>
      <p:sp>
        <p:nvSpPr>
          <p:cNvPr id="22" name="p22-路径-0022">
            <a:extLst xmlns:a="http://schemas.openxmlformats.org/drawingml/2006/main">
              <a:ext uri="{FF2B5EF4-FFF2-40B4-BE49-F238E27FC236}">
                <a16:creationId xmlns:a16="http://schemas.microsoft.com/office/drawing/2014/main" id="{876AB5A4-D78C-440A-8945-8BB5025C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62200"/>
            <a:ext cx="3943350" cy="1276350"/>
          </a:xfrm>
          <a:custGeom xmlns:a="http://schemas.openxmlformats.org/drawingml/2006/main">
            <a:pathLst>
              <a:path w="3943350" h="1276350">
                <a:moveTo>
                  <a:pt x="0" y="419100"/>
                </a:moveTo>
                <a:lnTo>
                  <a:pt x="0" y="1276350"/>
                </a:lnTo>
                <a:lnTo>
                  <a:pt x="3943350" y="1276350"/>
                </a:lnTo>
                <a:lnTo>
                  <a:pt x="394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3" name="p22-路径-0023">
            <a:extLst xmlns:a="http://schemas.openxmlformats.org/drawingml/2006/main">
              <a:ext uri="{FF2B5EF4-FFF2-40B4-BE49-F238E27FC236}">
                <a16:creationId xmlns:a16="http://schemas.microsoft.com/office/drawing/2014/main" id="{FC0A4729-D2CA-45AE-8619-A83713BD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97240"/>
            <a:ext cx="228600" cy="129921"/>
          </a:xfrm>
          <a:custGeom xmlns:a="http://schemas.openxmlformats.org/drawingml/2006/main">
            <a:pathLst>
              <a:path w="228600" h="129921">
                <a:moveTo>
                  <a:pt x="228600" y="41148"/>
                </a:moveTo>
                <a:lnTo>
                  <a:pt x="104775" y="41148"/>
                </a:lnTo>
                <a:lnTo>
                  <a:pt x="104775" y="0"/>
                </a:lnTo>
                <a:lnTo>
                  <a:pt x="0" y="64960"/>
                </a:lnTo>
                <a:lnTo>
                  <a:pt x="104775" y="129921"/>
                </a:lnTo>
                <a:lnTo>
                  <a:pt x="104775" y="88773"/>
                </a:lnTo>
                <a:lnTo>
                  <a:pt x="228600" y="88773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4" name="p22-矩形-0024">
            <a:extLst xmlns:a="http://schemas.openxmlformats.org/drawingml/2006/main">
              <a:ext uri="{FF2B5EF4-FFF2-40B4-BE49-F238E27FC236}">
                <a16:creationId xmlns:a16="http://schemas.microsoft.com/office/drawing/2014/main" id="{CEC62F3D-2CE9-405E-9D78-73175A44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38525"/>
            <a:ext cx="2352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5" name="p22-文本-0025">
            <a:extLst xmlns:a="http://schemas.openxmlformats.org/drawingml/2006/main">
              <a:ext uri="{FF2B5EF4-FFF2-40B4-BE49-F238E27FC236}">
                <a16:creationId xmlns:a16="http://schemas.microsoft.com/office/drawing/2014/main" id="{0BEEEB68-2F1C-48A0-BC7A-EAEFE21D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23813"/>
            <a:ext cx="17526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空白通道校正光源漂移</a:t>
            </a:r>
          </a:p>
        </p:txBody>
      </p:sp>
      <p:sp>
        <p:nvSpPr>
          <p:cNvPr id="26" name="p22-线-0026">
            <a:extLst xmlns:a="http://schemas.openxmlformats.org/drawingml/2006/main">
              <a:ext uri="{FF2B5EF4-FFF2-40B4-BE49-F238E27FC236}">
                <a16:creationId xmlns:a16="http://schemas.microsoft.com/office/drawing/2014/main" id="{EBB4118C-49B2-4131-847B-6CE9A814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81125"/>
            <a:ext cx="95" cy="2971800"/>
          </a:xfrm>
          <a:custGeom xmlns:a="http://schemas.openxmlformats.org/drawingml/2006/main">
            <a:pathLst>
              <a:path w="95" h="2971800">
                <a:moveTo>
                  <a:pt x="0" y="0"/>
                </a:moveTo>
                <a:lnTo>
                  <a:pt x="0" y="29718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27" name="p22-文本-0027">
            <a:extLst xmlns:a="http://schemas.openxmlformats.org/drawingml/2006/main">
              <a:ext uri="{FF2B5EF4-FFF2-40B4-BE49-F238E27FC236}">
                <a16:creationId xmlns:a16="http://schemas.microsoft.com/office/drawing/2014/main" id="{8A2633E0-D5FF-44D1-B5CB-C776FC19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736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配套能力与用途</a:t>
            </a:r>
          </a:p>
        </p:txBody>
      </p:sp>
      <p:sp>
        <p:nvSpPr>
          <p:cNvPr id="28" name="p22-矩形-0028">
            <a:extLst xmlns:a="http://schemas.openxmlformats.org/drawingml/2006/main">
              <a:ext uri="{FF2B5EF4-FFF2-40B4-BE49-F238E27FC236}">
                <a16:creationId xmlns:a16="http://schemas.microsoft.com/office/drawing/2014/main" id="{30CA2866-60F2-41DB-B090-F1E75FFA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669858"/>
            <a:ext cx="986790" cy="87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9" name="p22-路径-0029">
            <a:extLst xmlns:a="http://schemas.openxmlformats.org/drawingml/2006/main">
              <a:ext uri="{FF2B5EF4-FFF2-40B4-BE49-F238E27FC236}">
                <a16:creationId xmlns:a16="http://schemas.microsoft.com/office/drawing/2014/main" id="{C7C3C97E-3AF5-4DFF-ABCA-2DB5D346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890" y="2061080"/>
            <a:ext cx="500775" cy="608778"/>
          </a:xfrm>
          <a:custGeom xmlns:a="http://schemas.openxmlformats.org/drawingml/2006/main">
            <a:pathLst>
              <a:path w="500775" h="608778">
                <a:moveTo>
                  <a:pt x="453390" y="608778"/>
                </a:moveTo>
                <a:lnTo>
                  <a:pt x="467152" y="565268"/>
                </a:lnTo>
                <a:lnTo>
                  <a:pt x="478478" y="523078"/>
                </a:lnTo>
                <a:lnTo>
                  <a:pt x="487430" y="482244"/>
                </a:lnTo>
                <a:lnTo>
                  <a:pt x="494072" y="442803"/>
                </a:lnTo>
                <a:lnTo>
                  <a:pt x="498468" y="404789"/>
                </a:lnTo>
                <a:lnTo>
                  <a:pt x="500681" y="368239"/>
                </a:lnTo>
                <a:lnTo>
                  <a:pt x="500775" y="333189"/>
                </a:lnTo>
                <a:lnTo>
                  <a:pt x="498812" y="299676"/>
                </a:lnTo>
                <a:lnTo>
                  <a:pt x="494858" y="267736"/>
                </a:lnTo>
                <a:lnTo>
                  <a:pt x="488974" y="237404"/>
                </a:lnTo>
                <a:lnTo>
                  <a:pt x="481225" y="208716"/>
                </a:lnTo>
                <a:lnTo>
                  <a:pt x="471674" y="181710"/>
                </a:lnTo>
                <a:lnTo>
                  <a:pt x="460384" y="156420"/>
                </a:lnTo>
                <a:lnTo>
                  <a:pt x="447419" y="132883"/>
                </a:lnTo>
                <a:lnTo>
                  <a:pt x="432843" y="111135"/>
                </a:lnTo>
                <a:lnTo>
                  <a:pt x="416719" y="91213"/>
                </a:lnTo>
                <a:lnTo>
                  <a:pt x="399110" y="73152"/>
                </a:lnTo>
                <a:lnTo>
                  <a:pt x="380080" y="56988"/>
                </a:lnTo>
                <a:lnTo>
                  <a:pt x="359693" y="42757"/>
                </a:lnTo>
                <a:lnTo>
                  <a:pt x="338011" y="30497"/>
                </a:lnTo>
                <a:lnTo>
                  <a:pt x="315099" y="20241"/>
                </a:lnTo>
                <a:lnTo>
                  <a:pt x="291019" y="12028"/>
                </a:lnTo>
                <a:lnTo>
                  <a:pt x="265836" y="5893"/>
                </a:lnTo>
                <a:lnTo>
                  <a:pt x="239613" y="1871"/>
                </a:lnTo>
                <a:lnTo>
                  <a:pt x="212413" y="0"/>
                </a:lnTo>
                <a:lnTo>
                  <a:pt x="184300" y="315"/>
                </a:lnTo>
                <a:lnTo>
                  <a:pt x="155338" y="2852"/>
                </a:lnTo>
                <a:lnTo>
                  <a:pt x="125589" y="7648"/>
                </a:lnTo>
                <a:lnTo>
                  <a:pt x="95117" y="14738"/>
                </a:lnTo>
                <a:lnTo>
                  <a:pt x="63986" y="24159"/>
                </a:lnTo>
                <a:lnTo>
                  <a:pt x="32259" y="35946"/>
                </a:lnTo>
                <a:lnTo>
                  <a:pt x="0" y="50136"/>
                </a:lnTo>
              </a:path>
            </a:pathLst>
          </a:custGeom>
          <a:noFill xmlns:a="http://schemas.openxmlformats.org/drawingml/2006/main"/>
          <a:ln xmlns:a="http://schemas.openxmlformats.org/drawingml/2006/main" w="123825">
            <a:solidFill>
              <a:srgbClr val="365F85"/>
            </a:solidFill>
          </a:ln>
        </p:spPr>
      </p:sp>
      <p:sp>
        <p:nvSpPr>
          <p:cNvPr id="30" name="p22-路径-0030">
            <a:extLst xmlns:a="http://schemas.openxmlformats.org/drawingml/2006/main">
              <a:ext uri="{FF2B5EF4-FFF2-40B4-BE49-F238E27FC236}">
                <a16:creationId xmlns:a16="http://schemas.microsoft.com/office/drawing/2014/main" id="{3110C61C-0C68-47A0-8798-0B78694D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9540" y="2012633"/>
            <a:ext cx="346710" cy="295751"/>
          </a:xfrm>
          <a:custGeom xmlns:a="http://schemas.openxmlformats.org/drawingml/2006/main">
            <a:pathLst>
              <a:path w="346710" h="295751">
                <a:moveTo>
                  <a:pt x="146685" y="0"/>
                </a:moveTo>
                <a:lnTo>
                  <a:pt x="346710" y="153352"/>
                </a:lnTo>
                <a:lnTo>
                  <a:pt x="200025" y="295751"/>
                </a:lnTo>
                <a:lnTo>
                  <a:pt x="0" y="142399"/>
                </a:lnTo>
                <a:close/>
              </a:path>
            </a:pathLst>
          </a:custGeom>
          <a:solidFill xmlns:a="http://schemas.openxmlformats.org/drawingml/2006/main">
            <a:srgbClr val="9BB0BD"/>
          </a:solidFill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31" name="p22-线-0031">
            <a:extLst xmlns:a="http://schemas.openxmlformats.org/drawingml/2006/main">
              <a:ext uri="{FF2B5EF4-FFF2-40B4-BE49-F238E27FC236}">
                <a16:creationId xmlns:a16="http://schemas.microsoft.com/office/drawing/2014/main" id="{C4B24C1D-8921-45A1-99E9-0F70C9B2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9540" y="2428875"/>
            <a:ext cx="546735" cy="95"/>
          </a:xfrm>
          <a:custGeom xmlns:a="http://schemas.openxmlformats.org/drawingml/2006/main">
            <a:pathLst>
              <a:path w="546735" h="95">
                <a:moveTo>
                  <a:pt x="0" y="0"/>
                </a:moveTo>
                <a:lnTo>
                  <a:pt x="54673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365F85"/>
            </a:solidFill>
          </a:ln>
        </p:spPr>
      </p:sp>
      <p:sp>
        <p:nvSpPr>
          <p:cNvPr id="32" name="p22-矩形-0032">
            <a:extLst xmlns:a="http://schemas.openxmlformats.org/drawingml/2006/main">
              <a:ext uri="{FF2B5EF4-FFF2-40B4-BE49-F238E27FC236}">
                <a16:creationId xmlns:a16="http://schemas.microsoft.com/office/drawing/2014/main" id="{83CA1F9A-541C-47DE-A9C4-057B4D75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220" y="2385060"/>
            <a:ext cx="213360" cy="27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3" name="p22-文本-0033">
            <a:extLst xmlns:a="http://schemas.openxmlformats.org/drawingml/2006/main">
              <a:ext uri="{FF2B5EF4-FFF2-40B4-BE49-F238E27FC236}">
                <a16:creationId xmlns:a16="http://schemas.microsoft.com/office/drawing/2014/main" id="{DD502408-C0C4-4176-B354-E5AC8967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1662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显微观察</a:t>
            </a:r>
          </a:p>
        </p:txBody>
      </p:sp>
      <p:sp>
        <p:nvSpPr>
          <p:cNvPr id="34" name="p22-文本-0034">
            <a:extLst xmlns:a="http://schemas.openxmlformats.org/drawingml/2006/main">
              <a:ext uri="{FF2B5EF4-FFF2-40B4-BE49-F238E27FC236}">
                <a16:creationId xmlns:a16="http://schemas.microsoft.com/office/drawing/2014/main" id="{E7491C6B-6FE8-4BFA-AEDC-45C9A68C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87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核对形貌与分散</a:t>
            </a:r>
          </a:p>
        </p:txBody>
      </p:sp>
      <p:sp>
        <p:nvSpPr>
          <p:cNvPr id="35" name="p22-文本-0035">
            <a:extLst xmlns:a="http://schemas.openxmlformats.org/drawingml/2006/main">
              <a:ext uri="{FF2B5EF4-FFF2-40B4-BE49-F238E27FC236}">
                <a16:creationId xmlns:a16="http://schemas.microsoft.com/office/drawing/2014/main" id="{A98EC993-DAFF-49B9-9D33-6E20B3C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940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定位异常区域</a:t>
            </a:r>
          </a:p>
        </p:txBody>
      </p:sp>
      <p:sp>
        <p:nvSpPr>
          <p:cNvPr id="36" name="p22-矩形-0036">
            <a:extLst xmlns:a="http://schemas.openxmlformats.org/drawingml/2006/main">
              <a:ext uri="{FF2B5EF4-FFF2-40B4-BE49-F238E27FC236}">
                <a16:creationId xmlns:a16="http://schemas.microsoft.com/office/drawing/2014/main" id="{ED8747FA-72A8-4C27-9FC1-A84E28D7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855" y="3239453"/>
            <a:ext cx="973455" cy="6900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2"/>
          </a:solidFill>
          <a:ln xmlns:a="http://schemas.openxmlformats.org/drawingml/2006/main" w="15240">
            <a:solidFill>
              <a:srgbClr val="657B8B"/>
            </a:solidFill>
          </a:ln>
        </p:spPr>
      </p:sp>
      <p:sp>
        <p:nvSpPr>
          <p:cNvPr id="37" name="p22-矩形-0037">
            <a:extLst xmlns:a="http://schemas.openxmlformats.org/drawingml/2006/main">
              <a:ext uri="{FF2B5EF4-FFF2-40B4-BE49-F238E27FC236}">
                <a16:creationId xmlns:a16="http://schemas.microsoft.com/office/drawing/2014/main" id="{2A5CF21D-3397-4814-A1E4-AAA0D3A3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2870" y="3338036"/>
            <a:ext cx="573405" cy="3724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38" name="p22-线-0038">
            <a:extLst xmlns:a="http://schemas.openxmlformats.org/drawingml/2006/main">
              <a:ext uri="{FF2B5EF4-FFF2-40B4-BE49-F238E27FC236}">
                <a16:creationId xmlns:a16="http://schemas.microsoft.com/office/drawing/2014/main" id="{3776DA05-DDF6-413D-8A5F-98417751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633788"/>
            <a:ext cx="440055" cy="95"/>
          </a:xfrm>
          <a:custGeom xmlns:a="http://schemas.openxmlformats.org/drawingml/2006/main">
            <a:pathLst>
              <a:path w="440055" h="95">
                <a:moveTo>
                  <a:pt x="0" y="0"/>
                </a:moveTo>
                <a:lnTo>
                  <a:pt x="4400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39" name="p22-线-0039">
            <a:extLst xmlns:a="http://schemas.openxmlformats.org/drawingml/2006/main">
              <a:ext uri="{FF2B5EF4-FFF2-40B4-BE49-F238E27FC236}">
                <a16:creationId xmlns:a16="http://schemas.microsoft.com/office/drawing/2014/main" id="{EAA15C0E-2F19-484F-A364-2BE6D0B4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403759"/>
            <a:ext cx="95" cy="230029"/>
          </a:xfrm>
          <a:custGeom xmlns:a="http://schemas.openxmlformats.org/drawingml/2006/main">
            <a:pathLst>
              <a:path w="95" h="230029">
                <a:moveTo>
                  <a:pt x="0" y="0"/>
                </a:moveTo>
                <a:lnTo>
                  <a:pt x="0" y="230029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40" name="p22-线-0040">
            <a:extLst xmlns:a="http://schemas.openxmlformats.org/drawingml/2006/main">
              <a:ext uri="{FF2B5EF4-FFF2-40B4-BE49-F238E27FC236}">
                <a16:creationId xmlns:a16="http://schemas.microsoft.com/office/drawing/2014/main" id="{42DF24DC-75F8-4587-B098-9E0E2921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461266"/>
            <a:ext cx="440055" cy="95"/>
          </a:xfrm>
          <a:custGeom xmlns:a="http://schemas.openxmlformats.org/drawingml/2006/main">
            <a:pathLst>
              <a:path w="440055" h="95">
                <a:moveTo>
                  <a:pt x="0" y="0"/>
                </a:moveTo>
                <a:lnTo>
                  <a:pt x="4400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1" name="p22-线-0041">
            <a:extLst xmlns:a="http://schemas.openxmlformats.org/drawingml/2006/main">
              <a:ext uri="{FF2B5EF4-FFF2-40B4-BE49-F238E27FC236}">
                <a16:creationId xmlns:a16="http://schemas.microsoft.com/office/drawing/2014/main" id="{AB94D54B-0737-472A-833D-5BD56A9E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518773"/>
            <a:ext cx="440055" cy="95"/>
          </a:xfrm>
          <a:custGeom xmlns:a="http://schemas.openxmlformats.org/drawingml/2006/main">
            <a:pathLst>
              <a:path w="440055" h="95">
                <a:moveTo>
                  <a:pt x="0" y="0"/>
                </a:moveTo>
                <a:lnTo>
                  <a:pt x="4400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2" name="p22-线-0042">
            <a:extLst xmlns:a="http://schemas.openxmlformats.org/drawingml/2006/main">
              <a:ext uri="{FF2B5EF4-FFF2-40B4-BE49-F238E27FC236}">
                <a16:creationId xmlns:a16="http://schemas.microsoft.com/office/drawing/2014/main" id="{4E3F39EA-654A-4FB3-A6A1-74A9A05C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576280"/>
            <a:ext cx="440055" cy="95"/>
          </a:xfrm>
          <a:custGeom xmlns:a="http://schemas.openxmlformats.org/drawingml/2006/main">
            <a:pathLst>
              <a:path w="440055" h="95">
                <a:moveTo>
                  <a:pt x="0" y="0"/>
                </a:moveTo>
                <a:lnTo>
                  <a:pt x="4400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3" name="p22-路径-0043">
            <a:extLst xmlns:a="http://schemas.openxmlformats.org/drawingml/2006/main">
              <a:ext uri="{FF2B5EF4-FFF2-40B4-BE49-F238E27FC236}">
                <a16:creationId xmlns:a16="http://schemas.microsoft.com/office/drawing/2014/main" id="{426D58ED-C2CD-449A-B2E4-F44570A5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443288"/>
            <a:ext cx="440055" cy="128588"/>
          </a:xfrm>
          <a:custGeom xmlns:a="http://schemas.openxmlformats.org/drawingml/2006/main">
            <a:pathLst>
              <a:path w="440055" h="128588">
                <a:moveTo>
                  <a:pt x="0" y="0"/>
                </a:moveTo>
                <a:lnTo>
                  <a:pt x="14288" y="9525"/>
                </a:lnTo>
                <a:lnTo>
                  <a:pt x="29528" y="18097"/>
                </a:lnTo>
                <a:lnTo>
                  <a:pt x="43815" y="26670"/>
                </a:lnTo>
                <a:lnTo>
                  <a:pt x="59055" y="34290"/>
                </a:lnTo>
                <a:lnTo>
                  <a:pt x="73343" y="41910"/>
                </a:lnTo>
                <a:lnTo>
                  <a:pt x="87630" y="48578"/>
                </a:lnTo>
                <a:lnTo>
                  <a:pt x="102870" y="55245"/>
                </a:lnTo>
                <a:lnTo>
                  <a:pt x="117158" y="60960"/>
                </a:lnTo>
                <a:lnTo>
                  <a:pt x="132398" y="66675"/>
                </a:lnTo>
                <a:lnTo>
                  <a:pt x="146685" y="72390"/>
                </a:lnTo>
                <a:lnTo>
                  <a:pt x="160973" y="77153"/>
                </a:lnTo>
                <a:lnTo>
                  <a:pt x="176213" y="81915"/>
                </a:lnTo>
                <a:lnTo>
                  <a:pt x="190500" y="86678"/>
                </a:lnTo>
                <a:lnTo>
                  <a:pt x="205740" y="90488"/>
                </a:lnTo>
                <a:lnTo>
                  <a:pt x="220028" y="94297"/>
                </a:lnTo>
                <a:lnTo>
                  <a:pt x="234315" y="98108"/>
                </a:lnTo>
                <a:lnTo>
                  <a:pt x="249555" y="100965"/>
                </a:lnTo>
                <a:lnTo>
                  <a:pt x="263843" y="103822"/>
                </a:lnTo>
                <a:lnTo>
                  <a:pt x="279083" y="106680"/>
                </a:lnTo>
                <a:lnTo>
                  <a:pt x="293370" y="109538"/>
                </a:lnTo>
                <a:lnTo>
                  <a:pt x="307658" y="112395"/>
                </a:lnTo>
                <a:lnTo>
                  <a:pt x="322898" y="114300"/>
                </a:lnTo>
                <a:lnTo>
                  <a:pt x="337185" y="117158"/>
                </a:lnTo>
                <a:lnTo>
                  <a:pt x="352425" y="119063"/>
                </a:lnTo>
                <a:lnTo>
                  <a:pt x="366713" y="120967"/>
                </a:lnTo>
                <a:lnTo>
                  <a:pt x="381000" y="122872"/>
                </a:lnTo>
                <a:lnTo>
                  <a:pt x="396240" y="124778"/>
                </a:lnTo>
                <a:lnTo>
                  <a:pt x="410528" y="125730"/>
                </a:lnTo>
                <a:lnTo>
                  <a:pt x="425768" y="127635"/>
                </a:lnTo>
                <a:lnTo>
                  <a:pt x="440055" y="12858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44" name="p22-椭圆-0044">
            <a:extLst xmlns:a="http://schemas.openxmlformats.org/drawingml/2006/main">
              <a:ext uri="{FF2B5EF4-FFF2-40B4-BE49-F238E27FC236}">
                <a16:creationId xmlns:a16="http://schemas.microsoft.com/office/drawing/2014/main" id="{161B15F4-6BB1-42D8-9C80-D24D4652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1619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5" name="p22-椭圆-0045">
            <a:extLst xmlns:a="http://schemas.openxmlformats.org/drawingml/2006/main">
              <a:ext uri="{FF2B5EF4-FFF2-40B4-BE49-F238E27FC236}">
                <a16:creationId xmlns:a16="http://schemas.microsoft.com/office/drawing/2014/main" id="{5513ACA8-3D1A-4E4C-B736-E71140AA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886" y="346548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6" name="p22-椭圆-0046">
            <a:extLst xmlns:a="http://schemas.openxmlformats.org/drawingml/2006/main">
              <a:ext uri="{FF2B5EF4-FFF2-40B4-BE49-F238E27FC236}">
                <a16:creationId xmlns:a16="http://schemas.microsoft.com/office/drawing/2014/main" id="{D02B7D7E-6AE2-4219-A857-61CDB276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897" y="34985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7" name="p22-椭圆-0047">
            <a:extLst xmlns:a="http://schemas.openxmlformats.org/drawingml/2006/main">
              <a:ext uri="{FF2B5EF4-FFF2-40B4-BE49-F238E27FC236}">
                <a16:creationId xmlns:a16="http://schemas.microsoft.com/office/drawing/2014/main" id="{400A7CBD-355F-4193-9FD4-4AE735E8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908" y="352067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8" name="p22-椭圆-0048">
            <a:extLst xmlns:a="http://schemas.openxmlformats.org/drawingml/2006/main">
              <a:ext uri="{FF2B5EF4-FFF2-40B4-BE49-F238E27FC236}">
                <a16:creationId xmlns:a16="http://schemas.microsoft.com/office/drawing/2014/main" id="{B01D0273-EF04-418D-9D3B-3D33AB59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919" y="353552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9" name="p22-椭圆-0049">
            <a:extLst xmlns:a="http://schemas.openxmlformats.org/drawingml/2006/main">
              <a:ext uri="{FF2B5EF4-FFF2-40B4-BE49-F238E27FC236}">
                <a16:creationId xmlns:a16="http://schemas.microsoft.com/office/drawing/2014/main" id="{53595F28-360F-4D98-B6B0-F875F4A1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930" y="354547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0" name="p22-路径-0050">
            <a:extLst xmlns:a="http://schemas.openxmlformats.org/drawingml/2006/main">
              <a:ext uri="{FF2B5EF4-FFF2-40B4-BE49-F238E27FC236}">
                <a16:creationId xmlns:a16="http://schemas.microsoft.com/office/drawing/2014/main" id="{56FE1D00-F290-417E-98F8-F401B9DE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443288"/>
            <a:ext cx="440055" cy="141922"/>
          </a:xfrm>
          <a:custGeom xmlns:a="http://schemas.openxmlformats.org/drawingml/2006/main">
            <a:pathLst>
              <a:path w="440055" h="141922">
                <a:moveTo>
                  <a:pt x="0" y="0"/>
                </a:moveTo>
                <a:lnTo>
                  <a:pt x="14288" y="13335"/>
                </a:lnTo>
                <a:lnTo>
                  <a:pt x="29528" y="26670"/>
                </a:lnTo>
                <a:lnTo>
                  <a:pt x="43815" y="38100"/>
                </a:lnTo>
                <a:lnTo>
                  <a:pt x="59055" y="48578"/>
                </a:lnTo>
                <a:lnTo>
                  <a:pt x="73343" y="58103"/>
                </a:lnTo>
                <a:lnTo>
                  <a:pt x="87630" y="66675"/>
                </a:lnTo>
                <a:lnTo>
                  <a:pt x="102870" y="75247"/>
                </a:lnTo>
                <a:lnTo>
                  <a:pt x="117158" y="81915"/>
                </a:lnTo>
                <a:lnTo>
                  <a:pt x="132398" y="88583"/>
                </a:lnTo>
                <a:lnTo>
                  <a:pt x="146685" y="94297"/>
                </a:lnTo>
                <a:lnTo>
                  <a:pt x="160973" y="99060"/>
                </a:lnTo>
                <a:lnTo>
                  <a:pt x="176213" y="103822"/>
                </a:lnTo>
                <a:lnTo>
                  <a:pt x="190500" y="108585"/>
                </a:lnTo>
                <a:lnTo>
                  <a:pt x="205740" y="112395"/>
                </a:lnTo>
                <a:lnTo>
                  <a:pt x="220028" y="116205"/>
                </a:lnTo>
                <a:lnTo>
                  <a:pt x="234315" y="119063"/>
                </a:lnTo>
                <a:lnTo>
                  <a:pt x="249555" y="121920"/>
                </a:lnTo>
                <a:lnTo>
                  <a:pt x="263843" y="124778"/>
                </a:lnTo>
                <a:lnTo>
                  <a:pt x="279083" y="126683"/>
                </a:lnTo>
                <a:lnTo>
                  <a:pt x="293370" y="128588"/>
                </a:lnTo>
                <a:lnTo>
                  <a:pt x="307658" y="130492"/>
                </a:lnTo>
                <a:lnTo>
                  <a:pt x="322898" y="132397"/>
                </a:lnTo>
                <a:lnTo>
                  <a:pt x="337185" y="134303"/>
                </a:lnTo>
                <a:lnTo>
                  <a:pt x="352425" y="135255"/>
                </a:lnTo>
                <a:lnTo>
                  <a:pt x="366713" y="137160"/>
                </a:lnTo>
                <a:lnTo>
                  <a:pt x="381000" y="138113"/>
                </a:lnTo>
                <a:lnTo>
                  <a:pt x="396240" y="139065"/>
                </a:lnTo>
                <a:lnTo>
                  <a:pt x="410528" y="140017"/>
                </a:lnTo>
                <a:lnTo>
                  <a:pt x="425768" y="140970"/>
                </a:lnTo>
                <a:lnTo>
                  <a:pt x="440055" y="14192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51" name="p22-椭圆-0051">
            <a:extLst xmlns:a="http://schemas.openxmlformats.org/drawingml/2006/main">
              <a:ext uri="{FF2B5EF4-FFF2-40B4-BE49-F238E27FC236}">
                <a16:creationId xmlns:a16="http://schemas.microsoft.com/office/drawing/2014/main" id="{8BF29A02-4874-4BE9-92DD-144ABD89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1619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" name="p22-椭圆-0052">
            <a:extLst xmlns:a="http://schemas.openxmlformats.org/drawingml/2006/main">
              <a:ext uri="{FF2B5EF4-FFF2-40B4-BE49-F238E27FC236}">
                <a16:creationId xmlns:a16="http://schemas.microsoft.com/office/drawing/2014/main" id="{EB18C40B-C24B-4E4D-8E18-0B8ED1AE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886" y="348365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3" name="p22-椭圆-0053">
            <a:extLst xmlns:a="http://schemas.openxmlformats.org/drawingml/2006/main">
              <a:ext uri="{FF2B5EF4-FFF2-40B4-BE49-F238E27FC236}">
                <a16:creationId xmlns:a16="http://schemas.microsoft.com/office/drawing/2014/main" id="{074E1D13-58CB-4004-8250-7C490407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897" y="352067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4" name="p22-椭圆-0054">
            <a:extLst xmlns:a="http://schemas.openxmlformats.org/drawingml/2006/main">
              <a:ext uri="{FF2B5EF4-FFF2-40B4-BE49-F238E27FC236}">
                <a16:creationId xmlns:a16="http://schemas.microsoft.com/office/drawing/2014/main" id="{A71D4456-DAE1-456A-A62A-4C9040BB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908" y="354099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5" name="p22-椭圆-0055">
            <a:extLst xmlns:a="http://schemas.openxmlformats.org/drawingml/2006/main">
              <a:ext uri="{FF2B5EF4-FFF2-40B4-BE49-F238E27FC236}">
                <a16:creationId xmlns:a16="http://schemas.microsoft.com/office/drawing/2014/main" id="{90932F03-7FAF-49C0-AED8-1E35A3D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919" y="355214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6" name="p22-椭圆-0056">
            <a:extLst xmlns:a="http://schemas.openxmlformats.org/drawingml/2006/main">
              <a:ext uri="{FF2B5EF4-FFF2-40B4-BE49-F238E27FC236}">
                <a16:creationId xmlns:a16="http://schemas.microsoft.com/office/drawing/2014/main" id="{333060C6-A9C9-48DA-A5BE-A106AF81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930" y="35582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7" name="p22-路径-0057">
            <a:extLst xmlns:a="http://schemas.openxmlformats.org/drawingml/2006/main">
              <a:ext uri="{FF2B5EF4-FFF2-40B4-BE49-F238E27FC236}">
                <a16:creationId xmlns:a16="http://schemas.microsoft.com/office/drawing/2014/main" id="{5DB20718-4AC1-4215-83FC-D078B267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443288"/>
            <a:ext cx="440055" cy="146685"/>
          </a:xfrm>
          <a:custGeom xmlns:a="http://schemas.openxmlformats.org/drawingml/2006/main">
            <a:pathLst>
              <a:path w="440055" h="146685">
                <a:moveTo>
                  <a:pt x="0" y="0"/>
                </a:moveTo>
                <a:lnTo>
                  <a:pt x="14288" y="18097"/>
                </a:lnTo>
                <a:lnTo>
                  <a:pt x="29528" y="34290"/>
                </a:lnTo>
                <a:lnTo>
                  <a:pt x="43815" y="48578"/>
                </a:lnTo>
                <a:lnTo>
                  <a:pt x="59055" y="60960"/>
                </a:lnTo>
                <a:lnTo>
                  <a:pt x="73343" y="72390"/>
                </a:lnTo>
                <a:lnTo>
                  <a:pt x="87630" y="81915"/>
                </a:lnTo>
                <a:lnTo>
                  <a:pt x="102870" y="90488"/>
                </a:lnTo>
                <a:lnTo>
                  <a:pt x="117158" y="98108"/>
                </a:lnTo>
                <a:lnTo>
                  <a:pt x="132398" y="103822"/>
                </a:lnTo>
                <a:lnTo>
                  <a:pt x="146685" y="109538"/>
                </a:lnTo>
                <a:lnTo>
                  <a:pt x="160973" y="114300"/>
                </a:lnTo>
                <a:lnTo>
                  <a:pt x="176213" y="119063"/>
                </a:lnTo>
                <a:lnTo>
                  <a:pt x="190500" y="122872"/>
                </a:lnTo>
                <a:lnTo>
                  <a:pt x="205740" y="125730"/>
                </a:lnTo>
                <a:lnTo>
                  <a:pt x="220028" y="128588"/>
                </a:lnTo>
                <a:lnTo>
                  <a:pt x="234315" y="131445"/>
                </a:lnTo>
                <a:lnTo>
                  <a:pt x="249555" y="133350"/>
                </a:lnTo>
                <a:lnTo>
                  <a:pt x="263843" y="135255"/>
                </a:lnTo>
                <a:lnTo>
                  <a:pt x="279083" y="137160"/>
                </a:lnTo>
                <a:lnTo>
                  <a:pt x="293370" y="139065"/>
                </a:lnTo>
                <a:lnTo>
                  <a:pt x="307658" y="140017"/>
                </a:lnTo>
                <a:lnTo>
                  <a:pt x="322898" y="140970"/>
                </a:lnTo>
                <a:lnTo>
                  <a:pt x="337185" y="141922"/>
                </a:lnTo>
                <a:lnTo>
                  <a:pt x="352425" y="142875"/>
                </a:lnTo>
                <a:lnTo>
                  <a:pt x="366713" y="143828"/>
                </a:lnTo>
                <a:lnTo>
                  <a:pt x="381000" y="144780"/>
                </a:lnTo>
                <a:lnTo>
                  <a:pt x="396240" y="144780"/>
                </a:lnTo>
                <a:lnTo>
                  <a:pt x="410528" y="145733"/>
                </a:lnTo>
                <a:lnTo>
                  <a:pt x="425768" y="145733"/>
                </a:lnTo>
                <a:lnTo>
                  <a:pt x="440055" y="14668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58" name="p22-椭圆-0058">
            <a:extLst xmlns:a="http://schemas.openxmlformats.org/drawingml/2006/main">
              <a:ext uri="{FF2B5EF4-FFF2-40B4-BE49-F238E27FC236}">
                <a16:creationId xmlns:a16="http://schemas.microsoft.com/office/drawing/2014/main" id="{1B7FFB6B-ED2C-4637-9D21-4971D5FC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1619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9" name="p22-椭圆-0059">
            <a:extLst xmlns:a="http://schemas.openxmlformats.org/drawingml/2006/main">
              <a:ext uri="{FF2B5EF4-FFF2-40B4-BE49-F238E27FC236}">
                <a16:creationId xmlns:a16="http://schemas.microsoft.com/office/drawing/2014/main" id="{D84B25CF-7338-4E70-9A6A-14ABD1F7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886" y="34985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0" name="p22-椭圆-0060">
            <a:extLst xmlns:a="http://schemas.openxmlformats.org/drawingml/2006/main">
              <a:ext uri="{FF2B5EF4-FFF2-40B4-BE49-F238E27FC236}">
                <a16:creationId xmlns:a16="http://schemas.microsoft.com/office/drawing/2014/main" id="{8D789CCA-1B59-4572-BE06-057FECDD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897" y="353552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1" name="p22-椭圆-0061">
            <a:extLst xmlns:a="http://schemas.openxmlformats.org/drawingml/2006/main">
              <a:ext uri="{FF2B5EF4-FFF2-40B4-BE49-F238E27FC236}">
                <a16:creationId xmlns:a16="http://schemas.microsoft.com/office/drawing/2014/main" id="{68AA17F3-8A00-4B4D-AA30-362FFBE6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908" y="355214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2" name="p22-椭圆-0062">
            <a:extLst xmlns:a="http://schemas.openxmlformats.org/drawingml/2006/main">
              <a:ext uri="{FF2B5EF4-FFF2-40B4-BE49-F238E27FC236}">
                <a16:creationId xmlns:a16="http://schemas.microsoft.com/office/drawing/2014/main" id="{720DD89A-0F21-4D7C-B51F-D6256B4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919" y="355961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3" name="p22-椭圆-0063">
            <a:extLst xmlns:a="http://schemas.openxmlformats.org/drawingml/2006/main">
              <a:ext uri="{FF2B5EF4-FFF2-40B4-BE49-F238E27FC236}">
                <a16:creationId xmlns:a16="http://schemas.microsoft.com/office/drawing/2014/main" id="{7BE4099F-05DC-4E03-BD5C-BFBDDD39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930" y="356297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4" name="p22-椭圆-0064">
            <a:extLst xmlns:a="http://schemas.openxmlformats.org/drawingml/2006/main">
              <a:ext uri="{FF2B5EF4-FFF2-40B4-BE49-F238E27FC236}">
                <a16:creationId xmlns:a16="http://schemas.microsoft.com/office/drawing/2014/main" id="{B28F8EEC-09AD-4B5B-B8E7-15EE956A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59956"/>
            <a:ext cx="106680" cy="106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65" name="p22-线-0065">
            <a:extLst xmlns:a="http://schemas.openxmlformats.org/drawingml/2006/main">
              <a:ext uri="{FF2B5EF4-FFF2-40B4-BE49-F238E27FC236}">
                <a16:creationId xmlns:a16="http://schemas.microsoft.com/office/drawing/2014/main" id="{B508A8DE-0F42-4612-B7F3-A25B1993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2870" y="4017169"/>
            <a:ext cx="706755" cy="95"/>
          </a:xfrm>
          <a:custGeom xmlns:a="http://schemas.openxmlformats.org/drawingml/2006/main">
            <a:pathLst>
              <a:path w="706755" h="95">
                <a:moveTo>
                  <a:pt x="0" y="0"/>
                </a:moveTo>
                <a:lnTo>
                  <a:pt x="7067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0">
            <a:solidFill>
              <a:srgbClr val="365F85"/>
            </a:solidFill>
          </a:ln>
        </p:spPr>
      </p:sp>
      <p:sp>
        <p:nvSpPr>
          <p:cNvPr id="66" name="p22-文本-0066">
            <a:extLst xmlns:a="http://schemas.openxmlformats.org/drawingml/2006/main">
              <a:ext uri="{FF2B5EF4-FFF2-40B4-BE49-F238E27FC236}">
                <a16:creationId xmlns:a16="http://schemas.microsoft.com/office/drawing/2014/main" id="{D344C0C0-C14E-4881-B8B2-6DC225DC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310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谱学记录</a:t>
            </a:r>
          </a:p>
        </p:txBody>
      </p:sp>
      <p:sp>
        <p:nvSpPr>
          <p:cNvPr id="67" name="p22-文本-0067">
            <a:extLst xmlns:a="http://schemas.openxmlformats.org/drawingml/2006/main">
              <a:ext uri="{FF2B5EF4-FFF2-40B4-BE49-F238E27FC236}">
                <a16:creationId xmlns:a16="http://schemas.microsoft.com/office/drawing/2014/main" id="{7BC34234-0714-4B85-91C6-A32424C1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1318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跟踪特征信号</a:t>
            </a:r>
          </a:p>
        </p:txBody>
      </p:sp>
      <p:sp>
        <p:nvSpPr>
          <p:cNvPr id="68" name="p22-文本-0068">
            <a:extLst xmlns:a="http://schemas.openxmlformats.org/drawingml/2006/main">
              <a:ext uri="{FF2B5EF4-FFF2-40B4-BE49-F238E27FC236}">
                <a16:creationId xmlns:a16="http://schemas.microsoft.com/office/drawing/2014/main" id="{12368863-5975-42E4-87BA-57BE9A67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0845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检查副产物线索</a:t>
            </a:r>
          </a:p>
        </p:txBody>
      </p:sp>
      <p:sp>
        <p:nvSpPr>
          <p:cNvPr id="69" name="p22-矩形-0069">
            <a:extLst xmlns:a="http://schemas.openxmlformats.org/drawingml/2006/main">
              <a:ext uri="{FF2B5EF4-FFF2-40B4-BE49-F238E27FC236}">
                <a16:creationId xmlns:a16="http://schemas.microsoft.com/office/drawing/2014/main" id="{C53E46B1-6D93-452C-93D5-6DE65562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52950"/>
            <a:ext cx="1123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0" name="p22-文本-0070">
            <a:extLst xmlns:a="http://schemas.openxmlformats.org/drawingml/2006/main">
              <a:ext uri="{FF2B5EF4-FFF2-40B4-BE49-F238E27FC236}">
                <a16:creationId xmlns:a16="http://schemas.microsoft.com/office/drawing/2014/main" id="{9BDC7052-B174-4650-B632-23B8EC6D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897" y="4574474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使用前的共同核验</a:t>
            </a:r>
          </a:p>
        </p:txBody>
      </p:sp>
      <p:sp>
        <p:nvSpPr>
          <p:cNvPr id="71" name="p22-文本-0071">
            <a:extLst xmlns:a="http://schemas.openxmlformats.org/drawingml/2006/main">
              <a:ext uri="{FF2B5EF4-FFF2-40B4-BE49-F238E27FC236}">
                <a16:creationId xmlns:a16="http://schemas.microsoft.com/office/drawing/2014/main" id="{7A6D014C-9E53-4000-81A6-4DB3C332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55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波长与强度基准</a:t>
            </a:r>
          </a:p>
        </p:txBody>
      </p:sp>
      <p:sp>
        <p:nvSpPr>
          <p:cNvPr id="72" name="p22-文本-0072">
            <a:extLst xmlns:a="http://schemas.openxmlformats.org/drawingml/2006/main">
              <a:ext uri="{FF2B5EF4-FFF2-40B4-BE49-F238E27FC236}">
                <a16:creationId xmlns:a16="http://schemas.microsoft.com/office/drawing/2014/main" id="{4EAA81EB-DBBA-464A-A21E-941DA424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37231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参照样本限定测量范围</a:t>
            </a:r>
          </a:p>
        </p:txBody>
      </p:sp>
      <p:sp>
        <p:nvSpPr>
          <p:cNvPr id="73" name="p22-文本-0073">
            <a:extLst xmlns:a="http://schemas.openxmlformats.org/drawingml/2006/main">
              <a:ext uri="{FF2B5EF4-FFF2-40B4-BE49-F238E27FC236}">
                <a16:creationId xmlns:a16="http://schemas.microsoft.com/office/drawing/2014/main" id="{DE795D68-F405-4D44-BAE7-BBA800B1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0455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样品与空白并行</a:t>
            </a:r>
          </a:p>
        </p:txBody>
      </p:sp>
      <p:sp>
        <p:nvSpPr>
          <p:cNvPr id="74" name="p22-文本-0074">
            <a:extLst xmlns:a="http://schemas.openxmlformats.org/drawingml/2006/main">
              <a:ext uri="{FF2B5EF4-FFF2-40B4-BE49-F238E27FC236}">
                <a16:creationId xmlns:a16="http://schemas.microsoft.com/office/drawing/2014/main" id="{DE9F553E-16E6-4842-9BEA-AC381485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3723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排除溶剂和基底贡献</a:t>
            </a:r>
          </a:p>
        </p:txBody>
      </p:sp>
      <p:sp>
        <p:nvSpPr>
          <p:cNvPr id="75" name="p22-线-0075">
            <a:extLst xmlns:a="http://schemas.openxmlformats.org/drawingml/2006/main">
              <a:ext uri="{FF2B5EF4-FFF2-40B4-BE49-F238E27FC236}">
                <a16:creationId xmlns:a16="http://schemas.microsoft.com/office/drawing/2014/main" id="{8ED153DF-FEF5-4F97-98B4-6E4996FC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5067300"/>
            <a:ext cx="95" cy="742950"/>
          </a:xfrm>
          <a:custGeom xmlns:a="http://schemas.openxmlformats.org/drawingml/2006/main"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CCD7DF"/>
            </a:solidFill>
          </a:ln>
        </p:spPr>
      </p:sp>
      <p:sp>
        <p:nvSpPr>
          <p:cNvPr id="76" name="p22-文本-0076">
            <a:extLst xmlns:a="http://schemas.openxmlformats.org/drawingml/2006/main">
              <a:ext uri="{FF2B5EF4-FFF2-40B4-BE49-F238E27FC236}">
                <a16:creationId xmlns:a16="http://schemas.microsoft.com/office/drawing/2014/main" id="{E56DD3AA-0AE4-4262-9321-ED7B7BE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455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同条件独立复测</a:t>
            </a:r>
          </a:p>
        </p:txBody>
      </p:sp>
      <p:sp>
        <p:nvSpPr>
          <p:cNvPr id="77" name="p22-文本-0077">
            <a:extLst xmlns:a="http://schemas.openxmlformats.org/drawingml/2006/main">
              <a:ext uri="{FF2B5EF4-FFF2-40B4-BE49-F238E27FC236}">
                <a16:creationId xmlns:a16="http://schemas.microsoft.com/office/drawing/2014/main" id="{71EF5BA0-7342-4B74-9189-8207176F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37231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保存完整原始时序</a:t>
            </a:r>
          </a:p>
        </p:txBody>
      </p:sp>
      <p:sp>
        <p:nvSpPr>
          <p:cNvPr id="78" name="p22-线-0078">
            <a:extLst xmlns:a="http://schemas.openxmlformats.org/drawingml/2006/main">
              <a:ext uri="{FF2B5EF4-FFF2-40B4-BE49-F238E27FC236}">
                <a16:creationId xmlns:a16="http://schemas.microsoft.com/office/drawing/2014/main" id="{F008330D-984F-4189-91CA-A298255E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67300"/>
            <a:ext cx="95" cy="742950"/>
          </a:xfrm>
          <a:custGeom xmlns:a="http://schemas.openxmlformats.org/drawingml/2006/main"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CCD7DF"/>
            </a:solidFill>
          </a:ln>
        </p:spPr>
      </p:sp>
      <p:sp>
        <p:nvSpPr>
          <p:cNvPr id="79" name="p22-文本-0079">
            <a:extLst xmlns:a="http://schemas.openxmlformats.org/drawingml/2006/main">
              <a:ext uri="{FF2B5EF4-FFF2-40B4-BE49-F238E27FC236}">
                <a16:creationId xmlns:a16="http://schemas.microsoft.com/office/drawing/2014/main" id="{27C54A5E-CA75-4489-B5DA-E5AE8511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961" y="6062007"/>
            <a:ext cx="52000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校准、空白对照与独立复测共同支撑测量结果</a:t>
            </a:r>
          </a:p>
        </p:txBody>
      </p:sp>
      <p:sp>
        <p:nvSpPr>
          <p:cNvPr id="80" name="p22-文本-0080">
            <a:extLst xmlns:a="http://schemas.openxmlformats.org/drawingml/2006/main">
              <a:ext uri="{FF2B5EF4-FFF2-40B4-BE49-F238E27FC236}">
                <a16:creationId xmlns:a16="http://schemas.microsoft.com/office/drawing/2014/main" id="{62B48CAE-E522-4FE6-AF92-F5AC1FF4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5066685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5" name="p23-矩形-0001">
            <a:extLst xmlns:a="http://schemas.openxmlformats.org/drawingml/2006/main">
              <a:ext uri="{FF2B5EF4-FFF2-40B4-BE49-F238E27FC236}">
                <a16:creationId xmlns:a16="http://schemas.microsoft.com/office/drawing/2014/main" id="{5BB99F0B-AF84-4625-AB5A-10A754F9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3-矩形-0002">
            <a:extLst xmlns:a="http://schemas.openxmlformats.org/drawingml/2006/main">
              <a:ext uri="{FF2B5EF4-FFF2-40B4-BE49-F238E27FC236}">
                <a16:creationId xmlns:a16="http://schemas.microsoft.com/office/drawing/2014/main" id="{92FB565C-F583-45C2-95AF-9D1C5CB5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3-文本-0003">
            <a:extLst xmlns:a="http://schemas.openxmlformats.org/drawingml/2006/main">
              <a:ext uri="{FF2B5EF4-FFF2-40B4-BE49-F238E27FC236}">
                <a16:creationId xmlns:a16="http://schemas.microsoft.com/office/drawing/2014/main" id="{9C5D4724-CAF8-4E0B-8377-9E0C59FF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两条制备路线在同一验证端点汇合</a:t>
            </a:r>
          </a:p>
        </p:txBody>
      </p:sp>
      <p:sp>
        <p:nvSpPr>
          <p:cNvPr id="4" name="p23-文本-0004">
            <a:extLst xmlns:a="http://schemas.openxmlformats.org/drawingml/2006/main">
              <a:ext uri="{FF2B5EF4-FFF2-40B4-BE49-F238E27FC236}">
                <a16:creationId xmlns:a16="http://schemas.microsoft.com/office/drawing/2014/main" id="{7E10A721-2A14-477F-A76B-7A94A79B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路线差异放在制备阶段；性能比较固定测量条件与统计口径</a:t>
            </a:r>
          </a:p>
        </p:txBody>
      </p:sp>
      <p:sp>
        <p:nvSpPr>
          <p:cNvPr id="5" name="p23-线-0005">
            <a:extLst xmlns:a="http://schemas.openxmlformats.org/drawingml/2006/main">
              <a:ext uri="{FF2B5EF4-FFF2-40B4-BE49-F238E27FC236}">
                <a16:creationId xmlns:a16="http://schemas.microsoft.com/office/drawing/2014/main" id="{BA9FF58F-99E4-47A3-B5B4-DF73A037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3-矩形-0006">
            <a:extLst xmlns:a="http://schemas.openxmlformats.org/drawingml/2006/main">
              <a:ext uri="{FF2B5EF4-FFF2-40B4-BE49-F238E27FC236}">
                <a16:creationId xmlns:a16="http://schemas.microsoft.com/office/drawing/2014/main" id="{C1DEA08B-0946-42D7-9826-A27E2454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112395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9"/>
          </a:solidFill>
          <a:ln xmlns:a="http://schemas.openxmlformats.org/drawingml/2006/main" w="0">
            <a:noFill/>
          </a:ln>
        </p:spPr>
      </p:sp>
      <p:sp>
        <p:nvSpPr>
          <p:cNvPr id="7" name="p23-矩形-0007">
            <a:extLst xmlns:a="http://schemas.openxmlformats.org/drawingml/2006/main">
              <a:ext uri="{FF2B5EF4-FFF2-40B4-BE49-F238E27FC236}">
                <a16:creationId xmlns:a16="http://schemas.microsoft.com/office/drawing/2014/main" id="{A1916D3E-50E5-41CE-8C17-E2F6C65C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17145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23-文本-0008">
            <a:extLst xmlns:a="http://schemas.openxmlformats.org/drawingml/2006/main">
              <a:ext uri="{FF2B5EF4-FFF2-40B4-BE49-F238E27FC236}">
                <a16:creationId xmlns:a16="http://schemas.microsoft.com/office/drawing/2014/main" id="{A52D3379-35C3-40A7-8ABF-F6CB8EDA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" y="1700664"/>
            <a:ext cx="100488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溶液组装</a:t>
            </a:r>
          </a:p>
        </p:txBody>
      </p:sp>
      <p:sp>
        <p:nvSpPr>
          <p:cNvPr id="9" name="p23-文本-0009">
            <a:extLst xmlns:a="http://schemas.openxmlformats.org/drawingml/2006/main">
              <a:ext uri="{FF2B5EF4-FFF2-40B4-BE49-F238E27FC236}">
                <a16:creationId xmlns:a16="http://schemas.microsoft.com/office/drawing/2014/main" id="{C85DCCB1-B38F-4959-B307-A7B6E9E7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80234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控制变量不同</a:t>
            </a:r>
          </a:p>
        </p:txBody>
      </p:sp>
      <p:sp>
        <p:nvSpPr>
          <p:cNvPr id="10" name="p23-文本-0010">
            <a:extLst xmlns:a="http://schemas.openxmlformats.org/drawingml/2006/main">
              <a:ext uri="{FF2B5EF4-FFF2-40B4-BE49-F238E27FC236}">
                <a16:creationId xmlns:a16="http://schemas.microsoft.com/office/drawing/2014/main" id="{21057287-6DDB-45F6-ABA0-0568162C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65984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保留独立记录</a:t>
            </a:r>
          </a:p>
        </p:txBody>
      </p:sp>
      <p:sp>
        <p:nvSpPr>
          <p:cNvPr id="11" name="p23-路径-0011">
            <a:extLst xmlns:a="http://schemas.openxmlformats.org/drawingml/2006/main">
              <a:ext uri="{FF2B5EF4-FFF2-40B4-BE49-F238E27FC236}">
                <a16:creationId xmlns:a16="http://schemas.microsoft.com/office/drawing/2014/main" id="{E1716DDC-449B-4240-BCDE-EF3DF904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1898333"/>
            <a:ext cx="1520190" cy="420052"/>
          </a:xfrm>
          <a:custGeom xmlns:a="http://schemas.openxmlformats.org/drawingml/2006/main">
            <a:pathLst>
              <a:path w="1520190" h="420052">
                <a:moveTo>
                  <a:pt x="0" y="197167"/>
                </a:moveTo>
                <a:lnTo>
                  <a:pt x="15240" y="234315"/>
                </a:lnTo>
                <a:lnTo>
                  <a:pt x="30480" y="271463"/>
                </a:lnTo>
                <a:lnTo>
                  <a:pt x="45720" y="304800"/>
                </a:lnTo>
                <a:lnTo>
                  <a:pt x="60960" y="335280"/>
                </a:lnTo>
                <a:lnTo>
                  <a:pt x="77153" y="360997"/>
                </a:lnTo>
                <a:lnTo>
                  <a:pt x="92392" y="381952"/>
                </a:lnTo>
                <a:lnTo>
                  <a:pt x="107633" y="397192"/>
                </a:lnTo>
                <a:lnTo>
                  <a:pt x="122873" y="405765"/>
                </a:lnTo>
                <a:lnTo>
                  <a:pt x="138113" y="408622"/>
                </a:lnTo>
                <a:lnTo>
                  <a:pt x="153353" y="404813"/>
                </a:lnTo>
                <a:lnTo>
                  <a:pt x="168592" y="396240"/>
                </a:lnTo>
                <a:lnTo>
                  <a:pt x="183833" y="381952"/>
                </a:lnTo>
                <a:lnTo>
                  <a:pt x="200025" y="362902"/>
                </a:lnTo>
                <a:lnTo>
                  <a:pt x="215265" y="340995"/>
                </a:lnTo>
                <a:lnTo>
                  <a:pt x="230505" y="316230"/>
                </a:lnTo>
                <a:lnTo>
                  <a:pt x="245745" y="290513"/>
                </a:lnTo>
                <a:lnTo>
                  <a:pt x="260985" y="263842"/>
                </a:lnTo>
                <a:lnTo>
                  <a:pt x="276225" y="238125"/>
                </a:lnTo>
                <a:lnTo>
                  <a:pt x="291465" y="214313"/>
                </a:lnTo>
                <a:lnTo>
                  <a:pt x="306705" y="193357"/>
                </a:lnTo>
                <a:lnTo>
                  <a:pt x="322898" y="175260"/>
                </a:lnTo>
                <a:lnTo>
                  <a:pt x="338138" y="161925"/>
                </a:lnTo>
                <a:lnTo>
                  <a:pt x="353378" y="151447"/>
                </a:lnTo>
                <a:lnTo>
                  <a:pt x="368617" y="146685"/>
                </a:lnTo>
                <a:lnTo>
                  <a:pt x="383858" y="144780"/>
                </a:lnTo>
                <a:lnTo>
                  <a:pt x="399098" y="147638"/>
                </a:lnTo>
                <a:lnTo>
                  <a:pt x="414338" y="154305"/>
                </a:lnTo>
                <a:lnTo>
                  <a:pt x="429578" y="162877"/>
                </a:lnTo>
                <a:lnTo>
                  <a:pt x="445770" y="174307"/>
                </a:lnTo>
                <a:lnTo>
                  <a:pt x="461010" y="185738"/>
                </a:lnTo>
                <a:lnTo>
                  <a:pt x="476250" y="198120"/>
                </a:lnTo>
                <a:lnTo>
                  <a:pt x="491490" y="209550"/>
                </a:lnTo>
                <a:lnTo>
                  <a:pt x="506730" y="219075"/>
                </a:lnTo>
                <a:lnTo>
                  <a:pt x="521970" y="225742"/>
                </a:lnTo>
                <a:lnTo>
                  <a:pt x="537210" y="229552"/>
                </a:lnTo>
                <a:lnTo>
                  <a:pt x="552450" y="229552"/>
                </a:lnTo>
                <a:lnTo>
                  <a:pt x="567690" y="225742"/>
                </a:lnTo>
                <a:lnTo>
                  <a:pt x="583883" y="218122"/>
                </a:lnTo>
                <a:lnTo>
                  <a:pt x="599123" y="205740"/>
                </a:lnTo>
                <a:lnTo>
                  <a:pt x="614363" y="190500"/>
                </a:lnTo>
                <a:lnTo>
                  <a:pt x="629603" y="171450"/>
                </a:lnTo>
                <a:lnTo>
                  <a:pt x="644842" y="150495"/>
                </a:lnTo>
                <a:lnTo>
                  <a:pt x="660083" y="126682"/>
                </a:lnTo>
                <a:lnTo>
                  <a:pt x="675323" y="102870"/>
                </a:lnTo>
                <a:lnTo>
                  <a:pt x="690563" y="79057"/>
                </a:lnTo>
                <a:lnTo>
                  <a:pt x="706755" y="57150"/>
                </a:lnTo>
                <a:lnTo>
                  <a:pt x="721995" y="37147"/>
                </a:lnTo>
                <a:lnTo>
                  <a:pt x="737235" y="20955"/>
                </a:lnTo>
                <a:lnTo>
                  <a:pt x="752475" y="8572"/>
                </a:lnTo>
                <a:lnTo>
                  <a:pt x="767715" y="1905"/>
                </a:lnTo>
                <a:lnTo>
                  <a:pt x="782955" y="0"/>
                </a:lnTo>
                <a:lnTo>
                  <a:pt x="798195" y="4763"/>
                </a:lnTo>
                <a:lnTo>
                  <a:pt x="813435" y="15240"/>
                </a:lnTo>
                <a:lnTo>
                  <a:pt x="829628" y="31432"/>
                </a:lnTo>
                <a:lnTo>
                  <a:pt x="844867" y="53340"/>
                </a:lnTo>
                <a:lnTo>
                  <a:pt x="860108" y="80010"/>
                </a:lnTo>
                <a:lnTo>
                  <a:pt x="875348" y="111442"/>
                </a:lnTo>
                <a:lnTo>
                  <a:pt x="890588" y="145732"/>
                </a:lnTo>
                <a:lnTo>
                  <a:pt x="905828" y="181927"/>
                </a:lnTo>
                <a:lnTo>
                  <a:pt x="921067" y="220027"/>
                </a:lnTo>
                <a:lnTo>
                  <a:pt x="936308" y="257175"/>
                </a:lnTo>
                <a:lnTo>
                  <a:pt x="952500" y="292417"/>
                </a:lnTo>
                <a:lnTo>
                  <a:pt x="967740" y="325755"/>
                </a:lnTo>
                <a:lnTo>
                  <a:pt x="982980" y="355282"/>
                </a:lnTo>
                <a:lnTo>
                  <a:pt x="998220" y="380047"/>
                </a:lnTo>
                <a:lnTo>
                  <a:pt x="1013460" y="399097"/>
                </a:lnTo>
                <a:lnTo>
                  <a:pt x="1028700" y="412432"/>
                </a:lnTo>
                <a:lnTo>
                  <a:pt x="1043940" y="419100"/>
                </a:lnTo>
                <a:lnTo>
                  <a:pt x="1059180" y="420052"/>
                </a:lnTo>
                <a:lnTo>
                  <a:pt x="1074420" y="414338"/>
                </a:lnTo>
                <a:lnTo>
                  <a:pt x="1090613" y="402907"/>
                </a:lnTo>
                <a:lnTo>
                  <a:pt x="1105853" y="385763"/>
                </a:lnTo>
                <a:lnTo>
                  <a:pt x="1121093" y="364807"/>
                </a:lnTo>
                <a:lnTo>
                  <a:pt x="1136333" y="340042"/>
                </a:lnTo>
                <a:lnTo>
                  <a:pt x="1151573" y="312420"/>
                </a:lnTo>
                <a:lnTo>
                  <a:pt x="1166813" y="284797"/>
                </a:lnTo>
                <a:lnTo>
                  <a:pt x="1182053" y="256222"/>
                </a:lnTo>
                <a:lnTo>
                  <a:pt x="1197293" y="227647"/>
                </a:lnTo>
                <a:lnTo>
                  <a:pt x="1213485" y="201930"/>
                </a:lnTo>
                <a:lnTo>
                  <a:pt x="1228725" y="179070"/>
                </a:lnTo>
                <a:lnTo>
                  <a:pt x="1243965" y="159067"/>
                </a:lnTo>
                <a:lnTo>
                  <a:pt x="1259205" y="143827"/>
                </a:lnTo>
                <a:lnTo>
                  <a:pt x="1274445" y="132397"/>
                </a:lnTo>
                <a:lnTo>
                  <a:pt x="1289685" y="125730"/>
                </a:lnTo>
                <a:lnTo>
                  <a:pt x="1304925" y="123825"/>
                </a:lnTo>
                <a:lnTo>
                  <a:pt x="1320165" y="125730"/>
                </a:lnTo>
                <a:lnTo>
                  <a:pt x="1336358" y="131445"/>
                </a:lnTo>
                <a:lnTo>
                  <a:pt x="1351598" y="140017"/>
                </a:lnTo>
                <a:lnTo>
                  <a:pt x="1366838" y="151447"/>
                </a:lnTo>
                <a:lnTo>
                  <a:pt x="1382078" y="163830"/>
                </a:lnTo>
                <a:lnTo>
                  <a:pt x="1397318" y="176213"/>
                </a:lnTo>
                <a:lnTo>
                  <a:pt x="1412558" y="188595"/>
                </a:lnTo>
                <a:lnTo>
                  <a:pt x="1427798" y="199072"/>
                </a:lnTo>
                <a:lnTo>
                  <a:pt x="1443038" y="207645"/>
                </a:lnTo>
                <a:lnTo>
                  <a:pt x="1459230" y="212407"/>
                </a:lnTo>
                <a:lnTo>
                  <a:pt x="1474470" y="214313"/>
                </a:lnTo>
                <a:lnTo>
                  <a:pt x="1489710" y="212407"/>
                </a:lnTo>
                <a:lnTo>
                  <a:pt x="1504950" y="206692"/>
                </a:lnTo>
                <a:lnTo>
                  <a:pt x="1520190" y="197167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365F85"/>
            </a:solidFill>
          </a:ln>
        </p:spPr>
      </p:sp>
      <p:sp>
        <p:nvSpPr>
          <p:cNvPr id="12" name="p23-路径-0012">
            <a:extLst xmlns:a="http://schemas.openxmlformats.org/drawingml/2006/main">
              <a:ext uri="{FF2B5EF4-FFF2-40B4-BE49-F238E27FC236}">
                <a16:creationId xmlns:a16="http://schemas.microsoft.com/office/drawing/2014/main" id="{44699A8B-A40A-48BC-B7CB-44790F37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1938338"/>
            <a:ext cx="1520190" cy="394335"/>
          </a:xfrm>
          <a:custGeom xmlns:a="http://schemas.openxmlformats.org/drawingml/2006/main">
            <a:pathLst>
              <a:path w="1520190" h="394335">
                <a:moveTo>
                  <a:pt x="0" y="394335"/>
                </a:moveTo>
                <a:lnTo>
                  <a:pt x="15240" y="394335"/>
                </a:lnTo>
                <a:lnTo>
                  <a:pt x="30480" y="386715"/>
                </a:lnTo>
                <a:lnTo>
                  <a:pt x="45720" y="373380"/>
                </a:lnTo>
                <a:lnTo>
                  <a:pt x="60960" y="354330"/>
                </a:lnTo>
                <a:lnTo>
                  <a:pt x="77153" y="330517"/>
                </a:lnTo>
                <a:lnTo>
                  <a:pt x="92392" y="301942"/>
                </a:lnTo>
                <a:lnTo>
                  <a:pt x="107633" y="270510"/>
                </a:lnTo>
                <a:lnTo>
                  <a:pt x="122873" y="237173"/>
                </a:lnTo>
                <a:lnTo>
                  <a:pt x="138113" y="202883"/>
                </a:lnTo>
                <a:lnTo>
                  <a:pt x="153353" y="168592"/>
                </a:lnTo>
                <a:lnTo>
                  <a:pt x="168592" y="136208"/>
                </a:lnTo>
                <a:lnTo>
                  <a:pt x="183833" y="106680"/>
                </a:lnTo>
                <a:lnTo>
                  <a:pt x="200025" y="80010"/>
                </a:lnTo>
                <a:lnTo>
                  <a:pt x="215265" y="58102"/>
                </a:lnTo>
                <a:lnTo>
                  <a:pt x="230505" y="40958"/>
                </a:lnTo>
                <a:lnTo>
                  <a:pt x="245745" y="29527"/>
                </a:lnTo>
                <a:lnTo>
                  <a:pt x="260985" y="22860"/>
                </a:lnTo>
                <a:lnTo>
                  <a:pt x="276225" y="20955"/>
                </a:lnTo>
                <a:lnTo>
                  <a:pt x="291465" y="23813"/>
                </a:lnTo>
                <a:lnTo>
                  <a:pt x="306705" y="31433"/>
                </a:lnTo>
                <a:lnTo>
                  <a:pt x="322898" y="42863"/>
                </a:lnTo>
                <a:lnTo>
                  <a:pt x="338138" y="57150"/>
                </a:lnTo>
                <a:lnTo>
                  <a:pt x="353378" y="72390"/>
                </a:lnTo>
                <a:lnTo>
                  <a:pt x="368617" y="89535"/>
                </a:lnTo>
                <a:lnTo>
                  <a:pt x="383858" y="105727"/>
                </a:lnTo>
                <a:lnTo>
                  <a:pt x="399098" y="120967"/>
                </a:lnTo>
                <a:lnTo>
                  <a:pt x="414338" y="134302"/>
                </a:lnTo>
                <a:lnTo>
                  <a:pt x="429578" y="145733"/>
                </a:lnTo>
                <a:lnTo>
                  <a:pt x="445770" y="153352"/>
                </a:lnTo>
                <a:lnTo>
                  <a:pt x="461010" y="157163"/>
                </a:lnTo>
                <a:lnTo>
                  <a:pt x="476250" y="157163"/>
                </a:lnTo>
                <a:lnTo>
                  <a:pt x="491490" y="153352"/>
                </a:lnTo>
                <a:lnTo>
                  <a:pt x="506730" y="146685"/>
                </a:lnTo>
                <a:lnTo>
                  <a:pt x="521970" y="136208"/>
                </a:lnTo>
                <a:lnTo>
                  <a:pt x="537210" y="122873"/>
                </a:lnTo>
                <a:lnTo>
                  <a:pt x="552450" y="108585"/>
                </a:lnTo>
                <a:lnTo>
                  <a:pt x="567690" y="93345"/>
                </a:lnTo>
                <a:lnTo>
                  <a:pt x="583883" y="78105"/>
                </a:lnTo>
                <a:lnTo>
                  <a:pt x="599123" y="63817"/>
                </a:lnTo>
                <a:lnTo>
                  <a:pt x="614363" y="51435"/>
                </a:lnTo>
                <a:lnTo>
                  <a:pt x="629603" y="41910"/>
                </a:lnTo>
                <a:lnTo>
                  <a:pt x="644842" y="36195"/>
                </a:lnTo>
                <a:lnTo>
                  <a:pt x="660083" y="35242"/>
                </a:lnTo>
                <a:lnTo>
                  <a:pt x="675323" y="38100"/>
                </a:lnTo>
                <a:lnTo>
                  <a:pt x="690563" y="46673"/>
                </a:lnTo>
                <a:lnTo>
                  <a:pt x="706755" y="60960"/>
                </a:lnTo>
                <a:lnTo>
                  <a:pt x="721995" y="79058"/>
                </a:lnTo>
                <a:lnTo>
                  <a:pt x="737235" y="101917"/>
                </a:lnTo>
                <a:lnTo>
                  <a:pt x="752475" y="128588"/>
                </a:lnTo>
                <a:lnTo>
                  <a:pt x="767715" y="159067"/>
                </a:lnTo>
                <a:lnTo>
                  <a:pt x="782955" y="190500"/>
                </a:lnTo>
                <a:lnTo>
                  <a:pt x="798195" y="223838"/>
                </a:lnTo>
                <a:lnTo>
                  <a:pt x="813435" y="257175"/>
                </a:lnTo>
                <a:lnTo>
                  <a:pt x="829628" y="288608"/>
                </a:lnTo>
                <a:lnTo>
                  <a:pt x="844867" y="318135"/>
                </a:lnTo>
                <a:lnTo>
                  <a:pt x="860108" y="343852"/>
                </a:lnTo>
                <a:lnTo>
                  <a:pt x="875348" y="364808"/>
                </a:lnTo>
                <a:lnTo>
                  <a:pt x="890588" y="381000"/>
                </a:lnTo>
                <a:lnTo>
                  <a:pt x="905828" y="390525"/>
                </a:lnTo>
                <a:lnTo>
                  <a:pt x="921067" y="394335"/>
                </a:lnTo>
                <a:lnTo>
                  <a:pt x="936308" y="391477"/>
                </a:lnTo>
                <a:lnTo>
                  <a:pt x="952500" y="381952"/>
                </a:lnTo>
                <a:lnTo>
                  <a:pt x="967740" y="365760"/>
                </a:lnTo>
                <a:lnTo>
                  <a:pt x="982980" y="343852"/>
                </a:lnTo>
                <a:lnTo>
                  <a:pt x="998220" y="318135"/>
                </a:lnTo>
                <a:lnTo>
                  <a:pt x="1013460" y="287655"/>
                </a:lnTo>
                <a:lnTo>
                  <a:pt x="1028700" y="254317"/>
                </a:lnTo>
                <a:lnTo>
                  <a:pt x="1043940" y="219075"/>
                </a:lnTo>
                <a:lnTo>
                  <a:pt x="1059180" y="183833"/>
                </a:lnTo>
                <a:lnTo>
                  <a:pt x="1074420" y="148590"/>
                </a:lnTo>
                <a:lnTo>
                  <a:pt x="1090613" y="115252"/>
                </a:lnTo>
                <a:lnTo>
                  <a:pt x="1105853" y="84773"/>
                </a:lnTo>
                <a:lnTo>
                  <a:pt x="1121093" y="58102"/>
                </a:lnTo>
                <a:lnTo>
                  <a:pt x="1136333" y="35242"/>
                </a:lnTo>
                <a:lnTo>
                  <a:pt x="1151573" y="19050"/>
                </a:lnTo>
                <a:lnTo>
                  <a:pt x="1166813" y="6667"/>
                </a:lnTo>
                <a:lnTo>
                  <a:pt x="1182053" y="952"/>
                </a:lnTo>
                <a:lnTo>
                  <a:pt x="1197293" y="0"/>
                </a:lnTo>
                <a:lnTo>
                  <a:pt x="1213485" y="4763"/>
                </a:lnTo>
                <a:lnTo>
                  <a:pt x="1228725" y="13335"/>
                </a:lnTo>
                <a:lnTo>
                  <a:pt x="1243965" y="25717"/>
                </a:lnTo>
                <a:lnTo>
                  <a:pt x="1259205" y="41910"/>
                </a:lnTo>
                <a:lnTo>
                  <a:pt x="1274445" y="59055"/>
                </a:lnTo>
                <a:lnTo>
                  <a:pt x="1289685" y="78105"/>
                </a:lnTo>
                <a:lnTo>
                  <a:pt x="1304925" y="96202"/>
                </a:lnTo>
                <a:lnTo>
                  <a:pt x="1320165" y="114300"/>
                </a:lnTo>
                <a:lnTo>
                  <a:pt x="1336358" y="129540"/>
                </a:lnTo>
                <a:lnTo>
                  <a:pt x="1351598" y="142875"/>
                </a:lnTo>
                <a:lnTo>
                  <a:pt x="1366838" y="153352"/>
                </a:lnTo>
                <a:lnTo>
                  <a:pt x="1382078" y="160020"/>
                </a:lnTo>
                <a:lnTo>
                  <a:pt x="1397318" y="161925"/>
                </a:lnTo>
                <a:lnTo>
                  <a:pt x="1412558" y="160973"/>
                </a:lnTo>
                <a:lnTo>
                  <a:pt x="1427798" y="156210"/>
                </a:lnTo>
                <a:lnTo>
                  <a:pt x="1443038" y="147638"/>
                </a:lnTo>
                <a:lnTo>
                  <a:pt x="1459230" y="137160"/>
                </a:lnTo>
                <a:lnTo>
                  <a:pt x="1474470" y="124777"/>
                </a:lnTo>
                <a:lnTo>
                  <a:pt x="1489710" y="110490"/>
                </a:lnTo>
                <a:lnTo>
                  <a:pt x="1504950" y="97155"/>
                </a:lnTo>
                <a:lnTo>
                  <a:pt x="1520190" y="8382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537F78"/>
            </a:solidFill>
          </a:ln>
        </p:spPr>
      </p:sp>
      <p:sp>
        <p:nvSpPr>
          <p:cNvPr id="13" name="p23-椭圆-0013">
            <a:extLst xmlns:a="http://schemas.openxmlformats.org/drawingml/2006/main">
              <a:ext uri="{FF2B5EF4-FFF2-40B4-BE49-F238E27FC236}">
                <a16:creationId xmlns:a16="http://schemas.microsoft.com/office/drawing/2014/main" id="{C5868CFC-C3E8-4E89-ADA6-DA2A6B4E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669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" name="p23-椭圆-0014">
            <a:extLst xmlns:a="http://schemas.openxmlformats.org/drawingml/2006/main">
              <a:ext uri="{FF2B5EF4-FFF2-40B4-BE49-F238E27FC236}">
                <a16:creationId xmlns:a16="http://schemas.microsoft.com/office/drawing/2014/main" id="{96D65260-066F-4A25-AF0D-BF4FF7D2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6310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" name="p23-椭圆-0015">
            <a:extLst xmlns:a="http://schemas.openxmlformats.org/drawingml/2006/main">
              <a:ext uri="{FF2B5EF4-FFF2-40B4-BE49-F238E27FC236}">
                <a16:creationId xmlns:a16="http://schemas.microsoft.com/office/drawing/2014/main" id="{5185CBBE-951D-4002-9335-65FF67D4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17085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" name="p23-椭圆-0016">
            <a:extLst xmlns:a="http://schemas.openxmlformats.org/drawingml/2006/main">
              <a:ext uri="{FF2B5EF4-FFF2-40B4-BE49-F238E27FC236}">
                <a16:creationId xmlns:a16="http://schemas.microsoft.com/office/drawing/2014/main" id="{041B2E74-A1CE-4C94-8AFD-57BC4B94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8305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" name="p23-椭圆-0017">
            <a:extLst xmlns:a="http://schemas.openxmlformats.org/drawingml/2006/main">
              <a:ext uri="{FF2B5EF4-FFF2-40B4-BE49-F238E27FC236}">
                <a16:creationId xmlns:a16="http://schemas.microsoft.com/office/drawing/2014/main" id="{E4B9D3C5-846E-4AAF-A36E-F275724D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80422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" name="p23-椭圆-0018">
            <a:extLst xmlns:a="http://schemas.openxmlformats.org/drawingml/2006/main">
              <a:ext uri="{FF2B5EF4-FFF2-40B4-BE49-F238E27FC236}">
                <a16:creationId xmlns:a16="http://schemas.microsoft.com/office/drawing/2014/main" id="{F552E564-9E48-4825-A930-A5693E72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5732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9" name="p23-椭圆-0019">
            <a:extLst xmlns:a="http://schemas.openxmlformats.org/drawingml/2006/main">
              <a:ext uri="{FF2B5EF4-FFF2-40B4-BE49-F238E27FC236}">
                <a16:creationId xmlns:a16="http://schemas.microsoft.com/office/drawing/2014/main" id="{3B480D83-3B69-42CA-AF50-6D7871D9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34988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0" name="p23-文本-0020">
            <a:extLst xmlns:a="http://schemas.openxmlformats.org/drawingml/2006/main">
              <a:ext uri="{FF2B5EF4-FFF2-40B4-BE49-F238E27FC236}">
                <a16:creationId xmlns:a16="http://schemas.microsoft.com/office/drawing/2014/main" id="{941E9399-3F48-4902-BD47-E562ABA7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9297" y="26363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调节溶剂环境</a:t>
            </a:r>
          </a:p>
        </p:txBody>
      </p:sp>
      <p:sp>
        <p:nvSpPr>
          <p:cNvPr id="21" name="p23-路径-0021">
            <a:extLst xmlns:a="http://schemas.openxmlformats.org/drawingml/2006/main">
              <a:ext uri="{FF2B5EF4-FFF2-40B4-BE49-F238E27FC236}">
                <a16:creationId xmlns:a16="http://schemas.microsoft.com/office/drawing/2014/main" id="{F3CE0133-1CED-40D5-A08C-002CEEC4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111693"/>
            <a:ext cx="485775" cy="177165"/>
          </a:xfrm>
          <a:custGeom xmlns:a="http://schemas.openxmlformats.org/drawingml/2006/main">
            <a:pathLst>
              <a:path w="485775" h="177165">
                <a:moveTo>
                  <a:pt x="0" y="126683"/>
                </a:moveTo>
                <a:lnTo>
                  <a:pt x="342900" y="126683"/>
                </a:lnTo>
                <a:lnTo>
                  <a:pt x="342900" y="177165"/>
                </a:lnTo>
                <a:lnTo>
                  <a:pt x="485775" y="88583"/>
                </a:lnTo>
                <a:lnTo>
                  <a:pt x="342900" y="0"/>
                </a:lnTo>
                <a:lnTo>
                  <a:pt x="342900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" name="p23-矩形-0022">
            <a:extLst xmlns:a="http://schemas.openxmlformats.org/drawingml/2006/main">
              <a:ext uri="{FF2B5EF4-FFF2-40B4-BE49-F238E27FC236}">
                <a16:creationId xmlns:a16="http://schemas.microsoft.com/office/drawing/2014/main" id="{A89A961E-5CEF-4706-8E42-7AE9D480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57350"/>
            <a:ext cx="18383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3" name="p23-线-0023">
            <a:extLst xmlns:a="http://schemas.openxmlformats.org/drawingml/2006/main">
              <a:ext uri="{FF2B5EF4-FFF2-40B4-BE49-F238E27FC236}">
                <a16:creationId xmlns:a16="http://schemas.microsoft.com/office/drawing/2014/main" id="{C8A60EDF-7CF2-4FEE-A2A1-F7E88DC5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" name="p23-线-0024">
            <a:extLst xmlns:a="http://schemas.openxmlformats.org/drawingml/2006/main">
              <a:ext uri="{FF2B5EF4-FFF2-40B4-BE49-F238E27FC236}">
                <a16:creationId xmlns:a16="http://schemas.microsoft.com/office/drawing/2014/main" id="{BE4E2282-355B-4665-B056-9A08E149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" name="p23-线-0025">
            <a:extLst xmlns:a="http://schemas.openxmlformats.org/drawingml/2006/main">
              <a:ext uri="{FF2B5EF4-FFF2-40B4-BE49-F238E27FC236}">
                <a16:creationId xmlns:a16="http://schemas.microsoft.com/office/drawing/2014/main" id="{C62754A4-4722-4C7E-91FE-761C49B3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" name="p23-线-0026">
            <a:extLst xmlns:a="http://schemas.openxmlformats.org/drawingml/2006/main">
              <a:ext uri="{FF2B5EF4-FFF2-40B4-BE49-F238E27FC236}">
                <a16:creationId xmlns:a16="http://schemas.microsoft.com/office/drawing/2014/main" id="{AF90022A-0648-4CF9-AE84-BBF13003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" name="p23-线-0027">
            <a:extLst xmlns:a="http://schemas.openxmlformats.org/drawingml/2006/main">
              <a:ext uri="{FF2B5EF4-FFF2-40B4-BE49-F238E27FC236}">
                <a16:creationId xmlns:a16="http://schemas.microsoft.com/office/drawing/2014/main" id="{1BD77105-2CE8-4D63-9D3F-44F11E06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23-线-0028">
            <a:extLst xmlns:a="http://schemas.openxmlformats.org/drawingml/2006/main">
              <a:ext uri="{FF2B5EF4-FFF2-40B4-BE49-F238E27FC236}">
                <a16:creationId xmlns:a16="http://schemas.microsoft.com/office/drawing/2014/main" id="{550A12DC-1622-4E5D-8F77-88B7F825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" name="p23-线-0029">
            <a:extLst xmlns:a="http://schemas.openxmlformats.org/drawingml/2006/main">
              <a:ext uri="{FF2B5EF4-FFF2-40B4-BE49-F238E27FC236}">
                <a16:creationId xmlns:a16="http://schemas.microsoft.com/office/drawing/2014/main" id="{A9DD687A-F6E0-4BC1-978C-85962992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" name="p23-线-0030">
            <a:extLst xmlns:a="http://schemas.openxmlformats.org/drawingml/2006/main">
              <a:ext uri="{FF2B5EF4-FFF2-40B4-BE49-F238E27FC236}">
                <a16:creationId xmlns:a16="http://schemas.microsoft.com/office/drawing/2014/main" id="{4B949BF8-CD15-491A-A75C-0F02BEB5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23-线-0031">
            <a:extLst xmlns:a="http://schemas.openxmlformats.org/drawingml/2006/main">
              <a:ext uri="{FF2B5EF4-FFF2-40B4-BE49-F238E27FC236}">
                <a16:creationId xmlns:a16="http://schemas.microsoft.com/office/drawing/2014/main" id="{0F255587-195C-4681-84BA-D9240111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" name="p23-线-0032">
            <a:extLst xmlns:a="http://schemas.openxmlformats.org/drawingml/2006/main">
              <a:ext uri="{FF2B5EF4-FFF2-40B4-BE49-F238E27FC236}">
                <a16:creationId xmlns:a16="http://schemas.microsoft.com/office/drawing/2014/main" id="{9CB39976-78DE-4089-95D7-DFF9685F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" name="p23-线-0033">
            <a:extLst xmlns:a="http://schemas.openxmlformats.org/drawingml/2006/main">
              <a:ext uri="{FF2B5EF4-FFF2-40B4-BE49-F238E27FC236}">
                <a16:creationId xmlns:a16="http://schemas.microsoft.com/office/drawing/2014/main" id="{3D0CFE9E-C4F8-4CAC-9B22-C47440A9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23-线-0034">
            <a:extLst xmlns:a="http://schemas.openxmlformats.org/drawingml/2006/main">
              <a:ext uri="{FF2B5EF4-FFF2-40B4-BE49-F238E27FC236}">
                <a16:creationId xmlns:a16="http://schemas.microsoft.com/office/drawing/2014/main" id="{2658F228-8114-4A05-8BCE-5ACCC8BE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" name="p23-线-0035">
            <a:extLst xmlns:a="http://schemas.openxmlformats.org/drawingml/2006/main">
              <a:ext uri="{FF2B5EF4-FFF2-40B4-BE49-F238E27FC236}">
                <a16:creationId xmlns:a16="http://schemas.microsoft.com/office/drawing/2014/main" id="{360FCC37-6721-40CC-9CC5-89CC932C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" name="p23-线-0036">
            <a:extLst xmlns:a="http://schemas.openxmlformats.org/drawingml/2006/main">
              <a:ext uri="{FF2B5EF4-FFF2-40B4-BE49-F238E27FC236}">
                <a16:creationId xmlns:a16="http://schemas.microsoft.com/office/drawing/2014/main" id="{2B2DE4DB-3C52-41B0-A1CD-CF04FCF8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23-线-0037">
            <a:extLst xmlns:a="http://schemas.openxmlformats.org/drawingml/2006/main">
              <a:ext uri="{FF2B5EF4-FFF2-40B4-BE49-F238E27FC236}">
                <a16:creationId xmlns:a16="http://schemas.microsoft.com/office/drawing/2014/main" id="{32176609-08A3-46E1-B0DE-4FC5C925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" name="p23-线-0038">
            <a:extLst xmlns:a="http://schemas.openxmlformats.org/drawingml/2006/main">
              <a:ext uri="{FF2B5EF4-FFF2-40B4-BE49-F238E27FC236}">
                <a16:creationId xmlns:a16="http://schemas.microsoft.com/office/drawing/2014/main" id="{A503B760-8810-4595-98AA-C742854A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" name="p23-线-0039">
            <a:extLst xmlns:a="http://schemas.openxmlformats.org/drawingml/2006/main">
              <a:ext uri="{FF2B5EF4-FFF2-40B4-BE49-F238E27FC236}">
                <a16:creationId xmlns:a16="http://schemas.microsoft.com/office/drawing/2014/main" id="{A68CA27E-FB8C-4E2E-95C3-86F0B84B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23-线-0040">
            <a:extLst xmlns:a="http://schemas.openxmlformats.org/drawingml/2006/main">
              <a:ext uri="{FF2B5EF4-FFF2-40B4-BE49-F238E27FC236}">
                <a16:creationId xmlns:a16="http://schemas.microsoft.com/office/drawing/2014/main" id="{27A6BADC-F257-4B37-8F8A-E690B507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1" name="p23-线-0041">
            <a:extLst xmlns:a="http://schemas.openxmlformats.org/drawingml/2006/main">
              <a:ext uri="{FF2B5EF4-FFF2-40B4-BE49-F238E27FC236}">
                <a16:creationId xmlns:a16="http://schemas.microsoft.com/office/drawing/2014/main" id="{600C4A67-003F-4FCF-9819-EA4D25C7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" name="p23-线-0042">
            <a:extLst xmlns:a="http://schemas.openxmlformats.org/drawingml/2006/main">
              <a:ext uri="{FF2B5EF4-FFF2-40B4-BE49-F238E27FC236}">
                <a16:creationId xmlns:a16="http://schemas.microsoft.com/office/drawing/2014/main" id="{EF0C3378-2CC0-44C2-8C3F-3D7A77B2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23-线-0043">
            <a:extLst xmlns:a="http://schemas.openxmlformats.org/drawingml/2006/main">
              <a:ext uri="{FF2B5EF4-FFF2-40B4-BE49-F238E27FC236}">
                <a16:creationId xmlns:a16="http://schemas.microsoft.com/office/drawing/2014/main" id="{0E5E6DCD-83FE-475B-BE23-2E007154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4" name="p23-线-0044">
            <a:extLst xmlns:a="http://schemas.openxmlformats.org/drawingml/2006/main">
              <a:ext uri="{FF2B5EF4-FFF2-40B4-BE49-F238E27FC236}">
                <a16:creationId xmlns:a16="http://schemas.microsoft.com/office/drawing/2014/main" id="{004E345B-CF2A-4D4E-AC60-1D4A6CF8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5" name="p23-线-0045">
            <a:extLst xmlns:a="http://schemas.openxmlformats.org/drawingml/2006/main">
              <a:ext uri="{FF2B5EF4-FFF2-40B4-BE49-F238E27FC236}">
                <a16:creationId xmlns:a16="http://schemas.microsoft.com/office/drawing/2014/main" id="{7B0C45AA-594B-4E3D-8C1B-191C140F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23-线-0046">
            <a:extLst xmlns:a="http://schemas.openxmlformats.org/drawingml/2006/main">
              <a:ext uri="{FF2B5EF4-FFF2-40B4-BE49-F238E27FC236}">
                <a16:creationId xmlns:a16="http://schemas.microsoft.com/office/drawing/2014/main" id="{D11ED0DC-2F8D-4D61-BAF6-0B3BD37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7" name="p23-线-0047">
            <a:extLst xmlns:a="http://schemas.openxmlformats.org/drawingml/2006/main">
              <a:ext uri="{FF2B5EF4-FFF2-40B4-BE49-F238E27FC236}">
                <a16:creationId xmlns:a16="http://schemas.microsoft.com/office/drawing/2014/main" id="{B07BFB69-F281-457F-A1FF-87ECB27F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8" name="p23-线-0048">
            <a:extLst xmlns:a="http://schemas.openxmlformats.org/drawingml/2006/main">
              <a:ext uri="{FF2B5EF4-FFF2-40B4-BE49-F238E27FC236}">
                <a16:creationId xmlns:a16="http://schemas.microsoft.com/office/drawing/2014/main" id="{850B76CD-6C94-4BEA-821B-6A1B77E2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23-线-0049">
            <a:extLst xmlns:a="http://schemas.openxmlformats.org/drawingml/2006/main">
              <a:ext uri="{FF2B5EF4-FFF2-40B4-BE49-F238E27FC236}">
                <a16:creationId xmlns:a16="http://schemas.microsoft.com/office/drawing/2014/main" id="{12D5DB46-4103-4997-8776-F22428F2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0" name="p23-线-0050">
            <a:extLst xmlns:a="http://schemas.openxmlformats.org/drawingml/2006/main">
              <a:ext uri="{FF2B5EF4-FFF2-40B4-BE49-F238E27FC236}">
                <a16:creationId xmlns:a16="http://schemas.microsoft.com/office/drawing/2014/main" id="{6F64C9D2-A060-47A0-A420-DBEF974C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6573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1" name="p23-线-0051">
            <a:extLst xmlns:a="http://schemas.openxmlformats.org/drawingml/2006/main">
              <a:ext uri="{FF2B5EF4-FFF2-40B4-BE49-F238E27FC236}">
                <a16:creationId xmlns:a16="http://schemas.microsoft.com/office/drawing/2014/main" id="{897C27DB-BD52-4A5F-B53D-D7E1AE21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23-线-0052">
            <a:extLst xmlns:a="http://schemas.openxmlformats.org/drawingml/2006/main">
              <a:ext uri="{FF2B5EF4-FFF2-40B4-BE49-F238E27FC236}">
                <a16:creationId xmlns:a16="http://schemas.microsoft.com/office/drawing/2014/main" id="{0C0AF400-44E9-424B-8F89-1CE377DF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6573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3" name="p23-线-0053">
            <a:extLst xmlns:a="http://schemas.openxmlformats.org/drawingml/2006/main">
              <a:ext uri="{FF2B5EF4-FFF2-40B4-BE49-F238E27FC236}">
                <a16:creationId xmlns:a16="http://schemas.microsoft.com/office/drawing/2014/main" id="{3EC8A7FF-2648-4024-8CC8-7270513C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6573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4" name="p23-线-0054">
            <a:extLst xmlns:a="http://schemas.openxmlformats.org/drawingml/2006/main">
              <a:ext uri="{FF2B5EF4-FFF2-40B4-BE49-F238E27FC236}">
                <a16:creationId xmlns:a16="http://schemas.microsoft.com/office/drawing/2014/main" id="{285D0D93-7A85-4462-BE07-1679CBB8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23-线-0055">
            <a:extLst xmlns:a="http://schemas.openxmlformats.org/drawingml/2006/main">
              <a:ext uri="{FF2B5EF4-FFF2-40B4-BE49-F238E27FC236}">
                <a16:creationId xmlns:a16="http://schemas.microsoft.com/office/drawing/2014/main" id="{42FFCAC2-741A-4358-A608-18C2E857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23-线-0056">
            <a:extLst xmlns:a="http://schemas.openxmlformats.org/drawingml/2006/main">
              <a:ext uri="{FF2B5EF4-FFF2-40B4-BE49-F238E27FC236}">
                <a16:creationId xmlns:a16="http://schemas.microsoft.com/office/drawing/2014/main" id="{F4DCD9E2-4D62-4B08-BB53-9A67596E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7" name="p23-线-0057">
            <a:extLst xmlns:a="http://schemas.openxmlformats.org/drawingml/2006/main">
              <a:ext uri="{FF2B5EF4-FFF2-40B4-BE49-F238E27FC236}">
                <a16:creationId xmlns:a16="http://schemas.microsoft.com/office/drawing/2014/main" id="{F01AF698-2B68-41DE-BD7B-8D877051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23-线-0058">
            <a:extLst xmlns:a="http://schemas.openxmlformats.org/drawingml/2006/main">
              <a:ext uri="{FF2B5EF4-FFF2-40B4-BE49-F238E27FC236}">
                <a16:creationId xmlns:a16="http://schemas.microsoft.com/office/drawing/2014/main" id="{E86DD32A-DBB9-49A8-B2D3-414B4ED5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23-线-0059">
            <a:extLst xmlns:a="http://schemas.openxmlformats.org/drawingml/2006/main">
              <a:ext uri="{FF2B5EF4-FFF2-40B4-BE49-F238E27FC236}">
                <a16:creationId xmlns:a16="http://schemas.microsoft.com/office/drawing/2014/main" id="{4D2BE4E1-BA3A-4A85-812C-5E14D6DB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0" name="p23-线-0060">
            <a:extLst xmlns:a="http://schemas.openxmlformats.org/drawingml/2006/main">
              <a:ext uri="{FF2B5EF4-FFF2-40B4-BE49-F238E27FC236}">
                <a16:creationId xmlns:a16="http://schemas.microsoft.com/office/drawing/2014/main" id="{76B90707-6D08-429A-9452-4C86C79C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1" name="p23-线-0061">
            <a:extLst xmlns:a="http://schemas.openxmlformats.org/drawingml/2006/main">
              <a:ext uri="{FF2B5EF4-FFF2-40B4-BE49-F238E27FC236}">
                <a16:creationId xmlns:a16="http://schemas.microsoft.com/office/drawing/2014/main" id="{CC6084CD-E5FF-4B7D-986B-92A3578A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23-线-0062">
            <a:extLst xmlns:a="http://schemas.openxmlformats.org/drawingml/2006/main">
              <a:ext uri="{FF2B5EF4-FFF2-40B4-BE49-F238E27FC236}">
                <a16:creationId xmlns:a16="http://schemas.microsoft.com/office/drawing/2014/main" id="{D3DDAF22-AFE4-4D7E-9BE1-E2D75F9C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3" name="p23-线-0063">
            <a:extLst xmlns:a="http://schemas.openxmlformats.org/drawingml/2006/main">
              <a:ext uri="{FF2B5EF4-FFF2-40B4-BE49-F238E27FC236}">
                <a16:creationId xmlns:a16="http://schemas.microsoft.com/office/drawing/2014/main" id="{4CB69A21-2E67-4702-AEF0-6F3112C7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4" name="p23-线-0064">
            <a:extLst xmlns:a="http://schemas.openxmlformats.org/drawingml/2006/main">
              <a:ext uri="{FF2B5EF4-FFF2-40B4-BE49-F238E27FC236}">
                <a16:creationId xmlns:a16="http://schemas.microsoft.com/office/drawing/2014/main" id="{B932CE6F-2E49-4C36-959B-32511754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23-线-0065">
            <a:extLst xmlns:a="http://schemas.openxmlformats.org/drawingml/2006/main">
              <a:ext uri="{FF2B5EF4-FFF2-40B4-BE49-F238E27FC236}">
                <a16:creationId xmlns:a16="http://schemas.microsoft.com/office/drawing/2014/main" id="{F9845A67-C9A0-4F26-9A1F-611AF9C3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6" name="p23-线-0066">
            <a:extLst xmlns:a="http://schemas.openxmlformats.org/drawingml/2006/main">
              <a:ext uri="{FF2B5EF4-FFF2-40B4-BE49-F238E27FC236}">
                <a16:creationId xmlns:a16="http://schemas.microsoft.com/office/drawing/2014/main" id="{BDD78A5E-F0B0-46D4-8661-9FEBA05B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7" name="p23-线-0067">
            <a:extLst xmlns:a="http://schemas.openxmlformats.org/drawingml/2006/main">
              <a:ext uri="{FF2B5EF4-FFF2-40B4-BE49-F238E27FC236}">
                <a16:creationId xmlns:a16="http://schemas.microsoft.com/office/drawing/2014/main" id="{B2B47E24-4D1F-430C-BCAC-61965F9A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23-线-0068">
            <a:extLst xmlns:a="http://schemas.openxmlformats.org/drawingml/2006/main">
              <a:ext uri="{FF2B5EF4-FFF2-40B4-BE49-F238E27FC236}">
                <a16:creationId xmlns:a16="http://schemas.microsoft.com/office/drawing/2014/main" id="{84C04A60-AFBC-4372-8144-E896A315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9" name="p23-线-0069">
            <a:extLst xmlns:a="http://schemas.openxmlformats.org/drawingml/2006/main">
              <a:ext uri="{FF2B5EF4-FFF2-40B4-BE49-F238E27FC236}">
                <a16:creationId xmlns:a16="http://schemas.microsoft.com/office/drawing/2014/main" id="{2CB4DE4D-79F3-4BEA-A49F-C1AB3B8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0" name="p23-线-0070">
            <a:extLst xmlns:a="http://schemas.openxmlformats.org/drawingml/2006/main">
              <a:ext uri="{FF2B5EF4-FFF2-40B4-BE49-F238E27FC236}">
                <a16:creationId xmlns:a16="http://schemas.microsoft.com/office/drawing/2014/main" id="{A6909A57-5B37-427F-938E-03BA1055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23-线-0071">
            <a:extLst xmlns:a="http://schemas.openxmlformats.org/drawingml/2006/main">
              <a:ext uri="{FF2B5EF4-FFF2-40B4-BE49-F238E27FC236}">
                <a16:creationId xmlns:a16="http://schemas.microsoft.com/office/drawing/2014/main" id="{CA18F503-1F7A-4AB0-9DF4-AEE08FB3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2" name="p23-线-0072">
            <a:extLst xmlns:a="http://schemas.openxmlformats.org/drawingml/2006/main">
              <a:ext uri="{FF2B5EF4-FFF2-40B4-BE49-F238E27FC236}">
                <a16:creationId xmlns:a16="http://schemas.microsoft.com/office/drawing/2014/main" id="{D7C6B5D0-7530-4795-86F0-01537958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3" name="p23-线-0073">
            <a:extLst xmlns:a="http://schemas.openxmlformats.org/drawingml/2006/main">
              <a:ext uri="{FF2B5EF4-FFF2-40B4-BE49-F238E27FC236}">
                <a16:creationId xmlns:a16="http://schemas.microsoft.com/office/drawing/2014/main" id="{021DFE2B-B23A-4A12-B6A1-69620E02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23-线-0074">
            <a:extLst xmlns:a="http://schemas.openxmlformats.org/drawingml/2006/main">
              <a:ext uri="{FF2B5EF4-FFF2-40B4-BE49-F238E27FC236}">
                <a16:creationId xmlns:a16="http://schemas.microsoft.com/office/drawing/2014/main" id="{BFE3B6A0-CCF7-4538-9460-8A0D3A0E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5" name="p23-线-0075">
            <a:extLst xmlns:a="http://schemas.openxmlformats.org/drawingml/2006/main">
              <a:ext uri="{FF2B5EF4-FFF2-40B4-BE49-F238E27FC236}">
                <a16:creationId xmlns:a16="http://schemas.microsoft.com/office/drawing/2014/main" id="{4E72B7FC-A0F4-4E3D-ADFF-9BE0CDF3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6" name="p23-线-0076">
            <a:extLst xmlns:a="http://schemas.openxmlformats.org/drawingml/2006/main">
              <a:ext uri="{FF2B5EF4-FFF2-40B4-BE49-F238E27FC236}">
                <a16:creationId xmlns:a16="http://schemas.microsoft.com/office/drawing/2014/main" id="{D7C85907-759A-4B0E-BC91-AE0E9976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23-线-0077">
            <a:extLst xmlns:a="http://schemas.openxmlformats.org/drawingml/2006/main">
              <a:ext uri="{FF2B5EF4-FFF2-40B4-BE49-F238E27FC236}">
                <a16:creationId xmlns:a16="http://schemas.microsoft.com/office/drawing/2014/main" id="{92D1B8ED-E220-4BB3-806A-1C7D1A1D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8" name="p23-线-0078">
            <a:extLst xmlns:a="http://schemas.openxmlformats.org/drawingml/2006/main">
              <a:ext uri="{FF2B5EF4-FFF2-40B4-BE49-F238E27FC236}">
                <a16:creationId xmlns:a16="http://schemas.microsoft.com/office/drawing/2014/main" id="{ABAD1B8A-A661-4149-B5C2-1AC11CAC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9" name="p23-线-0079">
            <a:extLst xmlns:a="http://schemas.openxmlformats.org/drawingml/2006/main">
              <a:ext uri="{FF2B5EF4-FFF2-40B4-BE49-F238E27FC236}">
                <a16:creationId xmlns:a16="http://schemas.microsoft.com/office/drawing/2014/main" id="{990B0C08-345C-48EE-8838-E04AC14C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23-线-0080">
            <a:extLst xmlns:a="http://schemas.openxmlformats.org/drawingml/2006/main">
              <a:ext uri="{FF2B5EF4-FFF2-40B4-BE49-F238E27FC236}">
                <a16:creationId xmlns:a16="http://schemas.microsoft.com/office/drawing/2014/main" id="{1AC90115-7A8F-44AC-8D1E-F12CA92A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1" name="p23-线-0081">
            <a:extLst xmlns:a="http://schemas.openxmlformats.org/drawingml/2006/main">
              <a:ext uri="{FF2B5EF4-FFF2-40B4-BE49-F238E27FC236}">
                <a16:creationId xmlns:a16="http://schemas.microsoft.com/office/drawing/2014/main" id="{3F113418-AE6F-4CA9-823A-8C33FA98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8065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2" name="p23-线-0082">
            <a:extLst xmlns:a="http://schemas.openxmlformats.org/drawingml/2006/main">
              <a:ext uri="{FF2B5EF4-FFF2-40B4-BE49-F238E27FC236}">
                <a16:creationId xmlns:a16="http://schemas.microsoft.com/office/drawing/2014/main" id="{FD60E9CD-A200-4F79-8FA3-762240D8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23-线-0083">
            <a:extLst xmlns:a="http://schemas.openxmlformats.org/drawingml/2006/main">
              <a:ext uri="{FF2B5EF4-FFF2-40B4-BE49-F238E27FC236}">
                <a16:creationId xmlns:a16="http://schemas.microsoft.com/office/drawing/2014/main" id="{1E8F56C6-51DB-4D72-B64C-3CFD85DD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8065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4" name="p23-线-0084">
            <a:extLst xmlns:a="http://schemas.openxmlformats.org/drawingml/2006/main">
              <a:ext uri="{FF2B5EF4-FFF2-40B4-BE49-F238E27FC236}">
                <a16:creationId xmlns:a16="http://schemas.microsoft.com/office/drawing/2014/main" id="{F2CEFF05-6185-4D5E-A9EF-5A1B36E9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8065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5" name="p23-线-0085">
            <a:extLst xmlns:a="http://schemas.openxmlformats.org/drawingml/2006/main">
              <a:ext uri="{FF2B5EF4-FFF2-40B4-BE49-F238E27FC236}">
                <a16:creationId xmlns:a16="http://schemas.microsoft.com/office/drawing/2014/main" id="{E5D93EF3-4C6E-4E43-ADD5-EB6CC9EF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23-线-0086">
            <a:extLst xmlns:a="http://schemas.openxmlformats.org/drawingml/2006/main">
              <a:ext uri="{FF2B5EF4-FFF2-40B4-BE49-F238E27FC236}">
                <a16:creationId xmlns:a16="http://schemas.microsoft.com/office/drawing/2014/main" id="{9CB89AEF-D89C-48D1-A064-927BFC9C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23-线-0087">
            <a:extLst xmlns:a="http://schemas.openxmlformats.org/drawingml/2006/main">
              <a:ext uri="{FF2B5EF4-FFF2-40B4-BE49-F238E27FC236}">
                <a16:creationId xmlns:a16="http://schemas.microsoft.com/office/drawing/2014/main" id="{83004BF9-5592-4AC0-94D5-C75B347E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8" name="p23-线-0088">
            <a:extLst xmlns:a="http://schemas.openxmlformats.org/drawingml/2006/main">
              <a:ext uri="{FF2B5EF4-FFF2-40B4-BE49-F238E27FC236}">
                <a16:creationId xmlns:a16="http://schemas.microsoft.com/office/drawing/2014/main" id="{6A6D4CC8-8C1B-40D2-9C26-876DCFEB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23-线-0089">
            <a:extLst xmlns:a="http://schemas.openxmlformats.org/drawingml/2006/main">
              <a:ext uri="{FF2B5EF4-FFF2-40B4-BE49-F238E27FC236}">
                <a16:creationId xmlns:a16="http://schemas.microsoft.com/office/drawing/2014/main" id="{356E0A4E-5E7E-4AD7-BABD-3EC7CA8D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23-线-0090">
            <a:extLst xmlns:a="http://schemas.openxmlformats.org/drawingml/2006/main">
              <a:ext uri="{FF2B5EF4-FFF2-40B4-BE49-F238E27FC236}">
                <a16:creationId xmlns:a16="http://schemas.microsoft.com/office/drawing/2014/main" id="{DCFCEC5E-E19A-4E6F-9480-D3E9240F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1" name="p23-线-0091">
            <a:extLst xmlns:a="http://schemas.openxmlformats.org/drawingml/2006/main">
              <a:ext uri="{FF2B5EF4-FFF2-40B4-BE49-F238E27FC236}">
                <a16:creationId xmlns:a16="http://schemas.microsoft.com/office/drawing/2014/main" id="{0AA84C25-8A56-4302-AFC8-C8FAEBFA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2" name="p23-线-0092">
            <a:extLst xmlns:a="http://schemas.openxmlformats.org/drawingml/2006/main">
              <a:ext uri="{FF2B5EF4-FFF2-40B4-BE49-F238E27FC236}">
                <a16:creationId xmlns:a16="http://schemas.microsoft.com/office/drawing/2014/main" id="{3F16DD17-F974-4DD1-BFF8-E6DBBC47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23-线-0093">
            <a:extLst xmlns:a="http://schemas.openxmlformats.org/drawingml/2006/main">
              <a:ext uri="{FF2B5EF4-FFF2-40B4-BE49-F238E27FC236}">
                <a16:creationId xmlns:a16="http://schemas.microsoft.com/office/drawing/2014/main" id="{1799544E-1527-4F59-81EB-31BB6FFE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4" name="p23-线-0094">
            <a:extLst xmlns:a="http://schemas.openxmlformats.org/drawingml/2006/main">
              <a:ext uri="{FF2B5EF4-FFF2-40B4-BE49-F238E27FC236}">
                <a16:creationId xmlns:a16="http://schemas.microsoft.com/office/drawing/2014/main" id="{9C41FFD1-7225-4BFF-A6DE-D6AD2721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5" name="p23-线-0095">
            <a:extLst xmlns:a="http://schemas.openxmlformats.org/drawingml/2006/main">
              <a:ext uri="{FF2B5EF4-FFF2-40B4-BE49-F238E27FC236}">
                <a16:creationId xmlns:a16="http://schemas.microsoft.com/office/drawing/2014/main" id="{CC21D4CD-FA4E-4C60-A717-41194130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23-线-0096">
            <a:extLst xmlns:a="http://schemas.openxmlformats.org/drawingml/2006/main">
              <a:ext uri="{FF2B5EF4-FFF2-40B4-BE49-F238E27FC236}">
                <a16:creationId xmlns:a16="http://schemas.microsoft.com/office/drawing/2014/main" id="{E410E403-EE9D-4880-A19D-BE2D6660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7" name="p23-线-0097">
            <a:extLst xmlns:a="http://schemas.openxmlformats.org/drawingml/2006/main">
              <a:ext uri="{FF2B5EF4-FFF2-40B4-BE49-F238E27FC236}">
                <a16:creationId xmlns:a16="http://schemas.microsoft.com/office/drawing/2014/main" id="{0BE9FF27-33AC-4571-9828-F4042295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8" name="p23-线-0098">
            <a:extLst xmlns:a="http://schemas.openxmlformats.org/drawingml/2006/main">
              <a:ext uri="{FF2B5EF4-FFF2-40B4-BE49-F238E27FC236}">
                <a16:creationId xmlns:a16="http://schemas.microsoft.com/office/drawing/2014/main" id="{AE543CE8-CD43-40FF-91E8-D88D3643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23-线-0099">
            <a:extLst xmlns:a="http://schemas.openxmlformats.org/drawingml/2006/main">
              <a:ext uri="{FF2B5EF4-FFF2-40B4-BE49-F238E27FC236}">
                <a16:creationId xmlns:a16="http://schemas.microsoft.com/office/drawing/2014/main" id="{FDE1FCDE-FCC3-42BB-8B55-F7DE55C0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0" name="p23-线-0100">
            <a:extLst xmlns:a="http://schemas.openxmlformats.org/drawingml/2006/main">
              <a:ext uri="{FF2B5EF4-FFF2-40B4-BE49-F238E27FC236}">
                <a16:creationId xmlns:a16="http://schemas.microsoft.com/office/drawing/2014/main" id="{AC16841B-70A7-4531-AFF6-A0F4169E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1" name="p23-线-0101">
            <a:extLst xmlns:a="http://schemas.openxmlformats.org/drawingml/2006/main">
              <a:ext uri="{FF2B5EF4-FFF2-40B4-BE49-F238E27FC236}">
                <a16:creationId xmlns:a16="http://schemas.microsoft.com/office/drawing/2014/main" id="{EE7C2A02-5C54-4B0C-883E-598D114D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23-线-0102">
            <a:extLst xmlns:a="http://schemas.openxmlformats.org/drawingml/2006/main">
              <a:ext uri="{FF2B5EF4-FFF2-40B4-BE49-F238E27FC236}">
                <a16:creationId xmlns:a16="http://schemas.microsoft.com/office/drawing/2014/main" id="{136480DE-6056-45F2-AB85-9056A4E2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3" name="p23-线-0103">
            <a:extLst xmlns:a="http://schemas.openxmlformats.org/drawingml/2006/main">
              <a:ext uri="{FF2B5EF4-FFF2-40B4-BE49-F238E27FC236}">
                <a16:creationId xmlns:a16="http://schemas.microsoft.com/office/drawing/2014/main" id="{2EB197F5-B401-4694-925F-27D780D6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4" name="p23-线-0104">
            <a:extLst xmlns:a="http://schemas.openxmlformats.org/drawingml/2006/main">
              <a:ext uri="{FF2B5EF4-FFF2-40B4-BE49-F238E27FC236}">
                <a16:creationId xmlns:a16="http://schemas.microsoft.com/office/drawing/2014/main" id="{B2A66EC7-3A6C-4175-BD4F-DA23E475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23-线-0105">
            <a:extLst xmlns:a="http://schemas.openxmlformats.org/drawingml/2006/main">
              <a:ext uri="{FF2B5EF4-FFF2-40B4-BE49-F238E27FC236}">
                <a16:creationId xmlns:a16="http://schemas.microsoft.com/office/drawing/2014/main" id="{50794D42-8B8A-49F0-85F0-016A1441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6" name="p23-线-0106">
            <a:extLst xmlns:a="http://schemas.openxmlformats.org/drawingml/2006/main">
              <a:ext uri="{FF2B5EF4-FFF2-40B4-BE49-F238E27FC236}">
                <a16:creationId xmlns:a16="http://schemas.microsoft.com/office/drawing/2014/main" id="{80BFF3BB-39DC-4D0E-90BA-81E713B6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7" name="p23-线-0107">
            <a:extLst xmlns:a="http://schemas.openxmlformats.org/drawingml/2006/main">
              <a:ext uri="{FF2B5EF4-FFF2-40B4-BE49-F238E27FC236}">
                <a16:creationId xmlns:a16="http://schemas.microsoft.com/office/drawing/2014/main" id="{B257273D-004A-4A65-8061-9F71FA1A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23-线-0108">
            <a:extLst xmlns:a="http://schemas.openxmlformats.org/drawingml/2006/main">
              <a:ext uri="{FF2B5EF4-FFF2-40B4-BE49-F238E27FC236}">
                <a16:creationId xmlns:a16="http://schemas.microsoft.com/office/drawing/2014/main" id="{5AACFB4C-7E26-4227-93F5-1CBBFACD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9" name="p23-线-0109">
            <a:extLst xmlns:a="http://schemas.openxmlformats.org/drawingml/2006/main">
              <a:ext uri="{FF2B5EF4-FFF2-40B4-BE49-F238E27FC236}">
                <a16:creationId xmlns:a16="http://schemas.microsoft.com/office/drawing/2014/main" id="{ECD503D3-AA6E-4D7A-A6C0-0E38721F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0" name="p23-线-0110">
            <a:extLst xmlns:a="http://schemas.openxmlformats.org/drawingml/2006/main">
              <a:ext uri="{FF2B5EF4-FFF2-40B4-BE49-F238E27FC236}">
                <a16:creationId xmlns:a16="http://schemas.microsoft.com/office/drawing/2014/main" id="{4761D00D-F600-4817-B2BC-F0093D61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23-线-0111">
            <a:extLst xmlns:a="http://schemas.openxmlformats.org/drawingml/2006/main">
              <a:ext uri="{FF2B5EF4-FFF2-40B4-BE49-F238E27FC236}">
                <a16:creationId xmlns:a16="http://schemas.microsoft.com/office/drawing/2014/main" id="{2B7447EE-6F32-497E-8629-E562149B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2" name="p23-线-0112">
            <a:extLst xmlns:a="http://schemas.openxmlformats.org/drawingml/2006/main">
              <a:ext uri="{FF2B5EF4-FFF2-40B4-BE49-F238E27FC236}">
                <a16:creationId xmlns:a16="http://schemas.microsoft.com/office/drawing/2014/main" id="{C3825399-C657-4DD8-9817-677BD3A7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9558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3" name="p23-线-0113">
            <a:extLst xmlns:a="http://schemas.openxmlformats.org/drawingml/2006/main">
              <a:ext uri="{FF2B5EF4-FFF2-40B4-BE49-F238E27FC236}">
                <a16:creationId xmlns:a16="http://schemas.microsoft.com/office/drawing/2014/main" id="{1003971B-CD28-42A9-A515-7F092D60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23-线-0114">
            <a:extLst xmlns:a="http://schemas.openxmlformats.org/drawingml/2006/main">
              <a:ext uri="{FF2B5EF4-FFF2-40B4-BE49-F238E27FC236}">
                <a16:creationId xmlns:a16="http://schemas.microsoft.com/office/drawing/2014/main" id="{4B47FE58-7801-407B-8D1E-F8522890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19558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5" name="p23-线-0115">
            <a:extLst xmlns:a="http://schemas.openxmlformats.org/drawingml/2006/main">
              <a:ext uri="{FF2B5EF4-FFF2-40B4-BE49-F238E27FC236}">
                <a16:creationId xmlns:a16="http://schemas.microsoft.com/office/drawing/2014/main" id="{D17982FC-2A87-4A16-A9A8-BBEB29FA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558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6" name="p23-线-0116">
            <a:extLst xmlns:a="http://schemas.openxmlformats.org/drawingml/2006/main">
              <a:ext uri="{FF2B5EF4-FFF2-40B4-BE49-F238E27FC236}">
                <a16:creationId xmlns:a16="http://schemas.microsoft.com/office/drawing/2014/main" id="{171E50C4-8815-489F-B31A-3B82F806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23-线-0117">
            <a:extLst xmlns:a="http://schemas.openxmlformats.org/drawingml/2006/main">
              <a:ext uri="{FF2B5EF4-FFF2-40B4-BE49-F238E27FC236}">
                <a16:creationId xmlns:a16="http://schemas.microsoft.com/office/drawing/2014/main" id="{5DFDF474-D164-4AFF-B8AE-B25C99D9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23-线-0118">
            <a:extLst xmlns:a="http://schemas.openxmlformats.org/drawingml/2006/main">
              <a:ext uri="{FF2B5EF4-FFF2-40B4-BE49-F238E27FC236}">
                <a16:creationId xmlns:a16="http://schemas.microsoft.com/office/drawing/2014/main" id="{E1867BAE-2507-46BA-8F90-4FC548CE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9" name="p23-线-0119">
            <a:extLst xmlns:a="http://schemas.openxmlformats.org/drawingml/2006/main">
              <a:ext uri="{FF2B5EF4-FFF2-40B4-BE49-F238E27FC236}">
                <a16:creationId xmlns:a16="http://schemas.microsoft.com/office/drawing/2014/main" id="{AC829DC8-AC5E-4BD2-97D7-0D19ED6D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23-线-0120">
            <a:extLst xmlns:a="http://schemas.openxmlformats.org/drawingml/2006/main">
              <a:ext uri="{FF2B5EF4-FFF2-40B4-BE49-F238E27FC236}">
                <a16:creationId xmlns:a16="http://schemas.microsoft.com/office/drawing/2014/main" id="{3FD92964-2FBB-4B2D-96E1-36CFC08F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23-线-0121">
            <a:extLst xmlns:a="http://schemas.openxmlformats.org/drawingml/2006/main">
              <a:ext uri="{FF2B5EF4-FFF2-40B4-BE49-F238E27FC236}">
                <a16:creationId xmlns:a16="http://schemas.microsoft.com/office/drawing/2014/main" id="{916025A9-4847-41DB-85FE-4D890AAA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2" name="p23-线-0122">
            <a:extLst xmlns:a="http://schemas.openxmlformats.org/drawingml/2006/main">
              <a:ext uri="{FF2B5EF4-FFF2-40B4-BE49-F238E27FC236}">
                <a16:creationId xmlns:a16="http://schemas.microsoft.com/office/drawing/2014/main" id="{36638E9C-194D-40B6-B0DE-72FA6668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3" name="p23-线-0123">
            <a:extLst xmlns:a="http://schemas.openxmlformats.org/drawingml/2006/main">
              <a:ext uri="{FF2B5EF4-FFF2-40B4-BE49-F238E27FC236}">
                <a16:creationId xmlns:a16="http://schemas.microsoft.com/office/drawing/2014/main" id="{7D6ECB30-2CF9-4E8F-8126-9CA4656B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23-线-0124">
            <a:extLst xmlns:a="http://schemas.openxmlformats.org/drawingml/2006/main">
              <a:ext uri="{FF2B5EF4-FFF2-40B4-BE49-F238E27FC236}">
                <a16:creationId xmlns:a16="http://schemas.microsoft.com/office/drawing/2014/main" id="{B16C1E8F-86A8-48C4-BBFE-E836B43A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5" name="p23-线-0125">
            <a:extLst xmlns:a="http://schemas.openxmlformats.org/drawingml/2006/main">
              <a:ext uri="{FF2B5EF4-FFF2-40B4-BE49-F238E27FC236}">
                <a16:creationId xmlns:a16="http://schemas.microsoft.com/office/drawing/2014/main" id="{B5602981-0F08-42B5-8CA5-71B873A2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6" name="p23-线-0126">
            <a:extLst xmlns:a="http://schemas.openxmlformats.org/drawingml/2006/main">
              <a:ext uri="{FF2B5EF4-FFF2-40B4-BE49-F238E27FC236}">
                <a16:creationId xmlns:a16="http://schemas.microsoft.com/office/drawing/2014/main" id="{F5BF5622-F493-49EF-967E-45C1375D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23-线-0127">
            <a:extLst xmlns:a="http://schemas.openxmlformats.org/drawingml/2006/main">
              <a:ext uri="{FF2B5EF4-FFF2-40B4-BE49-F238E27FC236}">
                <a16:creationId xmlns:a16="http://schemas.microsoft.com/office/drawing/2014/main" id="{570BAAB0-653E-4E1C-8648-7AFFC354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8" name="p23-线-0128">
            <a:extLst xmlns:a="http://schemas.openxmlformats.org/drawingml/2006/main">
              <a:ext uri="{FF2B5EF4-FFF2-40B4-BE49-F238E27FC236}">
                <a16:creationId xmlns:a16="http://schemas.microsoft.com/office/drawing/2014/main" id="{0D6ECA4D-6406-4024-B9C9-E32823CC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9" name="p23-线-0129">
            <a:extLst xmlns:a="http://schemas.openxmlformats.org/drawingml/2006/main">
              <a:ext uri="{FF2B5EF4-FFF2-40B4-BE49-F238E27FC236}">
                <a16:creationId xmlns:a16="http://schemas.microsoft.com/office/drawing/2014/main" id="{B4A57894-5582-4933-8554-BA5B98EE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23-线-0130">
            <a:extLst xmlns:a="http://schemas.openxmlformats.org/drawingml/2006/main">
              <a:ext uri="{FF2B5EF4-FFF2-40B4-BE49-F238E27FC236}">
                <a16:creationId xmlns:a16="http://schemas.microsoft.com/office/drawing/2014/main" id="{339916E8-EE00-4B6F-93B7-5C466F46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1" name="p23-线-0131">
            <a:extLst xmlns:a="http://schemas.openxmlformats.org/drawingml/2006/main">
              <a:ext uri="{FF2B5EF4-FFF2-40B4-BE49-F238E27FC236}">
                <a16:creationId xmlns:a16="http://schemas.microsoft.com/office/drawing/2014/main" id="{3C28D5E6-FBEE-4302-AEF0-20C6274B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2" name="p23-线-0132">
            <a:extLst xmlns:a="http://schemas.openxmlformats.org/drawingml/2006/main">
              <a:ext uri="{FF2B5EF4-FFF2-40B4-BE49-F238E27FC236}">
                <a16:creationId xmlns:a16="http://schemas.microsoft.com/office/drawing/2014/main" id="{8040AD6F-D06F-48A3-B354-6BD03E58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23-线-0133">
            <a:extLst xmlns:a="http://schemas.openxmlformats.org/drawingml/2006/main">
              <a:ext uri="{FF2B5EF4-FFF2-40B4-BE49-F238E27FC236}">
                <a16:creationId xmlns:a16="http://schemas.microsoft.com/office/drawing/2014/main" id="{8034BFDA-5618-4F4D-BF3A-286DB102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4" name="p23-线-0134">
            <a:extLst xmlns:a="http://schemas.openxmlformats.org/drawingml/2006/main">
              <a:ext uri="{FF2B5EF4-FFF2-40B4-BE49-F238E27FC236}">
                <a16:creationId xmlns:a16="http://schemas.microsoft.com/office/drawing/2014/main" id="{CF4857C6-728D-4582-A5CF-997C8B4A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5" name="p23-线-0135">
            <a:extLst xmlns:a="http://schemas.openxmlformats.org/drawingml/2006/main">
              <a:ext uri="{FF2B5EF4-FFF2-40B4-BE49-F238E27FC236}">
                <a16:creationId xmlns:a16="http://schemas.microsoft.com/office/drawing/2014/main" id="{D3CC2088-F8E6-430D-AF40-A8461ED0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23-线-0136">
            <a:extLst xmlns:a="http://schemas.openxmlformats.org/drawingml/2006/main">
              <a:ext uri="{FF2B5EF4-FFF2-40B4-BE49-F238E27FC236}">
                <a16:creationId xmlns:a16="http://schemas.microsoft.com/office/drawing/2014/main" id="{E4B04043-9F0E-43C2-9581-FBA30788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7" name="p23-线-0137">
            <a:extLst xmlns:a="http://schemas.openxmlformats.org/drawingml/2006/main">
              <a:ext uri="{FF2B5EF4-FFF2-40B4-BE49-F238E27FC236}">
                <a16:creationId xmlns:a16="http://schemas.microsoft.com/office/drawing/2014/main" id="{A3011FC6-5F04-4029-A9B4-6CC674E6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8" name="p23-线-0138">
            <a:extLst xmlns:a="http://schemas.openxmlformats.org/drawingml/2006/main">
              <a:ext uri="{FF2B5EF4-FFF2-40B4-BE49-F238E27FC236}">
                <a16:creationId xmlns:a16="http://schemas.microsoft.com/office/drawing/2014/main" id="{31D4C131-DD89-42CC-9E15-51C0B7BF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23-线-0139">
            <a:extLst xmlns:a="http://schemas.openxmlformats.org/drawingml/2006/main">
              <a:ext uri="{FF2B5EF4-FFF2-40B4-BE49-F238E27FC236}">
                <a16:creationId xmlns:a16="http://schemas.microsoft.com/office/drawing/2014/main" id="{50BA31E2-9B23-4273-8F7C-5C1A70C3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0" name="p23-线-0140">
            <a:extLst xmlns:a="http://schemas.openxmlformats.org/drawingml/2006/main">
              <a:ext uri="{FF2B5EF4-FFF2-40B4-BE49-F238E27FC236}">
                <a16:creationId xmlns:a16="http://schemas.microsoft.com/office/drawing/2014/main" id="{82274DD9-1117-4340-9B01-56EF6027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1" name="p23-线-0141">
            <a:extLst xmlns:a="http://schemas.openxmlformats.org/drawingml/2006/main">
              <a:ext uri="{FF2B5EF4-FFF2-40B4-BE49-F238E27FC236}">
                <a16:creationId xmlns:a16="http://schemas.microsoft.com/office/drawing/2014/main" id="{D4EEA835-CB59-4D48-9F76-AFD0EBD8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23-线-0142">
            <a:extLst xmlns:a="http://schemas.openxmlformats.org/drawingml/2006/main">
              <a:ext uri="{FF2B5EF4-FFF2-40B4-BE49-F238E27FC236}">
                <a16:creationId xmlns:a16="http://schemas.microsoft.com/office/drawing/2014/main" id="{AC2EF641-1E06-46E0-8ED7-5305413F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3" name="p23-线-0143">
            <a:extLst xmlns:a="http://schemas.openxmlformats.org/drawingml/2006/main">
              <a:ext uri="{FF2B5EF4-FFF2-40B4-BE49-F238E27FC236}">
                <a16:creationId xmlns:a16="http://schemas.microsoft.com/office/drawing/2014/main" id="{3356ADBF-3958-4105-82C7-830E1554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1050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4" name="p23-线-0144">
            <a:extLst xmlns:a="http://schemas.openxmlformats.org/drawingml/2006/main">
              <a:ext uri="{FF2B5EF4-FFF2-40B4-BE49-F238E27FC236}">
                <a16:creationId xmlns:a16="http://schemas.microsoft.com/office/drawing/2014/main" id="{0D6C5B6F-120D-417D-A607-2E10B7CD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23-线-0145">
            <a:extLst xmlns:a="http://schemas.openxmlformats.org/drawingml/2006/main">
              <a:ext uri="{FF2B5EF4-FFF2-40B4-BE49-F238E27FC236}">
                <a16:creationId xmlns:a16="http://schemas.microsoft.com/office/drawing/2014/main" id="{C438D310-F080-4278-A13E-6304774B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1050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6" name="p23-线-0146">
            <a:extLst xmlns:a="http://schemas.openxmlformats.org/drawingml/2006/main">
              <a:ext uri="{FF2B5EF4-FFF2-40B4-BE49-F238E27FC236}">
                <a16:creationId xmlns:a16="http://schemas.microsoft.com/office/drawing/2014/main" id="{9FD74D16-7E07-46F4-90B2-6998B693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1050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7" name="p23-线-0147">
            <a:extLst xmlns:a="http://schemas.openxmlformats.org/drawingml/2006/main">
              <a:ext uri="{FF2B5EF4-FFF2-40B4-BE49-F238E27FC236}">
                <a16:creationId xmlns:a16="http://schemas.microsoft.com/office/drawing/2014/main" id="{E29A9CAB-23A3-4581-905D-0BA86CF5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23-线-0148">
            <a:extLst xmlns:a="http://schemas.openxmlformats.org/drawingml/2006/main">
              <a:ext uri="{FF2B5EF4-FFF2-40B4-BE49-F238E27FC236}">
                <a16:creationId xmlns:a16="http://schemas.microsoft.com/office/drawing/2014/main" id="{9E97D9E2-FEE9-4CDE-9CAC-25C7B85C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23-线-0149">
            <a:extLst xmlns:a="http://schemas.openxmlformats.org/drawingml/2006/main">
              <a:ext uri="{FF2B5EF4-FFF2-40B4-BE49-F238E27FC236}">
                <a16:creationId xmlns:a16="http://schemas.microsoft.com/office/drawing/2014/main" id="{F28B8D71-1E67-43FD-86CD-CACBFFBF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0" name="p23-线-0150">
            <a:extLst xmlns:a="http://schemas.openxmlformats.org/drawingml/2006/main">
              <a:ext uri="{FF2B5EF4-FFF2-40B4-BE49-F238E27FC236}">
                <a16:creationId xmlns:a16="http://schemas.microsoft.com/office/drawing/2014/main" id="{8C8F3D2D-577E-4E16-9BDD-386C7610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23-线-0151">
            <a:extLst xmlns:a="http://schemas.openxmlformats.org/drawingml/2006/main">
              <a:ext uri="{FF2B5EF4-FFF2-40B4-BE49-F238E27FC236}">
                <a16:creationId xmlns:a16="http://schemas.microsoft.com/office/drawing/2014/main" id="{4C45E278-BE43-4C44-BDD5-9BD80486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23-线-0152">
            <a:extLst xmlns:a="http://schemas.openxmlformats.org/drawingml/2006/main">
              <a:ext uri="{FF2B5EF4-FFF2-40B4-BE49-F238E27FC236}">
                <a16:creationId xmlns:a16="http://schemas.microsoft.com/office/drawing/2014/main" id="{CDBED31C-DBA1-4BB8-BFF3-3C52A8E1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3" name="p23-线-0153">
            <a:extLst xmlns:a="http://schemas.openxmlformats.org/drawingml/2006/main">
              <a:ext uri="{FF2B5EF4-FFF2-40B4-BE49-F238E27FC236}">
                <a16:creationId xmlns:a16="http://schemas.microsoft.com/office/drawing/2014/main" id="{CBC1AD24-222B-47AC-9BFF-7BD9FB93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4" name="p23-线-0154">
            <a:extLst xmlns:a="http://schemas.openxmlformats.org/drawingml/2006/main">
              <a:ext uri="{FF2B5EF4-FFF2-40B4-BE49-F238E27FC236}">
                <a16:creationId xmlns:a16="http://schemas.microsoft.com/office/drawing/2014/main" id="{FE999FB9-6AC1-4236-8CDC-FAD7E6EF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23-线-0155">
            <a:extLst xmlns:a="http://schemas.openxmlformats.org/drawingml/2006/main">
              <a:ext uri="{FF2B5EF4-FFF2-40B4-BE49-F238E27FC236}">
                <a16:creationId xmlns:a16="http://schemas.microsoft.com/office/drawing/2014/main" id="{C6D882FD-5A0B-4AF5-9968-797C9764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6" name="p23-线-0156">
            <a:extLst xmlns:a="http://schemas.openxmlformats.org/drawingml/2006/main">
              <a:ext uri="{FF2B5EF4-FFF2-40B4-BE49-F238E27FC236}">
                <a16:creationId xmlns:a16="http://schemas.microsoft.com/office/drawing/2014/main" id="{A2C06776-ED00-43AD-8E63-76D1E799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7" name="p23-线-0157">
            <a:extLst xmlns:a="http://schemas.openxmlformats.org/drawingml/2006/main">
              <a:ext uri="{FF2B5EF4-FFF2-40B4-BE49-F238E27FC236}">
                <a16:creationId xmlns:a16="http://schemas.microsoft.com/office/drawing/2014/main" id="{C5E628C8-CCAD-448C-A65F-F94E54F3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23-线-0158">
            <a:extLst xmlns:a="http://schemas.openxmlformats.org/drawingml/2006/main">
              <a:ext uri="{FF2B5EF4-FFF2-40B4-BE49-F238E27FC236}">
                <a16:creationId xmlns:a16="http://schemas.microsoft.com/office/drawing/2014/main" id="{CAF9434F-BCCD-4A85-8C2C-59D885E0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9" name="p23-线-0159">
            <a:extLst xmlns:a="http://schemas.openxmlformats.org/drawingml/2006/main">
              <a:ext uri="{FF2B5EF4-FFF2-40B4-BE49-F238E27FC236}">
                <a16:creationId xmlns:a16="http://schemas.microsoft.com/office/drawing/2014/main" id="{10C426B1-7E50-4ABE-A9CF-22DE8166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0" name="p23-线-0160">
            <a:extLst xmlns:a="http://schemas.openxmlformats.org/drawingml/2006/main">
              <a:ext uri="{FF2B5EF4-FFF2-40B4-BE49-F238E27FC236}">
                <a16:creationId xmlns:a16="http://schemas.microsoft.com/office/drawing/2014/main" id="{F1472B9F-0753-473D-B07D-F579EA23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23-线-0161">
            <a:extLst xmlns:a="http://schemas.openxmlformats.org/drawingml/2006/main">
              <a:ext uri="{FF2B5EF4-FFF2-40B4-BE49-F238E27FC236}">
                <a16:creationId xmlns:a16="http://schemas.microsoft.com/office/drawing/2014/main" id="{0D95E651-67F1-4CA4-8B9B-6641B71C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2" name="p23-线-0162">
            <a:extLst xmlns:a="http://schemas.openxmlformats.org/drawingml/2006/main">
              <a:ext uri="{FF2B5EF4-FFF2-40B4-BE49-F238E27FC236}">
                <a16:creationId xmlns:a16="http://schemas.microsoft.com/office/drawing/2014/main" id="{DC1D21F3-4215-465E-BF3D-59B42868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3" name="p23-线-0163">
            <a:extLst xmlns:a="http://schemas.openxmlformats.org/drawingml/2006/main">
              <a:ext uri="{FF2B5EF4-FFF2-40B4-BE49-F238E27FC236}">
                <a16:creationId xmlns:a16="http://schemas.microsoft.com/office/drawing/2014/main" id="{8EEC4C9D-1D8E-4DEC-B8EE-A9D3654E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23-线-0164">
            <a:extLst xmlns:a="http://schemas.openxmlformats.org/drawingml/2006/main">
              <a:ext uri="{FF2B5EF4-FFF2-40B4-BE49-F238E27FC236}">
                <a16:creationId xmlns:a16="http://schemas.microsoft.com/office/drawing/2014/main" id="{7C9067EA-39F7-46F1-8213-40BD2EAE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5" name="p23-线-0165">
            <a:extLst xmlns:a="http://schemas.openxmlformats.org/drawingml/2006/main">
              <a:ext uri="{FF2B5EF4-FFF2-40B4-BE49-F238E27FC236}">
                <a16:creationId xmlns:a16="http://schemas.microsoft.com/office/drawing/2014/main" id="{39E4949F-ECE7-4739-A95F-BE4E186F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6" name="p23-线-0166">
            <a:extLst xmlns:a="http://schemas.openxmlformats.org/drawingml/2006/main">
              <a:ext uri="{FF2B5EF4-FFF2-40B4-BE49-F238E27FC236}">
                <a16:creationId xmlns:a16="http://schemas.microsoft.com/office/drawing/2014/main" id="{22E51EA9-0A2D-47FE-8702-ACB85B28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23-线-0167">
            <a:extLst xmlns:a="http://schemas.openxmlformats.org/drawingml/2006/main">
              <a:ext uri="{FF2B5EF4-FFF2-40B4-BE49-F238E27FC236}">
                <a16:creationId xmlns:a16="http://schemas.microsoft.com/office/drawing/2014/main" id="{56AA8AEE-B8BA-4EAA-B63F-C699C466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8" name="p23-线-0168">
            <a:extLst xmlns:a="http://schemas.openxmlformats.org/drawingml/2006/main">
              <a:ext uri="{FF2B5EF4-FFF2-40B4-BE49-F238E27FC236}">
                <a16:creationId xmlns:a16="http://schemas.microsoft.com/office/drawing/2014/main" id="{DEFF9959-5115-4F7F-ACF6-A4084DF8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9" name="p23-线-0169">
            <a:extLst xmlns:a="http://schemas.openxmlformats.org/drawingml/2006/main">
              <a:ext uri="{FF2B5EF4-FFF2-40B4-BE49-F238E27FC236}">
                <a16:creationId xmlns:a16="http://schemas.microsoft.com/office/drawing/2014/main" id="{E7A995C6-BA21-402B-A031-CCB67B47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23-线-0170">
            <a:extLst xmlns:a="http://schemas.openxmlformats.org/drawingml/2006/main">
              <a:ext uri="{FF2B5EF4-FFF2-40B4-BE49-F238E27FC236}">
                <a16:creationId xmlns:a16="http://schemas.microsoft.com/office/drawing/2014/main" id="{D4A098EC-87C8-42CE-943C-32CEBFF0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1" name="p23-线-0171">
            <a:extLst xmlns:a="http://schemas.openxmlformats.org/drawingml/2006/main">
              <a:ext uri="{FF2B5EF4-FFF2-40B4-BE49-F238E27FC236}">
                <a16:creationId xmlns:a16="http://schemas.microsoft.com/office/drawing/2014/main" id="{79B92159-3EA5-44AC-A926-BFE46187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2" name="p23-线-0172">
            <a:extLst xmlns:a="http://schemas.openxmlformats.org/drawingml/2006/main">
              <a:ext uri="{FF2B5EF4-FFF2-40B4-BE49-F238E27FC236}">
                <a16:creationId xmlns:a16="http://schemas.microsoft.com/office/drawing/2014/main" id="{4F2AB4F7-D77E-470B-8BB4-7B4DDF94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23-线-0173">
            <a:extLst xmlns:a="http://schemas.openxmlformats.org/drawingml/2006/main">
              <a:ext uri="{FF2B5EF4-FFF2-40B4-BE49-F238E27FC236}">
                <a16:creationId xmlns:a16="http://schemas.microsoft.com/office/drawing/2014/main" id="{7F56F13E-6B30-4CF3-83C6-CBBE5E01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4" name="p23-线-0174">
            <a:extLst xmlns:a="http://schemas.openxmlformats.org/drawingml/2006/main">
              <a:ext uri="{FF2B5EF4-FFF2-40B4-BE49-F238E27FC236}">
                <a16:creationId xmlns:a16="http://schemas.microsoft.com/office/drawing/2014/main" id="{7A0D490A-AF0A-445D-9067-1B3566B7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2542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5" name="p23-线-0175">
            <a:extLst xmlns:a="http://schemas.openxmlformats.org/drawingml/2006/main">
              <a:ext uri="{FF2B5EF4-FFF2-40B4-BE49-F238E27FC236}">
                <a16:creationId xmlns:a16="http://schemas.microsoft.com/office/drawing/2014/main" id="{060C4C75-A0F4-4234-BFC3-4D89A518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23-线-0176">
            <a:extLst xmlns:a="http://schemas.openxmlformats.org/drawingml/2006/main">
              <a:ext uri="{FF2B5EF4-FFF2-40B4-BE49-F238E27FC236}">
                <a16:creationId xmlns:a16="http://schemas.microsoft.com/office/drawing/2014/main" id="{D2168BD2-9BA4-4229-96E8-020B1AAE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2542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7" name="p23-线-0177">
            <a:extLst xmlns:a="http://schemas.openxmlformats.org/drawingml/2006/main">
              <a:ext uri="{FF2B5EF4-FFF2-40B4-BE49-F238E27FC236}">
                <a16:creationId xmlns:a16="http://schemas.microsoft.com/office/drawing/2014/main" id="{2C96537D-EEC7-4D24-A836-938C8A7D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2542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8" name="p23-线-0178">
            <a:extLst xmlns:a="http://schemas.openxmlformats.org/drawingml/2006/main">
              <a:ext uri="{FF2B5EF4-FFF2-40B4-BE49-F238E27FC236}">
                <a16:creationId xmlns:a16="http://schemas.microsoft.com/office/drawing/2014/main" id="{8BF8B8D0-860B-4355-8276-AAEA9E4E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23-线-0179">
            <a:extLst xmlns:a="http://schemas.openxmlformats.org/drawingml/2006/main">
              <a:ext uri="{FF2B5EF4-FFF2-40B4-BE49-F238E27FC236}">
                <a16:creationId xmlns:a16="http://schemas.microsoft.com/office/drawing/2014/main" id="{B3230788-D156-411A-9226-C0F64C5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23-线-0180">
            <a:extLst xmlns:a="http://schemas.openxmlformats.org/drawingml/2006/main">
              <a:ext uri="{FF2B5EF4-FFF2-40B4-BE49-F238E27FC236}">
                <a16:creationId xmlns:a16="http://schemas.microsoft.com/office/drawing/2014/main" id="{05577031-32AE-42D2-B7C1-E6865165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1" name="p23-线-0181">
            <a:extLst xmlns:a="http://schemas.openxmlformats.org/drawingml/2006/main">
              <a:ext uri="{FF2B5EF4-FFF2-40B4-BE49-F238E27FC236}">
                <a16:creationId xmlns:a16="http://schemas.microsoft.com/office/drawing/2014/main" id="{1CC104E9-BBE9-4AE6-B77D-FC8D8A30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23-线-0182">
            <a:extLst xmlns:a="http://schemas.openxmlformats.org/drawingml/2006/main">
              <a:ext uri="{FF2B5EF4-FFF2-40B4-BE49-F238E27FC236}">
                <a16:creationId xmlns:a16="http://schemas.microsoft.com/office/drawing/2014/main" id="{FD3CFF79-819C-4F56-870B-E004111C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23-线-0183">
            <a:extLst xmlns:a="http://schemas.openxmlformats.org/drawingml/2006/main">
              <a:ext uri="{FF2B5EF4-FFF2-40B4-BE49-F238E27FC236}">
                <a16:creationId xmlns:a16="http://schemas.microsoft.com/office/drawing/2014/main" id="{3878407D-D12A-4B37-A21D-B4880C3D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4" name="p23-线-0184">
            <a:extLst xmlns:a="http://schemas.openxmlformats.org/drawingml/2006/main">
              <a:ext uri="{FF2B5EF4-FFF2-40B4-BE49-F238E27FC236}">
                <a16:creationId xmlns:a16="http://schemas.microsoft.com/office/drawing/2014/main" id="{FBB776BB-F31E-4123-BB40-1322C830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5" name="p23-线-0185">
            <a:extLst xmlns:a="http://schemas.openxmlformats.org/drawingml/2006/main">
              <a:ext uri="{FF2B5EF4-FFF2-40B4-BE49-F238E27FC236}">
                <a16:creationId xmlns:a16="http://schemas.microsoft.com/office/drawing/2014/main" id="{8889F97F-BF62-4ED1-B48A-53ECB865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23-线-0186">
            <a:extLst xmlns:a="http://schemas.openxmlformats.org/drawingml/2006/main">
              <a:ext uri="{FF2B5EF4-FFF2-40B4-BE49-F238E27FC236}">
                <a16:creationId xmlns:a16="http://schemas.microsoft.com/office/drawing/2014/main" id="{1D811455-B255-4716-946E-C56C7F5C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7" name="p23-线-0187">
            <a:extLst xmlns:a="http://schemas.openxmlformats.org/drawingml/2006/main">
              <a:ext uri="{FF2B5EF4-FFF2-40B4-BE49-F238E27FC236}">
                <a16:creationId xmlns:a16="http://schemas.microsoft.com/office/drawing/2014/main" id="{1428F8C7-E212-4027-80B1-46F9E3F3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8" name="p23-线-0188">
            <a:extLst xmlns:a="http://schemas.openxmlformats.org/drawingml/2006/main">
              <a:ext uri="{FF2B5EF4-FFF2-40B4-BE49-F238E27FC236}">
                <a16:creationId xmlns:a16="http://schemas.microsoft.com/office/drawing/2014/main" id="{82CB6920-91F3-4FA6-9C05-6727C322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23-线-0189">
            <a:extLst xmlns:a="http://schemas.openxmlformats.org/drawingml/2006/main">
              <a:ext uri="{FF2B5EF4-FFF2-40B4-BE49-F238E27FC236}">
                <a16:creationId xmlns:a16="http://schemas.microsoft.com/office/drawing/2014/main" id="{7B176E1D-C832-4A0F-830B-9399C9F0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0" name="p23-线-0190">
            <a:extLst xmlns:a="http://schemas.openxmlformats.org/drawingml/2006/main">
              <a:ext uri="{FF2B5EF4-FFF2-40B4-BE49-F238E27FC236}">
                <a16:creationId xmlns:a16="http://schemas.microsoft.com/office/drawing/2014/main" id="{32834196-3E07-4A84-B1C6-A485EDA1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1" name="p23-线-0191">
            <a:extLst xmlns:a="http://schemas.openxmlformats.org/drawingml/2006/main">
              <a:ext uri="{FF2B5EF4-FFF2-40B4-BE49-F238E27FC236}">
                <a16:creationId xmlns:a16="http://schemas.microsoft.com/office/drawing/2014/main" id="{B2FE2777-A820-4461-AE7B-B993660E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23-线-0192">
            <a:extLst xmlns:a="http://schemas.openxmlformats.org/drawingml/2006/main">
              <a:ext uri="{FF2B5EF4-FFF2-40B4-BE49-F238E27FC236}">
                <a16:creationId xmlns:a16="http://schemas.microsoft.com/office/drawing/2014/main" id="{99D4EB64-0F92-4BA5-95ED-AE6233A8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3" name="p23-线-0193">
            <a:extLst xmlns:a="http://schemas.openxmlformats.org/drawingml/2006/main">
              <a:ext uri="{FF2B5EF4-FFF2-40B4-BE49-F238E27FC236}">
                <a16:creationId xmlns:a16="http://schemas.microsoft.com/office/drawing/2014/main" id="{8FBB2833-808A-4708-8CC4-23CC0A52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4" name="p23-线-0194">
            <a:extLst xmlns:a="http://schemas.openxmlformats.org/drawingml/2006/main">
              <a:ext uri="{FF2B5EF4-FFF2-40B4-BE49-F238E27FC236}">
                <a16:creationId xmlns:a16="http://schemas.microsoft.com/office/drawing/2014/main" id="{38419871-C2A9-4FB7-BBF1-2CFC5D6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23-线-0195">
            <a:extLst xmlns:a="http://schemas.openxmlformats.org/drawingml/2006/main">
              <a:ext uri="{FF2B5EF4-FFF2-40B4-BE49-F238E27FC236}">
                <a16:creationId xmlns:a16="http://schemas.microsoft.com/office/drawing/2014/main" id="{57BC6339-FD5E-49D8-8A8F-E4E085C5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6" name="p23-线-0196">
            <a:extLst xmlns:a="http://schemas.openxmlformats.org/drawingml/2006/main">
              <a:ext uri="{FF2B5EF4-FFF2-40B4-BE49-F238E27FC236}">
                <a16:creationId xmlns:a16="http://schemas.microsoft.com/office/drawing/2014/main" id="{33F043B5-CB18-4F5D-8E49-8272C094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7" name="p23-线-0197">
            <a:extLst xmlns:a="http://schemas.openxmlformats.org/drawingml/2006/main">
              <a:ext uri="{FF2B5EF4-FFF2-40B4-BE49-F238E27FC236}">
                <a16:creationId xmlns:a16="http://schemas.microsoft.com/office/drawing/2014/main" id="{723CAC39-8690-4820-8E11-FAC4D5FB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23-线-0198">
            <a:extLst xmlns:a="http://schemas.openxmlformats.org/drawingml/2006/main">
              <a:ext uri="{FF2B5EF4-FFF2-40B4-BE49-F238E27FC236}">
                <a16:creationId xmlns:a16="http://schemas.microsoft.com/office/drawing/2014/main" id="{D215C85D-1E25-4110-9436-C64BBFD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9" name="p23-线-0199">
            <a:extLst xmlns:a="http://schemas.openxmlformats.org/drawingml/2006/main">
              <a:ext uri="{FF2B5EF4-FFF2-40B4-BE49-F238E27FC236}">
                <a16:creationId xmlns:a16="http://schemas.microsoft.com/office/drawing/2014/main" id="{2E55C9FD-DFE6-45CC-919B-78CE27E7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0" name="p23-线-0200">
            <a:extLst xmlns:a="http://schemas.openxmlformats.org/drawingml/2006/main">
              <a:ext uri="{FF2B5EF4-FFF2-40B4-BE49-F238E27FC236}">
                <a16:creationId xmlns:a16="http://schemas.microsoft.com/office/drawing/2014/main" id="{B3F84AB6-BB12-474A-91AF-B6DDB5FF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23-线-0201">
            <a:extLst xmlns:a="http://schemas.openxmlformats.org/drawingml/2006/main">
              <a:ext uri="{FF2B5EF4-FFF2-40B4-BE49-F238E27FC236}">
                <a16:creationId xmlns:a16="http://schemas.microsoft.com/office/drawing/2014/main" id="{77F23147-479F-4CB5-AFF4-C1EDB32F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2" name="p23-线-0202">
            <a:extLst xmlns:a="http://schemas.openxmlformats.org/drawingml/2006/main">
              <a:ext uri="{FF2B5EF4-FFF2-40B4-BE49-F238E27FC236}">
                <a16:creationId xmlns:a16="http://schemas.microsoft.com/office/drawing/2014/main" id="{6AEC172C-BBDA-4104-9159-A494E15D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3" name="p23-线-0203">
            <a:extLst xmlns:a="http://schemas.openxmlformats.org/drawingml/2006/main">
              <a:ext uri="{FF2B5EF4-FFF2-40B4-BE49-F238E27FC236}">
                <a16:creationId xmlns:a16="http://schemas.microsoft.com/office/drawing/2014/main" id="{84205E98-04C8-4FB6-BC2A-ECDB4F31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23-线-0204">
            <a:extLst xmlns:a="http://schemas.openxmlformats.org/drawingml/2006/main">
              <a:ext uri="{FF2B5EF4-FFF2-40B4-BE49-F238E27FC236}">
                <a16:creationId xmlns:a16="http://schemas.microsoft.com/office/drawing/2014/main" id="{A92DDB89-F4E2-4AD4-8BC9-2C3A6828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5" name="p23-线-0205">
            <a:extLst xmlns:a="http://schemas.openxmlformats.org/drawingml/2006/main">
              <a:ext uri="{FF2B5EF4-FFF2-40B4-BE49-F238E27FC236}">
                <a16:creationId xmlns:a16="http://schemas.microsoft.com/office/drawing/2014/main" id="{3807918A-93FE-47D7-A892-970645AC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4034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6" name="p23-线-0206">
            <a:extLst xmlns:a="http://schemas.openxmlformats.org/drawingml/2006/main">
              <a:ext uri="{FF2B5EF4-FFF2-40B4-BE49-F238E27FC236}">
                <a16:creationId xmlns:a16="http://schemas.microsoft.com/office/drawing/2014/main" id="{4EDFA290-D1BE-417F-B0BD-6A160D94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23-线-0207">
            <a:extLst xmlns:a="http://schemas.openxmlformats.org/drawingml/2006/main">
              <a:ext uri="{FF2B5EF4-FFF2-40B4-BE49-F238E27FC236}">
                <a16:creationId xmlns:a16="http://schemas.microsoft.com/office/drawing/2014/main" id="{192AF123-CB97-4509-A740-6DAA4E14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4034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8" name="p23-线-0208">
            <a:extLst xmlns:a="http://schemas.openxmlformats.org/drawingml/2006/main">
              <a:ext uri="{FF2B5EF4-FFF2-40B4-BE49-F238E27FC236}">
                <a16:creationId xmlns:a16="http://schemas.microsoft.com/office/drawing/2014/main" id="{0BDC65AD-7618-4A95-8986-4647C031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4034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9" name="p23-线-0209">
            <a:extLst xmlns:a="http://schemas.openxmlformats.org/drawingml/2006/main">
              <a:ext uri="{FF2B5EF4-FFF2-40B4-BE49-F238E27FC236}">
                <a16:creationId xmlns:a16="http://schemas.microsoft.com/office/drawing/2014/main" id="{5B945361-BE75-42A7-859B-763C8906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23-线-0210">
            <a:extLst xmlns:a="http://schemas.openxmlformats.org/drawingml/2006/main">
              <a:ext uri="{FF2B5EF4-FFF2-40B4-BE49-F238E27FC236}">
                <a16:creationId xmlns:a16="http://schemas.microsoft.com/office/drawing/2014/main" id="{9343EFFF-F138-4A07-BB3E-229FBD64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23-线-0211">
            <a:extLst xmlns:a="http://schemas.openxmlformats.org/drawingml/2006/main">
              <a:ext uri="{FF2B5EF4-FFF2-40B4-BE49-F238E27FC236}">
                <a16:creationId xmlns:a16="http://schemas.microsoft.com/office/drawing/2014/main" id="{BB395C4F-CEB0-4A7F-BAB5-F2134438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2" name="p23-线-0212">
            <a:extLst xmlns:a="http://schemas.openxmlformats.org/drawingml/2006/main">
              <a:ext uri="{FF2B5EF4-FFF2-40B4-BE49-F238E27FC236}">
                <a16:creationId xmlns:a16="http://schemas.microsoft.com/office/drawing/2014/main" id="{9EA22F13-92EC-4D3E-8733-14B46C1F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23-线-0213">
            <a:extLst xmlns:a="http://schemas.openxmlformats.org/drawingml/2006/main">
              <a:ext uri="{FF2B5EF4-FFF2-40B4-BE49-F238E27FC236}">
                <a16:creationId xmlns:a16="http://schemas.microsoft.com/office/drawing/2014/main" id="{3997E2D2-B61E-422B-B340-AA2A6F60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23-线-0214">
            <a:extLst xmlns:a="http://schemas.openxmlformats.org/drawingml/2006/main">
              <a:ext uri="{FF2B5EF4-FFF2-40B4-BE49-F238E27FC236}">
                <a16:creationId xmlns:a16="http://schemas.microsoft.com/office/drawing/2014/main" id="{9E4B4704-32C6-4A21-82A1-6744CC41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23-线-0215">
            <a:extLst xmlns:a="http://schemas.openxmlformats.org/drawingml/2006/main">
              <a:ext uri="{FF2B5EF4-FFF2-40B4-BE49-F238E27FC236}">
                <a16:creationId xmlns:a16="http://schemas.microsoft.com/office/drawing/2014/main" id="{B4706B86-FE75-4476-AF18-50B870BD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6" name="p23-线-0216">
            <a:extLst xmlns:a="http://schemas.openxmlformats.org/drawingml/2006/main">
              <a:ext uri="{FF2B5EF4-FFF2-40B4-BE49-F238E27FC236}">
                <a16:creationId xmlns:a16="http://schemas.microsoft.com/office/drawing/2014/main" id="{BEFDF3D1-FF6A-4612-BB30-3CC5F4F4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23-线-0217">
            <a:extLst xmlns:a="http://schemas.openxmlformats.org/drawingml/2006/main">
              <a:ext uri="{FF2B5EF4-FFF2-40B4-BE49-F238E27FC236}">
                <a16:creationId xmlns:a16="http://schemas.microsoft.com/office/drawing/2014/main" id="{3F481BFD-DDC4-4B5E-9AB5-4F07731B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23-线-0218">
            <a:extLst xmlns:a="http://schemas.openxmlformats.org/drawingml/2006/main">
              <a:ext uri="{FF2B5EF4-FFF2-40B4-BE49-F238E27FC236}">
                <a16:creationId xmlns:a16="http://schemas.microsoft.com/office/drawing/2014/main" id="{D1472086-E015-4AF1-9DDF-498D8ABC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25527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9" name="p23-椭圆-0219">
            <a:extLst xmlns:a="http://schemas.openxmlformats.org/drawingml/2006/main">
              <a:ext uri="{FF2B5EF4-FFF2-40B4-BE49-F238E27FC236}">
                <a16:creationId xmlns:a16="http://schemas.microsoft.com/office/drawing/2014/main" id="{00B35E59-6801-4B2C-A0F9-7A012CAC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609" y="1890061"/>
            <a:ext cx="164347" cy="1314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0" name="p23-椭圆-0220">
            <a:extLst xmlns:a="http://schemas.openxmlformats.org/drawingml/2006/main">
              <a:ext uri="{FF2B5EF4-FFF2-40B4-BE49-F238E27FC236}">
                <a16:creationId xmlns:a16="http://schemas.microsoft.com/office/drawing/2014/main" id="{A819F01B-3DCA-4078-9027-749DDA69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684" y="1899989"/>
            <a:ext cx="139527" cy="1116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1" name="p23-椭圆-0221">
            <a:extLst xmlns:a="http://schemas.openxmlformats.org/drawingml/2006/main">
              <a:ext uri="{FF2B5EF4-FFF2-40B4-BE49-F238E27FC236}">
                <a16:creationId xmlns:a16="http://schemas.microsoft.com/office/drawing/2014/main" id="{BFF7D304-6E01-4454-82FC-0C877BC2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119" y="1885405"/>
            <a:ext cx="175986" cy="1407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2" name="p23-椭圆-0222">
            <a:extLst xmlns:a="http://schemas.openxmlformats.org/drawingml/2006/main">
              <a:ext uri="{FF2B5EF4-FFF2-40B4-BE49-F238E27FC236}">
                <a16:creationId xmlns:a16="http://schemas.microsoft.com/office/drawing/2014/main" id="{4C236E11-FC47-4400-9326-58C0E12D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547" y="1887615"/>
            <a:ext cx="170462" cy="1363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3" name="p23-椭圆-0223">
            <a:extLst xmlns:a="http://schemas.openxmlformats.org/drawingml/2006/main">
              <a:ext uri="{FF2B5EF4-FFF2-40B4-BE49-F238E27FC236}">
                <a16:creationId xmlns:a16="http://schemas.microsoft.com/office/drawing/2014/main" id="{CEDA08B5-BBA6-40C4-A8FB-A4DF0DE9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0142" y="1900360"/>
            <a:ext cx="138600" cy="11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23-椭圆-0224">
            <a:extLst xmlns:a="http://schemas.openxmlformats.org/drawingml/2006/main">
              <a:ext uri="{FF2B5EF4-FFF2-40B4-BE49-F238E27FC236}">
                <a16:creationId xmlns:a16="http://schemas.microsoft.com/office/drawing/2014/main" id="{28D3EB7D-0294-4DDE-B293-3CBC3C2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019" y="2198439"/>
            <a:ext cx="139527" cy="11162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23-椭圆-0225">
            <a:extLst xmlns:a="http://schemas.openxmlformats.org/drawingml/2006/main">
              <a:ext uri="{FF2B5EF4-FFF2-40B4-BE49-F238E27FC236}">
                <a16:creationId xmlns:a16="http://schemas.microsoft.com/office/drawing/2014/main" id="{E9CD51EB-2D2B-48BF-8FED-7CF2A168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8454" y="2183855"/>
            <a:ext cx="175986" cy="1407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6" name="p23-椭圆-0226">
            <a:extLst xmlns:a="http://schemas.openxmlformats.org/drawingml/2006/main">
              <a:ext uri="{FF2B5EF4-FFF2-40B4-BE49-F238E27FC236}">
                <a16:creationId xmlns:a16="http://schemas.microsoft.com/office/drawing/2014/main" id="{6650B16D-B548-46C2-AE2F-E36DEE61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882" y="2186065"/>
            <a:ext cx="170462" cy="1363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7" name="p23-椭圆-0227">
            <a:extLst xmlns:a="http://schemas.openxmlformats.org/drawingml/2006/main">
              <a:ext uri="{FF2B5EF4-FFF2-40B4-BE49-F238E27FC236}">
                <a16:creationId xmlns:a16="http://schemas.microsoft.com/office/drawing/2014/main" id="{6EF776A5-7250-4FA6-86A2-4A9D5B9C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477" y="2198810"/>
            <a:ext cx="138600" cy="11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8" name="p23-椭圆-0228">
            <a:extLst xmlns:a="http://schemas.openxmlformats.org/drawingml/2006/main">
              <a:ext uri="{FF2B5EF4-FFF2-40B4-BE49-F238E27FC236}">
                <a16:creationId xmlns:a16="http://schemas.microsoft.com/office/drawing/2014/main" id="{569A4AC4-D73B-45B6-A50F-1F6F6FB5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121" y="2185993"/>
            <a:ext cx="170643" cy="13651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9" name="p23-路径-0229">
            <a:extLst xmlns:a="http://schemas.openxmlformats.org/drawingml/2006/main">
              <a:ext uri="{FF2B5EF4-FFF2-40B4-BE49-F238E27FC236}">
                <a16:creationId xmlns:a16="http://schemas.microsoft.com/office/drawing/2014/main" id="{09C3E875-574A-4C18-94C1-F7832000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22236"/>
            <a:ext cx="1685925" cy="158055"/>
          </a:xfrm>
          <a:custGeom xmlns:a="http://schemas.openxmlformats.org/drawingml/2006/main">
            <a:pathLst>
              <a:path w="1685925" h="158055">
                <a:moveTo>
                  <a:pt x="0" y="64882"/>
                </a:moveTo>
                <a:lnTo>
                  <a:pt x="45044" y="43765"/>
                </a:lnTo>
                <a:lnTo>
                  <a:pt x="91029" y="27202"/>
                </a:lnTo>
                <a:lnTo>
                  <a:pt x="137909" y="14868"/>
                </a:lnTo>
                <a:lnTo>
                  <a:pt x="185640" y="6440"/>
                </a:lnTo>
                <a:lnTo>
                  <a:pt x="234177" y="1592"/>
                </a:lnTo>
                <a:lnTo>
                  <a:pt x="283475" y="0"/>
                </a:lnTo>
                <a:lnTo>
                  <a:pt x="333490" y="1339"/>
                </a:lnTo>
                <a:lnTo>
                  <a:pt x="384177" y="5286"/>
                </a:lnTo>
                <a:lnTo>
                  <a:pt x="435492" y="11514"/>
                </a:lnTo>
                <a:lnTo>
                  <a:pt x="487388" y="19699"/>
                </a:lnTo>
                <a:lnTo>
                  <a:pt x="592750" y="40645"/>
                </a:lnTo>
                <a:lnTo>
                  <a:pt x="699904" y="65525"/>
                </a:lnTo>
                <a:lnTo>
                  <a:pt x="808494" y="91743"/>
                </a:lnTo>
                <a:lnTo>
                  <a:pt x="918161" y="116702"/>
                </a:lnTo>
                <a:lnTo>
                  <a:pt x="1028547" y="137804"/>
                </a:lnTo>
                <a:lnTo>
                  <a:pt x="1083897" y="146098"/>
                </a:lnTo>
                <a:lnTo>
                  <a:pt x="1139294" y="152454"/>
                </a:lnTo>
                <a:lnTo>
                  <a:pt x="1194691" y="156548"/>
                </a:lnTo>
                <a:lnTo>
                  <a:pt x="1250045" y="158055"/>
                </a:lnTo>
                <a:lnTo>
                  <a:pt x="1305309" y="156650"/>
                </a:lnTo>
                <a:lnTo>
                  <a:pt x="1360441" y="152008"/>
                </a:lnTo>
                <a:lnTo>
                  <a:pt x="1415394" y="143806"/>
                </a:lnTo>
                <a:lnTo>
                  <a:pt x="1470125" y="131719"/>
                </a:lnTo>
                <a:lnTo>
                  <a:pt x="1524588" y="115421"/>
                </a:lnTo>
                <a:lnTo>
                  <a:pt x="1578739" y="94589"/>
                </a:lnTo>
                <a:lnTo>
                  <a:pt x="1632533" y="68897"/>
                </a:lnTo>
                <a:lnTo>
                  <a:pt x="1685925" y="3802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30" name="p23-文本-0230">
            <a:extLst xmlns:a="http://schemas.openxmlformats.org/drawingml/2006/main">
              <a:ext uri="{FF2B5EF4-FFF2-40B4-BE49-F238E27FC236}">
                <a16:creationId xmlns:a16="http://schemas.microsoft.com/office/drawing/2014/main" id="{70213397-7A44-45FE-BC90-0FB75233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797" y="26363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逐步形成界面</a:t>
            </a:r>
          </a:p>
        </p:txBody>
      </p:sp>
      <p:sp>
        <p:nvSpPr>
          <p:cNvPr id="231" name="p23-路径-0231">
            <a:extLst xmlns:a="http://schemas.openxmlformats.org/drawingml/2006/main">
              <a:ext uri="{FF2B5EF4-FFF2-40B4-BE49-F238E27FC236}">
                <a16:creationId xmlns:a16="http://schemas.microsoft.com/office/drawing/2014/main" id="{C6FDA122-9B84-4EC1-B6DE-8A7EEB95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111693"/>
            <a:ext cx="485775" cy="177165"/>
          </a:xfrm>
          <a:custGeom xmlns:a="http://schemas.openxmlformats.org/drawingml/2006/main">
            <a:pathLst>
              <a:path w="485775" h="177165">
                <a:moveTo>
                  <a:pt x="0" y="126683"/>
                </a:moveTo>
                <a:lnTo>
                  <a:pt x="342900" y="126683"/>
                </a:lnTo>
                <a:lnTo>
                  <a:pt x="342900" y="177165"/>
                </a:lnTo>
                <a:lnTo>
                  <a:pt x="485775" y="88583"/>
                </a:lnTo>
                <a:lnTo>
                  <a:pt x="342900" y="0"/>
                </a:lnTo>
                <a:lnTo>
                  <a:pt x="342900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2" name="p23-文本-0232">
            <a:extLst xmlns:a="http://schemas.openxmlformats.org/drawingml/2006/main">
              <a:ext uri="{FF2B5EF4-FFF2-40B4-BE49-F238E27FC236}">
                <a16:creationId xmlns:a16="http://schemas.microsoft.com/office/drawing/2014/main" id="{E899C605-F10F-495B-A2C9-5F2E750A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0287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共同输出：可测样品</a:t>
            </a:r>
          </a:p>
        </p:txBody>
      </p:sp>
      <p:sp>
        <p:nvSpPr>
          <p:cNvPr id="233" name="p23-文本-0233">
            <a:extLst xmlns:a="http://schemas.openxmlformats.org/drawingml/2006/main">
              <a:ext uri="{FF2B5EF4-FFF2-40B4-BE49-F238E27FC236}">
                <a16:creationId xmlns:a16="http://schemas.microsoft.com/office/drawing/2014/main" id="{762371AB-1EB7-49D0-95DE-8AB73713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5302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优势：条件调节连续</a:t>
            </a:r>
          </a:p>
        </p:txBody>
      </p:sp>
      <p:sp>
        <p:nvSpPr>
          <p:cNvPr id="234" name="p23-文本-0234">
            <a:extLst xmlns:a="http://schemas.openxmlformats.org/drawingml/2006/main">
              <a:ext uri="{FF2B5EF4-FFF2-40B4-BE49-F238E27FC236}">
                <a16:creationId xmlns:a16="http://schemas.microsoft.com/office/drawing/2014/main" id="{B1FB1275-8F68-46D2-B8BB-05AB2310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772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记录批次、质量与厚度</a:t>
            </a:r>
          </a:p>
        </p:txBody>
      </p:sp>
      <p:sp>
        <p:nvSpPr>
          <p:cNvPr id="235" name="p23-矩形-0235">
            <a:extLst xmlns:a="http://schemas.openxmlformats.org/drawingml/2006/main">
              <a:ext uri="{FF2B5EF4-FFF2-40B4-BE49-F238E27FC236}">
                <a16:creationId xmlns:a16="http://schemas.microsoft.com/office/drawing/2014/main" id="{FD9FE0DF-022D-4CDE-9B3E-C9522271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05175"/>
            <a:ext cx="112395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9"/>
          </a:solidFill>
          <a:ln xmlns:a="http://schemas.openxmlformats.org/drawingml/2006/main" w="0">
            <a:noFill/>
          </a:ln>
        </p:spPr>
      </p:sp>
      <p:sp>
        <p:nvSpPr>
          <p:cNvPr id="236" name="p23-矩形-0236">
            <a:extLst xmlns:a="http://schemas.openxmlformats.org/drawingml/2006/main">
              <a:ext uri="{FF2B5EF4-FFF2-40B4-BE49-F238E27FC236}">
                <a16:creationId xmlns:a16="http://schemas.microsoft.com/office/drawing/2014/main" id="{F30A9FFA-4E60-4CE8-B1E4-4B17B110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05175"/>
            <a:ext cx="17145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37" name="p23-文本-0237">
            <a:extLst xmlns:a="http://schemas.openxmlformats.org/drawingml/2006/main">
              <a:ext uri="{FF2B5EF4-FFF2-40B4-BE49-F238E27FC236}">
                <a16:creationId xmlns:a16="http://schemas.microsoft.com/office/drawing/2014/main" id="{2B63C0B1-0FE9-4157-95A4-5FA0B094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" y="3596139"/>
            <a:ext cx="100488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表面沉积</a:t>
            </a:r>
          </a:p>
        </p:txBody>
      </p:sp>
      <p:sp>
        <p:nvSpPr>
          <p:cNvPr id="238" name="p23-文本-0238">
            <a:extLst xmlns:a="http://schemas.openxmlformats.org/drawingml/2006/main">
              <a:ext uri="{FF2B5EF4-FFF2-40B4-BE49-F238E27FC236}">
                <a16:creationId xmlns:a16="http://schemas.microsoft.com/office/drawing/2014/main" id="{41405149-D259-4E8B-BA7F-49B55D6B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7570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控制变量不同</a:t>
            </a:r>
          </a:p>
        </p:txBody>
      </p:sp>
      <p:sp>
        <p:nvSpPr>
          <p:cNvPr id="239" name="p23-文本-0239">
            <a:extLst xmlns:a="http://schemas.openxmlformats.org/drawingml/2006/main">
              <a:ext uri="{FF2B5EF4-FFF2-40B4-BE49-F238E27FC236}">
                <a16:creationId xmlns:a16="http://schemas.microsoft.com/office/drawing/2014/main" id="{28F56F38-8D3A-460F-9D4C-56E5DF05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614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保留独立记录</a:t>
            </a:r>
          </a:p>
        </p:txBody>
      </p:sp>
      <p:sp>
        <p:nvSpPr>
          <p:cNvPr id="240" name="p23-路径-0240">
            <a:extLst xmlns:a="http://schemas.openxmlformats.org/drawingml/2006/main">
              <a:ext uri="{FF2B5EF4-FFF2-40B4-BE49-F238E27FC236}">
                <a16:creationId xmlns:a16="http://schemas.microsoft.com/office/drawing/2014/main" id="{50D2874E-3051-40B2-9939-939E86AC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14725"/>
            <a:ext cx="2000250" cy="371475"/>
          </a:xfrm>
          <a:custGeom xmlns:a="http://schemas.openxmlformats.org/drawingml/2006/main">
            <a:pathLst>
              <a:path w="2000250" h="371475">
                <a:moveTo>
                  <a:pt x="0" y="142875"/>
                </a:moveTo>
                <a:lnTo>
                  <a:pt x="1560195" y="0"/>
                </a:lnTo>
                <a:lnTo>
                  <a:pt x="2000250" y="228600"/>
                </a:lnTo>
                <a:lnTo>
                  <a:pt x="440055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41" name="p23-路径-0241">
            <a:extLst xmlns:a="http://schemas.openxmlformats.org/drawingml/2006/main">
              <a:ext uri="{FF2B5EF4-FFF2-40B4-BE49-F238E27FC236}">
                <a16:creationId xmlns:a16="http://schemas.microsoft.com/office/drawing/2014/main" id="{188C5E09-ECC3-4E16-B84E-FF4D0DA0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95700"/>
            <a:ext cx="2000250" cy="371475"/>
          </a:xfrm>
          <a:custGeom xmlns:a="http://schemas.openxmlformats.org/drawingml/2006/main">
            <a:pathLst>
              <a:path w="2000250" h="371475">
                <a:moveTo>
                  <a:pt x="0" y="142875"/>
                </a:moveTo>
                <a:lnTo>
                  <a:pt x="1560195" y="0"/>
                </a:lnTo>
                <a:lnTo>
                  <a:pt x="2000250" y="228600"/>
                </a:lnTo>
                <a:lnTo>
                  <a:pt x="440055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42" name="p23-路径-0242">
            <a:extLst xmlns:a="http://schemas.openxmlformats.org/drawingml/2006/main">
              <a:ext uri="{FF2B5EF4-FFF2-40B4-BE49-F238E27FC236}">
                <a16:creationId xmlns:a16="http://schemas.microsoft.com/office/drawing/2014/main" id="{34DCD078-8820-40B7-8721-2C102006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76675"/>
            <a:ext cx="2000250" cy="371475"/>
          </a:xfrm>
          <a:custGeom xmlns:a="http://schemas.openxmlformats.org/drawingml/2006/main">
            <a:pathLst>
              <a:path w="2000250" h="371475">
                <a:moveTo>
                  <a:pt x="0" y="142875"/>
                </a:moveTo>
                <a:lnTo>
                  <a:pt x="1560195" y="0"/>
                </a:lnTo>
                <a:lnTo>
                  <a:pt x="2000250" y="228600"/>
                </a:lnTo>
                <a:lnTo>
                  <a:pt x="440055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43" name="p23-路径-0243">
            <a:extLst xmlns:a="http://schemas.openxmlformats.org/drawingml/2006/main">
              <a:ext uri="{FF2B5EF4-FFF2-40B4-BE49-F238E27FC236}">
                <a16:creationId xmlns:a16="http://schemas.microsoft.com/office/drawing/2014/main" id="{2A78CBE0-D42C-4856-8DEA-FEA975C1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57650"/>
            <a:ext cx="2000250" cy="371475"/>
          </a:xfrm>
          <a:custGeom xmlns:a="http://schemas.openxmlformats.org/drawingml/2006/main">
            <a:pathLst>
              <a:path w="2000250" h="371475">
                <a:moveTo>
                  <a:pt x="0" y="142875"/>
                </a:moveTo>
                <a:lnTo>
                  <a:pt x="1560195" y="0"/>
                </a:lnTo>
                <a:lnTo>
                  <a:pt x="2000250" y="228600"/>
                </a:lnTo>
                <a:lnTo>
                  <a:pt x="440055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244" name="p23-路径-0244">
            <a:extLst xmlns:a="http://schemas.openxmlformats.org/drawingml/2006/main">
              <a:ext uri="{FF2B5EF4-FFF2-40B4-BE49-F238E27FC236}">
                <a16:creationId xmlns:a16="http://schemas.microsoft.com/office/drawing/2014/main" id="{F7BE3597-5042-4640-BBD2-9C53F8B9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044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6" y="0"/>
                </a:moveTo>
                <a:lnTo>
                  <a:pt x="32956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1" y="6667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5" name="p23-路径-0245">
            <a:extLst xmlns:a="http://schemas.openxmlformats.org/drawingml/2006/main">
              <a:ext uri="{FF2B5EF4-FFF2-40B4-BE49-F238E27FC236}">
                <a16:creationId xmlns:a16="http://schemas.microsoft.com/office/drawing/2014/main" id="{777C824A-F26B-4125-BDFD-75ADD243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074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6" y="0"/>
                </a:moveTo>
                <a:lnTo>
                  <a:pt x="32956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1" y="6667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6" name="p23-路径-0246">
            <a:extLst xmlns:a="http://schemas.openxmlformats.org/drawingml/2006/main">
              <a:ext uri="{FF2B5EF4-FFF2-40B4-BE49-F238E27FC236}">
                <a16:creationId xmlns:a16="http://schemas.microsoft.com/office/drawing/2014/main" id="{19429049-2C23-48BE-9590-FB63BDCB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104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6" y="0"/>
                </a:moveTo>
                <a:lnTo>
                  <a:pt x="32956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1" y="6667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7" name="p23-路径-0247">
            <a:extLst xmlns:a="http://schemas.openxmlformats.org/drawingml/2006/main">
              <a:ext uri="{FF2B5EF4-FFF2-40B4-BE49-F238E27FC236}">
                <a16:creationId xmlns:a16="http://schemas.microsoft.com/office/drawing/2014/main" id="{40186F5F-40E8-4E1A-885C-33AD54C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134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7" y="0"/>
                </a:moveTo>
                <a:lnTo>
                  <a:pt x="32957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2" y="6667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8" name="p23-路径-0248">
            <a:extLst xmlns:a="http://schemas.openxmlformats.org/drawingml/2006/main">
              <a:ext uri="{FF2B5EF4-FFF2-40B4-BE49-F238E27FC236}">
                <a16:creationId xmlns:a16="http://schemas.microsoft.com/office/drawing/2014/main" id="{F4500A59-4C3B-4428-9F13-4729255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4163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7" y="0"/>
                </a:moveTo>
                <a:lnTo>
                  <a:pt x="32957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2" y="66675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9" name="p23-路径-0249">
            <a:extLst xmlns:a="http://schemas.openxmlformats.org/drawingml/2006/main">
              <a:ext uri="{FF2B5EF4-FFF2-40B4-BE49-F238E27FC236}">
                <a16:creationId xmlns:a16="http://schemas.microsoft.com/office/drawing/2014/main" id="{BAAA3859-9AC3-4986-B252-20D12E3E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194" y="4305300"/>
            <a:ext cx="94488" cy="142875"/>
          </a:xfrm>
          <a:custGeom xmlns:a="http://schemas.openxmlformats.org/drawingml/2006/main">
            <a:pathLst>
              <a:path w="94488" h="142875">
                <a:moveTo>
                  <a:pt x="32956" y="0"/>
                </a:moveTo>
                <a:lnTo>
                  <a:pt x="32956" y="66675"/>
                </a:lnTo>
                <a:lnTo>
                  <a:pt x="0" y="66675"/>
                </a:lnTo>
                <a:lnTo>
                  <a:pt x="47244" y="142875"/>
                </a:lnTo>
                <a:lnTo>
                  <a:pt x="94488" y="66675"/>
                </a:lnTo>
                <a:lnTo>
                  <a:pt x="61531" y="66675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0" name="p23-文本-0250">
            <a:extLst xmlns:a="http://schemas.openxmlformats.org/drawingml/2006/main">
              <a:ext uri="{FF2B5EF4-FFF2-40B4-BE49-F238E27FC236}">
                <a16:creationId xmlns:a16="http://schemas.microsoft.com/office/drawing/2014/main" id="{92ADC8E8-D8BE-47A1-91F5-45AA3DDA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9297" y="453180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固定基底状态</a:t>
            </a:r>
          </a:p>
        </p:txBody>
      </p:sp>
      <p:sp>
        <p:nvSpPr>
          <p:cNvPr id="251" name="p23-路径-0251">
            <a:extLst xmlns:a="http://schemas.openxmlformats.org/drawingml/2006/main">
              <a:ext uri="{FF2B5EF4-FFF2-40B4-BE49-F238E27FC236}">
                <a16:creationId xmlns:a16="http://schemas.microsoft.com/office/drawing/2014/main" id="{2D98B54B-EAB4-4131-A100-F5A52B4F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007168"/>
            <a:ext cx="485775" cy="177165"/>
          </a:xfrm>
          <a:custGeom xmlns:a="http://schemas.openxmlformats.org/drawingml/2006/main">
            <a:pathLst>
              <a:path w="485775" h="177165">
                <a:moveTo>
                  <a:pt x="0" y="126683"/>
                </a:moveTo>
                <a:lnTo>
                  <a:pt x="342900" y="126683"/>
                </a:lnTo>
                <a:lnTo>
                  <a:pt x="342900" y="177165"/>
                </a:lnTo>
                <a:lnTo>
                  <a:pt x="485775" y="88583"/>
                </a:lnTo>
                <a:lnTo>
                  <a:pt x="342900" y="0"/>
                </a:lnTo>
                <a:lnTo>
                  <a:pt x="342900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2" name="p23-矩形-0252">
            <a:extLst xmlns:a="http://schemas.openxmlformats.org/drawingml/2006/main">
              <a:ext uri="{FF2B5EF4-FFF2-40B4-BE49-F238E27FC236}">
                <a16:creationId xmlns:a16="http://schemas.microsoft.com/office/drawing/2014/main" id="{C4D1CCBF-7257-4611-BC5C-871CC51F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18383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53" name="p23-线-0253">
            <a:extLst xmlns:a="http://schemas.openxmlformats.org/drawingml/2006/main">
              <a:ext uri="{FF2B5EF4-FFF2-40B4-BE49-F238E27FC236}">
                <a16:creationId xmlns:a16="http://schemas.microsoft.com/office/drawing/2014/main" id="{37EF50CB-7EAA-4736-9FC6-4018EF71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4" name="p23-线-0254">
            <a:extLst xmlns:a="http://schemas.openxmlformats.org/drawingml/2006/main">
              <a:ext uri="{FF2B5EF4-FFF2-40B4-BE49-F238E27FC236}">
                <a16:creationId xmlns:a16="http://schemas.microsoft.com/office/drawing/2014/main" id="{D344EA00-3C26-4B18-BD80-4BCA540E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5" name="p23-线-0255">
            <a:extLst xmlns:a="http://schemas.openxmlformats.org/drawingml/2006/main">
              <a:ext uri="{FF2B5EF4-FFF2-40B4-BE49-F238E27FC236}">
                <a16:creationId xmlns:a16="http://schemas.microsoft.com/office/drawing/2014/main" id="{67656A3E-AFD4-45D2-A1DF-8977D991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6" name="p23-线-0256">
            <a:extLst xmlns:a="http://schemas.openxmlformats.org/drawingml/2006/main">
              <a:ext uri="{FF2B5EF4-FFF2-40B4-BE49-F238E27FC236}">
                <a16:creationId xmlns:a16="http://schemas.microsoft.com/office/drawing/2014/main" id="{7BD8BF4E-9B67-4CCD-BF06-B3AD5D2A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7" name="p23-线-0257">
            <a:extLst xmlns:a="http://schemas.openxmlformats.org/drawingml/2006/main">
              <a:ext uri="{FF2B5EF4-FFF2-40B4-BE49-F238E27FC236}">
                <a16:creationId xmlns:a16="http://schemas.microsoft.com/office/drawing/2014/main" id="{EAAB9F58-A2FA-4331-AA14-0F9B1300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8" name="p23-线-0258">
            <a:extLst xmlns:a="http://schemas.openxmlformats.org/drawingml/2006/main">
              <a:ext uri="{FF2B5EF4-FFF2-40B4-BE49-F238E27FC236}">
                <a16:creationId xmlns:a16="http://schemas.microsoft.com/office/drawing/2014/main" id="{A5D17C76-3CD7-4511-AF5D-0832CC00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59" name="p23-线-0259">
            <a:extLst xmlns:a="http://schemas.openxmlformats.org/drawingml/2006/main">
              <a:ext uri="{FF2B5EF4-FFF2-40B4-BE49-F238E27FC236}">
                <a16:creationId xmlns:a16="http://schemas.microsoft.com/office/drawing/2014/main" id="{A48A4F63-13F5-4223-82C2-BE5AB7C6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0" name="p23-线-0260">
            <a:extLst xmlns:a="http://schemas.openxmlformats.org/drawingml/2006/main">
              <a:ext uri="{FF2B5EF4-FFF2-40B4-BE49-F238E27FC236}">
                <a16:creationId xmlns:a16="http://schemas.microsoft.com/office/drawing/2014/main" id="{86020901-B7ED-4031-B326-37A95AE3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1" name="p23-线-0261">
            <a:extLst xmlns:a="http://schemas.openxmlformats.org/drawingml/2006/main">
              <a:ext uri="{FF2B5EF4-FFF2-40B4-BE49-F238E27FC236}">
                <a16:creationId xmlns:a16="http://schemas.microsoft.com/office/drawing/2014/main" id="{3888BC1D-969C-4E67-BD80-75CAF9D0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2" name="p23-线-0262">
            <a:extLst xmlns:a="http://schemas.openxmlformats.org/drawingml/2006/main">
              <a:ext uri="{FF2B5EF4-FFF2-40B4-BE49-F238E27FC236}">
                <a16:creationId xmlns:a16="http://schemas.microsoft.com/office/drawing/2014/main" id="{A062340E-5CAB-4D2B-99DB-DDEC0F2A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3" name="p23-线-0263">
            <a:extLst xmlns:a="http://schemas.openxmlformats.org/drawingml/2006/main">
              <a:ext uri="{FF2B5EF4-FFF2-40B4-BE49-F238E27FC236}">
                <a16:creationId xmlns:a16="http://schemas.microsoft.com/office/drawing/2014/main" id="{B32B2EF9-C337-4899-A2BE-64E143C1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4" name="p23-线-0264">
            <a:extLst xmlns:a="http://schemas.openxmlformats.org/drawingml/2006/main">
              <a:ext uri="{FF2B5EF4-FFF2-40B4-BE49-F238E27FC236}">
                <a16:creationId xmlns:a16="http://schemas.microsoft.com/office/drawing/2014/main" id="{22096733-29BA-499A-A07F-45D8B905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5" name="p23-线-0265">
            <a:extLst xmlns:a="http://schemas.openxmlformats.org/drawingml/2006/main">
              <a:ext uri="{FF2B5EF4-FFF2-40B4-BE49-F238E27FC236}">
                <a16:creationId xmlns:a16="http://schemas.microsoft.com/office/drawing/2014/main" id="{2848A432-35D7-4B39-9976-FB112EC1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6" name="p23-线-0266">
            <a:extLst xmlns:a="http://schemas.openxmlformats.org/drawingml/2006/main">
              <a:ext uri="{FF2B5EF4-FFF2-40B4-BE49-F238E27FC236}">
                <a16:creationId xmlns:a16="http://schemas.microsoft.com/office/drawing/2014/main" id="{8C0B9364-04B7-491A-8989-AB806028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7" name="p23-线-0267">
            <a:extLst xmlns:a="http://schemas.openxmlformats.org/drawingml/2006/main">
              <a:ext uri="{FF2B5EF4-FFF2-40B4-BE49-F238E27FC236}">
                <a16:creationId xmlns:a16="http://schemas.microsoft.com/office/drawing/2014/main" id="{B96B84B1-2F16-4457-8EB2-B9A76331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68" name="p23-线-0268">
            <a:extLst xmlns:a="http://schemas.openxmlformats.org/drawingml/2006/main">
              <a:ext uri="{FF2B5EF4-FFF2-40B4-BE49-F238E27FC236}">
                <a16:creationId xmlns:a16="http://schemas.microsoft.com/office/drawing/2014/main" id="{B9DC20EC-EC90-4BF4-AB7A-CA83D99F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69" name="p23-线-0269">
            <a:extLst xmlns:a="http://schemas.openxmlformats.org/drawingml/2006/main">
              <a:ext uri="{FF2B5EF4-FFF2-40B4-BE49-F238E27FC236}">
                <a16:creationId xmlns:a16="http://schemas.microsoft.com/office/drawing/2014/main" id="{1A96C5DF-A65B-418C-AEF6-4D868E87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0" name="p23-线-0270">
            <a:extLst xmlns:a="http://schemas.openxmlformats.org/drawingml/2006/main">
              <a:ext uri="{FF2B5EF4-FFF2-40B4-BE49-F238E27FC236}">
                <a16:creationId xmlns:a16="http://schemas.microsoft.com/office/drawing/2014/main" id="{985F250C-64C8-40ED-BA74-DA758422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1" name="p23-线-0271">
            <a:extLst xmlns:a="http://schemas.openxmlformats.org/drawingml/2006/main">
              <a:ext uri="{FF2B5EF4-FFF2-40B4-BE49-F238E27FC236}">
                <a16:creationId xmlns:a16="http://schemas.microsoft.com/office/drawing/2014/main" id="{B4321151-26BC-4378-B7A5-4AD19DFB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2" name="p23-线-0272">
            <a:extLst xmlns:a="http://schemas.openxmlformats.org/drawingml/2006/main">
              <a:ext uri="{FF2B5EF4-FFF2-40B4-BE49-F238E27FC236}">
                <a16:creationId xmlns:a16="http://schemas.microsoft.com/office/drawing/2014/main" id="{B9761DE9-5B11-4065-95DC-F3D38ADE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3" name="p23-线-0273">
            <a:extLst xmlns:a="http://schemas.openxmlformats.org/drawingml/2006/main">
              <a:ext uri="{FF2B5EF4-FFF2-40B4-BE49-F238E27FC236}">
                <a16:creationId xmlns:a16="http://schemas.microsoft.com/office/drawing/2014/main" id="{9027CBA8-8A13-42E7-9B4B-0A5A2DD2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4" name="p23-线-0274">
            <a:extLst xmlns:a="http://schemas.openxmlformats.org/drawingml/2006/main">
              <a:ext uri="{FF2B5EF4-FFF2-40B4-BE49-F238E27FC236}">
                <a16:creationId xmlns:a16="http://schemas.microsoft.com/office/drawing/2014/main" id="{D4016E8A-5F7E-4BF5-B033-24E541BB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5" name="p23-线-0275">
            <a:extLst xmlns:a="http://schemas.openxmlformats.org/drawingml/2006/main">
              <a:ext uri="{FF2B5EF4-FFF2-40B4-BE49-F238E27FC236}">
                <a16:creationId xmlns:a16="http://schemas.microsoft.com/office/drawing/2014/main" id="{FEEA14F3-F0F9-485E-AD20-1107CC33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6" name="p23-线-0276">
            <a:extLst xmlns:a="http://schemas.openxmlformats.org/drawingml/2006/main">
              <a:ext uri="{FF2B5EF4-FFF2-40B4-BE49-F238E27FC236}">
                <a16:creationId xmlns:a16="http://schemas.microsoft.com/office/drawing/2014/main" id="{CFAF7C21-A4D8-4A1B-B30E-BC339B29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77" name="p23-线-0277">
            <a:extLst xmlns:a="http://schemas.openxmlformats.org/drawingml/2006/main">
              <a:ext uri="{FF2B5EF4-FFF2-40B4-BE49-F238E27FC236}">
                <a16:creationId xmlns:a16="http://schemas.microsoft.com/office/drawing/2014/main" id="{3273F363-5BFF-4262-8715-2139759E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8" name="p23-线-0278">
            <a:extLst xmlns:a="http://schemas.openxmlformats.org/drawingml/2006/main">
              <a:ext uri="{FF2B5EF4-FFF2-40B4-BE49-F238E27FC236}">
                <a16:creationId xmlns:a16="http://schemas.microsoft.com/office/drawing/2014/main" id="{D8ADB9B4-3346-456A-A7BD-1543F272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79" name="p23-线-0279">
            <a:extLst xmlns:a="http://schemas.openxmlformats.org/drawingml/2006/main">
              <a:ext uri="{FF2B5EF4-FFF2-40B4-BE49-F238E27FC236}">
                <a16:creationId xmlns:a16="http://schemas.microsoft.com/office/drawing/2014/main" id="{904A50A5-1C26-427D-8B0A-85851C33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0" name="p23-线-0280">
            <a:extLst xmlns:a="http://schemas.openxmlformats.org/drawingml/2006/main">
              <a:ext uri="{FF2B5EF4-FFF2-40B4-BE49-F238E27FC236}">
                <a16:creationId xmlns:a16="http://schemas.microsoft.com/office/drawing/2014/main" id="{043E80F8-705C-44A9-819D-79801CB5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5528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1" name="p23-线-0281">
            <a:extLst xmlns:a="http://schemas.openxmlformats.org/drawingml/2006/main">
              <a:ext uri="{FF2B5EF4-FFF2-40B4-BE49-F238E27FC236}">
                <a16:creationId xmlns:a16="http://schemas.microsoft.com/office/drawing/2014/main" id="{368A5355-2A68-49DD-8C7C-A5F56B63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2" name="p23-线-0282">
            <a:extLst xmlns:a="http://schemas.openxmlformats.org/drawingml/2006/main">
              <a:ext uri="{FF2B5EF4-FFF2-40B4-BE49-F238E27FC236}">
                <a16:creationId xmlns:a16="http://schemas.microsoft.com/office/drawing/2014/main" id="{C53274D4-D8C0-40F4-B3CF-11B5BB95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5528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3" name="p23-线-0283">
            <a:extLst xmlns:a="http://schemas.openxmlformats.org/drawingml/2006/main">
              <a:ext uri="{FF2B5EF4-FFF2-40B4-BE49-F238E27FC236}">
                <a16:creationId xmlns:a16="http://schemas.microsoft.com/office/drawing/2014/main" id="{CDFEDB9F-6756-419C-815C-480470F4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5528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4" name="p23-线-0284">
            <a:extLst xmlns:a="http://schemas.openxmlformats.org/drawingml/2006/main">
              <a:ext uri="{FF2B5EF4-FFF2-40B4-BE49-F238E27FC236}">
                <a16:creationId xmlns:a16="http://schemas.microsoft.com/office/drawing/2014/main" id="{863111BE-1625-49EA-B394-5CC70B33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5" name="p23-线-0285">
            <a:extLst xmlns:a="http://schemas.openxmlformats.org/drawingml/2006/main">
              <a:ext uri="{FF2B5EF4-FFF2-40B4-BE49-F238E27FC236}">
                <a16:creationId xmlns:a16="http://schemas.microsoft.com/office/drawing/2014/main" id="{EFF3B443-B1AB-4150-8965-AEEAC747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6" name="p23-线-0286">
            <a:extLst xmlns:a="http://schemas.openxmlformats.org/drawingml/2006/main">
              <a:ext uri="{FF2B5EF4-FFF2-40B4-BE49-F238E27FC236}">
                <a16:creationId xmlns:a16="http://schemas.microsoft.com/office/drawing/2014/main" id="{97CEE3AB-C916-41C4-98C1-4912CE67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87" name="p23-线-0287">
            <a:extLst xmlns:a="http://schemas.openxmlformats.org/drawingml/2006/main">
              <a:ext uri="{FF2B5EF4-FFF2-40B4-BE49-F238E27FC236}">
                <a16:creationId xmlns:a16="http://schemas.microsoft.com/office/drawing/2014/main" id="{6FBE0649-4C68-4B4B-9294-4D93FFDF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8" name="p23-线-0288">
            <a:extLst xmlns:a="http://schemas.openxmlformats.org/drawingml/2006/main">
              <a:ext uri="{FF2B5EF4-FFF2-40B4-BE49-F238E27FC236}">
                <a16:creationId xmlns:a16="http://schemas.microsoft.com/office/drawing/2014/main" id="{CFE76F32-F2BE-482F-B021-DD6103E3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9" name="p23-线-0289">
            <a:extLst xmlns:a="http://schemas.openxmlformats.org/drawingml/2006/main">
              <a:ext uri="{FF2B5EF4-FFF2-40B4-BE49-F238E27FC236}">
                <a16:creationId xmlns:a16="http://schemas.microsoft.com/office/drawing/2014/main" id="{CF52C329-0D13-4B9F-A6D7-3806F7E1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0" name="p23-线-0290">
            <a:extLst xmlns:a="http://schemas.openxmlformats.org/drawingml/2006/main">
              <a:ext uri="{FF2B5EF4-FFF2-40B4-BE49-F238E27FC236}">
                <a16:creationId xmlns:a16="http://schemas.microsoft.com/office/drawing/2014/main" id="{81077E66-2B25-48B1-BF65-C252BD66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1" name="p23-线-0291">
            <a:extLst xmlns:a="http://schemas.openxmlformats.org/drawingml/2006/main">
              <a:ext uri="{FF2B5EF4-FFF2-40B4-BE49-F238E27FC236}">
                <a16:creationId xmlns:a16="http://schemas.microsoft.com/office/drawing/2014/main" id="{F9FBFE69-9757-4C77-B4B5-7EC7878D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2" name="p23-线-0292">
            <a:extLst xmlns:a="http://schemas.openxmlformats.org/drawingml/2006/main">
              <a:ext uri="{FF2B5EF4-FFF2-40B4-BE49-F238E27FC236}">
                <a16:creationId xmlns:a16="http://schemas.microsoft.com/office/drawing/2014/main" id="{AE8F4DB0-9D11-40E4-A29C-99225EB8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3" name="p23-线-0293">
            <a:extLst xmlns:a="http://schemas.openxmlformats.org/drawingml/2006/main">
              <a:ext uri="{FF2B5EF4-FFF2-40B4-BE49-F238E27FC236}">
                <a16:creationId xmlns:a16="http://schemas.microsoft.com/office/drawing/2014/main" id="{4D17EC73-391A-4059-AAF4-4930C8BC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4" name="p23-线-0294">
            <a:extLst xmlns:a="http://schemas.openxmlformats.org/drawingml/2006/main">
              <a:ext uri="{FF2B5EF4-FFF2-40B4-BE49-F238E27FC236}">
                <a16:creationId xmlns:a16="http://schemas.microsoft.com/office/drawing/2014/main" id="{9D090630-61C1-45B9-8F36-C75FE16A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5" name="p23-线-0295">
            <a:extLst xmlns:a="http://schemas.openxmlformats.org/drawingml/2006/main">
              <a:ext uri="{FF2B5EF4-FFF2-40B4-BE49-F238E27FC236}">
                <a16:creationId xmlns:a16="http://schemas.microsoft.com/office/drawing/2014/main" id="{759229B7-ED45-4043-A8DF-F6057B96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6" name="p23-线-0296">
            <a:extLst xmlns:a="http://schemas.openxmlformats.org/drawingml/2006/main">
              <a:ext uri="{FF2B5EF4-FFF2-40B4-BE49-F238E27FC236}">
                <a16:creationId xmlns:a16="http://schemas.microsoft.com/office/drawing/2014/main" id="{4C921C73-9D57-40D6-828B-6867D877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7" name="p23-线-0297">
            <a:extLst xmlns:a="http://schemas.openxmlformats.org/drawingml/2006/main">
              <a:ext uri="{FF2B5EF4-FFF2-40B4-BE49-F238E27FC236}">
                <a16:creationId xmlns:a16="http://schemas.microsoft.com/office/drawing/2014/main" id="{85AF40A2-9EDD-440D-B8A8-EB426992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8" name="p23-线-0298">
            <a:extLst xmlns:a="http://schemas.openxmlformats.org/drawingml/2006/main">
              <a:ext uri="{FF2B5EF4-FFF2-40B4-BE49-F238E27FC236}">
                <a16:creationId xmlns:a16="http://schemas.microsoft.com/office/drawing/2014/main" id="{AC64A872-BD55-45C5-AC74-D3E47438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99" name="p23-线-0299">
            <a:extLst xmlns:a="http://schemas.openxmlformats.org/drawingml/2006/main">
              <a:ext uri="{FF2B5EF4-FFF2-40B4-BE49-F238E27FC236}">
                <a16:creationId xmlns:a16="http://schemas.microsoft.com/office/drawing/2014/main" id="{8D6507F4-772A-40DA-A2BA-C669458A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0" name="p23-线-0300">
            <a:extLst xmlns:a="http://schemas.openxmlformats.org/drawingml/2006/main">
              <a:ext uri="{FF2B5EF4-FFF2-40B4-BE49-F238E27FC236}">
                <a16:creationId xmlns:a16="http://schemas.microsoft.com/office/drawing/2014/main" id="{2F9EA29A-9241-4C42-AFD8-F380D21B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1" name="p23-线-0301">
            <a:extLst xmlns:a="http://schemas.openxmlformats.org/drawingml/2006/main">
              <a:ext uri="{FF2B5EF4-FFF2-40B4-BE49-F238E27FC236}">
                <a16:creationId xmlns:a16="http://schemas.microsoft.com/office/drawing/2014/main" id="{7854A72A-9385-4087-BE89-C7010575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2" name="p23-线-0302">
            <a:extLst xmlns:a="http://schemas.openxmlformats.org/drawingml/2006/main">
              <a:ext uri="{FF2B5EF4-FFF2-40B4-BE49-F238E27FC236}">
                <a16:creationId xmlns:a16="http://schemas.microsoft.com/office/drawing/2014/main" id="{A4A9F31A-9287-4140-AF26-8D6039CE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3" name="p23-线-0303">
            <a:extLst xmlns:a="http://schemas.openxmlformats.org/drawingml/2006/main">
              <a:ext uri="{FF2B5EF4-FFF2-40B4-BE49-F238E27FC236}">
                <a16:creationId xmlns:a16="http://schemas.microsoft.com/office/drawing/2014/main" id="{2E36AD64-5F1F-4A35-8B2B-8995FDE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4" name="p23-线-0304">
            <a:extLst xmlns:a="http://schemas.openxmlformats.org/drawingml/2006/main">
              <a:ext uri="{FF2B5EF4-FFF2-40B4-BE49-F238E27FC236}">
                <a16:creationId xmlns:a16="http://schemas.microsoft.com/office/drawing/2014/main" id="{216F1419-A9AE-4A3D-8B98-FCA6D089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5" name="p23-线-0305">
            <a:extLst xmlns:a="http://schemas.openxmlformats.org/drawingml/2006/main">
              <a:ext uri="{FF2B5EF4-FFF2-40B4-BE49-F238E27FC236}">
                <a16:creationId xmlns:a16="http://schemas.microsoft.com/office/drawing/2014/main" id="{24C2A7D4-19F7-4DE0-A399-047F937B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6" name="p23-线-0306">
            <a:extLst xmlns:a="http://schemas.openxmlformats.org/drawingml/2006/main">
              <a:ext uri="{FF2B5EF4-FFF2-40B4-BE49-F238E27FC236}">
                <a16:creationId xmlns:a16="http://schemas.microsoft.com/office/drawing/2014/main" id="{2488D092-3075-4CBE-91C3-6C901862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7" name="p23-线-0307">
            <a:extLst xmlns:a="http://schemas.openxmlformats.org/drawingml/2006/main">
              <a:ext uri="{FF2B5EF4-FFF2-40B4-BE49-F238E27FC236}">
                <a16:creationId xmlns:a16="http://schemas.microsoft.com/office/drawing/2014/main" id="{926A9808-948C-4AD3-84A0-861838A5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8" name="p23-线-0308">
            <a:extLst xmlns:a="http://schemas.openxmlformats.org/drawingml/2006/main">
              <a:ext uri="{FF2B5EF4-FFF2-40B4-BE49-F238E27FC236}">
                <a16:creationId xmlns:a16="http://schemas.microsoft.com/office/drawing/2014/main" id="{605ECE26-F2B3-4F5D-B600-E52F5758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09" name="p23-线-0309">
            <a:extLst xmlns:a="http://schemas.openxmlformats.org/drawingml/2006/main">
              <a:ext uri="{FF2B5EF4-FFF2-40B4-BE49-F238E27FC236}">
                <a16:creationId xmlns:a16="http://schemas.microsoft.com/office/drawing/2014/main" id="{3FABE71E-DAFC-4822-8734-EF8D50DE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0" name="p23-线-0310">
            <a:extLst xmlns:a="http://schemas.openxmlformats.org/drawingml/2006/main">
              <a:ext uri="{FF2B5EF4-FFF2-40B4-BE49-F238E27FC236}">
                <a16:creationId xmlns:a16="http://schemas.microsoft.com/office/drawing/2014/main" id="{0DAA8A27-796E-4519-820D-596B4F2C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1" name="p23-线-0311">
            <a:extLst xmlns:a="http://schemas.openxmlformats.org/drawingml/2006/main">
              <a:ext uri="{FF2B5EF4-FFF2-40B4-BE49-F238E27FC236}">
                <a16:creationId xmlns:a16="http://schemas.microsoft.com/office/drawing/2014/main" id="{194D355F-4183-418D-A335-57D7A3DD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7020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2" name="p23-线-0312">
            <a:extLst xmlns:a="http://schemas.openxmlformats.org/drawingml/2006/main">
              <a:ext uri="{FF2B5EF4-FFF2-40B4-BE49-F238E27FC236}">
                <a16:creationId xmlns:a16="http://schemas.microsoft.com/office/drawing/2014/main" id="{C9C4F8F2-E31A-462B-BD41-952514D3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3" name="p23-线-0313">
            <a:extLst xmlns:a="http://schemas.openxmlformats.org/drawingml/2006/main">
              <a:ext uri="{FF2B5EF4-FFF2-40B4-BE49-F238E27FC236}">
                <a16:creationId xmlns:a16="http://schemas.microsoft.com/office/drawing/2014/main" id="{8CB1786D-6E4E-43BE-9981-60B86A54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7020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4" name="p23-线-0314">
            <a:extLst xmlns:a="http://schemas.openxmlformats.org/drawingml/2006/main">
              <a:ext uri="{FF2B5EF4-FFF2-40B4-BE49-F238E27FC236}">
                <a16:creationId xmlns:a16="http://schemas.microsoft.com/office/drawing/2014/main" id="{6E45A016-DF47-4A24-921A-21120E74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20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5" name="p23-线-0315">
            <a:extLst xmlns:a="http://schemas.openxmlformats.org/drawingml/2006/main">
              <a:ext uri="{FF2B5EF4-FFF2-40B4-BE49-F238E27FC236}">
                <a16:creationId xmlns:a16="http://schemas.microsoft.com/office/drawing/2014/main" id="{53EE7D5F-592B-4468-BBBE-D93304E1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6" name="p23-线-0316">
            <a:extLst xmlns:a="http://schemas.openxmlformats.org/drawingml/2006/main">
              <a:ext uri="{FF2B5EF4-FFF2-40B4-BE49-F238E27FC236}">
                <a16:creationId xmlns:a16="http://schemas.microsoft.com/office/drawing/2014/main" id="{8E484AF9-4220-4FE8-B5FE-9314620A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7" name="p23-线-0317">
            <a:extLst xmlns:a="http://schemas.openxmlformats.org/drawingml/2006/main">
              <a:ext uri="{FF2B5EF4-FFF2-40B4-BE49-F238E27FC236}">
                <a16:creationId xmlns:a16="http://schemas.microsoft.com/office/drawing/2014/main" id="{513DCF4F-F5E7-4E52-96B7-8C4262C6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18" name="p23-线-0318">
            <a:extLst xmlns:a="http://schemas.openxmlformats.org/drawingml/2006/main">
              <a:ext uri="{FF2B5EF4-FFF2-40B4-BE49-F238E27FC236}">
                <a16:creationId xmlns:a16="http://schemas.microsoft.com/office/drawing/2014/main" id="{10A38CE8-75EE-456E-89D8-DBEC94F6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9" name="p23-线-0319">
            <a:extLst xmlns:a="http://schemas.openxmlformats.org/drawingml/2006/main">
              <a:ext uri="{FF2B5EF4-FFF2-40B4-BE49-F238E27FC236}">
                <a16:creationId xmlns:a16="http://schemas.microsoft.com/office/drawing/2014/main" id="{9D228953-8CD7-4CE7-87D6-18E6E7D8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0" name="p23-线-0320">
            <a:extLst xmlns:a="http://schemas.openxmlformats.org/drawingml/2006/main">
              <a:ext uri="{FF2B5EF4-FFF2-40B4-BE49-F238E27FC236}">
                <a16:creationId xmlns:a16="http://schemas.microsoft.com/office/drawing/2014/main" id="{EF3975E9-D2B7-4A39-86C0-07E59BA0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1" name="p23-线-0321">
            <a:extLst xmlns:a="http://schemas.openxmlformats.org/drawingml/2006/main">
              <a:ext uri="{FF2B5EF4-FFF2-40B4-BE49-F238E27FC236}">
                <a16:creationId xmlns:a16="http://schemas.microsoft.com/office/drawing/2014/main" id="{7830CA77-AFBC-48B4-9C18-A4D13ACD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2" name="p23-线-0322">
            <a:extLst xmlns:a="http://schemas.openxmlformats.org/drawingml/2006/main">
              <a:ext uri="{FF2B5EF4-FFF2-40B4-BE49-F238E27FC236}">
                <a16:creationId xmlns:a16="http://schemas.microsoft.com/office/drawing/2014/main" id="{C6E2D6F9-41EE-4AF2-8260-67D3D988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3" name="p23-线-0323">
            <a:extLst xmlns:a="http://schemas.openxmlformats.org/drawingml/2006/main">
              <a:ext uri="{FF2B5EF4-FFF2-40B4-BE49-F238E27FC236}">
                <a16:creationId xmlns:a16="http://schemas.microsoft.com/office/drawing/2014/main" id="{BBC91496-1B23-4183-8441-49676F29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4" name="p23-线-0324">
            <a:extLst xmlns:a="http://schemas.openxmlformats.org/drawingml/2006/main">
              <a:ext uri="{FF2B5EF4-FFF2-40B4-BE49-F238E27FC236}">
                <a16:creationId xmlns:a16="http://schemas.microsoft.com/office/drawing/2014/main" id="{A8E15D6F-26FF-4FD7-BA86-F2DD973C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5" name="p23-线-0325">
            <a:extLst xmlns:a="http://schemas.openxmlformats.org/drawingml/2006/main">
              <a:ext uri="{FF2B5EF4-FFF2-40B4-BE49-F238E27FC236}">
                <a16:creationId xmlns:a16="http://schemas.microsoft.com/office/drawing/2014/main" id="{10C1E728-C5A2-41E0-9F2D-033A8151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6" name="p23-线-0326">
            <a:extLst xmlns:a="http://schemas.openxmlformats.org/drawingml/2006/main">
              <a:ext uri="{FF2B5EF4-FFF2-40B4-BE49-F238E27FC236}">
                <a16:creationId xmlns:a16="http://schemas.microsoft.com/office/drawing/2014/main" id="{2DDC92DA-B9DA-4624-9148-08E7513E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27" name="p23-线-0327">
            <a:extLst xmlns:a="http://schemas.openxmlformats.org/drawingml/2006/main">
              <a:ext uri="{FF2B5EF4-FFF2-40B4-BE49-F238E27FC236}">
                <a16:creationId xmlns:a16="http://schemas.microsoft.com/office/drawing/2014/main" id="{D26E6CE5-869C-4817-A776-2957DCD5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8" name="p23-线-0328">
            <a:extLst xmlns:a="http://schemas.openxmlformats.org/drawingml/2006/main">
              <a:ext uri="{FF2B5EF4-FFF2-40B4-BE49-F238E27FC236}">
                <a16:creationId xmlns:a16="http://schemas.microsoft.com/office/drawing/2014/main" id="{4E5CC3EF-00E3-421F-9451-B132DC1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9" name="p23-线-0329">
            <a:extLst xmlns:a="http://schemas.openxmlformats.org/drawingml/2006/main">
              <a:ext uri="{FF2B5EF4-FFF2-40B4-BE49-F238E27FC236}">
                <a16:creationId xmlns:a16="http://schemas.microsoft.com/office/drawing/2014/main" id="{3307D267-BB1A-4E53-8C54-405DB2CA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0" name="p23-线-0330">
            <a:extLst xmlns:a="http://schemas.openxmlformats.org/drawingml/2006/main">
              <a:ext uri="{FF2B5EF4-FFF2-40B4-BE49-F238E27FC236}">
                <a16:creationId xmlns:a16="http://schemas.microsoft.com/office/drawing/2014/main" id="{00B4A8F3-FF03-4868-8318-97C1A50D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1" name="p23-线-0331">
            <a:extLst xmlns:a="http://schemas.openxmlformats.org/drawingml/2006/main">
              <a:ext uri="{FF2B5EF4-FFF2-40B4-BE49-F238E27FC236}">
                <a16:creationId xmlns:a16="http://schemas.microsoft.com/office/drawing/2014/main" id="{60C88F41-772B-4C44-AFE7-7AF9E99E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2" name="p23-线-0332">
            <a:extLst xmlns:a="http://schemas.openxmlformats.org/drawingml/2006/main">
              <a:ext uri="{FF2B5EF4-FFF2-40B4-BE49-F238E27FC236}">
                <a16:creationId xmlns:a16="http://schemas.microsoft.com/office/drawing/2014/main" id="{D1374DEE-A694-4463-8439-5DAABA4B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3" name="p23-线-0333">
            <a:extLst xmlns:a="http://schemas.openxmlformats.org/drawingml/2006/main">
              <a:ext uri="{FF2B5EF4-FFF2-40B4-BE49-F238E27FC236}">
                <a16:creationId xmlns:a16="http://schemas.microsoft.com/office/drawing/2014/main" id="{BBCE1A8A-1E42-42DF-B784-4C4ABA7C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4" name="p23-线-0334">
            <a:extLst xmlns:a="http://schemas.openxmlformats.org/drawingml/2006/main">
              <a:ext uri="{FF2B5EF4-FFF2-40B4-BE49-F238E27FC236}">
                <a16:creationId xmlns:a16="http://schemas.microsoft.com/office/drawing/2014/main" id="{AAB8080E-6439-45C6-91D2-6FA5A06F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5" name="p23-线-0335">
            <a:extLst xmlns:a="http://schemas.openxmlformats.org/drawingml/2006/main">
              <a:ext uri="{FF2B5EF4-FFF2-40B4-BE49-F238E27FC236}">
                <a16:creationId xmlns:a16="http://schemas.microsoft.com/office/drawing/2014/main" id="{F7ADBEC0-3748-4C7B-B3A2-23B030E5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6" name="p23-线-0336">
            <a:extLst xmlns:a="http://schemas.openxmlformats.org/drawingml/2006/main">
              <a:ext uri="{FF2B5EF4-FFF2-40B4-BE49-F238E27FC236}">
                <a16:creationId xmlns:a16="http://schemas.microsoft.com/office/drawing/2014/main" id="{B69C9041-4661-493C-B01C-9C295C21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7" name="p23-线-0337">
            <a:extLst xmlns:a="http://schemas.openxmlformats.org/drawingml/2006/main">
              <a:ext uri="{FF2B5EF4-FFF2-40B4-BE49-F238E27FC236}">
                <a16:creationId xmlns:a16="http://schemas.microsoft.com/office/drawing/2014/main" id="{1DDA0803-6EEF-48BE-92D3-3BC4FB21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38" name="p23-线-0338">
            <a:extLst xmlns:a="http://schemas.openxmlformats.org/drawingml/2006/main">
              <a:ext uri="{FF2B5EF4-FFF2-40B4-BE49-F238E27FC236}">
                <a16:creationId xmlns:a16="http://schemas.microsoft.com/office/drawing/2014/main" id="{E4F5557B-5AC4-4152-B4A3-4DDB617E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9" name="p23-线-0339">
            <a:extLst xmlns:a="http://schemas.openxmlformats.org/drawingml/2006/main">
              <a:ext uri="{FF2B5EF4-FFF2-40B4-BE49-F238E27FC236}">
                <a16:creationId xmlns:a16="http://schemas.microsoft.com/office/drawing/2014/main" id="{48F76C80-BC08-456D-9E10-2AE56CDF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0" name="p23-线-0340">
            <a:extLst xmlns:a="http://schemas.openxmlformats.org/drawingml/2006/main">
              <a:ext uri="{FF2B5EF4-FFF2-40B4-BE49-F238E27FC236}">
                <a16:creationId xmlns:a16="http://schemas.microsoft.com/office/drawing/2014/main" id="{091F2E9C-4922-4E79-872C-3A28E4D6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1" name="p23-线-0341">
            <a:extLst xmlns:a="http://schemas.openxmlformats.org/drawingml/2006/main">
              <a:ext uri="{FF2B5EF4-FFF2-40B4-BE49-F238E27FC236}">
                <a16:creationId xmlns:a16="http://schemas.microsoft.com/office/drawing/2014/main" id="{137D516C-A1A7-4E23-A0C7-9002C593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2" name="p23-线-0342">
            <a:extLst xmlns:a="http://schemas.openxmlformats.org/drawingml/2006/main">
              <a:ext uri="{FF2B5EF4-FFF2-40B4-BE49-F238E27FC236}">
                <a16:creationId xmlns:a16="http://schemas.microsoft.com/office/drawing/2014/main" id="{9A5DEFD5-EF47-41D7-9F84-F09B4A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8512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3" name="p23-线-0343">
            <a:extLst xmlns:a="http://schemas.openxmlformats.org/drawingml/2006/main">
              <a:ext uri="{FF2B5EF4-FFF2-40B4-BE49-F238E27FC236}">
                <a16:creationId xmlns:a16="http://schemas.microsoft.com/office/drawing/2014/main" id="{51A48230-D84B-4D8A-8974-178AF779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4" name="p23-线-0344">
            <a:extLst xmlns:a="http://schemas.openxmlformats.org/drawingml/2006/main">
              <a:ext uri="{FF2B5EF4-FFF2-40B4-BE49-F238E27FC236}">
                <a16:creationId xmlns:a16="http://schemas.microsoft.com/office/drawing/2014/main" id="{E694BCD8-33C0-4314-B4F8-AE0C8E2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385127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5" name="p23-线-0345">
            <a:extLst xmlns:a="http://schemas.openxmlformats.org/drawingml/2006/main">
              <a:ext uri="{FF2B5EF4-FFF2-40B4-BE49-F238E27FC236}">
                <a16:creationId xmlns:a16="http://schemas.microsoft.com/office/drawing/2014/main" id="{873E7051-0F69-48E4-8EBB-AA0AB18C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5127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6" name="p23-线-0346">
            <a:extLst xmlns:a="http://schemas.openxmlformats.org/drawingml/2006/main">
              <a:ext uri="{FF2B5EF4-FFF2-40B4-BE49-F238E27FC236}">
                <a16:creationId xmlns:a16="http://schemas.microsoft.com/office/drawing/2014/main" id="{ABF15556-12E6-4F74-BD5F-F780F91B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7" name="p23-线-0347">
            <a:extLst xmlns:a="http://schemas.openxmlformats.org/drawingml/2006/main">
              <a:ext uri="{FF2B5EF4-FFF2-40B4-BE49-F238E27FC236}">
                <a16:creationId xmlns:a16="http://schemas.microsoft.com/office/drawing/2014/main" id="{37520873-8F91-429E-BD1E-DF50C791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8" name="p23-线-0348">
            <a:extLst xmlns:a="http://schemas.openxmlformats.org/drawingml/2006/main">
              <a:ext uri="{FF2B5EF4-FFF2-40B4-BE49-F238E27FC236}">
                <a16:creationId xmlns:a16="http://schemas.microsoft.com/office/drawing/2014/main" id="{B97D1E0D-2038-4881-9F65-51076B1F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49" name="p23-线-0349">
            <a:extLst xmlns:a="http://schemas.openxmlformats.org/drawingml/2006/main">
              <a:ext uri="{FF2B5EF4-FFF2-40B4-BE49-F238E27FC236}">
                <a16:creationId xmlns:a16="http://schemas.microsoft.com/office/drawing/2014/main" id="{D53D6090-D366-4925-BD26-543DD12E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0" name="p23-线-0350">
            <a:extLst xmlns:a="http://schemas.openxmlformats.org/drawingml/2006/main">
              <a:ext uri="{FF2B5EF4-FFF2-40B4-BE49-F238E27FC236}">
                <a16:creationId xmlns:a16="http://schemas.microsoft.com/office/drawing/2014/main" id="{BAD79DEC-9D4D-4766-88DF-CE66B9CE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1" name="p23-线-0351">
            <a:extLst xmlns:a="http://schemas.openxmlformats.org/drawingml/2006/main">
              <a:ext uri="{FF2B5EF4-FFF2-40B4-BE49-F238E27FC236}">
                <a16:creationId xmlns:a16="http://schemas.microsoft.com/office/drawing/2014/main" id="{7B1A03EF-AAE5-40D2-836D-50E1ED2D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2" name="p23-线-0352">
            <a:extLst xmlns:a="http://schemas.openxmlformats.org/drawingml/2006/main">
              <a:ext uri="{FF2B5EF4-FFF2-40B4-BE49-F238E27FC236}">
                <a16:creationId xmlns:a16="http://schemas.microsoft.com/office/drawing/2014/main" id="{F9E1102D-EBBA-4E71-B9E1-03B31E00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3" name="p23-线-0353">
            <a:extLst xmlns:a="http://schemas.openxmlformats.org/drawingml/2006/main">
              <a:ext uri="{FF2B5EF4-FFF2-40B4-BE49-F238E27FC236}">
                <a16:creationId xmlns:a16="http://schemas.microsoft.com/office/drawing/2014/main" id="{9A81A6FB-8E61-466C-BFCA-4E2F48DC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4" name="p23-线-0354">
            <a:extLst xmlns:a="http://schemas.openxmlformats.org/drawingml/2006/main">
              <a:ext uri="{FF2B5EF4-FFF2-40B4-BE49-F238E27FC236}">
                <a16:creationId xmlns:a16="http://schemas.microsoft.com/office/drawing/2014/main" id="{3DBED99F-9AD6-4A8F-875A-47209FDA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5" name="p23-线-0355">
            <a:extLst xmlns:a="http://schemas.openxmlformats.org/drawingml/2006/main">
              <a:ext uri="{FF2B5EF4-FFF2-40B4-BE49-F238E27FC236}">
                <a16:creationId xmlns:a16="http://schemas.microsoft.com/office/drawing/2014/main" id="{AC25D216-1D80-4AEB-AB47-E2308009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6" name="p23-线-0356">
            <a:extLst xmlns:a="http://schemas.openxmlformats.org/drawingml/2006/main">
              <a:ext uri="{FF2B5EF4-FFF2-40B4-BE49-F238E27FC236}">
                <a16:creationId xmlns:a16="http://schemas.microsoft.com/office/drawing/2014/main" id="{ACDC5890-9723-47A6-94B5-7AA84DA4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7" name="p23-线-0357">
            <a:extLst xmlns:a="http://schemas.openxmlformats.org/drawingml/2006/main">
              <a:ext uri="{FF2B5EF4-FFF2-40B4-BE49-F238E27FC236}">
                <a16:creationId xmlns:a16="http://schemas.microsoft.com/office/drawing/2014/main" id="{0535D4BF-BB87-44A5-A2E2-DF59F9E7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58" name="p23-线-0358">
            <a:extLst xmlns:a="http://schemas.openxmlformats.org/drawingml/2006/main">
              <a:ext uri="{FF2B5EF4-FFF2-40B4-BE49-F238E27FC236}">
                <a16:creationId xmlns:a16="http://schemas.microsoft.com/office/drawing/2014/main" id="{8881FBD7-6F5B-4281-9A80-0850278D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9" name="p23-线-0359">
            <a:extLst xmlns:a="http://schemas.openxmlformats.org/drawingml/2006/main">
              <a:ext uri="{FF2B5EF4-FFF2-40B4-BE49-F238E27FC236}">
                <a16:creationId xmlns:a16="http://schemas.microsoft.com/office/drawing/2014/main" id="{92389938-2B88-4B33-8FAA-7AA39023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0" name="p23-线-0360">
            <a:extLst xmlns:a="http://schemas.openxmlformats.org/drawingml/2006/main">
              <a:ext uri="{FF2B5EF4-FFF2-40B4-BE49-F238E27FC236}">
                <a16:creationId xmlns:a16="http://schemas.microsoft.com/office/drawing/2014/main" id="{FFD5404F-A781-463D-9525-9B21F3C9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1" name="p23-线-0361">
            <a:extLst xmlns:a="http://schemas.openxmlformats.org/drawingml/2006/main">
              <a:ext uri="{FF2B5EF4-FFF2-40B4-BE49-F238E27FC236}">
                <a16:creationId xmlns:a16="http://schemas.microsoft.com/office/drawing/2014/main" id="{DC013D60-0B57-457F-B76E-91EEE53E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2" name="p23-线-0362">
            <a:extLst xmlns:a="http://schemas.openxmlformats.org/drawingml/2006/main">
              <a:ext uri="{FF2B5EF4-FFF2-40B4-BE49-F238E27FC236}">
                <a16:creationId xmlns:a16="http://schemas.microsoft.com/office/drawing/2014/main" id="{12827606-5EBE-4A50-BAD0-953A703D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3" name="p23-线-0363">
            <a:extLst xmlns:a="http://schemas.openxmlformats.org/drawingml/2006/main">
              <a:ext uri="{FF2B5EF4-FFF2-40B4-BE49-F238E27FC236}">
                <a16:creationId xmlns:a16="http://schemas.microsoft.com/office/drawing/2014/main" id="{BA9F595F-4A41-49DD-9762-B70FFA27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4" name="p23-线-0364">
            <a:extLst xmlns:a="http://schemas.openxmlformats.org/drawingml/2006/main">
              <a:ext uri="{FF2B5EF4-FFF2-40B4-BE49-F238E27FC236}">
                <a16:creationId xmlns:a16="http://schemas.microsoft.com/office/drawing/2014/main" id="{6B02ABB2-2830-4A50-847E-298A497D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5" name="p23-线-0365">
            <a:extLst xmlns:a="http://schemas.openxmlformats.org/drawingml/2006/main">
              <a:ext uri="{FF2B5EF4-FFF2-40B4-BE49-F238E27FC236}">
                <a16:creationId xmlns:a16="http://schemas.microsoft.com/office/drawing/2014/main" id="{CDAE21AF-4EE7-4160-9E35-D8473ACB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6" name="p23-线-0366">
            <a:extLst xmlns:a="http://schemas.openxmlformats.org/drawingml/2006/main">
              <a:ext uri="{FF2B5EF4-FFF2-40B4-BE49-F238E27FC236}">
                <a16:creationId xmlns:a16="http://schemas.microsoft.com/office/drawing/2014/main" id="{9F588B70-038D-44B6-8153-4415DD2D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7" name="p23-线-0367">
            <a:extLst xmlns:a="http://schemas.openxmlformats.org/drawingml/2006/main">
              <a:ext uri="{FF2B5EF4-FFF2-40B4-BE49-F238E27FC236}">
                <a16:creationId xmlns:a16="http://schemas.microsoft.com/office/drawing/2014/main" id="{AACAD0B7-1E8D-45EC-8153-1A0B789D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8" name="p23-线-0368">
            <a:extLst xmlns:a="http://schemas.openxmlformats.org/drawingml/2006/main">
              <a:ext uri="{FF2B5EF4-FFF2-40B4-BE49-F238E27FC236}">
                <a16:creationId xmlns:a16="http://schemas.microsoft.com/office/drawing/2014/main" id="{AFDC45DE-71FC-4797-B8BA-10F1E389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69" name="p23-线-0369">
            <a:extLst xmlns:a="http://schemas.openxmlformats.org/drawingml/2006/main">
              <a:ext uri="{FF2B5EF4-FFF2-40B4-BE49-F238E27FC236}">
                <a16:creationId xmlns:a16="http://schemas.microsoft.com/office/drawing/2014/main" id="{EEA4FFCE-C66A-4C4D-8AD2-1AF8CFDF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0" name="p23-线-0370">
            <a:extLst xmlns:a="http://schemas.openxmlformats.org/drawingml/2006/main">
              <a:ext uri="{FF2B5EF4-FFF2-40B4-BE49-F238E27FC236}">
                <a16:creationId xmlns:a16="http://schemas.microsoft.com/office/drawing/2014/main" id="{6C572FB0-F5CC-488E-923C-570DEFBF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1" name="p23-线-0371">
            <a:extLst xmlns:a="http://schemas.openxmlformats.org/drawingml/2006/main">
              <a:ext uri="{FF2B5EF4-FFF2-40B4-BE49-F238E27FC236}">
                <a16:creationId xmlns:a16="http://schemas.microsoft.com/office/drawing/2014/main" id="{9ADB67B8-C7E2-4EA0-9A0D-0C8AECCC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2" name="p23-线-0372">
            <a:extLst xmlns:a="http://schemas.openxmlformats.org/drawingml/2006/main">
              <a:ext uri="{FF2B5EF4-FFF2-40B4-BE49-F238E27FC236}">
                <a16:creationId xmlns:a16="http://schemas.microsoft.com/office/drawing/2014/main" id="{3D3E6062-7794-4F27-8BDD-645DDD31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3" name="p23-线-0373">
            <a:extLst xmlns:a="http://schemas.openxmlformats.org/drawingml/2006/main">
              <a:ext uri="{FF2B5EF4-FFF2-40B4-BE49-F238E27FC236}">
                <a16:creationId xmlns:a16="http://schemas.microsoft.com/office/drawing/2014/main" id="{CA3A2112-0E31-437F-AD0C-C3590040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00050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4" name="p23-线-0374">
            <a:extLst xmlns:a="http://schemas.openxmlformats.org/drawingml/2006/main">
              <a:ext uri="{FF2B5EF4-FFF2-40B4-BE49-F238E27FC236}">
                <a16:creationId xmlns:a16="http://schemas.microsoft.com/office/drawing/2014/main" id="{A9366E48-D9A1-448F-A8B0-D12C05BD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5" name="p23-线-0375">
            <a:extLst xmlns:a="http://schemas.openxmlformats.org/drawingml/2006/main">
              <a:ext uri="{FF2B5EF4-FFF2-40B4-BE49-F238E27FC236}">
                <a16:creationId xmlns:a16="http://schemas.microsoft.com/office/drawing/2014/main" id="{342EA2E2-AA0F-4D81-A9BB-005BF222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00050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76" name="p23-线-0376">
            <a:extLst xmlns:a="http://schemas.openxmlformats.org/drawingml/2006/main">
              <a:ext uri="{FF2B5EF4-FFF2-40B4-BE49-F238E27FC236}">
                <a16:creationId xmlns:a16="http://schemas.microsoft.com/office/drawing/2014/main" id="{24300BF7-25BD-472D-A7CE-31FAE7C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00050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7" name="p23-线-0377">
            <a:extLst xmlns:a="http://schemas.openxmlformats.org/drawingml/2006/main">
              <a:ext uri="{FF2B5EF4-FFF2-40B4-BE49-F238E27FC236}">
                <a16:creationId xmlns:a16="http://schemas.microsoft.com/office/drawing/2014/main" id="{E549DFFB-8D83-4FAA-9B26-F6D7EF68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8" name="p23-线-0378">
            <a:extLst xmlns:a="http://schemas.openxmlformats.org/drawingml/2006/main">
              <a:ext uri="{FF2B5EF4-FFF2-40B4-BE49-F238E27FC236}">
                <a16:creationId xmlns:a16="http://schemas.microsoft.com/office/drawing/2014/main" id="{C50B72DF-E27F-4D83-9F6D-B54E1056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9" name="p23-线-0379">
            <a:extLst xmlns:a="http://schemas.openxmlformats.org/drawingml/2006/main">
              <a:ext uri="{FF2B5EF4-FFF2-40B4-BE49-F238E27FC236}">
                <a16:creationId xmlns:a16="http://schemas.microsoft.com/office/drawing/2014/main" id="{8BD5206B-47DF-4D3B-919F-D39143F0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0" name="p23-线-0380">
            <a:extLst xmlns:a="http://schemas.openxmlformats.org/drawingml/2006/main">
              <a:ext uri="{FF2B5EF4-FFF2-40B4-BE49-F238E27FC236}">
                <a16:creationId xmlns:a16="http://schemas.microsoft.com/office/drawing/2014/main" id="{4C746775-A4A7-481D-9E1C-62B4CF33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1" name="p23-线-0381">
            <a:extLst xmlns:a="http://schemas.openxmlformats.org/drawingml/2006/main">
              <a:ext uri="{FF2B5EF4-FFF2-40B4-BE49-F238E27FC236}">
                <a16:creationId xmlns:a16="http://schemas.microsoft.com/office/drawing/2014/main" id="{FAEE2F0C-6D53-421D-9180-6D80F4BE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2" name="p23-线-0382">
            <a:extLst xmlns:a="http://schemas.openxmlformats.org/drawingml/2006/main">
              <a:ext uri="{FF2B5EF4-FFF2-40B4-BE49-F238E27FC236}">
                <a16:creationId xmlns:a16="http://schemas.microsoft.com/office/drawing/2014/main" id="{F4BFF236-CE05-487E-9BD0-EECBD9D4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3" name="p23-线-0383">
            <a:extLst xmlns:a="http://schemas.openxmlformats.org/drawingml/2006/main">
              <a:ext uri="{FF2B5EF4-FFF2-40B4-BE49-F238E27FC236}">
                <a16:creationId xmlns:a16="http://schemas.microsoft.com/office/drawing/2014/main" id="{618C80BF-D134-4FCA-A3B0-60C0891C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4" name="p23-线-0384">
            <a:extLst xmlns:a="http://schemas.openxmlformats.org/drawingml/2006/main">
              <a:ext uri="{FF2B5EF4-FFF2-40B4-BE49-F238E27FC236}">
                <a16:creationId xmlns:a16="http://schemas.microsoft.com/office/drawing/2014/main" id="{4E8E83FB-8BA0-41C6-ACC2-5632DF01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5" name="p23-线-0385">
            <a:extLst xmlns:a="http://schemas.openxmlformats.org/drawingml/2006/main">
              <a:ext uri="{FF2B5EF4-FFF2-40B4-BE49-F238E27FC236}">
                <a16:creationId xmlns:a16="http://schemas.microsoft.com/office/drawing/2014/main" id="{419448EC-9DB1-4A62-A710-0D79342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6" name="p23-线-0386">
            <a:extLst xmlns:a="http://schemas.openxmlformats.org/drawingml/2006/main">
              <a:ext uri="{FF2B5EF4-FFF2-40B4-BE49-F238E27FC236}">
                <a16:creationId xmlns:a16="http://schemas.microsoft.com/office/drawing/2014/main" id="{ED3E6447-EF65-49AF-94A4-B0995BC5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7" name="p23-线-0387">
            <a:extLst xmlns:a="http://schemas.openxmlformats.org/drawingml/2006/main">
              <a:ext uri="{FF2B5EF4-FFF2-40B4-BE49-F238E27FC236}">
                <a16:creationId xmlns:a16="http://schemas.microsoft.com/office/drawing/2014/main" id="{FD90881D-D149-4D06-B487-C72C55A6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8" name="p23-线-0388">
            <a:extLst xmlns:a="http://schemas.openxmlformats.org/drawingml/2006/main">
              <a:ext uri="{FF2B5EF4-FFF2-40B4-BE49-F238E27FC236}">
                <a16:creationId xmlns:a16="http://schemas.microsoft.com/office/drawing/2014/main" id="{1158EB78-24FE-4FF0-9EA8-84917C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89" name="p23-线-0389">
            <a:extLst xmlns:a="http://schemas.openxmlformats.org/drawingml/2006/main">
              <a:ext uri="{FF2B5EF4-FFF2-40B4-BE49-F238E27FC236}">
                <a16:creationId xmlns:a16="http://schemas.microsoft.com/office/drawing/2014/main" id="{E2AC12A0-3F5F-46A8-898E-2A96E70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0" name="p23-线-0390">
            <a:extLst xmlns:a="http://schemas.openxmlformats.org/drawingml/2006/main">
              <a:ext uri="{FF2B5EF4-FFF2-40B4-BE49-F238E27FC236}">
                <a16:creationId xmlns:a16="http://schemas.microsoft.com/office/drawing/2014/main" id="{2C322EF3-8BD8-4CAB-B839-2F74F392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1" name="p23-线-0391">
            <a:extLst xmlns:a="http://schemas.openxmlformats.org/drawingml/2006/main">
              <a:ext uri="{FF2B5EF4-FFF2-40B4-BE49-F238E27FC236}">
                <a16:creationId xmlns:a16="http://schemas.microsoft.com/office/drawing/2014/main" id="{D322C5BE-0601-4808-8DDB-8D44DAD7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2" name="p23-线-0392">
            <a:extLst xmlns:a="http://schemas.openxmlformats.org/drawingml/2006/main">
              <a:ext uri="{FF2B5EF4-FFF2-40B4-BE49-F238E27FC236}">
                <a16:creationId xmlns:a16="http://schemas.microsoft.com/office/drawing/2014/main" id="{060C2C43-9DC5-4872-ABF6-E142E5AE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3" name="p23-线-0393">
            <a:extLst xmlns:a="http://schemas.openxmlformats.org/drawingml/2006/main">
              <a:ext uri="{FF2B5EF4-FFF2-40B4-BE49-F238E27FC236}">
                <a16:creationId xmlns:a16="http://schemas.microsoft.com/office/drawing/2014/main" id="{9C1B6021-B269-4847-A786-6F0E9493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4" name="p23-线-0394">
            <a:extLst xmlns:a="http://schemas.openxmlformats.org/drawingml/2006/main">
              <a:ext uri="{FF2B5EF4-FFF2-40B4-BE49-F238E27FC236}">
                <a16:creationId xmlns:a16="http://schemas.microsoft.com/office/drawing/2014/main" id="{A95C3E56-C710-4056-BB84-BC182E37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5" name="p23-线-0395">
            <a:extLst xmlns:a="http://schemas.openxmlformats.org/drawingml/2006/main">
              <a:ext uri="{FF2B5EF4-FFF2-40B4-BE49-F238E27FC236}">
                <a16:creationId xmlns:a16="http://schemas.microsoft.com/office/drawing/2014/main" id="{C94CA43D-9C51-4D7B-9785-331C22F8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6" name="p23-线-0396">
            <a:extLst xmlns:a="http://schemas.openxmlformats.org/drawingml/2006/main">
              <a:ext uri="{FF2B5EF4-FFF2-40B4-BE49-F238E27FC236}">
                <a16:creationId xmlns:a16="http://schemas.microsoft.com/office/drawing/2014/main" id="{AFC04B39-CD83-41E0-B6FA-4066DAB1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7" name="p23-线-0397">
            <a:extLst xmlns:a="http://schemas.openxmlformats.org/drawingml/2006/main">
              <a:ext uri="{FF2B5EF4-FFF2-40B4-BE49-F238E27FC236}">
                <a16:creationId xmlns:a16="http://schemas.microsoft.com/office/drawing/2014/main" id="{39EB643F-7CD7-45FF-BE09-0B1D27D2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8" name="p23-线-0398">
            <a:extLst xmlns:a="http://schemas.openxmlformats.org/drawingml/2006/main">
              <a:ext uri="{FF2B5EF4-FFF2-40B4-BE49-F238E27FC236}">
                <a16:creationId xmlns:a16="http://schemas.microsoft.com/office/drawing/2014/main" id="{487BF7A6-1867-45D1-93DC-C29F41B1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99" name="p23-线-0399">
            <a:extLst xmlns:a="http://schemas.openxmlformats.org/drawingml/2006/main">
              <a:ext uri="{FF2B5EF4-FFF2-40B4-BE49-F238E27FC236}">
                <a16:creationId xmlns:a16="http://schemas.microsoft.com/office/drawing/2014/main" id="{F02A5949-8C28-4529-9DDC-0B21AD4F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0" name="p23-线-0400">
            <a:extLst xmlns:a="http://schemas.openxmlformats.org/drawingml/2006/main">
              <a:ext uri="{FF2B5EF4-FFF2-40B4-BE49-F238E27FC236}">
                <a16:creationId xmlns:a16="http://schemas.microsoft.com/office/drawing/2014/main" id="{C80E4DF8-CB05-4ED9-BFC8-5D1BAA80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1" name="p23-线-0401">
            <a:extLst xmlns:a="http://schemas.openxmlformats.org/drawingml/2006/main">
              <a:ext uri="{FF2B5EF4-FFF2-40B4-BE49-F238E27FC236}">
                <a16:creationId xmlns:a16="http://schemas.microsoft.com/office/drawing/2014/main" id="{2A093FF8-9546-4346-BD0F-79E3C619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2" name="p23-线-0402">
            <a:extLst xmlns:a="http://schemas.openxmlformats.org/drawingml/2006/main">
              <a:ext uri="{FF2B5EF4-FFF2-40B4-BE49-F238E27FC236}">
                <a16:creationId xmlns:a16="http://schemas.microsoft.com/office/drawing/2014/main" id="{625778E8-870E-4D32-931E-2FC947D0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3" name="p23-线-0403">
            <a:extLst xmlns:a="http://schemas.openxmlformats.org/drawingml/2006/main">
              <a:ext uri="{FF2B5EF4-FFF2-40B4-BE49-F238E27FC236}">
                <a16:creationId xmlns:a16="http://schemas.microsoft.com/office/drawing/2014/main" id="{44B39FBF-0EE3-4207-8DD6-A7171811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4" name="p23-线-0404">
            <a:extLst xmlns:a="http://schemas.openxmlformats.org/drawingml/2006/main">
              <a:ext uri="{FF2B5EF4-FFF2-40B4-BE49-F238E27FC236}">
                <a16:creationId xmlns:a16="http://schemas.microsoft.com/office/drawing/2014/main" id="{5416FC0D-D6D4-44D2-9E1B-E5C2D09A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14972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5" name="p23-线-0405">
            <a:extLst xmlns:a="http://schemas.openxmlformats.org/drawingml/2006/main">
              <a:ext uri="{FF2B5EF4-FFF2-40B4-BE49-F238E27FC236}">
                <a16:creationId xmlns:a16="http://schemas.microsoft.com/office/drawing/2014/main" id="{6D568157-4FFA-44A7-9E5E-D07D9EF8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6" name="p23-线-0406">
            <a:extLst xmlns:a="http://schemas.openxmlformats.org/drawingml/2006/main">
              <a:ext uri="{FF2B5EF4-FFF2-40B4-BE49-F238E27FC236}">
                <a16:creationId xmlns:a16="http://schemas.microsoft.com/office/drawing/2014/main" id="{DD18C8AD-5374-43DC-8DAE-6919C04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149725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07" name="p23-线-0407">
            <a:extLst xmlns:a="http://schemas.openxmlformats.org/drawingml/2006/main">
              <a:ext uri="{FF2B5EF4-FFF2-40B4-BE49-F238E27FC236}">
                <a16:creationId xmlns:a16="http://schemas.microsoft.com/office/drawing/2014/main" id="{046B610C-F610-4FBD-824E-C9B355DA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49725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8" name="p23-线-0408">
            <a:extLst xmlns:a="http://schemas.openxmlformats.org/drawingml/2006/main">
              <a:ext uri="{FF2B5EF4-FFF2-40B4-BE49-F238E27FC236}">
                <a16:creationId xmlns:a16="http://schemas.microsoft.com/office/drawing/2014/main" id="{B3AE9C4F-806F-4266-B9D5-43A83ECC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9" name="p23-线-0409">
            <a:extLst xmlns:a="http://schemas.openxmlformats.org/drawingml/2006/main">
              <a:ext uri="{FF2B5EF4-FFF2-40B4-BE49-F238E27FC236}">
                <a16:creationId xmlns:a16="http://schemas.microsoft.com/office/drawing/2014/main" id="{EAA46854-F764-4F6A-ABFB-3582112F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0" name="p23-线-0410">
            <a:extLst xmlns:a="http://schemas.openxmlformats.org/drawingml/2006/main">
              <a:ext uri="{FF2B5EF4-FFF2-40B4-BE49-F238E27FC236}">
                <a16:creationId xmlns:a16="http://schemas.microsoft.com/office/drawing/2014/main" id="{FF1E51A3-DA62-4D99-8918-C96BE380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11" name="p23-线-0411">
            <a:extLst xmlns:a="http://schemas.openxmlformats.org/drawingml/2006/main">
              <a:ext uri="{FF2B5EF4-FFF2-40B4-BE49-F238E27FC236}">
                <a16:creationId xmlns:a16="http://schemas.microsoft.com/office/drawing/2014/main" id="{35550DAD-FC6A-42BE-98A3-427B0604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2" name="p23-线-0412">
            <a:extLst xmlns:a="http://schemas.openxmlformats.org/drawingml/2006/main">
              <a:ext uri="{FF2B5EF4-FFF2-40B4-BE49-F238E27FC236}">
                <a16:creationId xmlns:a16="http://schemas.microsoft.com/office/drawing/2014/main" id="{A46C3242-ADE6-4247-AF98-D6BF5F2A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3" name="p23-线-0413">
            <a:extLst xmlns:a="http://schemas.openxmlformats.org/drawingml/2006/main">
              <a:ext uri="{FF2B5EF4-FFF2-40B4-BE49-F238E27FC236}">
                <a16:creationId xmlns:a16="http://schemas.microsoft.com/office/drawing/2014/main" id="{A0CA57EB-A448-432E-B042-C1940FC4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14" name="p23-线-0414">
            <a:extLst xmlns:a="http://schemas.openxmlformats.org/drawingml/2006/main">
              <a:ext uri="{FF2B5EF4-FFF2-40B4-BE49-F238E27FC236}">
                <a16:creationId xmlns:a16="http://schemas.microsoft.com/office/drawing/2014/main" id="{8A1A2DA3-8F39-40C7-B01C-E73D4735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5" name="p23-线-0415">
            <a:extLst xmlns:a="http://schemas.openxmlformats.org/drawingml/2006/main">
              <a:ext uri="{FF2B5EF4-FFF2-40B4-BE49-F238E27FC236}">
                <a16:creationId xmlns:a16="http://schemas.microsoft.com/office/drawing/2014/main" id="{BBA2DFBD-9F0A-425D-80A9-E596AF3A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6" name="p23-线-0416">
            <a:extLst xmlns:a="http://schemas.openxmlformats.org/drawingml/2006/main">
              <a:ext uri="{FF2B5EF4-FFF2-40B4-BE49-F238E27FC236}">
                <a16:creationId xmlns:a16="http://schemas.microsoft.com/office/drawing/2014/main" id="{1B5AF695-16DF-45EE-831A-89D0662B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17" name="p23-线-0417">
            <a:extLst xmlns:a="http://schemas.openxmlformats.org/drawingml/2006/main">
              <a:ext uri="{FF2B5EF4-FFF2-40B4-BE49-F238E27FC236}">
                <a16:creationId xmlns:a16="http://schemas.microsoft.com/office/drawing/2014/main" id="{FA20F722-7366-48DB-8D52-772F0B20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8" name="p23-线-0418">
            <a:extLst xmlns:a="http://schemas.openxmlformats.org/drawingml/2006/main">
              <a:ext uri="{FF2B5EF4-FFF2-40B4-BE49-F238E27FC236}">
                <a16:creationId xmlns:a16="http://schemas.microsoft.com/office/drawing/2014/main" id="{F3BFC052-E5CF-429E-9E0F-004BD26C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9" name="p23-线-0419">
            <a:extLst xmlns:a="http://schemas.openxmlformats.org/drawingml/2006/main">
              <a:ext uri="{FF2B5EF4-FFF2-40B4-BE49-F238E27FC236}">
                <a16:creationId xmlns:a16="http://schemas.microsoft.com/office/drawing/2014/main" id="{694A4F86-0469-4AF9-BE77-E4A34724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0" name="p23-线-0420">
            <a:extLst xmlns:a="http://schemas.openxmlformats.org/drawingml/2006/main">
              <a:ext uri="{FF2B5EF4-FFF2-40B4-BE49-F238E27FC236}">
                <a16:creationId xmlns:a16="http://schemas.microsoft.com/office/drawing/2014/main" id="{5EB14CAA-ECE1-412C-BFA9-689B431B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1" name="p23-线-0421">
            <a:extLst xmlns:a="http://schemas.openxmlformats.org/drawingml/2006/main">
              <a:ext uri="{FF2B5EF4-FFF2-40B4-BE49-F238E27FC236}">
                <a16:creationId xmlns:a16="http://schemas.microsoft.com/office/drawing/2014/main" id="{3944B0EC-20FF-4994-B39E-6EA643EA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2" name="p23-线-0422">
            <a:extLst xmlns:a="http://schemas.openxmlformats.org/drawingml/2006/main">
              <a:ext uri="{FF2B5EF4-FFF2-40B4-BE49-F238E27FC236}">
                <a16:creationId xmlns:a16="http://schemas.microsoft.com/office/drawing/2014/main" id="{4E51ECDB-BF72-47E7-A9A7-0C83C3E0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3" name="p23-线-0423">
            <a:extLst xmlns:a="http://schemas.openxmlformats.org/drawingml/2006/main">
              <a:ext uri="{FF2B5EF4-FFF2-40B4-BE49-F238E27FC236}">
                <a16:creationId xmlns:a16="http://schemas.microsoft.com/office/drawing/2014/main" id="{00CD767E-4BEA-4C36-BBED-063465BA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4" name="p23-线-0424">
            <a:extLst xmlns:a="http://schemas.openxmlformats.org/drawingml/2006/main">
              <a:ext uri="{FF2B5EF4-FFF2-40B4-BE49-F238E27FC236}">
                <a16:creationId xmlns:a16="http://schemas.microsoft.com/office/drawing/2014/main" id="{9F8E3603-4EC0-4F6A-BD45-918B52CD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5" name="p23-线-0425">
            <a:extLst xmlns:a="http://schemas.openxmlformats.org/drawingml/2006/main">
              <a:ext uri="{FF2B5EF4-FFF2-40B4-BE49-F238E27FC236}">
                <a16:creationId xmlns:a16="http://schemas.microsoft.com/office/drawing/2014/main" id="{2AE22592-0502-4AA6-AAD4-1C255DA5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6" name="p23-线-0426">
            <a:extLst xmlns:a="http://schemas.openxmlformats.org/drawingml/2006/main">
              <a:ext uri="{FF2B5EF4-FFF2-40B4-BE49-F238E27FC236}">
                <a16:creationId xmlns:a16="http://schemas.microsoft.com/office/drawing/2014/main" id="{B26DB94B-F320-4C24-AFCE-A7B4EAD7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7" name="p23-线-0427">
            <a:extLst xmlns:a="http://schemas.openxmlformats.org/drawingml/2006/main">
              <a:ext uri="{FF2B5EF4-FFF2-40B4-BE49-F238E27FC236}">
                <a16:creationId xmlns:a16="http://schemas.microsoft.com/office/drawing/2014/main" id="{2B60A59E-9561-439F-84C8-4626BCD2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28" name="p23-线-0428">
            <a:extLst xmlns:a="http://schemas.openxmlformats.org/drawingml/2006/main">
              <a:ext uri="{FF2B5EF4-FFF2-40B4-BE49-F238E27FC236}">
                <a16:creationId xmlns:a16="http://schemas.microsoft.com/office/drawing/2014/main" id="{995B6014-5A52-4CDD-98CD-37DF7812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9" name="p23-线-0429">
            <a:extLst xmlns:a="http://schemas.openxmlformats.org/drawingml/2006/main">
              <a:ext uri="{FF2B5EF4-FFF2-40B4-BE49-F238E27FC236}">
                <a16:creationId xmlns:a16="http://schemas.microsoft.com/office/drawing/2014/main" id="{90B26B39-3CC0-4E0E-AFEF-272D412C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0" name="p23-线-0430">
            <a:extLst xmlns:a="http://schemas.openxmlformats.org/drawingml/2006/main">
              <a:ext uri="{FF2B5EF4-FFF2-40B4-BE49-F238E27FC236}">
                <a16:creationId xmlns:a16="http://schemas.microsoft.com/office/drawing/2014/main" id="{2907E049-EB86-4FE5-AE79-253CD504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1" name="p23-线-0431">
            <a:extLst xmlns:a="http://schemas.openxmlformats.org/drawingml/2006/main">
              <a:ext uri="{FF2B5EF4-FFF2-40B4-BE49-F238E27FC236}">
                <a16:creationId xmlns:a16="http://schemas.microsoft.com/office/drawing/2014/main" id="{6EBE1D0A-9FDC-45C5-AA2B-0A0DDA94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2" name="p23-线-0432">
            <a:extLst xmlns:a="http://schemas.openxmlformats.org/drawingml/2006/main">
              <a:ext uri="{FF2B5EF4-FFF2-40B4-BE49-F238E27FC236}">
                <a16:creationId xmlns:a16="http://schemas.microsoft.com/office/drawing/2014/main" id="{28CF2B96-8E8D-40FA-9107-D2EF229E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3" name="p23-线-0433">
            <a:extLst xmlns:a="http://schemas.openxmlformats.org/drawingml/2006/main">
              <a:ext uri="{FF2B5EF4-FFF2-40B4-BE49-F238E27FC236}">
                <a16:creationId xmlns:a16="http://schemas.microsoft.com/office/drawing/2014/main" id="{3A49DC8D-E65E-4D08-8486-80615ED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4" name="p23-线-0434">
            <a:extLst xmlns:a="http://schemas.openxmlformats.org/drawingml/2006/main">
              <a:ext uri="{FF2B5EF4-FFF2-40B4-BE49-F238E27FC236}">
                <a16:creationId xmlns:a16="http://schemas.microsoft.com/office/drawing/2014/main" id="{F9A8DE80-2469-4A36-9EB4-37EB6F24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5" name="p23-线-0435">
            <a:extLst xmlns:a="http://schemas.openxmlformats.org/drawingml/2006/main">
              <a:ext uri="{FF2B5EF4-FFF2-40B4-BE49-F238E27FC236}">
                <a16:creationId xmlns:a16="http://schemas.microsoft.com/office/drawing/2014/main" id="{E9E201B6-7A90-4FC1-BD9B-021A8957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298950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6" name="p23-线-0436">
            <a:extLst xmlns:a="http://schemas.openxmlformats.org/drawingml/2006/main">
              <a:ext uri="{FF2B5EF4-FFF2-40B4-BE49-F238E27FC236}">
                <a16:creationId xmlns:a16="http://schemas.microsoft.com/office/drawing/2014/main" id="{A71A1D9C-3610-427A-9B69-0044DA12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7" name="p23-线-0437">
            <a:extLst xmlns:a="http://schemas.openxmlformats.org/drawingml/2006/main">
              <a:ext uri="{FF2B5EF4-FFF2-40B4-BE49-F238E27FC236}">
                <a16:creationId xmlns:a16="http://schemas.microsoft.com/office/drawing/2014/main" id="{09DF05B4-5783-403A-BD20-B6E80289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298950"/>
            <a:ext cx="183832" cy="149225"/>
          </a:xfrm>
          <a:custGeom xmlns:a="http://schemas.openxmlformats.org/drawingml/2006/main">
            <a:pathLst>
              <a:path w="183832" h="149225">
                <a:moveTo>
                  <a:pt x="0" y="0"/>
                </a:moveTo>
                <a:lnTo>
                  <a:pt x="183832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38" name="p23-线-0438">
            <a:extLst xmlns:a="http://schemas.openxmlformats.org/drawingml/2006/main">
              <a:ext uri="{FF2B5EF4-FFF2-40B4-BE49-F238E27FC236}">
                <a16:creationId xmlns:a16="http://schemas.microsoft.com/office/drawing/2014/main" id="{5C79FDAF-2AAB-4F74-A767-4E2B964A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98950"/>
            <a:ext cx="95" cy="149225"/>
          </a:xfrm>
          <a:custGeom xmlns:a="http://schemas.openxmlformats.org/drawingml/2006/main">
            <a:pathLst>
              <a:path w="95" h="149225">
                <a:moveTo>
                  <a:pt x="0" y="0"/>
                </a:moveTo>
                <a:lnTo>
                  <a:pt x="0" y="149225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9" name="p23-线-0439">
            <a:extLst xmlns:a="http://schemas.openxmlformats.org/drawingml/2006/main">
              <a:ext uri="{FF2B5EF4-FFF2-40B4-BE49-F238E27FC236}">
                <a16:creationId xmlns:a16="http://schemas.microsoft.com/office/drawing/2014/main" id="{FB913294-1005-45FB-ABE4-0B742CF8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0" name="p23-线-0440">
            <a:extLst xmlns:a="http://schemas.openxmlformats.org/drawingml/2006/main">
              <a:ext uri="{FF2B5EF4-FFF2-40B4-BE49-F238E27FC236}">
                <a16:creationId xmlns:a16="http://schemas.microsoft.com/office/drawing/2014/main" id="{7ABBA1E1-40A4-4DE1-AE7A-B635F6A2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8783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1" name="p23-线-0441">
            <a:extLst xmlns:a="http://schemas.openxmlformats.org/drawingml/2006/main">
              <a:ext uri="{FF2B5EF4-FFF2-40B4-BE49-F238E27FC236}">
                <a16:creationId xmlns:a16="http://schemas.microsoft.com/office/drawing/2014/main" id="{E1E16CED-89BE-442B-A17E-1609BADC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2" name="p23-线-0442">
            <a:extLst xmlns:a="http://schemas.openxmlformats.org/drawingml/2006/main">
              <a:ext uri="{FF2B5EF4-FFF2-40B4-BE49-F238E27FC236}">
                <a16:creationId xmlns:a16="http://schemas.microsoft.com/office/drawing/2014/main" id="{E6B7D616-0D0B-4FB6-BDC6-E7137460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6448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3" name="p23-线-0443">
            <a:extLst xmlns:a="http://schemas.openxmlformats.org/drawingml/2006/main">
              <a:ext uri="{FF2B5EF4-FFF2-40B4-BE49-F238E27FC236}">
                <a16:creationId xmlns:a16="http://schemas.microsoft.com/office/drawing/2014/main" id="{5FAA892B-E367-498A-A6DD-466C1ABC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4" name="p23-线-0444">
            <a:extLst xmlns:a="http://schemas.openxmlformats.org/drawingml/2006/main">
              <a:ext uri="{FF2B5EF4-FFF2-40B4-BE49-F238E27FC236}">
                <a16:creationId xmlns:a16="http://schemas.microsoft.com/office/drawing/2014/main" id="{901563FC-21D6-4274-AEC2-44351A21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5" name="p23-线-0445">
            <a:extLst xmlns:a="http://schemas.openxmlformats.org/drawingml/2006/main">
              <a:ext uri="{FF2B5EF4-FFF2-40B4-BE49-F238E27FC236}">
                <a16:creationId xmlns:a16="http://schemas.microsoft.com/office/drawing/2014/main" id="{E29A7D10-7E48-471E-BD1E-82FEE2DC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945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6" name="p23-线-0446">
            <a:extLst xmlns:a="http://schemas.openxmlformats.org/drawingml/2006/main">
              <a:ext uri="{FF2B5EF4-FFF2-40B4-BE49-F238E27FC236}">
                <a16:creationId xmlns:a16="http://schemas.microsoft.com/office/drawing/2014/main" id="{9E9B1112-64B8-4A35-96B0-80313ECF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778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7" name="p23-线-0447">
            <a:extLst xmlns:a="http://schemas.openxmlformats.org/drawingml/2006/main">
              <a:ext uri="{FF2B5EF4-FFF2-40B4-BE49-F238E27FC236}">
                <a16:creationId xmlns:a16="http://schemas.microsoft.com/office/drawing/2014/main" id="{84F4BF38-D946-4B60-A95C-398F47E6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10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8" name="p23-线-0448">
            <a:extLst xmlns:a="http://schemas.openxmlformats.org/drawingml/2006/main">
              <a:ext uri="{FF2B5EF4-FFF2-40B4-BE49-F238E27FC236}">
                <a16:creationId xmlns:a16="http://schemas.microsoft.com/office/drawing/2014/main" id="{6B32B51B-C555-4FB3-8CAB-C6E8A25F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443" y="4448175"/>
            <a:ext cx="183832" cy="95"/>
          </a:xfrm>
          <a:custGeom xmlns:a="http://schemas.openxmlformats.org/drawingml/2006/main">
            <a:pathLst>
              <a:path w="183832" h="95">
                <a:moveTo>
                  <a:pt x="0" y="0"/>
                </a:moveTo>
                <a:lnTo>
                  <a:pt x="1838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9" name="p23-椭圆-0449">
            <a:extLst xmlns:a="http://schemas.openxmlformats.org/drawingml/2006/main">
              <a:ext uri="{FF2B5EF4-FFF2-40B4-BE49-F238E27FC236}">
                <a16:creationId xmlns:a16="http://schemas.microsoft.com/office/drawing/2014/main" id="{1FEC63B4-CF2C-4FDE-AF3E-FEC793C8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6739" y="3793640"/>
            <a:ext cx="144087" cy="1152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0" name="p23-椭圆-0450">
            <a:extLst xmlns:a="http://schemas.openxmlformats.org/drawingml/2006/main">
              <a:ext uri="{FF2B5EF4-FFF2-40B4-BE49-F238E27FC236}">
                <a16:creationId xmlns:a16="http://schemas.microsoft.com/office/drawing/2014/main" id="{17DAC4B7-BE54-48AD-8703-FF7A8CEE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9018" y="3789332"/>
            <a:ext cx="154859" cy="1238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1" name="p23-椭圆-0451">
            <a:extLst xmlns:a="http://schemas.openxmlformats.org/drawingml/2006/main">
              <a:ext uri="{FF2B5EF4-FFF2-40B4-BE49-F238E27FC236}">
                <a16:creationId xmlns:a16="http://schemas.microsoft.com/office/drawing/2014/main" id="{FFE3D173-5DA8-4281-8FCD-AA2C7546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370" y="3777881"/>
            <a:ext cx="183486" cy="1467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2" name="p23-椭圆-0452">
            <a:extLst xmlns:a="http://schemas.openxmlformats.org/drawingml/2006/main">
              <a:ext uri="{FF2B5EF4-FFF2-40B4-BE49-F238E27FC236}">
                <a16:creationId xmlns:a16="http://schemas.microsoft.com/office/drawing/2014/main" id="{34B2CC56-B9AB-4CA7-8857-6CCA6142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333" y="3791720"/>
            <a:ext cx="148888" cy="1191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3" name="p23-椭圆-0453">
            <a:extLst xmlns:a="http://schemas.openxmlformats.org/drawingml/2006/main">
              <a:ext uri="{FF2B5EF4-FFF2-40B4-BE49-F238E27FC236}">
                <a16:creationId xmlns:a16="http://schemas.microsoft.com/office/drawing/2014/main" id="{76DFBAB6-E634-4361-8FA3-8F469A27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914" y="3791652"/>
            <a:ext cx="149056" cy="1192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4" name="p23-椭圆-0454">
            <a:extLst xmlns:a="http://schemas.openxmlformats.org/drawingml/2006/main">
              <a:ext uri="{FF2B5EF4-FFF2-40B4-BE49-F238E27FC236}">
                <a16:creationId xmlns:a16="http://schemas.microsoft.com/office/drawing/2014/main" id="{D947A491-917F-42AF-93DE-E91E286F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353" y="4087782"/>
            <a:ext cx="154859" cy="1238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5" name="p23-椭圆-0455">
            <a:extLst xmlns:a="http://schemas.openxmlformats.org/drawingml/2006/main">
              <a:ext uri="{FF2B5EF4-FFF2-40B4-BE49-F238E27FC236}">
                <a16:creationId xmlns:a16="http://schemas.microsoft.com/office/drawing/2014/main" id="{D4D13B58-85DE-4A61-87A3-C1B27082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705" y="4076331"/>
            <a:ext cx="183486" cy="1467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6" name="p23-椭圆-0456">
            <a:extLst xmlns:a="http://schemas.openxmlformats.org/drawingml/2006/main">
              <a:ext uri="{FF2B5EF4-FFF2-40B4-BE49-F238E27FC236}">
                <a16:creationId xmlns:a16="http://schemas.microsoft.com/office/drawing/2014/main" id="{3B6F8A41-33D0-4761-B7DF-71BBAE5A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668" y="4090170"/>
            <a:ext cx="148888" cy="1191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7" name="p23-椭圆-0457">
            <a:extLst xmlns:a="http://schemas.openxmlformats.org/drawingml/2006/main">
              <a:ext uri="{FF2B5EF4-FFF2-40B4-BE49-F238E27FC236}">
                <a16:creationId xmlns:a16="http://schemas.microsoft.com/office/drawing/2014/main" id="{4CD6A33D-E29E-4001-92A2-F186D72E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249" y="4090102"/>
            <a:ext cx="149056" cy="1192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8" name="p23-椭圆-0458">
            <a:extLst xmlns:a="http://schemas.openxmlformats.org/drawingml/2006/main">
              <a:ext uri="{FF2B5EF4-FFF2-40B4-BE49-F238E27FC236}">
                <a16:creationId xmlns:a16="http://schemas.microsoft.com/office/drawing/2014/main" id="{CC029F93-29AC-4D16-8A02-F61480BE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686" y="4076319"/>
            <a:ext cx="183514" cy="14681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459" name="p23-路径-0459">
            <a:extLst xmlns:a="http://schemas.openxmlformats.org/drawingml/2006/main">
              <a:ext uri="{FF2B5EF4-FFF2-40B4-BE49-F238E27FC236}">
                <a16:creationId xmlns:a16="http://schemas.microsoft.com/office/drawing/2014/main" id="{6FBBFCFB-FAA9-4357-BEC1-95E8C4E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17711"/>
            <a:ext cx="1685925" cy="158055"/>
          </a:xfrm>
          <a:custGeom xmlns:a="http://schemas.openxmlformats.org/drawingml/2006/main">
            <a:pathLst>
              <a:path w="1685925" h="158055">
                <a:moveTo>
                  <a:pt x="0" y="64882"/>
                </a:moveTo>
                <a:lnTo>
                  <a:pt x="45044" y="43765"/>
                </a:lnTo>
                <a:lnTo>
                  <a:pt x="91029" y="27202"/>
                </a:lnTo>
                <a:lnTo>
                  <a:pt x="137909" y="14868"/>
                </a:lnTo>
                <a:lnTo>
                  <a:pt x="185640" y="6440"/>
                </a:lnTo>
                <a:lnTo>
                  <a:pt x="234177" y="1592"/>
                </a:lnTo>
                <a:lnTo>
                  <a:pt x="283475" y="0"/>
                </a:lnTo>
                <a:lnTo>
                  <a:pt x="333490" y="1339"/>
                </a:lnTo>
                <a:lnTo>
                  <a:pt x="384177" y="5286"/>
                </a:lnTo>
                <a:lnTo>
                  <a:pt x="435492" y="11514"/>
                </a:lnTo>
                <a:lnTo>
                  <a:pt x="487388" y="19699"/>
                </a:lnTo>
                <a:lnTo>
                  <a:pt x="592750" y="40645"/>
                </a:lnTo>
                <a:lnTo>
                  <a:pt x="699904" y="65525"/>
                </a:lnTo>
                <a:lnTo>
                  <a:pt x="808494" y="91743"/>
                </a:lnTo>
                <a:lnTo>
                  <a:pt x="918161" y="116702"/>
                </a:lnTo>
                <a:lnTo>
                  <a:pt x="1028547" y="137804"/>
                </a:lnTo>
                <a:lnTo>
                  <a:pt x="1083897" y="146098"/>
                </a:lnTo>
                <a:lnTo>
                  <a:pt x="1139294" y="152454"/>
                </a:lnTo>
                <a:lnTo>
                  <a:pt x="1194691" y="156548"/>
                </a:lnTo>
                <a:lnTo>
                  <a:pt x="1250045" y="158055"/>
                </a:lnTo>
                <a:lnTo>
                  <a:pt x="1305309" y="156650"/>
                </a:lnTo>
                <a:lnTo>
                  <a:pt x="1360441" y="152008"/>
                </a:lnTo>
                <a:lnTo>
                  <a:pt x="1415394" y="143806"/>
                </a:lnTo>
                <a:lnTo>
                  <a:pt x="1470125" y="131719"/>
                </a:lnTo>
                <a:lnTo>
                  <a:pt x="1524588" y="115421"/>
                </a:lnTo>
                <a:lnTo>
                  <a:pt x="1578739" y="94589"/>
                </a:lnTo>
                <a:lnTo>
                  <a:pt x="1632533" y="68897"/>
                </a:lnTo>
                <a:lnTo>
                  <a:pt x="1685925" y="3802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460" name="p23-文本-0460">
            <a:extLst xmlns:a="http://schemas.openxmlformats.org/drawingml/2006/main">
              <a:ext uri="{FF2B5EF4-FFF2-40B4-BE49-F238E27FC236}">
                <a16:creationId xmlns:a16="http://schemas.microsoft.com/office/drawing/2014/main" id="{ACC26766-E601-494A-8C33-34057019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797" y="453180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分步控制负载</a:t>
            </a:r>
          </a:p>
        </p:txBody>
      </p:sp>
      <p:sp>
        <p:nvSpPr>
          <p:cNvPr id="461" name="p23-路径-0461">
            <a:extLst xmlns:a="http://schemas.openxmlformats.org/drawingml/2006/main">
              <a:ext uri="{FF2B5EF4-FFF2-40B4-BE49-F238E27FC236}">
                <a16:creationId xmlns:a16="http://schemas.microsoft.com/office/drawing/2014/main" id="{BE795622-5DD7-4B8E-AD17-D6D1A43D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007168"/>
            <a:ext cx="485775" cy="177165"/>
          </a:xfrm>
          <a:custGeom xmlns:a="http://schemas.openxmlformats.org/drawingml/2006/main">
            <a:pathLst>
              <a:path w="485775" h="177165">
                <a:moveTo>
                  <a:pt x="0" y="126683"/>
                </a:moveTo>
                <a:lnTo>
                  <a:pt x="342900" y="126683"/>
                </a:lnTo>
                <a:lnTo>
                  <a:pt x="342900" y="177165"/>
                </a:lnTo>
                <a:lnTo>
                  <a:pt x="485775" y="88583"/>
                </a:lnTo>
                <a:lnTo>
                  <a:pt x="342900" y="0"/>
                </a:lnTo>
                <a:lnTo>
                  <a:pt x="342900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62" name="p23-文本-0462">
            <a:extLst xmlns:a="http://schemas.openxmlformats.org/drawingml/2006/main">
              <a:ext uri="{FF2B5EF4-FFF2-40B4-BE49-F238E27FC236}">
                <a16:creationId xmlns:a16="http://schemas.microsoft.com/office/drawing/2014/main" id="{838F5EB5-3D63-4AD1-A8C2-CFE76C45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98352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共同输出：可测样品</a:t>
            </a:r>
          </a:p>
        </p:txBody>
      </p:sp>
      <p:sp>
        <p:nvSpPr>
          <p:cNvPr id="463" name="p23-文本-0463">
            <a:extLst xmlns:a="http://schemas.openxmlformats.org/drawingml/2006/main">
              <a:ext uri="{FF2B5EF4-FFF2-40B4-BE49-F238E27FC236}">
                <a16:creationId xmlns:a16="http://schemas.microsoft.com/office/drawing/2014/main" id="{5C988083-EFEE-4FBA-BBE7-533DB6E0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0777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优势：空间位置明确</a:t>
            </a:r>
          </a:p>
        </p:txBody>
      </p:sp>
      <p:sp>
        <p:nvSpPr>
          <p:cNvPr id="464" name="p23-文本-0464">
            <a:extLst xmlns:a="http://schemas.openxmlformats.org/drawingml/2006/main">
              <a:ext uri="{FF2B5EF4-FFF2-40B4-BE49-F238E27FC236}">
                <a16:creationId xmlns:a16="http://schemas.microsoft.com/office/drawing/2014/main" id="{F977104B-473A-4A57-8EAB-7A5956D5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0320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记录批次、质量与厚度</a:t>
            </a:r>
          </a:p>
        </p:txBody>
      </p:sp>
      <p:sp>
        <p:nvSpPr>
          <p:cNvPr id="465" name="p23-路径-0465">
            <a:extLst xmlns:a="http://schemas.openxmlformats.org/drawingml/2006/main">
              <a:ext uri="{FF2B5EF4-FFF2-40B4-BE49-F238E27FC236}">
                <a16:creationId xmlns:a16="http://schemas.microsoft.com/office/drawing/2014/main" id="{6D917F6F-56E3-4793-81BA-F085307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38475"/>
            <a:ext cx="5457825" cy="2095500"/>
          </a:xfrm>
          <a:custGeom xmlns:a="http://schemas.openxmlformats.org/drawingml/2006/main">
            <a:pathLst>
              <a:path w="5457825" h="2095500">
                <a:moveTo>
                  <a:pt x="5457825" y="0"/>
                </a:moveTo>
                <a:lnTo>
                  <a:pt x="5457825" y="2095500"/>
                </a:lnTo>
                <a:lnTo>
                  <a:pt x="0" y="20955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365F85"/>
            </a:solidFill>
          </a:ln>
        </p:spPr>
      </p:sp>
      <p:sp>
        <p:nvSpPr>
          <p:cNvPr id="466" name="p23-路径-0466">
            <a:extLst xmlns:a="http://schemas.openxmlformats.org/drawingml/2006/main">
              <a:ext uri="{FF2B5EF4-FFF2-40B4-BE49-F238E27FC236}">
                <a16:creationId xmlns:a16="http://schemas.microsoft.com/office/drawing/2014/main" id="{4D623CDD-64AC-44FB-A478-E7E5470B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933950"/>
            <a:ext cx="95" cy="200025"/>
          </a:xfrm>
          <a:custGeom xmlns:a="http://schemas.openxmlformats.org/drawingml/2006/main">
            <a:pathLst>
              <a:path w="95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37F78"/>
            </a:solidFill>
          </a:ln>
        </p:spPr>
      </p:sp>
      <p:sp>
        <p:nvSpPr>
          <p:cNvPr id="467" name="p23-路径-0467">
            <a:extLst xmlns:a="http://schemas.openxmlformats.org/drawingml/2006/main">
              <a:ext uri="{FF2B5EF4-FFF2-40B4-BE49-F238E27FC236}">
                <a16:creationId xmlns:a16="http://schemas.microsoft.com/office/drawing/2014/main" id="{31E5B609-0F9D-47A1-9430-FABD7D31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25" y="5133975"/>
            <a:ext cx="99251" cy="133350"/>
          </a:xfrm>
          <a:custGeom xmlns:a="http://schemas.openxmlformats.org/drawingml/2006/main">
            <a:pathLst>
              <a:path w="99251" h="133350">
                <a:moveTo>
                  <a:pt x="21050" y="0"/>
                </a:moveTo>
                <a:lnTo>
                  <a:pt x="21050" y="53340"/>
                </a:lnTo>
                <a:lnTo>
                  <a:pt x="0" y="53340"/>
                </a:lnTo>
                <a:lnTo>
                  <a:pt x="49625" y="133350"/>
                </a:lnTo>
                <a:lnTo>
                  <a:pt x="99251" y="53340"/>
                </a:lnTo>
                <a:lnTo>
                  <a:pt x="78200" y="53340"/>
                </a:lnTo>
                <a:lnTo>
                  <a:pt x="78200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68" name="p23-矩形-0468">
            <a:extLst xmlns:a="http://schemas.openxmlformats.org/drawingml/2006/main">
              <a:ext uri="{FF2B5EF4-FFF2-40B4-BE49-F238E27FC236}">
                <a16:creationId xmlns:a16="http://schemas.microsoft.com/office/drawing/2014/main" id="{42F6F105-D6EA-4EBC-B402-C757635C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11239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E"/>
          </a:solidFill>
          <a:ln xmlns:a="http://schemas.openxmlformats.org/drawingml/2006/main" w="0">
            <a:noFill/>
          </a:ln>
        </p:spPr>
      </p:sp>
      <p:sp>
        <p:nvSpPr>
          <p:cNvPr id="469" name="p23-文本-0469">
            <a:extLst xmlns:a="http://schemas.openxmlformats.org/drawingml/2006/main">
              <a:ext uri="{FF2B5EF4-FFF2-40B4-BE49-F238E27FC236}">
                <a16:creationId xmlns:a16="http://schemas.microsoft.com/office/drawing/2014/main" id="{8C6C6B03-C215-4AAC-97D6-8E7FF238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2246"/>
            <a:ext cx="9244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共享验证</a:t>
            </a:r>
          </a:p>
        </p:txBody>
      </p:sp>
      <p:sp>
        <p:nvSpPr>
          <p:cNvPr id="470" name="p23-文本-0470">
            <a:extLst xmlns:a="http://schemas.openxmlformats.org/drawingml/2006/main">
              <a:ext uri="{FF2B5EF4-FFF2-40B4-BE49-F238E27FC236}">
                <a16:creationId xmlns:a16="http://schemas.microsoft.com/office/drawing/2014/main" id="{491D43DD-00FA-4B48-9E00-7190A0EE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52240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相同归一化基准</a:t>
            </a:r>
          </a:p>
        </p:txBody>
      </p:sp>
      <p:sp>
        <p:nvSpPr>
          <p:cNvPr id="471" name="p23-文本-0471">
            <a:extLst xmlns:a="http://schemas.openxmlformats.org/drawingml/2006/main">
              <a:ext uri="{FF2B5EF4-FFF2-40B4-BE49-F238E27FC236}">
                <a16:creationId xmlns:a16="http://schemas.microsoft.com/office/drawing/2014/main" id="{36BE3F1D-127E-4E18-AA65-EE8A6BB4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522402"/>
            <a:ext cx="16442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盲法读取动态响应</a:t>
            </a:r>
          </a:p>
        </p:txBody>
      </p:sp>
      <p:sp>
        <p:nvSpPr>
          <p:cNvPr id="472" name="p23-文本-0472">
            <a:extLst xmlns:a="http://schemas.openxmlformats.org/drawingml/2006/main">
              <a:ext uri="{FF2B5EF4-FFF2-40B4-BE49-F238E27FC236}">
                <a16:creationId xmlns:a16="http://schemas.microsoft.com/office/drawing/2014/main" id="{CE5EC744-CE41-4C83-A199-18B40430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52240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独立批次复核</a:t>
            </a:r>
          </a:p>
        </p:txBody>
      </p:sp>
      <p:sp>
        <p:nvSpPr>
          <p:cNvPr id="473" name="p23-文本-0473">
            <a:extLst xmlns:a="http://schemas.openxmlformats.org/drawingml/2006/main">
              <a:ext uri="{FF2B5EF4-FFF2-40B4-BE49-F238E27FC236}">
                <a16:creationId xmlns:a16="http://schemas.microsoft.com/office/drawing/2014/main" id="{7CF75FA8-E90B-4CB4-BCE9-F6951128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5848" y="6062007"/>
            <a:ext cx="70003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比较的是共同端点下的差异，而不是两套各自优化的测量口径</a:t>
            </a:r>
          </a:p>
        </p:txBody>
      </p:sp>
      <p:sp>
        <p:nvSpPr>
          <p:cNvPr id="474" name="p23-文本-0474">
            <a:extLst xmlns:a="http://schemas.openxmlformats.org/drawingml/2006/main">
              <a:ext uri="{FF2B5EF4-FFF2-40B4-BE49-F238E27FC236}">
                <a16:creationId xmlns:a16="http://schemas.microsoft.com/office/drawing/2014/main" id="{0262D654-95F7-4B74-AB9B-7D7F497D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082458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p24-矩形-0001">
            <a:extLst xmlns:a="http://schemas.openxmlformats.org/drawingml/2006/main">
              <a:ext uri="{FF2B5EF4-FFF2-40B4-BE49-F238E27FC236}">
                <a16:creationId xmlns:a16="http://schemas.microsoft.com/office/drawing/2014/main" id="{9D1BF91B-26FB-47AE-A0CB-6893996D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4-矩形-0002">
            <a:extLst xmlns:a="http://schemas.openxmlformats.org/drawingml/2006/main">
              <a:ext uri="{FF2B5EF4-FFF2-40B4-BE49-F238E27FC236}">
                <a16:creationId xmlns:a16="http://schemas.microsoft.com/office/drawing/2014/main" id="{CBA57579-CE15-4A5A-9B4F-0DC512A6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4-文本-0003">
            <a:extLst xmlns:a="http://schemas.openxmlformats.org/drawingml/2006/main">
              <a:ext uri="{FF2B5EF4-FFF2-40B4-BE49-F238E27FC236}">
                <a16:creationId xmlns:a16="http://schemas.microsoft.com/office/drawing/2014/main" id="{ADE143CE-7116-4BD7-867B-3D8D0F35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阶段计划以可验收产物驱动下一步</a:t>
            </a:r>
          </a:p>
        </p:txBody>
      </p:sp>
      <p:sp>
        <p:nvSpPr>
          <p:cNvPr id="4" name="p24-文本-0004">
            <a:extLst xmlns:a="http://schemas.openxmlformats.org/drawingml/2006/main">
              <a:ext uri="{FF2B5EF4-FFF2-40B4-BE49-F238E27FC236}">
                <a16:creationId xmlns:a16="http://schemas.microsoft.com/office/drawing/2014/main" id="{8FAA9A3A-960E-4770-8099-E865460C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基准建立、条件筛选、独立复测与失效分析分阶段推进</a:t>
            </a:r>
          </a:p>
        </p:txBody>
      </p:sp>
      <p:sp>
        <p:nvSpPr>
          <p:cNvPr id="5" name="p24-线-0005">
            <a:extLst xmlns:a="http://schemas.openxmlformats.org/drawingml/2006/main">
              <a:ext uri="{FF2B5EF4-FFF2-40B4-BE49-F238E27FC236}">
                <a16:creationId xmlns:a16="http://schemas.microsoft.com/office/drawing/2014/main" id="{3F775FEC-FC97-486D-B4EA-AF51E8F6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4-文本-0006">
            <a:extLst xmlns:a="http://schemas.openxmlformats.org/drawingml/2006/main">
              <a:ext uri="{FF2B5EF4-FFF2-40B4-BE49-F238E27FC236}">
                <a16:creationId xmlns:a16="http://schemas.microsoft.com/office/drawing/2014/main" id="{B81FD3E2-4B7E-4A2C-AB12-310A1BC7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7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窗口一</a:t>
            </a:r>
          </a:p>
        </p:txBody>
      </p:sp>
      <p:sp>
        <p:nvSpPr>
          <p:cNvPr id="7" name="p24-线-0007">
            <a:extLst xmlns:a="http://schemas.openxmlformats.org/drawingml/2006/main">
              <a:ext uri="{FF2B5EF4-FFF2-40B4-BE49-F238E27FC236}">
                <a16:creationId xmlns:a16="http://schemas.microsoft.com/office/drawing/2014/main" id="{D0808D2A-CF50-4F0E-BF44-929F96B2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8" name="p24-文本-0008">
            <a:extLst xmlns:a="http://schemas.openxmlformats.org/drawingml/2006/main">
              <a:ext uri="{FF2B5EF4-FFF2-40B4-BE49-F238E27FC236}">
                <a16:creationId xmlns:a16="http://schemas.microsoft.com/office/drawing/2014/main" id="{E2777BED-B2DF-40DF-A2EA-FDDADF45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20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窗口二</a:t>
            </a:r>
          </a:p>
        </p:txBody>
      </p:sp>
      <p:sp>
        <p:nvSpPr>
          <p:cNvPr id="9" name="p24-线-0009">
            <a:extLst xmlns:a="http://schemas.openxmlformats.org/drawingml/2006/main">
              <a:ext uri="{FF2B5EF4-FFF2-40B4-BE49-F238E27FC236}">
                <a16:creationId xmlns:a16="http://schemas.microsoft.com/office/drawing/2014/main" id="{B468BD6B-4408-4C34-8274-36F47EDD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0" name="p24-文本-0010">
            <a:extLst xmlns:a="http://schemas.openxmlformats.org/drawingml/2006/main">
              <a:ext uri="{FF2B5EF4-FFF2-40B4-BE49-F238E27FC236}">
                <a16:creationId xmlns:a16="http://schemas.microsoft.com/office/drawing/2014/main" id="{B7ECCE27-8266-4602-B013-88026A84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93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窗口三</a:t>
            </a:r>
          </a:p>
        </p:txBody>
      </p:sp>
      <p:sp>
        <p:nvSpPr>
          <p:cNvPr id="11" name="p24-线-0011">
            <a:extLst xmlns:a="http://schemas.openxmlformats.org/drawingml/2006/main">
              <a:ext uri="{FF2B5EF4-FFF2-40B4-BE49-F238E27FC236}">
                <a16:creationId xmlns:a16="http://schemas.microsoft.com/office/drawing/2014/main" id="{E6FB061A-929F-45B8-9B71-4B283DCE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2" name="p24-文本-0012">
            <a:extLst xmlns:a="http://schemas.openxmlformats.org/drawingml/2006/main">
              <a:ext uri="{FF2B5EF4-FFF2-40B4-BE49-F238E27FC236}">
                <a16:creationId xmlns:a16="http://schemas.microsoft.com/office/drawing/2014/main" id="{13407E68-2553-4CD8-B27D-FA977A29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66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窗口四</a:t>
            </a:r>
          </a:p>
        </p:txBody>
      </p:sp>
      <p:sp>
        <p:nvSpPr>
          <p:cNvPr id="13" name="p24-线-0013">
            <a:extLst xmlns:a="http://schemas.openxmlformats.org/drawingml/2006/main">
              <a:ext uri="{FF2B5EF4-FFF2-40B4-BE49-F238E27FC236}">
                <a16:creationId xmlns:a16="http://schemas.microsoft.com/office/drawing/2014/main" id="{78C8205E-69EB-4CD6-863D-C3CC3208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4" name="p24-文本-0014">
            <a:extLst xmlns:a="http://schemas.openxmlformats.org/drawingml/2006/main">
              <a:ext uri="{FF2B5EF4-FFF2-40B4-BE49-F238E27FC236}">
                <a16:creationId xmlns:a16="http://schemas.microsoft.com/office/drawing/2014/main" id="{B69B46B9-74D4-4F0E-83DF-F18A6662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39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窗口五</a:t>
            </a:r>
          </a:p>
        </p:txBody>
      </p:sp>
      <p:sp>
        <p:nvSpPr>
          <p:cNvPr id="15" name="p24-线-0015">
            <a:extLst xmlns:a="http://schemas.openxmlformats.org/drawingml/2006/main">
              <a:ext uri="{FF2B5EF4-FFF2-40B4-BE49-F238E27FC236}">
                <a16:creationId xmlns:a16="http://schemas.microsoft.com/office/drawing/2014/main" id="{E5E47A41-DEAF-417E-A90F-4044244A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6" name="p24-文本-0016">
            <a:extLst xmlns:a="http://schemas.openxmlformats.org/drawingml/2006/main">
              <a:ext uri="{FF2B5EF4-FFF2-40B4-BE49-F238E27FC236}">
                <a16:creationId xmlns:a16="http://schemas.microsoft.com/office/drawing/2014/main" id="{29B08F76-5B9B-45CD-9B9D-72A3788C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1370056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窗口六</a:t>
            </a:r>
          </a:p>
        </p:txBody>
      </p:sp>
      <p:sp>
        <p:nvSpPr>
          <p:cNvPr id="17" name="p24-线-0017">
            <a:extLst xmlns:a="http://schemas.openxmlformats.org/drawingml/2006/main">
              <a:ext uri="{FF2B5EF4-FFF2-40B4-BE49-F238E27FC236}">
                <a16:creationId xmlns:a16="http://schemas.microsoft.com/office/drawing/2014/main" id="{7F431543-A723-4D5E-A157-4A421E29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8" name="p24-线-0018">
            <a:extLst xmlns:a="http://schemas.openxmlformats.org/drawingml/2006/main">
              <a:ext uri="{FF2B5EF4-FFF2-40B4-BE49-F238E27FC236}">
                <a16:creationId xmlns:a16="http://schemas.microsoft.com/office/drawing/2014/main" id="{1357191E-11FF-448A-BEC0-723DD2A8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752600"/>
            <a:ext cx="95" cy="3076575"/>
          </a:xfrm>
          <a:custGeom xmlns:a="http://schemas.openxmlformats.org/drawingml/2006/main">
            <a:pathLst>
              <a:path w="9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9" name="p24-文本-0019">
            <a:extLst xmlns:a="http://schemas.openxmlformats.org/drawingml/2006/main">
              <a:ext uri="{FF2B5EF4-FFF2-40B4-BE49-F238E27FC236}">
                <a16:creationId xmlns:a16="http://schemas.microsoft.com/office/drawing/2014/main" id="{0ADDDF77-9AAF-4023-B2C5-0EC499F6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92824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基准与误差范围</a:t>
            </a:r>
          </a:p>
        </p:txBody>
      </p:sp>
      <p:sp>
        <p:nvSpPr>
          <p:cNvPr id="20" name="p24-矩形-0020">
            <a:extLst xmlns:a="http://schemas.openxmlformats.org/drawingml/2006/main">
              <a:ext uri="{FF2B5EF4-FFF2-40B4-BE49-F238E27FC236}">
                <a16:creationId xmlns:a16="http://schemas.microsoft.com/office/drawing/2014/main" id="{BFE20679-800F-40CF-91AE-E49B1FD9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3832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" name="p24-线-0021">
            <a:extLst xmlns:a="http://schemas.openxmlformats.org/drawingml/2006/main">
              <a:ext uri="{FF2B5EF4-FFF2-40B4-BE49-F238E27FC236}">
                <a16:creationId xmlns:a16="http://schemas.microsoft.com/office/drawing/2014/main" id="{61C00894-0E23-43D7-AAED-1873E8FA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3362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2" name="p24-文本-0022">
            <a:extLst xmlns:a="http://schemas.openxmlformats.org/drawingml/2006/main">
              <a:ext uri="{FF2B5EF4-FFF2-40B4-BE49-F238E27FC236}">
                <a16:creationId xmlns:a16="http://schemas.microsoft.com/office/drawing/2014/main" id="{DE207343-BB6E-4E9D-8572-E75B6094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83374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小规模条件筛选</a:t>
            </a:r>
          </a:p>
        </p:txBody>
      </p:sp>
      <p:sp>
        <p:nvSpPr>
          <p:cNvPr id="23" name="p24-矩形-0023">
            <a:extLst xmlns:a="http://schemas.openxmlformats.org/drawingml/2006/main">
              <a:ext uri="{FF2B5EF4-FFF2-40B4-BE49-F238E27FC236}">
                <a16:creationId xmlns:a16="http://schemas.microsoft.com/office/drawing/2014/main" id="{56C38978-AC34-4B51-9DAA-27E05233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2887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" name="p24-线-0024">
            <a:extLst xmlns:a="http://schemas.openxmlformats.org/drawingml/2006/main">
              <a:ext uri="{FF2B5EF4-FFF2-40B4-BE49-F238E27FC236}">
                <a16:creationId xmlns:a16="http://schemas.microsoft.com/office/drawing/2014/main" id="{49A0B408-02EB-44CF-A81D-DC01100A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2417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5" name="p24-文本-0025">
            <a:extLst xmlns:a="http://schemas.openxmlformats.org/drawingml/2006/main">
              <a:ext uri="{FF2B5EF4-FFF2-40B4-BE49-F238E27FC236}">
                <a16:creationId xmlns:a16="http://schemas.microsoft.com/office/drawing/2014/main" id="{86525FEE-279B-4130-BA57-BDFA6C54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73924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候选样品独立复测</a:t>
            </a:r>
          </a:p>
        </p:txBody>
      </p:sp>
      <p:sp>
        <p:nvSpPr>
          <p:cNvPr id="26" name="p24-矩形-0026">
            <a:extLst xmlns:a="http://schemas.openxmlformats.org/drawingml/2006/main">
              <a:ext uri="{FF2B5EF4-FFF2-40B4-BE49-F238E27FC236}">
                <a16:creationId xmlns:a16="http://schemas.microsoft.com/office/drawing/2014/main" id="{9938822C-2D64-41F7-BB17-C4E56BB0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19425"/>
            <a:ext cx="24003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" name="p24-线-0027">
            <a:extLst xmlns:a="http://schemas.openxmlformats.org/drawingml/2006/main">
              <a:ext uri="{FF2B5EF4-FFF2-40B4-BE49-F238E27FC236}">
                <a16:creationId xmlns:a16="http://schemas.microsoft.com/office/drawing/2014/main" id="{F2177ADB-26CE-4E28-8145-A0C0B30D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1472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8" name="p24-文本-0028">
            <a:extLst xmlns:a="http://schemas.openxmlformats.org/drawingml/2006/main">
              <a:ext uri="{FF2B5EF4-FFF2-40B4-BE49-F238E27FC236}">
                <a16:creationId xmlns:a16="http://schemas.microsoft.com/office/drawing/2014/main" id="{939B93DA-9462-4669-9BA4-30FD6D26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64474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失效模式与耐受窗口</a:t>
            </a:r>
          </a:p>
        </p:txBody>
      </p:sp>
      <p:sp>
        <p:nvSpPr>
          <p:cNvPr id="29" name="p24-矩形-0029">
            <a:extLst xmlns:a="http://schemas.openxmlformats.org/drawingml/2006/main">
              <a:ext uri="{FF2B5EF4-FFF2-40B4-BE49-F238E27FC236}">
                <a16:creationId xmlns:a16="http://schemas.microsoft.com/office/drawing/2014/main" id="{317E1C44-B38B-4E6A-BDC2-6A4B558A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997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30" name="p24-线-0030">
            <a:extLst xmlns:a="http://schemas.openxmlformats.org/drawingml/2006/main">
              <a:ext uri="{FF2B5EF4-FFF2-40B4-BE49-F238E27FC236}">
                <a16:creationId xmlns:a16="http://schemas.microsoft.com/office/drawing/2014/main" id="{DC48E1A2-DBF4-4E69-A7D2-85F1187A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0527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31" name="p24-文本-0031">
            <a:extLst xmlns:a="http://schemas.openxmlformats.org/drawingml/2006/main">
              <a:ext uri="{FF2B5EF4-FFF2-40B4-BE49-F238E27FC236}">
                <a16:creationId xmlns:a16="http://schemas.microsoft.com/office/drawing/2014/main" id="{4DF439A8-CF69-45C6-A16E-134F179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55024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汇总与可复现交付</a:t>
            </a:r>
          </a:p>
        </p:txBody>
      </p:sp>
      <p:sp>
        <p:nvSpPr>
          <p:cNvPr id="32" name="p24-矩形-0032">
            <a:extLst xmlns:a="http://schemas.openxmlformats.org/drawingml/2006/main">
              <a:ext uri="{FF2B5EF4-FFF2-40B4-BE49-F238E27FC236}">
                <a16:creationId xmlns:a16="http://schemas.microsoft.com/office/drawing/2014/main" id="{11217638-CC77-4BE8-B224-800888E0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0052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3" name="p24-线-0033">
            <a:extLst xmlns:a="http://schemas.openxmlformats.org/drawingml/2006/main">
              <a:ext uri="{FF2B5EF4-FFF2-40B4-BE49-F238E27FC236}">
                <a16:creationId xmlns:a16="http://schemas.microsoft.com/office/drawing/2014/main" id="{20BD1964-5E0D-42A5-A50D-DF6E2AB7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9582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34" name="p24-路径-0034">
            <a:extLst xmlns:a="http://schemas.openxmlformats.org/drawingml/2006/main">
              <a:ext uri="{FF2B5EF4-FFF2-40B4-BE49-F238E27FC236}">
                <a16:creationId xmlns:a16="http://schemas.microsoft.com/office/drawing/2014/main" id="{B5A3F444-27AD-47E5-AABB-61524358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19300"/>
            <a:ext cx="180975" cy="323850"/>
          </a:xfrm>
          <a:custGeom xmlns:a="http://schemas.openxmlformats.org/drawingml/2006/main">
            <a:pathLst>
              <a:path w="180975" h="323850">
                <a:moveTo>
                  <a:pt x="0" y="0"/>
                </a:moveTo>
                <a:lnTo>
                  <a:pt x="180975" y="0"/>
                </a:lnTo>
                <a:lnTo>
                  <a:pt x="180975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344E"/>
            </a:solidFill>
          </a:ln>
        </p:spPr>
      </p:sp>
      <p:sp>
        <p:nvSpPr>
          <p:cNvPr id="35" name="p24-路径-0035">
            <a:extLst xmlns:a="http://schemas.openxmlformats.org/drawingml/2006/main">
              <a:ext uri="{FF2B5EF4-FFF2-40B4-BE49-F238E27FC236}">
                <a16:creationId xmlns:a16="http://schemas.microsoft.com/office/drawing/2014/main" id="{0B0F18F8-8FFA-4C7F-9204-3322D5CD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681" y="2276475"/>
            <a:ext cx="94488" cy="152400"/>
          </a:xfrm>
          <a:custGeom xmlns:a="http://schemas.openxmlformats.org/drawingml/2006/main">
            <a:pathLst>
              <a:path w="94488" h="152400">
                <a:moveTo>
                  <a:pt x="28194" y="0"/>
                </a:moveTo>
                <a:lnTo>
                  <a:pt x="28194" y="76200"/>
                </a:lnTo>
                <a:lnTo>
                  <a:pt x="0" y="76200"/>
                </a:lnTo>
                <a:lnTo>
                  <a:pt x="47244" y="152400"/>
                </a:lnTo>
                <a:lnTo>
                  <a:pt x="94488" y="76200"/>
                </a:lnTo>
                <a:lnTo>
                  <a:pt x="66294" y="76200"/>
                </a:lnTo>
                <a:lnTo>
                  <a:pt x="66294" y="0"/>
                </a:lnTo>
                <a:close/>
              </a:path>
            </a:pathLst>
          </a:custGeom>
          <a:solidFill xmlns:a="http://schemas.openxmlformats.org/drawingml/2006/main">
            <a:srgbClr val="15344E"/>
          </a:solidFill>
          <a:ln xmlns:a="http://schemas.openxmlformats.org/drawingml/2006/main" w="0">
            <a:noFill/>
          </a:ln>
        </p:spPr>
      </p:sp>
      <p:sp>
        <p:nvSpPr>
          <p:cNvPr id="36" name="p24-路径-0036">
            <a:extLst xmlns:a="http://schemas.openxmlformats.org/drawingml/2006/main">
              <a:ext uri="{FF2B5EF4-FFF2-40B4-BE49-F238E27FC236}">
                <a16:creationId xmlns:a16="http://schemas.microsoft.com/office/drawing/2014/main" id="{B2A0A704-9587-4E9D-9B30-0B80C305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09850"/>
            <a:ext cx="180975" cy="323850"/>
          </a:xfrm>
          <a:custGeom xmlns:a="http://schemas.openxmlformats.org/drawingml/2006/main">
            <a:pathLst>
              <a:path w="180975" h="323850">
                <a:moveTo>
                  <a:pt x="0" y="0"/>
                </a:moveTo>
                <a:lnTo>
                  <a:pt x="180975" y="0"/>
                </a:lnTo>
                <a:lnTo>
                  <a:pt x="180975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344E"/>
            </a:solidFill>
          </a:ln>
        </p:spPr>
      </p:sp>
      <p:sp>
        <p:nvSpPr>
          <p:cNvPr id="37" name="p24-路径-0037">
            <a:extLst xmlns:a="http://schemas.openxmlformats.org/drawingml/2006/main">
              <a:ext uri="{FF2B5EF4-FFF2-40B4-BE49-F238E27FC236}">
                <a16:creationId xmlns:a16="http://schemas.microsoft.com/office/drawing/2014/main" id="{7428702E-65BA-480B-BF94-F434DA94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981" y="2867025"/>
            <a:ext cx="94488" cy="152400"/>
          </a:xfrm>
          <a:custGeom xmlns:a="http://schemas.openxmlformats.org/drawingml/2006/main">
            <a:pathLst>
              <a:path w="94488" h="152400">
                <a:moveTo>
                  <a:pt x="28194" y="0"/>
                </a:moveTo>
                <a:lnTo>
                  <a:pt x="28194" y="76200"/>
                </a:lnTo>
                <a:lnTo>
                  <a:pt x="0" y="76200"/>
                </a:lnTo>
                <a:lnTo>
                  <a:pt x="47244" y="152400"/>
                </a:lnTo>
                <a:lnTo>
                  <a:pt x="94488" y="76200"/>
                </a:lnTo>
                <a:lnTo>
                  <a:pt x="66294" y="76200"/>
                </a:lnTo>
                <a:lnTo>
                  <a:pt x="66294" y="0"/>
                </a:lnTo>
                <a:close/>
              </a:path>
            </a:pathLst>
          </a:custGeom>
          <a:solidFill xmlns:a="http://schemas.openxmlformats.org/drawingml/2006/main">
            <a:srgbClr val="15344E"/>
          </a:solidFill>
          <a:ln xmlns:a="http://schemas.openxmlformats.org/drawingml/2006/main" w="0">
            <a:noFill/>
          </a:ln>
        </p:spPr>
      </p:sp>
      <p:sp>
        <p:nvSpPr>
          <p:cNvPr id="38" name="p24-路径-0038">
            <a:extLst xmlns:a="http://schemas.openxmlformats.org/drawingml/2006/main">
              <a:ext uri="{FF2B5EF4-FFF2-40B4-BE49-F238E27FC236}">
                <a16:creationId xmlns:a16="http://schemas.microsoft.com/office/drawing/2014/main" id="{0C9208C4-B789-4687-A581-5DFEF5E1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180975" cy="323850"/>
          </a:xfrm>
          <a:custGeom xmlns:a="http://schemas.openxmlformats.org/drawingml/2006/main">
            <a:pathLst>
              <a:path w="180975" h="323850">
                <a:moveTo>
                  <a:pt x="0" y="0"/>
                </a:moveTo>
                <a:lnTo>
                  <a:pt x="180975" y="0"/>
                </a:lnTo>
                <a:lnTo>
                  <a:pt x="180975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344E"/>
            </a:solidFill>
          </a:ln>
        </p:spPr>
      </p:sp>
      <p:sp>
        <p:nvSpPr>
          <p:cNvPr id="39" name="p24-路径-0039">
            <a:extLst xmlns:a="http://schemas.openxmlformats.org/drawingml/2006/main">
              <a:ext uri="{FF2B5EF4-FFF2-40B4-BE49-F238E27FC236}">
                <a16:creationId xmlns:a16="http://schemas.microsoft.com/office/drawing/2014/main" id="{04E744BB-70DC-4EE9-B60D-22763954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581" y="3457575"/>
            <a:ext cx="94488" cy="152400"/>
          </a:xfrm>
          <a:custGeom xmlns:a="http://schemas.openxmlformats.org/drawingml/2006/main">
            <a:pathLst>
              <a:path w="94488" h="152400">
                <a:moveTo>
                  <a:pt x="28194" y="0"/>
                </a:moveTo>
                <a:lnTo>
                  <a:pt x="28194" y="76200"/>
                </a:lnTo>
                <a:lnTo>
                  <a:pt x="0" y="76200"/>
                </a:lnTo>
                <a:lnTo>
                  <a:pt x="47244" y="152400"/>
                </a:lnTo>
                <a:lnTo>
                  <a:pt x="94488" y="76200"/>
                </a:lnTo>
                <a:lnTo>
                  <a:pt x="66294" y="76200"/>
                </a:lnTo>
                <a:lnTo>
                  <a:pt x="66294" y="0"/>
                </a:lnTo>
                <a:close/>
              </a:path>
            </a:pathLst>
          </a:custGeom>
          <a:solidFill xmlns:a="http://schemas.openxmlformats.org/drawingml/2006/main">
            <a:srgbClr val="15344E"/>
          </a:solidFill>
          <a:ln xmlns:a="http://schemas.openxmlformats.org/drawingml/2006/main" w="0">
            <a:noFill/>
          </a:ln>
        </p:spPr>
      </p:sp>
      <p:sp>
        <p:nvSpPr>
          <p:cNvPr id="40" name="p24-路径-0040">
            <a:extLst xmlns:a="http://schemas.openxmlformats.org/drawingml/2006/main">
              <a:ext uri="{FF2B5EF4-FFF2-40B4-BE49-F238E27FC236}">
                <a16:creationId xmlns:a16="http://schemas.microsoft.com/office/drawing/2014/main" id="{CE6F409C-9E4F-4A79-95C8-CDC6C236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90950"/>
            <a:ext cx="180975" cy="323850"/>
          </a:xfrm>
          <a:custGeom xmlns:a="http://schemas.openxmlformats.org/drawingml/2006/main">
            <a:pathLst>
              <a:path w="180975" h="323850">
                <a:moveTo>
                  <a:pt x="0" y="0"/>
                </a:moveTo>
                <a:lnTo>
                  <a:pt x="180975" y="0"/>
                </a:lnTo>
                <a:lnTo>
                  <a:pt x="180975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5344E"/>
            </a:solidFill>
          </a:ln>
        </p:spPr>
      </p:sp>
      <p:sp>
        <p:nvSpPr>
          <p:cNvPr id="41" name="p24-路径-0041">
            <a:extLst xmlns:a="http://schemas.openxmlformats.org/drawingml/2006/main">
              <a:ext uri="{FF2B5EF4-FFF2-40B4-BE49-F238E27FC236}">
                <a16:creationId xmlns:a16="http://schemas.microsoft.com/office/drawing/2014/main" id="{032EB430-6CF8-4D04-878C-52737115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881" y="4048125"/>
            <a:ext cx="94488" cy="152400"/>
          </a:xfrm>
          <a:custGeom xmlns:a="http://schemas.openxmlformats.org/drawingml/2006/main">
            <a:pathLst>
              <a:path w="94488" h="152400">
                <a:moveTo>
                  <a:pt x="28194" y="0"/>
                </a:moveTo>
                <a:lnTo>
                  <a:pt x="28194" y="76200"/>
                </a:lnTo>
                <a:lnTo>
                  <a:pt x="0" y="76200"/>
                </a:lnTo>
                <a:lnTo>
                  <a:pt x="47244" y="152400"/>
                </a:lnTo>
                <a:lnTo>
                  <a:pt x="94488" y="76200"/>
                </a:lnTo>
                <a:lnTo>
                  <a:pt x="66294" y="76200"/>
                </a:lnTo>
                <a:lnTo>
                  <a:pt x="66294" y="0"/>
                </a:lnTo>
                <a:close/>
              </a:path>
            </a:pathLst>
          </a:custGeom>
          <a:solidFill xmlns:a="http://schemas.openxmlformats.org/drawingml/2006/main">
            <a:srgbClr val="15344E"/>
          </a:solidFill>
          <a:ln xmlns:a="http://schemas.openxmlformats.org/drawingml/2006/main" w="0">
            <a:noFill/>
          </a:ln>
        </p:spPr>
      </p:sp>
      <p:sp>
        <p:nvSpPr>
          <p:cNvPr id="42" name="p24-文本-0042">
            <a:extLst xmlns:a="http://schemas.openxmlformats.org/drawingml/2006/main">
              <a:ext uri="{FF2B5EF4-FFF2-40B4-BE49-F238E27FC236}">
                <a16:creationId xmlns:a16="http://schemas.microsoft.com/office/drawing/2014/main" id="{3E235B5A-B804-4B31-9387-731A675F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55124"/>
            <a:ext cx="6747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里程碑</a:t>
            </a:r>
          </a:p>
        </p:txBody>
      </p:sp>
      <p:sp>
        <p:nvSpPr>
          <p:cNvPr id="43" name="p24-路径-0043">
            <a:extLst xmlns:a="http://schemas.openxmlformats.org/drawingml/2006/main">
              <a:ext uri="{FF2B5EF4-FFF2-40B4-BE49-F238E27FC236}">
                <a16:creationId xmlns:a16="http://schemas.microsoft.com/office/drawing/2014/main" id="{35FED769-23C6-4992-9489-783F3E1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153025"/>
            <a:ext cx="209550" cy="209550"/>
          </a:xfrm>
          <a:custGeom xmlns:a="http://schemas.openxmlformats.org/drawingml/2006/main">
            <a:pathLst>
              <a:path w="209550" h="209550">
                <a:moveTo>
                  <a:pt x="104775" y="0"/>
                </a:moveTo>
                <a:lnTo>
                  <a:pt x="209550" y="104775"/>
                </a:lnTo>
                <a:lnTo>
                  <a:pt x="104775" y="20955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44" name="p24-文本-0044">
            <a:extLst xmlns:a="http://schemas.openxmlformats.org/drawingml/2006/main">
              <a:ext uri="{FF2B5EF4-FFF2-40B4-BE49-F238E27FC236}">
                <a16:creationId xmlns:a16="http://schemas.microsoft.com/office/drawing/2014/main" id="{684AAB31-0030-48EB-969C-EFB80C3D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0741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基准可用</a:t>
            </a:r>
          </a:p>
        </p:txBody>
      </p:sp>
      <p:sp>
        <p:nvSpPr>
          <p:cNvPr id="45" name="p24-文本-0045">
            <a:extLst xmlns:a="http://schemas.openxmlformats.org/drawingml/2006/main">
              <a:ext uri="{FF2B5EF4-FFF2-40B4-BE49-F238E27FC236}">
                <a16:creationId xmlns:a16="http://schemas.microsoft.com/office/drawing/2014/main" id="{253A5281-91ED-404A-8744-2CF9FF37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4848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误差边界明确</a:t>
            </a:r>
          </a:p>
        </p:txBody>
      </p:sp>
      <p:sp>
        <p:nvSpPr>
          <p:cNvPr id="46" name="p24-路径-0046">
            <a:extLst xmlns:a="http://schemas.openxmlformats.org/drawingml/2006/main">
              <a:ext uri="{FF2B5EF4-FFF2-40B4-BE49-F238E27FC236}">
                <a16:creationId xmlns:a16="http://schemas.microsoft.com/office/drawing/2014/main" id="{3FF08806-2332-4BE7-ACC1-155F9EC2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153025"/>
            <a:ext cx="209550" cy="209550"/>
          </a:xfrm>
          <a:custGeom xmlns:a="http://schemas.openxmlformats.org/drawingml/2006/main">
            <a:pathLst>
              <a:path w="209550" h="209550">
                <a:moveTo>
                  <a:pt x="104775" y="0"/>
                </a:moveTo>
                <a:lnTo>
                  <a:pt x="209550" y="104775"/>
                </a:lnTo>
                <a:lnTo>
                  <a:pt x="104775" y="20955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47" name="p24-文本-0047">
            <a:extLst xmlns:a="http://schemas.openxmlformats.org/drawingml/2006/main">
              <a:ext uri="{FF2B5EF4-FFF2-40B4-BE49-F238E27FC236}">
                <a16:creationId xmlns:a16="http://schemas.microsoft.com/office/drawing/2014/main" id="{5F0A10D0-7045-484D-AD21-2AF857A0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0741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候选收敛</a:t>
            </a:r>
          </a:p>
        </p:txBody>
      </p:sp>
      <p:sp>
        <p:nvSpPr>
          <p:cNvPr id="48" name="p24-文本-0048">
            <a:extLst xmlns:a="http://schemas.openxmlformats.org/drawingml/2006/main">
              <a:ext uri="{FF2B5EF4-FFF2-40B4-BE49-F238E27FC236}">
                <a16:creationId xmlns:a16="http://schemas.microsoft.com/office/drawing/2014/main" id="{CAD21FC2-4886-4B9E-AB35-0C64AE2C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848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进入独立复测</a:t>
            </a:r>
          </a:p>
        </p:txBody>
      </p:sp>
      <p:sp>
        <p:nvSpPr>
          <p:cNvPr id="49" name="p24-路径-0049">
            <a:extLst xmlns:a="http://schemas.openxmlformats.org/drawingml/2006/main">
              <a:ext uri="{FF2B5EF4-FFF2-40B4-BE49-F238E27FC236}">
                <a16:creationId xmlns:a16="http://schemas.microsoft.com/office/drawing/2014/main" id="{F507BA3D-6889-4165-B996-B93376D2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53025"/>
            <a:ext cx="209550" cy="209550"/>
          </a:xfrm>
          <a:custGeom xmlns:a="http://schemas.openxmlformats.org/drawingml/2006/main">
            <a:pathLst>
              <a:path w="209550" h="209550">
                <a:moveTo>
                  <a:pt x="104775" y="0"/>
                </a:moveTo>
                <a:lnTo>
                  <a:pt x="209550" y="104775"/>
                </a:lnTo>
                <a:lnTo>
                  <a:pt x="104775" y="20955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50" name="p24-文本-0050">
            <a:extLst xmlns:a="http://schemas.openxmlformats.org/drawingml/2006/main">
              <a:ext uri="{FF2B5EF4-FFF2-40B4-BE49-F238E27FC236}">
                <a16:creationId xmlns:a16="http://schemas.microsoft.com/office/drawing/2014/main" id="{D9C11B5F-B75B-4BB2-94F8-9E641510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074174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结果可交付</a:t>
            </a:r>
          </a:p>
        </p:txBody>
      </p:sp>
      <p:sp>
        <p:nvSpPr>
          <p:cNvPr id="51" name="p24-文本-0051">
            <a:extLst xmlns:a="http://schemas.openxmlformats.org/drawingml/2006/main">
              <a:ext uri="{FF2B5EF4-FFF2-40B4-BE49-F238E27FC236}">
                <a16:creationId xmlns:a16="http://schemas.microsoft.com/office/drawing/2014/main" id="{4C177844-7BC0-41D6-AE60-38C96633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48485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数据与条件可追溯</a:t>
            </a:r>
          </a:p>
        </p:txBody>
      </p:sp>
      <p:sp>
        <p:nvSpPr>
          <p:cNvPr id="52" name="p24-文本-0052">
            <a:extLst xmlns:a="http://schemas.openxmlformats.org/drawingml/2006/main">
              <a:ext uri="{FF2B5EF4-FFF2-40B4-BE49-F238E27FC236}">
                <a16:creationId xmlns:a16="http://schemas.microsoft.com/office/drawing/2014/main" id="{2ED0B27A-370D-4C37-A578-618669DD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023" y="6062007"/>
            <a:ext cx="64859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上一步的验收产物，决定下一步是否进入及如何收缩范围</a:t>
            </a:r>
          </a:p>
        </p:txBody>
      </p:sp>
      <p:sp>
        <p:nvSpPr>
          <p:cNvPr id="53" name="p24-文本-0053">
            <a:extLst xmlns:a="http://schemas.openxmlformats.org/drawingml/2006/main">
              <a:ext uri="{FF2B5EF4-FFF2-40B4-BE49-F238E27FC236}">
                <a16:creationId xmlns:a16="http://schemas.microsoft.com/office/drawing/2014/main" id="{50A404A9-3B8D-460B-BB45-618B8B31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3655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p25-矩形-0001">
            <a:extLst xmlns:a="http://schemas.openxmlformats.org/drawingml/2006/main">
              <a:ext uri="{FF2B5EF4-FFF2-40B4-BE49-F238E27FC236}">
                <a16:creationId xmlns:a16="http://schemas.microsoft.com/office/drawing/2014/main" id="{1174180B-49F4-448F-BF5D-2EAF14E9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5-矩形-0002">
            <a:extLst xmlns:a="http://schemas.openxmlformats.org/drawingml/2006/main">
              <a:ext uri="{FF2B5EF4-FFF2-40B4-BE49-F238E27FC236}">
                <a16:creationId xmlns:a16="http://schemas.microsoft.com/office/drawing/2014/main" id="{D8E0AF70-D1C7-4550-A3FA-1E0065F4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5-文本-0003">
            <a:extLst xmlns:a="http://schemas.openxmlformats.org/drawingml/2006/main">
              <a:ext uri="{FF2B5EF4-FFF2-40B4-BE49-F238E27FC236}">
                <a16:creationId xmlns:a16="http://schemas.microsoft.com/office/drawing/2014/main" id="{57B13F2D-4C3B-4933-A028-80EABD1C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6051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任务、方法与可测产出一一对应</a:t>
            </a:r>
          </a:p>
        </p:txBody>
      </p:sp>
      <p:sp>
        <p:nvSpPr>
          <p:cNvPr id="4" name="p25-文本-0004">
            <a:extLst xmlns:a="http://schemas.openxmlformats.org/drawingml/2006/main">
              <a:ext uri="{FF2B5EF4-FFF2-40B4-BE49-F238E27FC236}">
                <a16:creationId xmlns:a16="http://schemas.microsoft.com/office/drawing/2014/main" id="{F4F5E619-333B-48A5-A326-BA71060F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0212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每项研究任务形成可记录产物，并按共同标准判断</a:t>
            </a:r>
          </a:p>
        </p:txBody>
      </p:sp>
      <p:sp>
        <p:nvSpPr>
          <p:cNvPr id="5" name="p25-线-0005">
            <a:extLst xmlns:a="http://schemas.openxmlformats.org/drawingml/2006/main">
              <a:ext uri="{FF2B5EF4-FFF2-40B4-BE49-F238E27FC236}">
                <a16:creationId xmlns:a16="http://schemas.microsoft.com/office/drawing/2014/main" id="{BA1A9784-55B1-4EBD-B016-80CA6B69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5-矩形-0006">
            <a:extLst xmlns:a="http://schemas.openxmlformats.org/drawingml/2006/main">
              <a:ext uri="{FF2B5EF4-FFF2-40B4-BE49-F238E27FC236}">
                <a16:creationId xmlns:a16="http://schemas.microsoft.com/office/drawing/2014/main" id="{3252A533-AE9B-497E-AFD3-FDF889C2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2295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25-文本-0007">
            <a:extLst xmlns:a="http://schemas.openxmlformats.org/drawingml/2006/main">
              <a:ext uri="{FF2B5EF4-FFF2-40B4-BE49-F238E27FC236}">
                <a16:creationId xmlns:a16="http://schemas.microsoft.com/office/drawing/2014/main" id="{9C30790E-BB6F-4051-9EDC-45A8E9DB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960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研究任务</a:t>
            </a:r>
          </a:p>
        </p:txBody>
      </p:sp>
      <p:sp>
        <p:nvSpPr>
          <p:cNvPr id="8" name="p25-矩形-0008">
            <a:extLst xmlns:a="http://schemas.openxmlformats.org/drawingml/2006/main">
              <a:ext uri="{FF2B5EF4-FFF2-40B4-BE49-F238E27FC236}">
                <a16:creationId xmlns:a16="http://schemas.microsoft.com/office/drawing/2014/main" id="{A2B28F48-93B6-492E-81CA-CC532FC2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09700"/>
            <a:ext cx="4371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" name="p25-文本-0009">
            <a:extLst xmlns:a="http://schemas.openxmlformats.org/drawingml/2006/main">
              <a:ext uri="{FF2B5EF4-FFF2-40B4-BE49-F238E27FC236}">
                <a16:creationId xmlns:a16="http://schemas.microsoft.com/office/drawing/2014/main" id="{4F16B514-0991-4795-B584-74E51E2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5647" y="1431224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实施方法与证据形式</a:t>
            </a:r>
          </a:p>
        </p:txBody>
      </p:sp>
      <p:sp>
        <p:nvSpPr>
          <p:cNvPr id="10" name="p25-矩形-0010">
            <a:extLst xmlns:a="http://schemas.openxmlformats.org/drawingml/2006/main">
              <a:ext uri="{FF2B5EF4-FFF2-40B4-BE49-F238E27FC236}">
                <a16:creationId xmlns:a16="http://schemas.microsoft.com/office/drawing/2014/main" id="{C312F88D-296F-481A-BC00-31ACDC56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09700"/>
            <a:ext cx="457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" name="p25-文本-0011">
            <a:extLst xmlns:a="http://schemas.openxmlformats.org/drawingml/2006/main">
              <a:ext uri="{FF2B5EF4-FFF2-40B4-BE49-F238E27FC236}">
                <a16:creationId xmlns:a16="http://schemas.microsoft.com/office/drawing/2014/main" id="{E9F61C63-F41B-4911-9819-EE3DA473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7635" y="1431224"/>
            <a:ext cx="18442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可测产出与判断依据</a:t>
            </a:r>
          </a:p>
        </p:txBody>
      </p:sp>
      <p:sp>
        <p:nvSpPr>
          <p:cNvPr id="12" name="p25-矩形-0012">
            <a:extLst xmlns:a="http://schemas.openxmlformats.org/drawingml/2006/main">
              <a:ext uri="{FF2B5EF4-FFF2-40B4-BE49-F238E27FC236}">
                <a16:creationId xmlns:a16="http://schemas.microsoft.com/office/drawing/2014/main" id="{D6A73318-F1C6-485D-9222-FB2669EC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19275"/>
            <a:ext cx="11239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3" name="p25-文本-0013">
            <a:extLst xmlns:a="http://schemas.openxmlformats.org/drawingml/2006/main">
              <a:ext uri="{FF2B5EF4-FFF2-40B4-BE49-F238E27FC236}">
                <a16:creationId xmlns:a16="http://schemas.microsoft.com/office/drawing/2014/main" id="{D8F42F13-97E3-4139-A654-06887D80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53642"/>
            <a:ext cx="14218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定位响应窗口</a:t>
            </a:r>
          </a:p>
        </p:txBody>
      </p:sp>
      <p:sp>
        <p:nvSpPr>
          <p:cNvPr id="14" name="p25-文本-0014">
            <a:extLst xmlns:a="http://schemas.openxmlformats.org/drawingml/2006/main">
              <a:ext uri="{FF2B5EF4-FFF2-40B4-BE49-F238E27FC236}">
                <a16:creationId xmlns:a16="http://schemas.microsoft.com/office/drawing/2014/main" id="{C427ADED-4C33-42E1-8298-A957AE84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84481"/>
            <a:ext cx="422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5" name="p25-文本-0015">
            <a:extLst xmlns:a="http://schemas.openxmlformats.org/drawingml/2006/main">
              <a:ext uri="{FF2B5EF4-FFF2-40B4-BE49-F238E27FC236}">
                <a16:creationId xmlns:a16="http://schemas.microsoft.com/office/drawing/2014/main" id="{B1357393-3213-42FA-B3FD-46C6F7A1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05585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覆盖可行条件范围</a:t>
            </a:r>
          </a:p>
        </p:txBody>
      </p:sp>
      <p:sp>
        <p:nvSpPr>
          <p:cNvPr id="16" name="p25-文本-0016">
            <a:extLst xmlns:a="http://schemas.openxmlformats.org/drawingml/2006/main">
              <a:ext uri="{FF2B5EF4-FFF2-40B4-BE49-F238E27FC236}">
                <a16:creationId xmlns:a16="http://schemas.microsoft.com/office/drawing/2014/main" id="{5270E14C-8451-4145-8144-393E4876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3797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设置边界与空白</a:t>
            </a:r>
          </a:p>
        </p:txBody>
      </p:sp>
      <p:sp>
        <p:nvSpPr>
          <p:cNvPr id="17" name="p25-矩形-0017">
            <a:extLst xmlns:a="http://schemas.openxmlformats.org/drawingml/2006/main">
              <a:ext uri="{FF2B5EF4-FFF2-40B4-BE49-F238E27FC236}">
                <a16:creationId xmlns:a16="http://schemas.microsoft.com/office/drawing/2014/main" id="{6448937A-4CAA-4EF2-9442-230BFB31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8" name="p25-矩形-0018">
            <a:extLst xmlns:a="http://schemas.openxmlformats.org/drawingml/2006/main">
              <a:ext uri="{FF2B5EF4-FFF2-40B4-BE49-F238E27FC236}">
                <a16:creationId xmlns:a16="http://schemas.microsoft.com/office/drawing/2014/main" id="{909ED548-80EE-48AA-9E9B-44D04D48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953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9" name="p25-矩形-0019">
            <a:extLst xmlns:a="http://schemas.openxmlformats.org/drawingml/2006/main">
              <a:ext uri="{FF2B5EF4-FFF2-40B4-BE49-F238E27FC236}">
                <a16:creationId xmlns:a16="http://schemas.microsoft.com/office/drawing/2014/main" id="{9E0F8403-DDC0-4897-8977-0AABD7F8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456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0" name="p25-矩形-0020">
            <a:extLst xmlns:a="http://schemas.openxmlformats.org/drawingml/2006/main">
              <a:ext uri="{FF2B5EF4-FFF2-40B4-BE49-F238E27FC236}">
                <a16:creationId xmlns:a16="http://schemas.microsoft.com/office/drawing/2014/main" id="{33CEA174-6B65-4B90-8C99-E40DCA33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0959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1" name="p25-矩形-0021">
            <a:extLst xmlns:a="http://schemas.openxmlformats.org/drawingml/2006/main">
              <a:ext uri="{FF2B5EF4-FFF2-40B4-BE49-F238E27FC236}">
                <a16:creationId xmlns:a16="http://schemas.microsoft.com/office/drawing/2014/main" id="{53643AA5-CC36-445C-8879-8CC97650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2" name="p25-矩形-0022">
            <a:extLst xmlns:a="http://schemas.openxmlformats.org/drawingml/2006/main">
              <a:ext uri="{FF2B5EF4-FFF2-40B4-BE49-F238E27FC236}">
                <a16:creationId xmlns:a16="http://schemas.microsoft.com/office/drawing/2014/main" id="{CD2DD4F8-951B-4C89-B31E-93B277BD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966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3" name="p25-矩形-0023">
            <a:extLst xmlns:a="http://schemas.openxmlformats.org/drawingml/2006/main">
              <a:ext uri="{FF2B5EF4-FFF2-40B4-BE49-F238E27FC236}">
                <a16:creationId xmlns:a16="http://schemas.microsoft.com/office/drawing/2014/main" id="{4EFD69D0-F268-4F28-998B-83D042D8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4" name="p25-矩形-0024">
            <a:extLst xmlns:a="http://schemas.openxmlformats.org/drawingml/2006/main">
              <a:ext uri="{FF2B5EF4-FFF2-40B4-BE49-F238E27FC236}">
                <a16:creationId xmlns:a16="http://schemas.microsoft.com/office/drawing/2014/main" id="{693F5B06-7870-44D5-B16F-542DCE47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972" y="203835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5" name="p25-矩形-0025">
            <a:extLst xmlns:a="http://schemas.openxmlformats.org/drawingml/2006/main">
              <a:ext uri="{FF2B5EF4-FFF2-40B4-BE49-F238E27FC236}">
                <a16:creationId xmlns:a16="http://schemas.microsoft.com/office/drawing/2014/main" id="{34DBC126-547F-4B6F-929A-2EA24AD0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6" name="p25-矩形-0026">
            <a:extLst xmlns:a="http://schemas.openxmlformats.org/drawingml/2006/main">
              <a:ext uri="{FF2B5EF4-FFF2-40B4-BE49-F238E27FC236}">
                <a16:creationId xmlns:a16="http://schemas.microsoft.com/office/drawing/2014/main" id="{2DF14DBC-31FB-47F3-8E86-91CA5244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953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" name="p25-矩形-0027">
            <a:extLst xmlns:a="http://schemas.openxmlformats.org/drawingml/2006/main">
              <a:ext uri="{FF2B5EF4-FFF2-40B4-BE49-F238E27FC236}">
                <a16:creationId xmlns:a16="http://schemas.microsoft.com/office/drawing/2014/main" id="{0B749D43-BF16-4792-8358-F8B9862B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456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" name="p25-矩形-0028">
            <a:extLst xmlns:a="http://schemas.openxmlformats.org/drawingml/2006/main">
              <a:ext uri="{FF2B5EF4-FFF2-40B4-BE49-F238E27FC236}">
                <a16:creationId xmlns:a16="http://schemas.microsoft.com/office/drawing/2014/main" id="{E5E78982-E570-4221-AD15-84778E00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0959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" name="p25-矩形-0029">
            <a:extLst xmlns:a="http://schemas.openxmlformats.org/drawingml/2006/main">
              <a:ext uri="{FF2B5EF4-FFF2-40B4-BE49-F238E27FC236}">
                <a16:creationId xmlns:a16="http://schemas.microsoft.com/office/drawing/2014/main" id="{0810CF3C-C5CD-457C-B0CF-D56FF860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" name="p25-矩形-0030">
            <a:extLst xmlns:a="http://schemas.openxmlformats.org/drawingml/2006/main">
              <a:ext uri="{FF2B5EF4-FFF2-40B4-BE49-F238E27FC236}">
                <a16:creationId xmlns:a16="http://schemas.microsoft.com/office/drawing/2014/main" id="{4F50A3F9-53C1-4624-993D-ACF543CA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966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" name="p25-矩形-0031">
            <a:extLst xmlns:a="http://schemas.openxmlformats.org/drawingml/2006/main">
              <a:ext uri="{FF2B5EF4-FFF2-40B4-BE49-F238E27FC236}">
                <a16:creationId xmlns:a16="http://schemas.microsoft.com/office/drawing/2014/main" id="{FD1F1398-D70A-4DF9-B286-E7082001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" name="p25-矩形-0032">
            <a:extLst xmlns:a="http://schemas.openxmlformats.org/drawingml/2006/main">
              <a:ext uri="{FF2B5EF4-FFF2-40B4-BE49-F238E27FC236}">
                <a16:creationId xmlns:a16="http://schemas.microsoft.com/office/drawing/2014/main" id="{1C1F5EBA-4C7B-45A9-8C95-2B2B3E1B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972" y="219456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" name="p25-矩形-0033">
            <a:extLst xmlns:a="http://schemas.openxmlformats.org/drawingml/2006/main">
              <a:ext uri="{FF2B5EF4-FFF2-40B4-BE49-F238E27FC236}">
                <a16:creationId xmlns:a16="http://schemas.microsoft.com/office/drawing/2014/main" id="{BD397FDD-E6E7-4965-916A-21BBC21B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4" name="p25-矩形-0034">
            <a:extLst xmlns:a="http://schemas.openxmlformats.org/drawingml/2006/main">
              <a:ext uri="{FF2B5EF4-FFF2-40B4-BE49-F238E27FC236}">
                <a16:creationId xmlns:a16="http://schemas.microsoft.com/office/drawing/2014/main" id="{C9C3A0E5-FA49-4F37-801E-E573436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953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" name="p25-矩形-0035">
            <a:extLst xmlns:a="http://schemas.openxmlformats.org/drawingml/2006/main">
              <a:ext uri="{FF2B5EF4-FFF2-40B4-BE49-F238E27FC236}">
                <a16:creationId xmlns:a16="http://schemas.microsoft.com/office/drawing/2014/main" id="{887562E1-7EDE-41D0-A230-4E34150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456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6" name="p25-矩形-0036">
            <a:extLst xmlns:a="http://schemas.openxmlformats.org/drawingml/2006/main">
              <a:ext uri="{FF2B5EF4-FFF2-40B4-BE49-F238E27FC236}">
                <a16:creationId xmlns:a16="http://schemas.microsoft.com/office/drawing/2014/main" id="{5C8252DD-3DA7-4E77-B933-1737CD2C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0959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7" name="p25-矩形-0037">
            <a:extLst xmlns:a="http://schemas.openxmlformats.org/drawingml/2006/main">
              <a:ext uri="{FF2B5EF4-FFF2-40B4-BE49-F238E27FC236}">
                <a16:creationId xmlns:a16="http://schemas.microsoft.com/office/drawing/2014/main" id="{F3D7D50D-EE61-411E-8377-8480A024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" name="p25-矩形-0038">
            <a:extLst xmlns:a="http://schemas.openxmlformats.org/drawingml/2006/main">
              <a:ext uri="{FF2B5EF4-FFF2-40B4-BE49-F238E27FC236}">
                <a16:creationId xmlns:a16="http://schemas.microsoft.com/office/drawing/2014/main" id="{B7360863-2033-4EF5-85E8-159B4DAF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966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" name="p25-矩形-0039">
            <a:extLst xmlns:a="http://schemas.openxmlformats.org/drawingml/2006/main">
              <a:ext uri="{FF2B5EF4-FFF2-40B4-BE49-F238E27FC236}">
                <a16:creationId xmlns:a16="http://schemas.microsoft.com/office/drawing/2014/main" id="{762F3736-E6EA-43A7-9DCE-8A2EE39A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0" name="p25-矩形-0040">
            <a:extLst xmlns:a="http://schemas.openxmlformats.org/drawingml/2006/main">
              <a:ext uri="{FF2B5EF4-FFF2-40B4-BE49-F238E27FC236}">
                <a16:creationId xmlns:a16="http://schemas.microsoft.com/office/drawing/2014/main" id="{A8E9892B-0B89-4958-8DAC-AC8D6860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972" y="235077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1" name="p25-矩形-0041">
            <a:extLst xmlns:a="http://schemas.openxmlformats.org/drawingml/2006/main">
              <a:ext uri="{FF2B5EF4-FFF2-40B4-BE49-F238E27FC236}">
                <a16:creationId xmlns:a16="http://schemas.microsoft.com/office/drawing/2014/main" id="{5B05EE36-0D43-4DE4-A3BE-A9177635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2" name="p25-矩形-0042">
            <a:extLst xmlns:a="http://schemas.openxmlformats.org/drawingml/2006/main">
              <a:ext uri="{FF2B5EF4-FFF2-40B4-BE49-F238E27FC236}">
                <a16:creationId xmlns:a16="http://schemas.microsoft.com/office/drawing/2014/main" id="{A620F4E4-02EC-4BD9-A2EC-A6D80DD4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953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3" name="p25-矩形-0043">
            <a:extLst xmlns:a="http://schemas.openxmlformats.org/drawingml/2006/main">
              <a:ext uri="{FF2B5EF4-FFF2-40B4-BE49-F238E27FC236}">
                <a16:creationId xmlns:a16="http://schemas.microsoft.com/office/drawing/2014/main" id="{16F6B6EA-DEE5-492A-A855-1AB3A615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456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4" name="p25-矩形-0044">
            <a:extLst xmlns:a="http://schemas.openxmlformats.org/drawingml/2006/main">
              <a:ext uri="{FF2B5EF4-FFF2-40B4-BE49-F238E27FC236}">
                <a16:creationId xmlns:a16="http://schemas.microsoft.com/office/drawing/2014/main" id="{22389282-7138-4F31-B6CF-DA47097D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0959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5" name="p25-矩形-0045">
            <a:extLst xmlns:a="http://schemas.openxmlformats.org/drawingml/2006/main">
              <a:ext uri="{FF2B5EF4-FFF2-40B4-BE49-F238E27FC236}">
                <a16:creationId xmlns:a16="http://schemas.microsoft.com/office/drawing/2014/main" id="{7A26A075-4ED5-4B2C-8CE0-E4174965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6" name="p25-矩形-0046">
            <a:extLst xmlns:a="http://schemas.openxmlformats.org/drawingml/2006/main">
              <a:ext uri="{FF2B5EF4-FFF2-40B4-BE49-F238E27FC236}">
                <a16:creationId xmlns:a16="http://schemas.microsoft.com/office/drawing/2014/main" id="{1959BA17-1F50-4278-A3E4-4C879132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966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47" name="p25-矩形-0047">
            <a:extLst xmlns:a="http://schemas.openxmlformats.org/drawingml/2006/main">
              <a:ext uri="{FF2B5EF4-FFF2-40B4-BE49-F238E27FC236}">
                <a16:creationId xmlns:a16="http://schemas.microsoft.com/office/drawing/2014/main" id="{0792CEF9-212F-4240-8193-84BBA24F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8" name="p25-矩形-0048">
            <a:extLst xmlns:a="http://schemas.openxmlformats.org/drawingml/2006/main">
              <a:ext uri="{FF2B5EF4-FFF2-40B4-BE49-F238E27FC236}">
                <a16:creationId xmlns:a16="http://schemas.microsoft.com/office/drawing/2014/main" id="{62B986F7-12A4-4B0D-922B-517CC165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972" y="250698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9" name="p25-矩形-0049">
            <a:extLst xmlns:a="http://schemas.openxmlformats.org/drawingml/2006/main">
              <a:ext uri="{FF2B5EF4-FFF2-40B4-BE49-F238E27FC236}">
                <a16:creationId xmlns:a16="http://schemas.microsoft.com/office/drawing/2014/main" id="{9A7BE093-89A0-453F-B3EE-797CC9A0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0" name="p25-矩形-0050">
            <a:extLst xmlns:a="http://schemas.openxmlformats.org/drawingml/2006/main">
              <a:ext uri="{FF2B5EF4-FFF2-40B4-BE49-F238E27FC236}">
                <a16:creationId xmlns:a16="http://schemas.microsoft.com/office/drawing/2014/main" id="{C8393A5C-8D35-4AE0-B87C-AE8C057C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953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1" name="p25-矩形-0051">
            <a:extLst xmlns:a="http://schemas.openxmlformats.org/drawingml/2006/main">
              <a:ext uri="{FF2B5EF4-FFF2-40B4-BE49-F238E27FC236}">
                <a16:creationId xmlns:a16="http://schemas.microsoft.com/office/drawing/2014/main" id="{887B67CC-43EE-4A97-BE54-935AAD3A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456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2" name="p25-矩形-0052">
            <a:extLst xmlns:a="http://schemas.openxmlformats.org/drawingml/2006/main">
              <a:ext uri="{FF2B5EF4-FFF2-40B4-BE49-F238E27FC236}">
                <a16:creationId xmlns:a16="http://schemas.microsoft.com/office/drawing/2014/main" id="{88B78DF3-043A-48F6-8DC8-FA538B49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0959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3" name="p25-矩形-0053">
            <a:extLst xmlns:a="http://schemas.openxmlformats.org/drawingml/2006/main">
              <a:ext uri="{FF2B5EF4-FFF2-40B4-BE49-F238E27FC236}">
                <a16:creationId xmlns:a16="http://schemas.microsoft.com/office/drawing/2014/main" id="{4EF905D5-5180-4CFE-B907-6C3B7C6E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463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4" name="p25-矩形-0054">
            <a:extLst xmlns:a="http://schemas.openxmlformats.org/drawingml/2006/main">
              <a:ext uri="{FF2B5EF4-FFF2-40B4-BE49-F238E27FC236}">
                <a16:creationId xmlns:a16="http://schemas.microsoft.com/office/drawing/2014/main" id="{DEF64998-F7F0-4EC5-B3A1-5F9D5B1C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966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5" name="p25-矩形-0055">
            <a:extLst xmlns:a="http://schemas.openxmlformats.org/drawingml/2006/main">
              <a:ext uri="{FF2B5EF4-FFF2-40B4-BE49-F238E27FC236}">
                <a16:creationId xmlns:a16="http://schemas.microsoft.com/office/drawing/2014/main" id="{AB681235-461E-4FA0-8C43-E39308A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6" name="p25-矩形-0056">
            <a:extLst xmlns:a="http://schemas.openxmlformats.org/drawingml/2006/main">
              <a:ext uri="{FF2B5EF4-FFF2-40B4-BE49-F238E27FC236}">
                <a16:creationId xmlns:a16="http://schemas.microsoft.com/office/drawing/2014/main" id="{A81125BD-EC41-4CF8-AADB-EBC48062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972" y="2663190"/>
            <a:ext cx="205978" cy="1466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7" name="p25-文本-0057">
            <a:extLst xmlns:a="http://schemas.openxmlformats.org/drawingml/2006/main">
              <a:ext uri="{FF2B5EF4-FFF2-40B4-BE49-F238E27FC236}">
                <a16:creationId xmlns:a16="http://schemas.microsoft.com/office/drawing/2014/main" id="{832233B4-113D-480B-89BA-72F1A4D5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6861" y="2869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8" name="p25-文本-0058">
            <a:extLst xmlns:a="http://schemas.openxmlformats.org/drawingml/2006/main">
              <a:ext uri="{FF2B5EF4-FFF2-40B4-BE49-F238E27FC236}">
                <a16:creationId xmlns:a16="http://schemas.microsoft.com/office/drawing/2014/main" id="{33D7AB8C-632B-416B-835B-913609B6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74" y="2869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9" name="p25-文本-0059">
            <a:extLst xmlns:a="http://schemas.openxmlformats.org/drawingml/2006/main">
              <a:ext uri="{FF2B5EF4-FFF2-40B4-BE49-F238E27FC236}">
                <a16:creationId xmlns:a16="http://schemas.microsoft.com/office/drawing/2014/main" id="{ADD948D8-1CE3-46E7-8028-BD948EF4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383" y="2869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60" name="p25-文本-0060">
            <a:extLst xmlns:a="http://schemas.openxmlformats.org/drawingml/2006/main">
              <a:ext uri="{FF2B5EF4-FFF2-40B4-BE49-F238E27FC236}">
                <a16:creationId xmlns:a16="http://schemas.microsoft.com/office/drawing/2014/main" id="{E736CC51-E90E-4955-A2FC-FC90FAE8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095" y="2011991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1" name="p25-文本-0061">
            <a:extLst xmlns:a="http://schemas.openxmlformats.org/drawingml/2006/main">
              <a:ext uri="{FF2B5EF4-FFF2-40B4-BE49-F238E27FC236}">
                <a16:creationId xmlns:a16="http://schemas.microsoft.com/office/drawing/2014/main" id="{FFC3FF0D-8825-4D90-A16C-B86B38A1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7095" y="2636831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2" name="p25-文本-0062">
            <a:extLst xmlns:a="http://schemas.openxmlformats.org/drawingml/2006/main">
              <a:ext uri="{FF2B5EF4-FFF2-40B4-BE49-F238E27FC236}">
                <a16:creationId xmlns:a16="http://schemas.microsoft.com/office/drawing/2014/main" id="{7444127D-B20B-4049-8B90-0334DFA1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064827"/>
            <a:ext cx="2060257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产出：条件—响应矩阵</a:t>
            </a:r>
          </a:p>
        </p:txBody>
      </p:sp>
      <p:sp>
        <p:nvSpPr>
          <p:cNvPr id="63" name="p25-文本-0063">
            <a:extLst xmlns:a="http://schemas.openxmlformats.org/drawingml/2006/main">
              <a:ext uri="{FF2B5EF4-FFF2-40B4-BE49-F238E27FC236}">
                <a16:creationId xmlns:a16="http://schemas.microsoft.com/office/drawing/2014/main" id="{96FB9B70-D6AD-4C81-81CE-BEECEDE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483927"/>
            <a:ext cx="26443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依据：连续区域而非孤立高值</a:t>
            </a:r>
          </a:p>
        </p:txBody>
      </p:sp>
      <p:sp>
        <p:nvSpPr>
          <p:cNvPr id="64" name="p25-线-0064">
            <a:extLst xmlns:a="http://schemas.openxmlformats.org/drawingml/2006/main">
              <a:ext uri="{FF2B5EF4-FFF2-40B4-BE49-F238E27FC236}">
                <a16:creationId xmlns:a16="http://schemas.microsoft.com/office/drawing/2014/main" id="{59DCF66A-D16F-49E0-A81E-CBA8C4D5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5277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65" name="p25-矩形-0065">
            <a:extLst xmlns:a="http://schemas.openxmlformats.org/drawingml/2006/main">
              <a:ext uri="{FF2B5EF4-FFF2-40B4-BE49-F238E27FC236}">
                <a16:creationId xmlns:a16="http://schemas.microsoft.com/office/drawing/2014/main" id="{F3D75560-4443-4807-A8B0-9427972D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62300"/>
            <a:ext cx="11239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6" name="p25-文本-0066">
            <a:extLst xmlns:a="http://schemas.openxmlformats.org/drawingml/2006/main">
              <a:ext uri="{FF2B5EF4-FFF2-40B4-BE49-F238E27FC236}">
                <a16:creationId xmlns:a16="http://schemas.microsoft.com/office/drawing/2014/main" id="{B6DC9AC4-0459-4AD4-90DE-8FEE9A40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96667"/>
            <a:ext cx="14218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解释变化来源</a:t>
            </a:r>
          </a:p>
        </p:txBody>
      </p:sp>
      <p:sp>
        <p:nvSpPr>
          <p:cNvPr id="67" name="p25-文本-0067">
            <a:extLst xmlns:a="http://schemas.openxmlformats.org/drawingml/2006/main">
              <a:ext uri="{FF2B5EF4-FFF2-40B4-BE49-F238E27FC236}">
                <a16:creationId xmlns:a16="http://schemas.microsoft.com/office/drawing/2014/main" id="{CF761693-2430-47C7-985A-09E99CA5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2750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机制线索</a:t>
            </a:r>
          </a:p>
        </p:txBody>
      </p:sp>
      <p:sp>
        <p:nvSpPr>
          <p:cNvPr id="68" name="p25-文本-0068">
            <a:extLst xmlns:a="http://schemas.openxmlformats.org/drawingml/2006/main">
              <a:ext uri="{FF2B5EF4-FFF2-40B4-BE49-F238E27FC236}">
                <a16:creationId xmlns:a16="http://schemas.microsoft.com/office/drawing/2014/main" id="{5E38A088-5C17-40DA-A97A-6685242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9888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光谱与动态测量</a:t>
            </a:r>
          </a:p>
        </p:txBody>
      </p:sp>
      <p:sp>
        <p:nvSpPr>
          <p:cNvPr id="69" name="p25-文本-0069">
            <a:extLst xmlns:a="http://schemas.openxmlformats.org/drawingml/2006/main">
              <a:ext uri="{FF2B5EF4-FFF2-40B4-BE49-F238E27FC236}">
                <a16:creationId xmlns:a16="http://schemas.microsoft.com/office/drawing/2014/main" id="{256B4688-91EF-4394-BE12-12C15D6D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722731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固定材料负载</a:t>
            </a:r>
          </a:p>
        </p:txBody>
      </p:sp>
      <p:sp>
        <p:nvSpPr>
          <p:cNvPr id="70" name="p25-线-0070">
            <a:extLst xmlns:a="http://schemas.openxmlformats.org/drawingml/2006/main">
              <a:ext uri="{FF2B5EF4-FFF2-40B4-BE49-F238E27FC236}">
                <a16:creationId xmlns:a16="http://schemas.microsoft.com/office/drawing/2014/main" id="{BE1ACEFE-30CC-424F-9205-68D587A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133850"/>
            <a:ext cx="1752600" cy="95"/>
          </a:xfrm>
          <a:custGeom xmlns:a="http://schemas.openxmlformats.org/drawingml/2006/main">
            <a:pathLst>
              <a:path w="1752600" h="95">
                <a:moveTo>
                  <a:pt x="0" y="0"/>
                </a:moveTo>
                <a:lnTo>
                  <a:pt x="1752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71" name="p25-路径-0071">
            <a:extLst xmlns:a="http://schemas.openxmlformats.org/drawingml/2006/main">
              <a:ext uri="{FF2B5EF4-FFF2-40B4-BE49-F238E27FC236}">
                <a16:creationId xmlns:a16="http://schemas.microsoft.com/office/drawing/2014/main" id="{6AB9DDEE-C68A-4795-91B0-4A9D3C77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57613"/>
            <a:ext cx="1752600" cy="282892"/>
          </a:xfrm>
          <a:custGeom xmlns:a="http://schemas.openxmlformats.org/drawingml/2006/main">
            <a:pathLst>
              <a:path w="1752600" h="282892">
                <a:moveTo>
                  <a:pt x="0" y="282892"/>
                </a:moveTo>
                <a:lnTo>
                  <a:pt x="11430" y="282892"/>
                </a:lnTo>
                <a:lnTo>
                  <a:pt x="23813" y="282892"/>
                </a:lnTo>
                <a:lnTo>
                  <a:pt x="35243" y="282892"/>
                </a:lnTo>
                <a:lnTo>
                  <a:pt x="46672" y="282892"/>
                </a:lnTo>
                <a:lnTo>
                  <a:pt x="58103" y="282892"/>
                </a:lnTo>
                <a:lnTo>
                  <a:pt x="70485" y="282892"/>
                </a:lnTo>
                <a:lnTo>
                  <a:pt x="81915" y="282892"/>
                </a:lnTo>
                <a:lnTo>
                  <a:pt x="93345" y="282892"/>
                </a:lnTo>
                <a:lnTo>
                  <a:pt x="104775" y="282892"/>
                </a:lnTo>
                <a:lnTo>
                  <a:pt x="117157" y="282892"/>
                </a:lnTo>
                <a:lnTo>
                  <a:pt x="128588" y="282892"/>
                </a:lnTo>
                <a:lnTo>
                  <a:pt x="140018" y="282892"/>
                </a:lnTo>
                <a:lnTo>
                  <a:pt x="151447" y="282892"/>
                </a:lnTo>
                <a:lnTo>
                  <a:pt x="163830" y="282892"/>
                </a:lnTo>
                <a:lnTo>
                  <a:pt x="175260" y="282892"/>
                </a:lnTo>
                <a:lnTo>
                  <a:pt x="186690" y="282892"/>
                </a:lnTo>
                <a:lnTo>
                  <a:pt x="199072" y="282892"/>
                </a:lnTo>
                <a:lnTo>
                  <a:pt x="210503" y="282892"/>
                </a:lnTo>
                <a:lnTo>
                  <a:pt x="221932" y="282892"/>
                </a:lnTo>
                <a:lnTo>
                  <a:pt x="233363" y="282892"/>
                </a:lnTo>
                <a:lnTo>
                  <a:pt x="245745" y="282892"/>
                </a:lnTo>
                <a:lnTo>
                  <a:pt x="257175" y="282892"/>
                </a:lnTo>
                <a:lnTo>
                  <a:pt x="268605" y="282892"/>
                </a:lnTo>
                <a:lnTo>
                  <a:pt x="280035" y="282892"/>
                </a:lnTo>
                <a:lnTo>
                  <a:pt x="292418" y="281940"/>
                </a:lnTo>
                <a:lnTo>
                  <a:pt x="303847" y="277178"/>
                </a:lnTo>
                <a:lnTo>
                  <a:pt x="315278" y="257175"/>
                </a:lnTo>
                <a:lnTo>
                  <a:pt x="326707" y="203835"/>
                </a:lnTo>
                <a:lnTo>
                  <a:pt x="339090" y="126683"/>
                </a:lnTo>
                <a:lnTo>
                  <a:pt x="350520" y="87630"/>
                </a:lnTo>
                <a:lnTo>
                  <a:pt x="361950" y="126683"/>
                </a:lnTo>
                <a:lnTo>
                  <a:pt x="374332" y="203835"/>
                </a:lnTo>
                <a:lnTo>
                  <a:pt x="385763" y="257175"/>
                </a:lnTo>
                <a:lnTo>
                  <a:pt x="397193" y="277178"/>
                </a:lnTo>
                <a:lnTo>
                  <a:pt x="408622" y="281940"/>
                </a:lnTo>
                <a:lnTo>
                  <a:pt x="421005" y="282892"/>
                </a:lnTo>
                <a:lnTo>
                  <a:pt x="432435" y="282892"/>
                </a:lnTo>
                <a:lnTo>
                  <a:pt x="443865" y="282892"/>
                </a:lnTo>
                <a:lnTo>
                  <a:pt x="455295" y="282892"/>
                </a:lnTo>
                <a:lnTo>
                  <a:pt x="467678" y="282892"/>
                </a:lnTo>
                <a:lnTo>
                  <a:pt x="479107" y="282892"/>
                </a:lnTo>
                <a:lnTo>
                  <a:pt x="490538" y="282892"/>
                </a:lnTo>
                <a:lnTo>
                  <a:pt x="501968" y="282892"/>
                </a:lnTo>
                <a:lnTo>
                  <a:pt x="514350" y="282892"/>
                </a:lnTo>
                <a:lnTo>
                  <a:pt x="525780" y="282892"/>
                </a:lnTo>
                <a:lnTo>
                  <a:pt x="537210" y="282892"/>
                </a:lnTo>
                <a:lnTo>
                  <a:pt x="549593" y="282892"/>
                </a:lnTo>
                <a:lnTo>
                  <a:pt x="561022" y="282892"/>
                </a:lnTo>
                <a:lnTo>
                  <a:pt x="572453" y="282892"/>
                </a:lnTo>
                <a:lnTo>
                  <a:pt x="583882" y="282892"/>
                </a:lnTo>
                <a:lnTo>
                  <a:pt x="596265" y="282892"/>
                </a:lnTo>
                <a:lnTo>
                  <a:pt x="607695" y="282892"/>
                </a:lnTo>
                <a:lnTo>
                  <a:pt x="619125" y="282892"/>
                </a:lnTo>
                <a:lnTo>
                  <a:pt x="630555" y="282892"/>
                </a:lnTo>
                <a:lnTo>
                  <a:pt x="642938" y="282892"/>
                </a:lnTo>
                <a:lnTo>
                  <a:pt x="654368" y="282892"/>
                </a:lnTo>
                <a:lnTo>
                  <a:pt x="665797" y="282892"/>
                </a:lnTo>
                <a:lnTo>
                  <a:pt x="677228" y="281940"/>
                </a:lnTo>
                <a:lnTo>
                  <a:pt x="689610" y="281940"/>
                </a:lnTo>
                <a:lnTo>
                  <a:pt x="701040" y="280035"/>
                </a:lnTo>
                <a:lnTo>
                  <a:pt x="712470" y="274320"/>
                </a:lnTo>
                <a:lnTo>
                  <a:pt x="724853" y="260033"/>
                </a:lnTo>
                <a:lnTo>
                  <a:pt x="736282" y="229553"/>
                </a:lnTo>
                <a:lnTo>
                  <a:pt x="747713" y="179070"/>
                </a:lnTo>
                <a:lnTo>
                  <a:pt x="759143" y="111442"/>
                </a:lnTo>
                <a:lnTo>
                  <a:pt x="771525" y="42863"/>
                </a:lnTo>
                <a:lnTo>
                  <a:pt x="782955" y="0"/>
                </a:lnTo>
                <a:lnTo>
                  <a:pt x="794385" y="0"/>
                </a:lnTo>
                <a:lnTo>
                  <a:pt x="805815" y="42863"/>
                </a:lnTo>
                <a:lnTo>
                  <a:pt x="818197" y="111442"/>
                </a:lnTo>
                <a:lnTo>
                  <a:pt x="829628" y="179070"/>
                </a:lnTo>
                <a:lnTo>
                  <a:pt x="841057" y="229553"/>
                </a:lnTo>
                <a:lnTo>
                  <a:pt x="852488" y="260033"/>
                </a:lnTo>
                <a:lnTo>
                  <a:pt x="864870" y="274320"/>
                </a:lnTo>
                <a:lnTo>
                  <a:pt x="876300" y="280035"/>
                </a:lnTo>
                <a:lnTo>
                  <a:pt x="887730" y="281940"/>
                </a:lnTo>
                <a:lnTo>
                  <a:pt x="900113" y="281940"/>
                </a:lnTo>
                <a:lnTo>
                  <a:pt x="911543" y="282892"/>
                </a:lnTo>
                <a:lnTo>
                  <a:pt x="922972" y="282892"/>
                </a:lnTo>
                <a:lnTo>
                  <a:pt x="934403" y="282892"/>
                </a:lnTo>
                <a:lnTo>
                  <a:pt x="946785" y="282892"/>
                </a:lnTo>
                <a:lnTo>
                  <a:pt x="958215" y="282892"/>
                </a:lnTo>
                <a:lnTo>
                  <a:pt x="969645" y="282892"/>
                </a:lnTo>
                <a:lnTo>
                  <a:pt x="981075" y="282892"/>
                </a:lnTo>
                <a:lnTo>
                  <a:pt x="993457" y="282892"/>
                </a:lnTo>
                <a:lnTo>
                  <a:pt x="1004888" y="282892"/>
                </a:lnTo>
                <a:lnTo>
                  <a:pt x="1016318" y="282892"/>
                </a:lnTo>
                <a:lnTo>
                  <a:pt x="1027747" y="282892"/>
                </a:lnTo>
                <a:lnTo>
                  <a:pt x="1040130" y="282892"/>
                </a:lnTo>
                <a:lnTo>
                  <a:pt x="1051560" y="282892"/>
                </a:lnTo>
                <a:lnTo>
                  <a:pt x="1062990" y="282892"/>
                </a:lnTo>
                <a:lnTo>
                  <a:pt x="1075372" y="282892"/>
                </a:lnTo>
                <a:lnTo>
                  <a:pt x="1086803" y="282892"/>
                </a:lnTo>
                <a:lnTo>
                  <a:pt x="1098232" y="282892"/>
                </a:lnTo>
                <a:lnTo>
                  <a:pt x="1109663" y="282892"/>
                </a:lnTo>
                <a:lnTo>
                  <a:pt x="1122045" y="282892"/>
                </a:lnTo>
                <a:lnTo>
                  <a:pt x="1133475" y="282892"/>
                </a:lnTo>
                <a:lnTo>
                  <a:pt x="1144905" y="282892"/>
                </a:lnTo>
                <a:lnTo>
                  <a:pt x="1156335" y="282892"/>
                </a:lnTo>
                <a:lnTo>
                  <a:pt x="1168718" y="282892"/>
                </a:lnTo>
                <a:lnTo>
                  <a:pt x="1180147" y="282892"/>
                </a:lnTo>
                <a:lnTo>
                  <a:pt x="1191578" y="282892"/>
                </a:lnTo>
                <a:lnTo>
                  <a:pt x="1203007" y="281940"/>
                </a:lnTo>
                <a:lnTo>
                  <a:pt x="1215390" y="272415"/>
                </a:lnTo>
                <a:lnTo>
                  <a:pt x="1226820" y="221933"/>
                </a:lnTo>
                <a:lnTo>
                  <a:pt x="1238250" y="136208"/>
                </a:lnTo>
                <a:lnTo>
                  <a:pt x="1250632" y="136208"/>
                </a:lnTo>
                <a:lnTo>
                  <a:pt x="1262063" y="221933"/>
                </a:lnTo>
                <a:lnTo>
                  <a:pt x="1273493" y="272415"/>
                </a:lnTo>
                <a:lnTo>
                  <a:pt x="1284922" y="281940"/>
                </a:lnTo>
                <a:lnTo>
                  <a:pt x="1297305" y="282892"/>
                </a:lnTo>
                <a:lnTo>
                  <a:pt x="1308735" y="282892"/>
                </a:lnTo>
                <a:lnTo>
                  <a:pt x="1320165" y="282892"/>
                </a:lnTo>
                <a:lnTo>
                  <a:pt x="1331595" y="282892"/>
                </a:lnTo>
                <a:lnTo>
                  <a:pt x="1343978" y="282892"/>
                </a:lnTo>
                <a:lnTo>
                  <a:pt x="1355407" y="282892"/>
                </a:lnTo>
                <a:lnTo>
                  <a:pt x="1366838" y="282892"/>
                </a:lnTo>
                <a:lnTo>
                  <a:pt x="1378268" y="282892"/>
                </a:lnTo>
                <a:lnTo>
                  <a:pt x="1390650" y="282892"/>
                </a:lnTo>
                <a:lnTo>
                  <a:pt x="1402080" y="282892"/>
                </a:lnTo>
                <a:lnTo>
                  <a:pt x="1413510" y="282892"/>
                </a:lnTo>
                <a:lnTo>
                  <a:pt x="1425893" y="282892"/>
                </a:lnTo>
                <a:lnTo>
                  <a:pt x="1437322" y="282892"/>
                </a:lnTo>
                <a:lnTo>
                  <a:pt x="1448753" y="281940"/>
                </a:lnTo>
                <a:lnTo>
                  <a:pt x="1460182" y="280988"/>
                </a:lnTo>
                <a:lnTo>
                  <a:pt x="1472565" y="275272"/>
                </a:lnTo>
                <a:lnTo>
                  <a:pt x="1483995" y="260985"/>
                </a:lnTo>
                <a:lnTo>
                  <a:pt x="1495425" y="232410"/>
                </a:lnTo>
                <a:lnTo>
                  <a:pt x="1506855" y="196215"/>
                </a:lnTo>
                <a:lnTo>
                  <a:pt x="1519238" y="169545"/>
                </a:lnTo>
                <a:lnTo>
                  <a:pt x="1530668" y="169545"/>
                </a:lnTo>
                <a:lnTo>
                  <a:pt x="1542097" y="196215"/>
                </a:lnTo>
                <a:lnTo>
                  <a:pt x="1553528" y="232410"/>
                </a:lnTo>
                <a:lnTo>
                  <a:pt x="1565910" y="260985"/>
                </a:lnTo>
                <a:lnTo>
                  <a:pt x="1577340" y="275272"/>
                </a:lnTo>
                <a:lnTo>
                  <a:pt x="1588770" y="280988"/>
                </a:lnTo>
                <a:lnTo>
                  <a:pt x="1601153" y="281940"/>
                </a:lnTo>
                <a:lnTo>
                  <a:pt x="1612582" y="282892"/>
                </a:lnTo>
                <a:lnTo>
                  <a:pt x="1624013" y="282892"/>
                </a:lnTo>
                <a:lnTo>
                  <a:pt x="1635443" y="282892"/>
                </a:lnTo>
                <a:lnTo>
                  <a:pt x="1647825" y="282892"/>
                </a:lnTo>
                <a:lnTo>
                  <a:pt x="1659255" y="282892"/>
                </a:lnTo>
                <a:lnTo>
                  <a:pt x="1670685" y="282892"/>
                </a:lnTo>
                <a:lnTo>
                  <a:pt x="1682115" y="282892"/>
                </a:lnTo>
                <a:lnTo>
                  <a:pt x="1694497" y="282892"/>
                </a:lnTo>
                <a:lnTo>
                  <a:pt x="1705928" y="282892"/>
                </a:lnTo>
                <a:lnTo>
                  <a:pt x="1717357" y="282892"/>
                </a:lnTo>
                <a:lnTo>
                  <a:pt x="1728788" y="282892"/>
                </a:lnTo>
                <a:lnTo>
                  <a:pt x="1741170" y="282892"/>
                </a:lnTo>
                <a:lnTo>
                  <a:pt x="1752600" y="28289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72" name="p25-路径-0072">
            <a:extLst xmlns:a="http://schemas.openxmlformats.org/drawingml/2006/main">
              <a:ext uri="{FF2B5EF4-FFF2-40B4-BE49-F238E27FC236}">
                <a16:creationId xmlns:a16="http://schemas.microsoft.com/office/drawing/2014/main" id="{E23B2CED-7C1D-4971-AD24-BCE71642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628073"/>
            <a:ext cx="1752600" cy="286703"/>
          </a:xfrm>
          <a:custGeom xmlns:a="http://schemas.openxmlformats.org/drawingml/2006/main">
            <a:pathLst>
              <a:path w="1752600" h="286703">
                <a:moveTo>
                  <a:pt x="0" y="286703"/>
                </a:moveTo>
                <a:lnTo>
                  <a:pt x="11430" y="286703"/>
                </a:lnTo>
                <a:lnTo>
                  <a:pt x="23813" y="286703"/>
                </a:lnTo>
                <a:lnTo>
                  <a:pt x="35243" y="286703"/>
                </a:lnTo>
                <a:lnTo>
                  <a:pt x="46672" y="286703"/>
                </a:lnTo>
                <a:lnTo>
                  <a:pt x="58103" y="286703"/>
                </a:lnTo>
                <a:lnTo>
                  <a:pt x="70485" y="286703"/>
                </a:lnTo>
                <a:lnTo>
                  <a:pt x="81915" y="286703"/>
                </a:lnTo>
                <a:lnTo>
                  <a:pt x="93345" y="286703"/>
                </a:lnTo>
                <a:lnTo>
                  <a:pt x="104775" y="286703"/>
                </a:lnTo>
                <a:lnTo>
                  <a:pt x="117157" y="286703"/>
                </a:lnTo>
                <a:lnTo>
                  <a:pt x="128588" y="286703"/>
                </a:lnTo>
                <a:lnTo>
                  <a:pt x="140018" y="286703"/>
                </a:lnTo>
                <a:lnTo>
                  <a:pt x="151447" y="286703"/>
                </a:lnTo>
                <a:lnTo>
                  <a:pt x="163830" y="286703"/>
                </a:lnTo>
                <a:lnTo>
                  <a:pt x="175260" y="286703"/>
                </a:lnTo>
                <a:lnTo>
                  <a:pt x="186690" y="286703"/>
                </a:lnTo>
                <a:lnTo>
                  <a:pt x="199072" y="286703"/>
                </a:lnTo>
                <a:lnTo>
                  <a:pt x="210503" y="286703"/>
                </a:lnTo>
                <a:lnTo>
                  <a:pt x="221932" y="286703"/>
                </a:lnTo>
                <a:lnTo>
                  <a:pt x="233363" y="286703"/>
                </a:lnTo>
                <a:lnTo>
                  <a:pt x="245745" y="286703"/>
                </a:lnTo>
                <a:lnTo>
                  <a:pt x="257175" y="286703"/>
                </a:lnTo>
                <a:lnTo>
                  <a:pt x="268605" y="286703"/>
                </a:lnTo>
                <a:lnTo>
                  <a:pt x="280035" y="286703"/>
                </a:lnTo>
                <a:lnTo>
                  <a:pt x="292418" y="286703"/>
                </a:lnTo>
                <a:lnTo>
                  <a:pt x="303847" y="286703"/>
                </a:lnTo>
                <a:lnTo>
                  <a:pt x="315278" y="283845"/>
                </a:lnTo>
                <a:lnTo>
                  <a:pt x="326707" y="267653"/>
                </a:lnTo>
                <a:lnTo>
                  <a:pt x="339090" y="221933"/>
                </a:lnTo>
                <a:lnTo>
                  <a:pt x="350520" y="146685"/>
                </a:lnTo>
                <a:lnTo>
                  <a:pt x="361950" y="93345"/>
                </a:lnTo>
                <a:lnTo>
                  <a:pt x="374332" y="118110"/>
                </a:lnTo>
                <a:lnTo>
                  <a:pt x="385763" y="193358"/>
                </a:lnTo>
                <a:lnTo>
                  <a:pt x="397193" y="254318"/>
                </a:lnTo>
                <a:lnTo>
                  <a:pt x="408622" y="280035"/>
                </a:lnTo>
                <a:lnTo>
                  <a:pt x="421005" y="285750"/>
                </a:lnTo>
                <a:lnTo>
                  <a:pt x="432435" y="286703"/>
                </a:lnTo>
                <a:lnTo>
                  <a:pt x="443865" y="286703"/>
                </a:lnTo>
                <a:lnTo>
                  <a:pt x="455295" y="286703"/>
                </a:lnTo>
                <a:lnTo>
                  <a:pt x="467678" y="286703"/>
                </a:lnTo>
                <a:lnTo>
                  <a:pt x="479107" y="286703"/>
                </a:lnTo>
                <a:lnTo>
                  <a:pt x="490538" y="286703"/>
                </a:lnTo>
                <a:lnTo>
                  <a:pt x="501968" y="286703"/>
                </a:lnTo>
                <a:lnTo>
                  <a:pt x="514350" y="286703"/>
                </a:lnTo>
                <a:lnTo>
                  <a:pt x="525780" y="286703"/>
                </a:lnTo>
                <a:lnTo>
                  <a:pt x="537210" y="286703"/>
                </a:lnTo>
                <a:lnTo>
                  <a:pt x="549593" y="286703"/>
                </a:lnTo>
                <a:lnTo>
                  <a:pt x="561022" y="286703"/>
                </a:lnTo>
                <a:lnTo>
                  <a:pt x="572453" y="286703"/>
                </a:lnTo>
                <a:lnTo>
                  <a:pt x="583882" y="286703"/>
                </a:lnTo>
                <a:lnTo>
                  <a:pt x="596265" y="286703"/>
                </a:lnTo>
                <a:lnTo>
                  <a:pt x="607695" y="286703"/>
                </a:lnTo>
                <a:lnTo>
                  <a:pt x="619125" y="286703"/>
                </a:lnTo>
                <a:lnTo>
                  <a:pt x="630555" y="286703"/>
                </a:lnTo>
                <a:lnTo>
                  <a:pt x="642938" y="286703"/>
                </a:lnTo>
                <a:lnTo>
                  <a:pt x="654368" y="286703"/>
                </a:lnTo>
                <a:lnTo>
                  <a:pt x="665797" y="286703"/>
                </a:lnTo>
                <a:lnTo>
                  <a:pt x="677228" y="286703"/>
                </a:lnTo>
                <a:lnTo>
                  <a:pt x="689610" y="286703"/>
                </a:lnTo>
                <a:lnTo>
                  <a:pt x="701040" y="286703"/>
                </a:lnTo>
                <a:lnTo>
                  <a:pt x="712470" y="284798"/>
                </a:lnTo>
                <a:lnTo>
                  <a:pt x="724853" y="280035"/>
                </a:lnTo>
                <a:lnTo>
                  <a:pt x="736282" y="268605"/>
                </a:lnTo>
                <a:lnTo>
                  <a:pt x="747713" y="241935"/>
                </a:lnTo>
                <a:lnTo>
                  <a:pt x="759143" y="195263"/>
                </a:lnTo>
                <a:lnTo>
                  <a:pt x="771525" y="130493"/>
                </a:lnTo>
                <a:lnTo>
                  <a:pt x="782955" y="60008"/>
                </a:lnTo>
                <a:lnTo>
                  <a:pt x="794385" y="9525"/>
                </a:lnTo>
                <a:lnTo>
                  <a:pt x="805815" y="0"/>
                </a:lnTo>
                <a:lnTo>
                  <a:pt x="818197" y="36195"/>
                </a:lnTo>
                <a:lnTo>
                  <a:pt x="829628" y="101918"/>
                </a:lnTo>
                <a:lnTo>
                  <a:pt x="841057" y="171450"/>
                </a:lnTo>
                <a:lnTo>
                  <a:pt x="852488" y="225743"/>
                </a:lnTo>
                <a:lnTo>
                  <a:pt x="864870" y="260033"/>
                </a:lnTo>
                <a:lnTo>
                  <a:pt x="876300" y="277178"/>
                </a:lnTo>
                <a:lnTo>
                  <a:pt x="887730" y="283845"/>
                </a:lnTo>
                <a:lnTo>
                  <a:pt x="900113" y="285750"/>
                </a:lnTo>
                <a:lnTo>
                  <a:pt x="911543" y="286703"/>
                </a:lnTo>
                <a:lnTo>
                  <a:pt x="922972" y="286703"/>
                </a:lnTo>
                <a:lnTo>
                  <a:pt x="934403" y="286703"/>
                </a:lnTo>
                <a:lnTo>
                  <a:pt x="946785" y="286703"/>
                </a:lnTo>
                <a:lnTo>
                  <a:pt x="958215" y="286703"/>
                </a:lnTo>
                <a:lnTo>
                  <a:pt x="969645" y="286703"/>
                </a:lnTo>
                <a:lnTo>
                  <a:pt x="981075" y="286703"/>
                </a:lnTo>
                <a:lnTo>
                  <a:pt x="993457" y="286703"/>
                </a:lnTo>
                <a:lnTo>
                  <a:pt x="1004888" y="286703"/>
                </a:lnTo>
                <a:lnTo>
                  <a:pt x="1016318" y="286703"/>
                </a:lnTo>
                <a:lnTo>
                  <a:pt x="1027747" y="286703"/>
                </a:lnTo>
                <a:lnTo>
                  <a:pt x="1040130" y="286703"/>
                </a:lnTo>
                <a:lnTo>
                  <a:pt x="1051560" y="286703"/>
                </a:lnTo>
                <a:lnTo>
                  <a:pt x="1062990" y="286703"/>
                </a:lnTo>
                <a:lnTo>
                  <a:pt x="1075372" y="286703"/>
                </a:lnTo>
                <a:lnTo>
                  <a:pt x="1086803" y="286703"/>
                </a:lnTo>
                <a:lnTo>
                  <a:pt x="1098232" y="286703"/>
                </a:lnTo>
                <a:lnTo>
                  <a:pt x="1109663" y="286703"/>
                </a:lnTo>
                <a:lnTo>
                  <a:pt x="1122045" y="286703"/>
                </a:lnTo>
                <a:lnTo>
                  <a:pt x="1133475" y="286703"/>
                </a:lnTo>
                <a:lnTo>
                  <a:pt x="1144905" y="286703"/>
                </a:lnTo>
                <a:lnTo>
                  <a:pt x="1156335" y="286703"/>
                </a:lnTo>
                <a:lnTo>
                  <a:pt x="1168718" y="286703"/>
                </a:lnTo>
                <a:lnTo>
                  <a:pt x="1180147" y="286703"/>
                </a:lnTo>
                <a:lnTo>
                  <a:pt x="1191578" y="286703"/>
                </a:lnTo>
                <a:lnTo>
                  <a:pt x="1203007" y="286703"/>
                </a:lnTo>
                <a:lnTo>
                  <a:pt x="1215390" y="286703"/>
                </a:lnTo>
                <a:lnTo>
                  <a:pt x="1226820" y="280988"/>
                </a:lnTo>
                <a:lnTo>
                  <a:pt x="1238250" y="241935"/>
                </a:lnTo>
                <a:lnTo>
                  <a:pt x="1250632" y="155258"/>
                </a:lnTo>
                <a:lnTo>
                  <a:pt x="1262063" y="129540"/>
                </a:lnTo>
                <a:lnTo>
                  <a:pt x="1273493" y="209550"/>
                </a:lnTo>
                <a:lnTo>
                  <a:pt x="1284922" y="271463"/>
                </a:lnTo>
                <a:lnTo>
                  <a:pt x="1297305" y="285750"/>
                </a:lnTo>
                <a:lnTo>
                  <a:pt x="1308735" y="286703"/>
                </a:lnTo>
                <a:lnTo>
                  <a:pt x="1320165" y="286703"/>
                </a:lnTo>
                <a:lnTo>
                  <a:pt x="1331595" y="286703"/>
                </a:lnTo>
                <a:lnTo>
                  <a:pt x="1343978" y="286703"/>
                </a:lnTo>
                <a:lnTo>
                  <a:pt x="1355407" y="286703"/>
                </a:lnTo>
                <a:lnTo>
                  <a:pt x="1366838" y="286703"/>
                </a:lnTo>
                <a:lnTo>
                  <a:pt x="1378268" y="286703"/>
                </a:lnTo>
                <a:lnTo>
                  <a:pt x="1390650" y="286703"/>
                </a:lnTo>
                <a:lnTo>
                  <a:pt x="1402080" y="286703"/>
                </a:lnTo>
                <a:lnTo>
                  <a:pt x="1413510" y="286703"/>
                </a:lnTo>
                <a:lnTo>
                  <a:pt x="1425893" y="286703"/>
                </a:lnTo>
                <a:lnTo>
                  <a:pt x="1437322" y="286703"/>
                </a:lnTo>
                <a:lnTo>
                  <a:pt x="1448753" y="286703"/>
                </a:lnTo>
                <a:lnTo>
                  <a:pt x="1460182" y="286703"/>
                </a:lnTo>
                <a:lnTo>
                  <a:pt x="1472565" y="285750"/>
                </a:lnTo>
                <a:lnTo>
                  <a:pt x="1483995" y="280988"/>
                </a:lnTo>
                <a:lnTo>
                  <a:pt x="1495425" y="269558"/>
                </a:lnTo>
                <a:lnTo>
                  <a:pt x="1506855" y="243840"/>
                </a:lnTo>
                <a:lnTo>
                  <a:pt x="1519238" y="208598"/>
                </a:lnTo>
                <a:lnTo>
                  <a:pt x="1530668" y="177165"/>
                </a:lnTo>
                <a:lnTo>
                  <a:pt x="1542097" y="171450"/>
                </a:lnTo>
                <a:lnTo>
                  <a:pt x="1553528" y="194310"/>
                </a:lnTo>
                <a:lnTo>
                  <a:pt x="1565910" y="230505"/>
                </a:lnTo>
                <a:lnTo>
                  <a:pt x="1577340" y="260985"/>
                </a:lnTo>
                <a:lnTo>
                  <a:pt x="1588770" y="278130"/>
                </a:lnTo>
                <a:lnTo>
                  <a:pt x="1601153" y="284798"/>
                </a:lnTo>
                <a:lnTo>
                  <a:pt x="1612582" y="286703"/>
                </a:lnTo>
                <a:lnTo>
                  <a:pt x="1624013" y="286703"/>
                </a:lnTo>
                <a:lnTo>
                  <a:pt x="1635443" y="286703"/>
                </a:lnTo>
                <a:lnTo>
                  <a:pt x="1647825" y="286703"/>
                </a:lnTo>
                <a:lnTo>
                  <a:pt x="1659255" y="286703"/>
                </a:lnTo>
                <a:lnTo>
                  <a:pt x="1670685" y="286703"/>
                </a:lnTo>
                <a:lnTo>
                  <a:pt x="1682115" y="286703"/>
                </a:lnTo>
                <a:lnTo>
                  <a:pt x="1694497" y="286703"/>
                </a:lnTo>
                <a:lnTo>
                  <a:pt x="1705928" y="286703"/>
                </a:lnTo>
                <a:lnTo>
                  <a:pt x="1717357" y="286703"/>
                </a:lnTo>
                <a:lnTo>
                  <a:pt x="1728788" y="286703"/>
                </a:lnTo>
                <a:lnTo>
                  <a:pt x="1741170" y="286703"/>
                </a:lnTo>
                <a:lnTo>
                  <a:pt x="1752600" y="2867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73" name="p25-路径-0073">
            <a:extLst xmlns:a="http://schemas.openxmlformats.org/drawingml/2006/main">
              <a:ext uri="{FF2B5EF4-FFF2-40B4-BE49-F238E27FC236}">
                <a16:creationId xmlns:a16="http://schemas.microsoft.com/office/drawing/2014/main" id="{F0C3C9C6-EBD2-40BC-BFA5-3489A99A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501390"/>
            <a:ext cx="1752600" cy="288607"/>
          </a:xfrm>
          <a:custGeom xmlns:a="http://schemas.openxmlformats.org/drawingml/2006/main">
            <a:pathLst>
              <a:path w="1752600" h="288607">
                <a:moveTo>
                  <a:pt x="0" y="288607"/>
                </a:moveTo>
                <a:lnTo>
                  <a:pt x="11430" y="288607"/>
                </a:lnTo>
                <a:lnTo>
                  <a:pt x="23813" y="288607"/>
                </a:lnTo>
                <a:lnTo>
                  <a:pt x="35243" y="288607"/>
                </a:lnTo>
                <a:lnTo>
                  <a:pt x="46672" y="288607"/>
                </a:lnTo>
                <a:lnTo>
                  <a:pt x="58103" y="288607"/>
                </a:lnTo>
                <a:lnTo>
                  <a:pt x="70485" y="288607"/>
                </a:lnTo>
                <a:lnTo>
                  <a:pt x="81915" y="288607"/>
                </a:lnTo>
                <a:lnTo>
                  <a:pt x="93345" y="288607"/>
                </a:lnTo>
                <a:lnTo>
                  <a:pt x="104775" y="288607"/>
                </a:lnTo>
                <a:lnTo>
                  <a:pt x="117157" y="288607"/>
                </a:lnTo>
                <a:lnTo>
                  <a:pt x="128588" y="288607"/>
                </a:lnTo>
                <a:lnTo>
                  <a:pt x="140018" y="288607"/>
                </a:lnTo>
                <a:lnTo>
                  <a:pt x="151447" y="288607"/>
                </a:lnTo>
                <a:lnTo>
                  <a:pt x="163830" y="288607"/>
                </a:lnTo>
                <a:lnTo>
                  <a:pt x="175260" y="288607"/>
                </a:lnTo>
                <a:lnTo>
                  <a:pt x="186690" y="288607"/>
                </a:lnTo>
                <a:lnTo>
                  <a:pt x="199072" y="288607"/>
                </a:lnTo>
                <a:lnTo>
                  <a:pt x="210503" y="288607"/>
                </a:lnTo>
                <a:lnTo>
                  <a:pt x="221932" y="288607"/>
                </a:lnTo>
                <a:lnTo>
                  <a:pt x="233363" y="288607"/>
                </a:lnTo>
                <a:lnTo>
                  <a:pt x="245745" y="288607"/>
                </a:lnTo>
                <a:lnTo>
                  <a:pt x="257175" y="288607"/>
                </a:lnTo>
                <a:lnTo>
                  <a:pt x="268605" y="288607"/>
                </a:lnTo>
                <a:lnTo>
                  <a:pt x="280035" y="288607"/>
                </a:lnTo>
                <a:lnTo>
                  <a:pt x="292418" y="288607"/>
                </a:lnTo>
                <a:lnTo>
                  <a:pt x="303847" y="288607"/>
                </a:lnTo>
                <a:lnTo>
                  <a:pt x="315278" y="288607"/>
                </a:lnTo>
                <a:lnTo>
                  <a:pt x="326707" y="286702"/>
                </a:lnTo>
                <a:lnTo>
                  <a:pt x="339090" y="274320"/>
                </a:lnTo>
                <a:lnTo>
                  <a:pt x="350520" y="236220"/>
                </a:lnTo>
                <a:lnTo>
                  <a:pt x="361950" y="163830"/>
                </a:lnTo>
                <a:lnTo>
                  <a:pt x="374332" y="100965"/>
                </a:lnTo>
                <a:lnTo>
                  <a:pt x="385763" y="108585"/>
                </a:lnTo>
                <a:lnTo>
                  <a:pt x="397193" y="179070"/>
                </a:lnTo>
                <a:lnTo>
                  <a:pt x="408622" y="246697"/>
                </a:lnTo>
                <a:lnTo>
                  <a:pt x="421005" y="278130"/>
                </a:lnTo>
                <a:lnTo>
                  <a:pt x="432435" y="287655"/>
                </a:lnTo>
                <a:lnTo>
                  <a:pt x="443865" y="288607"/>
                </a:lnTo>
                <a:lnTo>
                  <a:pt x="455295" y="288607"/>
                </a:lnTo>
                <a:lnTo>
                  <a:pt x="467678" y="288607"/>
                </a:lnTo>
                <a:lnTo>
                  <a:pt x="479107" y="288607"/>
                </a:lnTo>
                <a:lnTo>
                  <a:pt x="490538" y="288607"/>
                </a:lnTo>
                <a:lnTo>
                  <a:pt x="501968" y="288607"/>
                </a:lnTo>
                <a:lnTo>
                  <a:pt x="514350" y="288607"/>
                </a:lnTo>
                <a:lnTo>
                  <a:pt x="525780" y="288607"/>
                </a:lnTo>
                <a:lnTo>
                  <a:pt x="537210" y="288607"/>
                </a:lnTo>
                <a:lnTo>
                  <a:pt x="549593" y="288607"/>
                </a:lnTo>
                <a:lnTo>
                  <a:pt x="561022" y="288607"/>
                </a:lnTo>
                <a:lnTo>
                  <a:pt x="572453" y="288607"/>
                </a:lnTo>
                <a:lnTo>
                  <a:pt x="583882" y="288607"/>
                </a:lnTo>
                <a:lnTo>
                  <a:pt x="596265" y="288607"/>
                </a:lnTo>
                <a:lnTo>
                  <a:pt x="607695" y="288607"/>
                </a:lnTo>
                <a:lnTo>
                  <a:pt x="619125" y="288607"/>
                </a:lnTo>
                <a:lnTo>
                  <a:pt x="630555" y="288607"/>
                </a:lnTo>
                <a:lnTo>
                  <a:pt x="642938" y="288607"/>
                </a:lnTo>
                <a:lnTo>
                  <a:pt x="654368" y="288607"/>
                </a:lnTo>
                <a:lnTo>
                  <a:pt x="665797" y="288607"/>
                </a:lnTo>
                <a:lnTo>
                  <a:pt x="677228" y="288607"/>
                </a:lnTo>
                <a:lnTo>
                  <a:pt x="689610" y="288607"/>
                </a:lnTo>
                <a:lnTo>
                  <a:pt x="701040" y="288607"/>
                </a:lnTo>
                <a:lnTo>
                  <a:pt x="712470" y="288607"/>
                </a:lnTo>
                <a:lnTo>
                  <a:pt x="724853" y="287655"/>
                </a:lnTo>
                <a:lnTo>
                  <a:pt x="736282" y="283845"/>
                </a:lnTo>
                <a:lnTo>
                  <a:pt x="747713" y="273367"/>
                </a:lnTo>
                <a:lnTo>
                  <a:pt x="759143" y="250507"/>
                </a:lnTo>
                <a:lnTo>
                  <a:pt x="771525" y="208597"/>
                </a:lnTo>
                <a:lnTo>
                  <a:pt x="782955" y="146685"/>
                </a:lnTo>
                <a:lnTo>
                  <a:pt x="794385" y="75247"/>
                </a:lnTo>
                <a:lnTo>
                  <a:pt x="805815" y="19050"/>
                </a:lnTo>
                <a:lnTo>
                  <a:pt x="818197" y="0"/>
                </a:lnTo>
                <a:lnTo>
                  <a:pt x="829628" y="27622"/>
                </a:lnTo>
                <a:lnTo>
                  <a:pt x="841057" y="89535"/>
                </a:lnTo>
                <a:lnTo>
                  <a:pt x="852488" y="160020"/>
                </a:lnTo>
                <a:lnTo>
                  <a:pt x="864870" y="218122"/>
                </a:lnTo>
                <a:lnTo>
                  <a:pt x="876300" y="256222"/>
                </a:lnTo>
                <a:lnTo>
                  <a:pt x="887730" y="276225"/>
                </a:lnTo>
                <a:lnTo>
                  <a:pt x="900113" y="284797"/>
                </a:lnTo>
                <a:lnTo>
                  <a:pt x="911543" y="287655"/>
                </a:lnTo>
                <a:lnTo>
                  <a:pt x="922972" y="288607"/>
                </a:lnTo>
                <a:lnTo>
                  <a:pt x="934403" y="288607"/>
                </a:lnTo>
                <a:lnTo>
                  <a:pt x="946785" y="288607"/>
                </a:lnTo>
                <a:lnTo>
                  <a:pt x="958215" y="288607"/>
                </a:lnTo>
                <a:lnTo>
                  <a:pt x="969645" y="288607"/>
                </a:lnTo>
                <a:lnTo>
                  <a:pt x="981075" y="288607"/>
                </a:lnTo>
                <a:lnTo>
                  <a:pt x="993457" y="288607"/>
                </a:lnTo>
                <a:lnTo>
                  <a:pt x="1004888" y="288607"/>
                </a:lnTo>
                <a:lnTo>
                  <a:pt x="1016318" y="288607"/>
                </a:lnTo>
                <a:lnTo>
                  <a:pt x="1027747" y="288607"/>
                </a:lnTo>
                <a:lnTo>
                  <a:pt x="1040130" y="288607"/>
                </a:lnTo>
                <a:lnTo>
                  <a:pt x="1051560" y="288607"/>
                </a:lnTo>
                <a:lnTo>
                  <a:pt x="1062990" y="288607"/>
                </a:lnTo>
                <a:lnTo>
                  <a:pt x="1075372" y="288607"/>
                </a:lnTo>
                <a:lnTo>
                  <a:pt x="1086803" y="288607"/>
                </a:lnTo>
                <a:lnTo>
                  <a:pt x="1098232" y="288607"/>
                </a:lnTo>
                <a:lnTo>
                  <a:pt x="1109663" y="288607"/>
                </a:lnTo>
                <a:lnTo>
                  <a:pt x="1122045" y="288607"/>
                </a:lnTo>
                <a:lnTo>
                  <a:pt x="1133475" y="288607"/>
                </a:lnTo>
                <a:lnTo>
                  <a:pt x="1144905" y="288607"/>
                </a:lnTo>
                <a:lnTo>
                  <a:pt x="1156335" y="288607"/>
                </a:lnTo>
                <a:lnTo>
                  <a:pt x="1168718" y="288607"/>
                </a:lnTo>
                <a:lnTo>
                  <a:pt x="1180147" y="288607"/>
                </a:lnTo>
                <a:lnTo>
                  <a:pt x="1191578" y="288607"/>
                </a:lnTo>
                <a:lnTo>
                  <a:pt x="1203007" y="288607"/>
                </a:lnTo>
                <a:lnTo>
                  <a:pt x="1215390" y="288607"/>
                </a:lnTo>
                <a:lnTo>
                  <a:pt x="1226820" y="288607"/>
                </a:lnTo>
                <a:lnTo>
                  <a:pt x="1238250" y="284797"/>
                </a:lnTo>
                <a:lnTo>
                  <a:pt x="1250632" y="256222"/>
                </a:lnTo>
                <a:lnTo>
                  <a:pt x="1262063" y="174307"/>
                </a:lnTo>
                <a:lnTo>
                  <a:pt x="1273493" y="125730"/>
                </a:lnTo>
                <a:lnTo>
                  <a:pt x="1284922" y="193357"/>
                </a:lnTo>
                <a:lnTo>
                  <a:pt x="1297305" y="265747"/>
                </a:lnTo>
                <a:lnTo>
                  <a:pt x="1308735" y="286702"/>
                </a:lnTo>
                <a:lnTo>
                  <a:pt x="1320165" y="288607"/>
                </a:lnTo>
                <a:lnTo>
                  <a:pt x="1331595" y="288607"/>
                </a:lnTo>
                <a:lnTo>
                  <a:pt x="1343978" y="288607"/>
                </a:lnTo>
                <a:lnTo>
                  <a:pt x="1355407" y="288607"/>
                </a:lnTo>
                <a:lnTo>
                  <a:pt x="1366838" y="288607"/>
                </a:lnTo>
                <a:lnTo>
                  <a:pt x="1378268" y="288607"/>
                </a:lnTo>
                <a:lnTo>
                  <a:pt x="1390650" y="288607"/>
                </a:lnTo>
                <a:lnTo>
                  <a:pt x="1402080" y="288607"/>
                </a:lnTo>
                <a:lnTo>
                  <a:pt x="1413510" y="288607"/>
                </a:lnTo>
                <a:lnTo>
                  <a:pt x="1425893" y="288607"/>
                </a:lnTo>
                <a:lnTo>
                  <a:pt x="1437322" y="288607"/>
                </a:lnTo>
                <a:lnTo>
                  <a:pt x="1448753" y="288607"/>
                </a:lnTo>
                <a:lnTo>
                  <a:pt x="1460182" y="288607"/>
                </a:lnTo>
                <a:lnTo>
                  <a:pt x="1472565" y="288607"/>
                </a:lnTo>
                <a:lnTo>
                  <a:pt x="1483995" y="287655"/>
                </a:lnTo>
                <a:lnTo>
                  <a:pt x="1495425" y="284797"/>
                </a:lnTo>
                <a:lnTo>
                  <a:pt x="1506855" y="274320"/>
                </a:lnTo>
                <a:lnTo>
                  <a:pt x="1519238" y="251460"/>
                </a:lnTo>
                <a:lnTo>
                  <a:pt x="1530668" y="217170"/>
                </a:lnTo>
                <a:lnTo>
                  <a:pt x="1542097" y="183832"/>
                </a:lnTo>
                <a:lnTo>
                  <a:pt x="1553528" y="171450"/>
                </a:lnTo>
                <a:lnTo>
                  <a:pt x="1565910" y="189547"/>
                </a:lnTo>
                <a:lnTo>
                  <a:pt x="1577340" y="224790"/>
                </a:lnTo>
                <a:lnTo>
                  <a:pt x="1588770" y="257175"/>
                </a:lnTo>
                <a:lnTo>
                  <a:pt x="1601153" y="277177"/>
                </a:lnTo>
                <a:lnTo>
                  <a:pt x="1612582" y="285750"/>
                </a:lnTo>
                <a:lnTo>
                  <a:pt x="1624013" y="287655"/>
                </a:lnTo>
                <a:lnTo>
                  <a:pt x="1635443" y="288607"/>
                </a:lnTo>
                <a:lnTo>
                  <a:pt x="1647825" y="288607"/>
                </a:lnTo>
                <a:lnTo>
                  <a:pt x="1659255" y="288607"/>
                </a:lnTo>
                <a:lnTo>
                  <a:pt x="1670685" y="288607"/>
                </a:lnTo>
                <a:lnTo>
                  <a:pt x="1682115" y="288607"/>
                </a:lnTo>
                <a:lnTo>
                  <a:pt x="1694497" y="288607"/>
                </a:lnTo>
                <a:lnTo>
                  <a:pt x="1705928" y="288607"/>
                </a:lnTo>
                <a:lnTo>
                  <a:pt x="1717357" y="288607"/>
                </a:lnTo>
                <a:lnTo>
                  <a:pt x="1728788" y="288607"/>
                </a:lnTo>
                <a:lnTo>
                  <a:pt x="1741170" y="288607"/>
                </a:lnTo>
                <a:lnTo>
                  <a:pt x="1752600" y="2886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74" name="p25-文本-0074">
            <a:extLst xmlns:a="http://schemas.openxmlformats.org/drawingml/2006/main">
              <a:ext uri="{FF2B5EF4-FFF2-40B4-BE49-F238E27FC236}">
                <a16:creationId xmlns:a16="http://schemas.microsoft.com/office/drawing/2014/main" id="{BD7D9C13-2A6E-4FCF-AF15-75ADCFA3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439" y="4183252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75" name="p25-文本-0075">
            <a:extLst xmlns:a="http://schemas.openxmlformats.org/drawingml/2006/main">
              <a:ext uri="{FF2B5EF4-FFF2-40B4-BE49-F238E27FC236}">
                <a16:creationId xmlns:a16="http://schemas.microsoft.com/office/drawing/2014/main" id="{3A876F29-DA62-4F8B-9FB8-FBD9C762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07852"/>
            <a:ext cx="24443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产出：特征信号与速率参数</a:t>
            </a:r>
          </a:p>
        </p:txBody>
      </p:sp>
      <p:sp>
        <p:nvSpPr>
          <p:cNvPr id="76" name="p25-文本-0076">
            <a:extLst xmlns:a="http://schemas.openxmlformats.org/drawingml/2006/main">
              <a:ext uri="{FF2B5EF4-FFF2-40B4-BE49-F238E27FC236}">
                <a16:creationId xmlns:a16="http://schemas.microsoft.com/office/drawing/2014/main" id="{21028659-3EF8-48BE-AD92-58490E92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826952"/>
            <a:ext cx="24443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依据：变化方向与对照一致</a:t>
            </a:r>
          </a:p>
        </p:txBody>
      </p:sp>
      <p:sp>
        <p:nvSpPr>
          <p:cNvPr id="77" name="p25-线-0077">
            <a:extLst xmlns:a="http://schemas.openxmlformats.org/drawingml/2006/main">
              <a:ext uri="{FF2B5EF4-FFF2-40B4-BE49-F238E27FC236}">
                <a16:creationId xmlns:a16="http://schemas.microsoft.com/office/drawing/2014/main" id="{28D72A9D-72DE-4095-9F28-35304721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958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78" name="p25-矩形-0078">
            <a:extLst xmlns:a="http://schemas.openxmlformats.org/drawingml/2006/main">
              <a:ext uri="{FF2B5EF4-FFF2-40B4-BE49-F238E27FC236}">
                <a16:creationId xmlns:a16="http://schemas.microsoft.com/office/drawing/2014/main" id="{B8CA8739-14C0-4853-A4A4-C7C149D9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05325"/>
            <a:ext cx="11239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9" name="p25-文本-0079">
            <a:extLst xmlns:a="http://schemas.openxmlformats.org/drawingml/2006/main">
              <a:ext uri="{FF2B5EF4-FFF2-40B4-BE49-F238E27FC236}">
                <a16:creationId xmlns:a16="http://schemas.microsoft.com/office/drawing/2014/main" id="{93B99E5D-40F7-42EB-8493-6DA1315E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39692"/>
            <a:ext cx="14218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检验可复现性</a:t>
            </a:r>
          </a:p>
        </p:txBody>
      </p:sp>
      <p:sp>
        <p:nvSpPr>
          <p:cNvPr id="80" name="p25-文本-0080">
            <a:extLst xmlns:a="http://schemas.openxmlformats.org/drawingml/2006/main">
              <a:ext uri="{FF2B5EF4-FFF2-40B4-BE49-F238E27FC236}">
                <a16:creationId xmlns:a16="http://schemas.microsoft.com/office/drawing/2014/main" id="{1729A095-2849-4F05-A24B-CEEB69A2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0531"/>
            <a:ext cx="613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重复性</a:t>
            </a:r>
          </a:p>
        </p:txBody>
      </p:sp>
      <p:sp>
        <p:nvSpPr>
          <p:cNvPr id="81" name="p25-文本-0081">
            <a:extLst xmlns:a="http://schemas.openxmlformats.org/drawingml/2006/main">
              <a:ext uri="{FF2B5EF4-FFF2-40B4-BE49-F238E27FC236}">
                <a16:creationId xmlns:a16="http://schemas.microsoft.com/office/drawing/2014/main" id="{723D82D6-52F6-4ADB-B8BC-BBB79480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419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留出独立批次</a:t>
            </a:r>
          </a:p>
        </p:txBody>
      </p:sp>
      <p:sp>
        <p:nvSpPr>
          <p:cNvPr id="82" name="p25-文本-0082">
            <a:extLst xmlns:a="http://schemas.openxmlformats.org/drawingml/2006/main">
              <a:ext uri="{FF2B5EF4-FFF2-40B4-BE49-F238E27FC236}">
                <a16:creationId xmlns:a16="http://schemas.microsoft.com/office/drawing/2014/main" id="{942F4C38-BD81-4CB3-A4A2-29C12942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6575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重复完整测量流程</a:t>
            </a:r>
          </a:p>
        </p:txBody>
      </p:sp>
      <p:sp>
        <p:nvSpPr>
          <p:cNvPr id="83" name="p25-线-0083">
            <a:extLst xmlns:a="http://schemas.openxmlformats.org/drawingml/2006/main">
              <a:ext uri="{FF2B5EF4-FFF2-40B4-BE49-F238E27FC236}">
                <a16:creationId xmlns:a16="http://schemas.microsoft.com/office/drawing/2014/main" id="{F22E197E-8E90-483F-A492-DE7A0504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95925"/>
            <a:ext cx="1666875" cy="95"/>
          </a:xfrm>
          <a:custGeom xmlns:a="http://schemas.openxmlformats.org/drawingml/2006/main">
            <a:pathLst>
              <a:path w="1666875" h="95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84" name="p25-线-0084">
            <a:extLst xmlns:a="http://schemas.openxmlformats.org/drawingml/2006/main">
              <a:ext uri="{FF2B5EF4-FFF2-40B4-BE49-F238E27FC236}">
                <a16:creationId xmlns:a16="http://schemas.microsoft.com/office/drawing/2014/main" id="{DD2283C2-33DB-4038-B287-7E485C99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781550"/>
            <a:ext cx="95" cy="714375"/>
          </a:xfrm>
          <a:custGeom xmlns:a="http://schemas.openxmlformats.org/drawingml/2006/main">
            <a:pathLst>
              <a:path w="95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85" name="p25-线-0085">
            <a:extLst xmlns:a="http://schemas.openxmlformats.org/drawingml/2006/main">
              <a:ext uri="{FF2B5EF4-FFF2-40B4-BE49-F238E27FC236}">
                <a16:creationId xmlns:a16="http://schemas.microsoft.com/office/drawing/2014/main" id="{0D9CDFBD-A7AA-4A54-BA96-20506D7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781550"/>
            <a:ext cx="1666875" cy="714375"/>
          </a:xfrm>
          <a:custGeom xmlns:a="http://schemas.openxmlformats.org/drawingml/2006/main">
            <a:pathLst>
              <a:path w="1666875" h="714375">
                <a:moveTo>
                  <a:pt x="0" y="714375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86" name="p25-椭圆-0086">
            <a:extLst xmlns:a="http://schemas.openxmlformats.org/drawingml/2006/main">
              <a:ext uri="{FF2B5EF4-FFF2-40B4-BE49-F238E27FC236}">
                <a16:creationId xmlns:a16="http://schemas.microsoft.com/office/drawing/2014/main" id="{09A501D2-500B-4BC8-9EBF-B9F50749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544401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7" name="p25-椭圆-0087">
            <a:extLst xmlns:a="http://schemas.openxmlformats.org/drawingml/2006/main">
              <a:ext uri="{FF2B5EF4-FFF2-40B4-BE49-F238E27FC236}">
                <a16:creationId xmlns:a16="http://schemas.microsoft.com/office/drawing/2014/main" id="{A5A8767C-5835-4A1A-9EF3-4C0D8381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205" y="494691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25-椭圆-0088">
            <a:extLst xmlns:a="http://schemas.openxmlformats.org/drawingml/2006/main">
              <a:ext uri="{FF2B5EF4-FFF2-40B4-BE49-F238E27FC236}">
                <a16:creationId xmlns:a16="http://schemas.microsoft.com/office/drawing/2014/main" id="{7CEFE4FA-3F02-4149-A682-01A4E68C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516" y="53272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25-椭圆-0089">
            <a:extLst xmlns:a="http://schemas.openxmlformats.org/drawingml/2006/main">
              <a:ext uri="{FF2B5EF4-FFF2-40B4-BE49-F238E27FC236}">
                <a16:creationId xmlns:a16="http://schemas.microsoft.com/office/drawing/2014/main" id="{31E8009D-20C3-4A51-A652-78F3A87E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701" y="492025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0" name="p25-椭圆-0090">
            <a:extLst xmlns:a="http://schemas.openxmlformats.org/drawingml/2006/main">
              <a:ext uri="{FF2B5EF4-FFF2-40B4-BE49-F238E27FC236}">
                <a16:creationId xmlns:a16="http://schemas.microsoft.com/office/drawing/2014/main" id="{8D010FD4-7DDE-4FA7-A87B-EF37F70E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0012" y="50719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1" name="p25-椭圆-0091">
            <a:extLst xmlns:a="http://schemas.openxmlformats.org/drawingml/2006/main">
              <a:ext uri="{FF2B5EF4-FFF2-40B4-BE49-F238E27FC236}">
                <a16:creationId xmlns:a16="http://schemas.microsoft.com/office/drawing/2014/main" id="{F6332EA9-E8CA-457E-8801-22797DAA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322" y="53583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25-椭圆-0092">
            <a:extLst xmlns:a="http://schemas.openxmlformats.org/drawingml/2006/main">
              <a:ext uri="{FF2B5EF4-FFF2-40B4-BE49-F238E27FC236}">
                <a16:creationId xmlns:a16="http://schemas.microsoft.com/office/drawing/2014/main" id="{A631E4E5-6E44-43AF-B548-B482DDA8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3507" y="50326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25-椭圆-0093">
            <a:extLst xmlns:a="http://schemas.openxmlformats.org/drawingml/2006/main">
              <a:ext uri="{FF2B5EF4-FFF2-40B4-BE49-F238E27FC236}">
                <a16:creationId xmlns:a16="http://schemas.microsoft.com/office/drawing/2014/main" id="{E17D7D5E-641C-4EB3-92B3-7BFB4BD3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818" y="524617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4" name="p25-椭圆-0094">
            <a:extLst xmlns:a="http://schemas.openxmlformats.org/drawingml/2006/main">
              <a:ext uri="{FF2B5EF4-FFF2-40B4-BE49-F238E27FC236}">
                <a16:creationId xmlns:a16="http://schemas.microsoft.com/office/drawing/2014/main" id="{193025D8-CA15-41BA-AE58-D9ED5481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003" y="47725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5" name="p25-椭圆-0095">
            <a:extLst xmlns:a="http://schemas.openxmlformats.org/drawingml/2006/main">
              <a:ext uri="{FF2B5EF4-FFF2-40B4-BE49-F238E27FC236}">
                <a16:creationId xmlns:a16="http://schemas.microsoft.com/office/drawing/2014/main" id="{2D5F9026-519B-42A4-AB51-37C0BA7C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314" y="508105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25-椭圆-0096">
            <a:extLst xmlns:a="http://schemas.openxmlformats.org/drawingml/2006/main">
              <a:ext uri="{FF2B5EF4-FFF2-40B4-BE49-F238E27FC236}">
                <a16:creationId xmlns:a16="http://schemas.microsoft.com/office/drawing/2014/main" id="{2864B93B-24C1-4D27-B7DD-33418802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624" y="540832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25-椭圆-0097">
            <a:extLst xmlns:a="http://schemas.openxmlformats.org/drawingml/2006/main">
              <a:ext uri="{FF2B5EF4-FFF2-40B4-BE49-F238E27FC236}">
                <a16:creationId xmlns:a16="http://schemas.microsoft.com/office/drawing/2014/main" id="{75F2C109-9DF2-472B-BCF9-976B3D38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809" y="48494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8" name="p25-椭圆-0098">
            <a:extLst xmlns:a="http://schemas.openxmlformats.org/drawingml/2006/main">
              <a:ext uri="{FF2B5EF4-FFF2-40B4-BE49-F238E27FC236}">
                <a16:creationId xmlns:a16="http://schemas.microsoft.com/office/drawing/2014/main" id="{C1D50254-8ABE-4BCC-AB77-D05D2828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7120" y="51143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9" name="p25-椭圆-0099">
            <a:extLst xmlns:a="http://schemas.openxmlformats.org/drawingml/2006/main">
              <a:ext uri="{FF2B5EF4-FFF2-40B4-BE49-F238E27FC236}">
                <a16:creationId xmlns:a16="http://schemas.microsoft.com/office/drawing/2014/main" id="{5D901D39-9FC0-457B-BA25-F181DDF7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430" y="544401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25-椭圆-0100">
            <a:extLst xmlns:a="http://schemas.openxmlformats.org/drawingml/2006/main">
              <a:ext uri="{FF2B5EF4-FFF2-40B4-BE49-F238E27FC236}">
                <a16:creationId xmlns:a16="http://schemas.microsoft.com/office/drawing/2014/main" id="{35A022A2-BCF3-45C5-B511-5BB3B6BF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616" y="502648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1" name="p25-椭圆-0101">
            <a:extLst xmlns:a="http://schemas.openxmlformats.org/drawingml/2006/main">
              <a:ext uri="{FF2B5EF4-FFF2-40B4-BE49-F238E27FC236}">
                <a16:creationId xmlns:a16="http://schemas.microsoft.com/office/drawing/2014/main" id="{E822B617-359D-4F1A-8896-2CCBF688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3926" y="51945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2" name="p25-椭圆-0102">
            <a:extLst xmlns:a="http://schemas.openxmlformats.org/drawingml/2006/main">
              <a:ext uri="{FF2B5EF4-FFF2-40B4-BE49-F238E27FC236}">
                <a16:creationId xmlns:a16="http://schemas.microsoft.com/office/drawing/2014/main" id="{76306ED5-5120-4976-B148-B348209C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111" y="48342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3" name="p25-椭圆-0103">
            <a:extLst xmlns:a="http://schemas.openxmlformats.org/drawingml/2006/main">
              <a:ext uri="{FF2B5EF4-FFF2-40B4-BE49-F238E27FC236}">
                <a16:creationId xmlns:a16="http://schemas.microsoft.com/office/drawing/2014/main" id="{D1A4D4FC-1648-49CF-ACB3-450FCBF9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7422" y="517979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25-椭圆-0104">
            <a:extLst xmlns:a="http://schemas.openxmlformats.org/drawingml/2006/main">
              <a:ext uri="{FF2B5EF4-FFF2-40B4-BE49-F238E27FC236}">
                <a16:creationId xmlns:a16="http://schemas.microsoft.com/office/drawing/2014/main" id="{5B1CF560-7E2E-4649-AFDF-E429CEB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0732" y="534266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5" name="p25-椭圆-0105">
            <a:extLst xmlns:a="http://schemas.openxmlformats.org/drawingml/2006/main">
              <a:ext uri="{FF2B5EF4-FFF2-40B4-BE49-F238E27FC236}">
                <a16:creationId xmlns:a16="http://schemas.microsoft.com/office/drawing/2014/main" id="{D8FB4885-3305-480F-94D2-37BCECB0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918" y="48720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6" name="p25-椭圆-0106">
            <a:extLst xmlns:a="http://schemas.openxmlformats.org/drawingml/2006/main">
              <a:ext uri="{FF2B5EF4-FFF2-40B4-BE49-F238E27FC236}">
                <a16:creationId xmlns:a16="http://schemas.microsoft.com/office/drawing/2014/main" id="{3BD68AED-88D9-4B10-9466-DCB97552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228" y="52664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7" name="p25-椭圆-0107">
            <a:extLst xmlns:a="http://schemas.openxmlformats.org/drawingml/2006/main">
              <a:ext uri="{FF2B5EF4-FFF2-40B4-BE49-F238E27FC236}">
                <a16:creationId xmlns:a16="http://schemas.microsoft.com/office/drawing/2014/main" id="{9041B13E-9181-4E35-8400-57F917B6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4414" y="48059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8" name="p25-椭圆-0108">
            <a:extLst xmlns:a="http://schemas.openxmlformats.org/drawingml/2006/main">
              <a:ext uri="{FF2B5EF4-FFF2-40B4-BE49-F238E27FC236}">
                <a16:creationId xmlns:a16="http://schemas.microsoft.com/office/drawing/2014/main" id="{893C5322-C88E-4A95-BBC4-25E2AF4B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724" y="496480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25-椭圆-0109">
            <a:extLst xmlns:a="http://schemas.openxmlformats.org/drawingml/2006/main">
              <a:ext uri="{FF2B5EF4-FFF2-40B4-BE49-F238E27FC236}">
                <a16:creationId xmlns:a16="http://schemas.microsoft.com/office/drawing/2014/main" id="{B595E6DC-E24D-49C8-BF20-39E9B483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1034" y="53017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0" name="p25-椭圆-0110">
            <a:extLst xmlns:a="http://schemas.openxmlformats.org/drawingml/2006/main">
              <a:ext uri="{FF2B5EF4-FFF2-40B4-BE49-F238E27FC236}">
                <a16:creationId xmlns:a16="http://schemas.microsoft.com/office/drawing/2014/main" id="{31DD65D1-B227-4CA8-92D4-760BA762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220" y="49488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1" name="p25-椭圆-0111">
            <a:extLst xmlns:a="http://schemas.openxmlformats.org/drawingml/2006/main">
              <a:ext uri="{FF2B5EF4-FFF2-40B4-BE49-F238E27FC236}">
                <a16:creationId xmlns:a16="http://schemas.microsoft.com/office/drawing/2014/main" id="{6C48BBC4-234F-45AB-B3C1-77C3EBA8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4530" y="51225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25-椭圆-0112">
            <a:extLst xmlns:a="http://schemas.openxmlformats.org/drawingml/2006/main">
              <a:ext uri="{FF2B5EF4-FFF2-40B4-BE49-F238E27FC236}">
                <a16:creationId xmlns:a16="http://schemas.microsoft.com/office/drawing/2014/main" id="{FDD5809B-6C66-4146-AC8D-B81B5EAC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841" y="534606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3" name="p25-椭圆-0113">
            <a:extLst xmlns:a="http://schemas.openxmlformats.org/drawingml/2006/main">
              <a:ext uri="{FF2B5EF4-FFF2-40B4-BE49-F238E27FC236}">
                <a16:creationId xmlns:a16="http://schemas.microsoft.com/office/drawing/2014/main" id="{9014B3F8-EA35-43C2-9BD4-8CF67014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8026" y="50232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4" name="p25-椭圆-0114">
            <a:extLst xmlns:a="http://schemas.openxmlformats.org/drawingml/2006/main">
              <a:ext uri="{FF2B5EF4-FFF2-40B4-BE49-F238E27FC236}">
                <a16:creationId xmlns:a16="http://schemas.microsoft.com/office/drawing/2014/main" id="{9415E18D-ACEF-4F74-AECF-2C321EC0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1336" y="52985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5" name="p25-椭圆-0115">
            <a:extLst xmlns:a="http://schemas.openxmlformats.org/drawingml/2006/main">
              <a:ext uri="{FF2B5EF4-FFF2-40B4-BE49-F238E27FC236}">
                <a16:creationId xmlns:a16="http://schemas.microsoft.com/office/drawing/2014/main" id="{33911F31-E874-4EBD-85FC-76D94FE2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522" y="47725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25-椭圆-0116">
            <a:extLst xmlns:a="http://schemas.openxmlformats.org/drawingml/2006/main">
              <a:ext uri="{FF2B5EF4-FFF2-40B4-BE49-F238E27FC236}">
                <a16:creationId xmlns:a16="http://schemas.microsoft.com/office/drawing/2014/main" id="{226288D7-925B-4E30-817B-9F9C0FD1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832" y="50552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7" name="p25-椭圆-0117">
            <a:extLst xmlns:a="http://schemas.openxmlformats.org/drawingml/2006/main">
              <a:ext uri="{FF2B5EF4-FFF2-40B4-BE49-F238E27FC236}">
                <a16:creationId xmlns:a16="http://schemas.microsoft.com/office/drawing/2014/main" id="{C22C8593-A372-46D2-92E9-7604C381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143" y="5429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8" name="p25-椭圆-0118">
            <a:extLst xmlns:a="http://schemas.openxmlformats.org/drawingml/2006/main">
              <a:ext uri="{FF2B5EF4-FFF2-40B4-BE49-F238E27FC236}">
                <a16:creationId xmlns:a16="http://schemas.microsoft.com/office/drawing/2014/main" id="{41AC103E-3960-49EB-A63E-5077C906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328" y="49031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9" name="p25-椭圆-0119">
            <a:extLst xmlns:a="http://schemas.openxmlformats.org/drawingml/2006/main">
              <a:ext uri="{FF2B5EF4-FFF2-40B4-BE49-F238E27FC236}">
                <a16:creationId xmlns:a16="http://schemas.microsoft.com/office/drawing/2014/main" id="{2282ED84-C3FF-4E14-9CD0-5334DBE9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1638" y="51078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0" name="p25-椭圆-0120">
            <a:extLst xmlns:a="http://schemas.openxmlformats.org/drawingml/2006/main">
              <a:ext uri="{FF2B5EF4-FFF2-40B4-BE49-F238E27FC236}">
                <a16:creationId xmlns:a16="http://schemas.microsoft.com/office/drawing/2014/main" id="{BA463F6A-3DE8-4037-9BFF-E74C989F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4949" y="544401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1" name="p25-椭圆-0121">
            <a:extLst xmlns:a="http://schemas.openxmlformats.org/drawingml/2006/main">
              <a:ext uri="{FF2B5EF4-FFF2-40B4-BE49-F238E27FC236}">
                <a16:creationId xmlns:a16="http://schemas.microsoft.com/office/drawing/2014/main" id="{851A2F2A-6172-4275-A83D-18F6AD61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134" y="50751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2" name="p25-椭圆-0122">
            <a:extLst xmlns:a="http://schemas.openxmlformats.org/drawingml/2006/main">
              <a:ext uri="{FF2B5EF4-FFF2-40B4-BE49-F238E27FC236}">
                <a16:creationId xmlns:a16="http://schemas.microsoft.com/office/drawing/2014/main" id="{CD4B2BE8-F463-4914-B89A-488682A7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445" y="522643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3" name="p25-椭圆-0123">
            <a:extLst xmlns:a="http://schemas.openxmlformats.org/drawingml/2006/main">
              <a:ext uri="{FF2B5EF4-FFF2-40B4-BE49-F238E27FC236}">
                <a16:creationId xmlns:a16="http://schemas.microsoft.com/office/drawing/2014/main" id="{7F84906D-01C6-4DEE-893C-D90CF8CE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630" y="48093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4" name="p25-椭圆-0124">
            <a:extLst xmlns:a="http://schemas.openxmlformats.org/drawingml/2006/main">
              <a:ext uri="{FF2B5EF4-FFF2-40B4-BE49-F238E27FC236}">
                <a16:creationId xmlns:a16="http://schemas.microsoft.com/office/drawing/2014/main" id="{1FBF74E3-BE4F-45AC-A6CB-0BCB83CD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1940" y="519419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5" name="p25-椭圆-0125">
            <a:extLst xmlns:a="http://schemas.openxmlformats.org/drawingml/2006/main">
              <a:ext uri="{FF2B5EF4-FFF2-40B4-BE49-F238E27FC236}">
                <a16:creationId xmlns:a16="http://schemas.microsoft.com/office/drawing/2014/main" id="{5F14523D-B507-4467-B904-2ECFF1C3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51" y="539830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6" name="p25-椭圆-0126">
            <a:extLst xmlns:a="http://schemas.openxmlformats.org/drawingml/2006/main">
              <a:ext uri="{FF2B5EF4-FFF2-40B4-BE49-F238E27FC236}">
                <a16:creationId xmlns:a16="http://schemas.microsoft.com/office/drawing/2014/main" id="{B94D725F-B052-4CF9-B2EE-96EEAF5E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436" y="487205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7" name="p25-椭圆-0127">
            <a:extLst xmlns:a="http://schemas.openxmlformats.org/drawingml/2006/main">
              <a:ext uri="{FF2B5EF4-FFF2-40B4-BE49-F238E27FC236}">
                <a16:creationId xmlns:a16="http://schemas.microsoft.com/office/drawing/2014/main" id="{5A4F1196-E917-4A5C-A16C-5F41C742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8747" y="524721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8" name="p25-椭圆-0128">
            <a:extLst xmlns:a="http://schemas.openxmlformats.org/drawingml/2006/main">
              <a:ext uri="{FF2B5EF4-FFF2-40B4-BE49-F238E27FC236}">
                <a16:creationId xmlns:a16="http://schemas.microsoft.com/office/drawing/2014/main" id="{833A358C-64AB-4F03-A078-4A22ADEB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8932" y="484996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9" name="p25-椭圆-0129">
            <a:extLst xmlns:a="http://schemas.openxmlformats.org/drawingml/2006/main">
              <a:ext uri="{FF2B5EF4-FFF2-40B4-BE49-F238E27FC236}">
                <a16:creationId xmlns:a16="http://schemas.microsoft.com/office/drawing/2014/main" id="{08E53DD1-B56D-4143-9799-7F4E1E52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242" y="50030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0" name="p25-椭圆-0130">
            <a:extLst xmlns:a="http://schemas.openxmlformats.org/drawingml/2006/main">
              <a:ext uri="{FF2B5EF4-FFF2-40B4-BE49-F238E27FC236}">
                <a16:creationId xmlns:a16="http://schemas.microsoft.com/office/drawing/2014/main" id="{190B7292-9E8B-4985-A898-7EF369FE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553" y="527904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1" name="p25-文本-0131">
            <a:extLst xmlns:a="http://schemas.openxmlformats.org/drawingml/2006/main">
              <a:ext uri="{FF2B5EF4-FFF2-40B4-BE49-F238E27FC236}">
                <a16:creationId xmlns:a16="http://schemas.microsoft.com/office/drawing/2014/main" id="{A1A0C099-EF6A-435F-AF22-0F8834D3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55739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32" name="p25-文本-0132">
            <a:extLst xmlns:a="http://schemas.openxmlformats.org/drawingml/2006/main">
              <a:ext uri="{FF2B5EF4-FFF2-40B4-BE49-F238E27FC236}">
                <a16:creationId xmlns:a16="http://schemas.microsoft.com/office/drawing/2014/main" id="{9E1087AD-6856-4B4A-B715-7CFD8743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452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33" name="p25-文本-0133">
            <a:extLst xmlns:a="http://schemas.openxmlformats.org/drawingml/2006/main">
              <a:ext uri="{FF2B5EF4-FFF2-40B4-BE49-F238E27FC236}">
                <a16:creationId xmlns:a16="http://schemas.microsoft.com/office/drawing/2014/main" id="{79C45CC7-9074-4517-960A-9CE91D58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7508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产出：跨批次误差分布</a:t>
            </a:r>
          </a:p>
        </p:txBody>
      </p:sp>
      <p:sp>
        <p:nvSpPr>
          <p:cNvPr id="134" name="p25-文本-0134">
            <a:extLst xmlns:a="http://schemas.openxmlformats.org/drawingml/2006/main">
              <a:ext uri="{FF2B5EF4-FFF2-40B4-BE49-F238E27FC236}">
                <a16:creationId xmlns:a16="http://schemas.microsoft.com/office/drawing/2014/main" id="{92252F6D-5AC2-456D-B4B2-DF986A0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5169977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依据：偏差在预设范围内</a:t>
            </a:r>
          </a:p>
        </p:txBody>
      </p:sp>
      <p:sp>
        <p:nvSpPr>
          <p:cNvPr id="135" name="p25-线-0135">
            <a:extLst xmlns:a="http://schemas.openxmlformats.org/drawingml/2006/main">
              <a:ext uri="{FF2B5EF4-FFF2-40B4-BE49-F238E27FC236}">
                <a16:creationId xmlns:a16="http://schemas.microsoft.com/office/drawing/2014/main" id="{3702E7A6-8208-492D-8048-D196AD0D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83882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36" name="p25-线-0136">
            <a:extLst xmlns:a="http://schemas.openxmlformats.org/drawingml/2006/main">
              <a:ext uri="{FF2B5EF4-FFF2-40B4-BE49-F238E27FC236}">
                <a16:creationId xmlns:a16="http://schemas.microsoft.com/office/drawing/2014/main" id="{34FFF021-D5E0-4795-81EF-660A69DB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33550"/>
            <a:ext cx="95" cy="4105275"/>
          </a:xfrm>
          <a:custGeom xmlns:a="http://schemas.openxmlformats.org/drawingml/2006/main">
            <a:pathLst>
              <a:path w="95" h="4105275">
                <a:moveTo>
                  <a:pt x="0" y="0"/>
                </a:moveTo>
                <a:lnTo>
                  <a:pt x="0" y="41052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37" name="p25-线-0137">
            <a:extLst xmlns:a="http://schemas.openxmlformats.org/drawingml/2006/main">
              <a:ext uri="{FF2B5EF4-FFF2-40B4-BE49-F238E27FC236}">
                <a16:creationId xmlns:a16="http://schemas.microsoft.com/office/drawing/2014/main" id="{3F408140-F61E-468C-AA94-77FA4EC8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33550"/>
            <a:ext cx="95" cy="4105275"/>
          </a:xfrm>
          <a:custGeom xmlns:a="http://schemas.openxmlformats.org/drawingml/2006/main">
            <a:pathLst>
              <a:path w="95" h="4105275">
                <a:moveTo>
                  <a:pt x="0" y="0"/>
                </a:moveTo>
                <a:lnTo>
                  <a:pt x="0" y="41052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38" name="p25-文本-0138">
            <a:extLst xmlns:a="http://schemas.openxmlformats.org/drawingml/2006/main">
              <a:ext uri="{FF2B5EF4-FFF2-40B4-BE49-F238E27FC236}">
                <a16:creationId xmlns:a16="http://schemas.microsoft.com/office/drawing/2014/main" id="{A879EBCC-3C24-4A43-899E-744CDB36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373" y="6062007"/>
            <a:ext cx="54572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每一项方法都应通向一个可记录、可比较的产出</a:t>
            </a:r>
          </a:p>
        </p:txBody>
      </p:sp>
      <p:sp>
        <p:nvSpPr>
          <p:cNvPr id="139" name="p25-文本-0139">
            <a:extLst xmlns:a="http://schemas.openxmlformats.org/drawingml/2006/main">
              <a:ext uri="{FF2B5EF4-FFF2-40B4-BE49-F238E27FC236}">
                <a16:creationId xmlns:a16="http://schemas.microsoft.com/office/drawing/2014/main" id="{D9F073AC-727F-42AB-863F-14E375A7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0744851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6" name="p26-矩形-0001">
            <a:extLst xmlns:a="http://schemas.openxmlformats.org/drawingml/2006/main">
              <a:ext uri="{FF2B5EF4-FFF2-40B4-BE49-F238E27FC236}">
                <a16:creationId xmlns:a16="http://schemas.microsoft.com/office/drawing/2014/main" id="{A8A32BF0-F369-4B1A-BE23-7C6EF91F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6-矩形-0002">
            <a:extLst xmlns:a="http://schemas.openxmlformats.org/drawingml/2006/main">
              <a:ext uri="{FF2B5EF4-FFF2-40B4-BE49-F238E27FC236}">
                <a16:creationId xmlns:a16="http://schemas.microsoft.com/office/drawing/2014/main" id="{69B38999-961C-4DCA-9BA4-06223A7D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6-文本-0003">
            <a:extLst xmlns:a="http://schemas.openxmlformats.org/drawingml/2006/main">
              <a:ext uri="{FF2B5EF4-FFF2-40B4-BE49-F238E27FC236}">
                <a16:creationId xmlns:a16="http://schemas.microsoft.com/office/drawing/2014/main" id="{EB9324CE-673C-4BFE-B2C1-1C390D98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2528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计算与实验通过可追溯数据形成闭环</a:t>
            </a:r>
          </a:p>
        </p:txBody>
      </p:sp>
      <p:sp>
        <p:nvSpPr>
          <p:cNvPr id="4" name="p26-文本-0004">
            <a:extLst xmlns:a="http://schemas.openxmlformats.org/drawingml/2006/main">
              <a:ext uri="{FF2B5EF4-FFF2-40B4-BE49-F238E27FC236}">
                <a16:creationId xmlns:a16="http://schemas.microsoft.com/office/drawing/2014/main" id="{824E92DA-C1EC-478D-8664-1437BCD0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结构、测量与边界条件进入分析，实验检验后更新预测</a:t>
            </a:r>
          </a:p>
        </p:txBody>
      </p:sp>
      <p:sp>
        <p:nvSpPr>
          <p:cNvPr id="5" name="p26-线-0005">
            <a:extLst xmlns:a="http://schemas.openxmlformats.org/drawingml/2006/main">
              <a:ext uri="{FF2B5EF4-FFF2-40B4-BE49-F238E27FC236}">
                <a16:creationId xmlns:a16="http://schemas.microsoft.com/office/drawing/2014/main" id="{DFEF0C68-D6B3-48F6-A8D2-BCFFB768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6-矩形-0006">
            <a:extLst xmlns:a="http://schemas.openxmlformats.org/drawingml/2006/main">
              <a:ext uri="{FF2B5EF4-FFF2-40B4-BE49-F238E27FC236}">
                <a16:creationId xmlns:a16="http://schemas.microsoft.com/office/drawing/2014/main" id="{55B7C76F-716D-4F44-9B5B-19C34B11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1390650"/>
            <a:ext cx="28479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7" name="p26-文本-0007">
            <a:extLst xmlns:a="http://schemas.openxmlformats.org/drawingml/2006/main">
              <a:ext uri="{FF2B5EF4-FFF2-40B4-BE49-F238E27FC236}">
                <a16:creationId xmlns:a16="http://schemas.microsoft.com/office/drawing/2014/main" id="{21709EB5-8DFF-42D4-BCE7-917D565D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6674" y="15022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结构与配方记录</a:t>
            </a:r>
          </a:p>
        </p:txBody>
      </p:sp>
      <p:sp>
        <p:nvSpPr>
          <p:cNvPr id="8" name="p26-矩形-0008">
            <a:extLst xmlns:a="http://schemas.openxmlformats.org/drawingml/2006/main">
              <a:ext uri="{FF2B5EF4-FFF2-40B4-BE49-F238E27FC236}">
                <a16:creationId xmlns:a16="http://schemas.microsoft.com/office/drawing/2014/main" id="{F9D39208-E2A4-409E-8FF9-CF3390C8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390650"/>
            <a:ext cx="28479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9" name="p26-文本-0009">
            <a:extLst xmlns:a="http://schemas.openxmlformats.org/drawingml/2006/main">
              <a:ext uri="{FF2B5EF4-FFF2-40B4-BE49-F238E27FC236}">
                <a16:creationId xmlns:a16="http://schemas.microsoft.com/office/drawing/2014/main" id="{E23641D3-AF3D-4C32-8797-47451322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000" y="15022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历史测量与对照</a:t>
            </a:r>
          </a:p>
        </p:txBody>
      </p:sp>
      <p:sp>
        <p:nvSpPr>
          <p:cNvPr id="10" name="p26-矩形-0010">
            <a:extLst xmlns:a="http://schemas.openxmlformats.org/drawingml/2006/main">
              <a:ext uri="{FF2B5EF4-FFF2-40B4-BE49-F238E27FC236}">
                <a16:creationId xmlns:a16="http://schemas.microsoft.com/office/drawing/2014/main" id="{46200053-0B0F-4A43-BA41-7EB31B4D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390650"/>
            <a:ext cx="28479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1" name="p26-文本-0011">
            <a:extLst xmlns:a="http://schemas.openxmlformats.org/drawingml/2006/main">
              <a:ext uri="{FF2B5EF4-FFF2-40B4-BE49-F238E27FC236}">
                <a16:creationId xmlns:a16="http://schemas.microsoft.com/office/drawing/2014/main" id="{0C73619A-C1F8-48C1-B355-2BC122B4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3325" y="1502299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条件边界与成本</a:t>
            </a:r>
          </a:p>
        </p:txBody>
      </p:sp>
      <p:sp>
        <p:nvSpPr>
          <p:cNvPr id="12" name="p26-线-0012">
            <a:extLst xmlns:a="http://schemas.openxmlformats.org/drawingml/2006/main">
              <a:ext uri="{FF2B5EF4-FFF2-40B4-BE49-F238E27FC236}">
                <a16:creationId xmlns:a16="http://schemas.microsoft.com/office/drawing/2014/main" id="{595963E0-F6A8-4114-98B4-8C1F93DD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19300"/>
            <a:ext cx="7496175" cy="95"/>
          </a:xfrm>
          <a:custGeom xmlns:a="http://schemas.openxmlformats.org/drawingml/2006/main">
            <a:pathLst>
              <a:path w="7496175" h="95">
                <a:moveTo>
                  <a:pt x="0" y="0"/>
                </a:moveTo>
                <a:lnTo>
                  <a:pt x="7496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3" name="p26-线-0013">
            <a:extLst xmlns:a="http://schemas.openxmlformats.org/drawingml/2006/main">
              <a:ext uri="{FF2B5EF4-FFF2-40B4-BE49-F238E27FC236}">
                <a16:creationId xmlns:a16="http://schemas.microsoft.com/office/drawing/2014/main" id="{D21254BC-1DD8-4D59-9135-35095D05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14525"/>
            <a:ext cx="95" cy="104775"/>
          </a:xfrm>
          <a:custGeom xmlns:a="http://schemas.openxmlformats.org/drawingml/2006/main"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4" name="p26-线-0014">
            <a:extLst xmlns:a="http://schemas.openxmlformats.org/drawingml/2006/main">
              <a:ext uri="{FF2B5EF4-FFF2-40B4-BE49-F238E27FC236}">
                <a16:creationId xmlns:a16="http://schemas.microsoft.com/office/drawing/2014/main" id="{0BEB3ECD-B771-4693-8F06-24FB373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914525"/>
            <a:ext cx="95" cy="104775"/>
          </a:xfrm>
          <a:custGeom xmlns:a="http://schemas.openxmlformats.org/drawingml/2006/main"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5" name="p26-线-0015">
            <a:extLst xmlns:a="http://schemas.openxmlformats.org/drawingml/2006/main">
              <a:ext uri="{FF2B5EF4-FFF2-40B4-BE49-F238E27FC236}">
                <a16:creationId xmlns:a16="http://schemas.microsoft.com/office/drawing/2014/main" id="{4AE76D49-6C7C-481D-BA45-AD723091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14525"/>
            <a:ext cx="95" cy="104775"/>
          </a:xfrm>
          <a:custGeom xmlns:a="http://schemas.openxmlformats.org/drawingml/2006/main"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6" name="p26-路径-0016">
            <a:extLst xmlns:a="http://schemas.openxmlformats.org/drawingml/2006/main">
              <a:ext uri="{FF2B5EF4-FFF2-40B4-BE49-F238E27FC236}">
                <a16:creationId xmlns:a16="http://schemas.microsoft.com/office/drawing/2014/main" id="{03EEBA06-7036-42C8-8016-37F8CA05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479" y="2019300"/>
            <a:ext cx="153543" cy="323850"/>
          </a:xfrm>
          <a:custGeom xmlns:a="http://schemas.openxmlformats.org/drawingml/2006/main">
            <a:pathLst>
              <a:path w="153543" h="323850">
                <a:moveTo>
                  <a:pt x="48197" y="0"/>
                </a:moveTo>
                <a:lnTo>
                  <a:pt x="48197" y="200025"/>
                </a:lnTo>
                <a:lnTo>
                  <a:pt x="0" y="200025"/>
                </a:lnTo>
                <a:lnTo>
                  <a:pt x="76772" y="323850"/>
                </a:lnTo>
                <a:lnTo>
                  <a:pt x="153543" y="200025"/>
                </a:lnTo>
                <a:lnTo>
                  <a:pt x="105347" y="200025"/>
                </a:lnTo>
                <a:lnTo>
                  <a:pt x="105347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" name="p26-路径-0017">
            <a:extLst xmlns:a="http://schemas.openxmlformats.org/drawingml/2006/main">
              <a:ext uri="{FF2B5EF4-FFF2-40B4-BE49-F238E27FC236}">
                <a16:creationId xmlns:a16="http://schemas.microsoft.com/office/drawing/2014/main" id="{ADC0CD1F-4CE2-47B2-8882-4966D406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979" y="2019300"/>
            <a:ext cx="153543" cy="323850"/>
          </a:xfrm>
          <a:custGeom xmlns:a="http://schemas.openxmlformats.org/drawingml/2006/main">
            <a:pathLst>
              <a:path w="153543" h="323850">
                <a:moveTo>
                  <a:pt x="48196" y="0"/>
                </a:moveTo>
                <a:lnTo>
                  <a:pt x="48196" y="200025"/>
                </a:lnTo>
                <a:lnTo>
                  <a:pt x="0" y="200025"/>
                </a:lnTo>
                <a:lnTo>
                  <a:pt x="76771" y="323850"/>
                </a:lnTo>
                <a:lnTo>
                  <a:pt x="153543" y="200025"/>
                </a:lnTo>
                <a:lnTo>
                  <a:pt x="105346" y="200025"/>
                </a:lnTo>
                <a:lnTo>
                  <a:pt x="105346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" name="p26-矩形-0018">
            <a:extLst xmlns:a="http://schemas.openxmlformats.org/drawingml/2006/main">
              <a:ext uri="{FF2B5EF4-FFF2-40B4-BE49-F238E27FC236}">
                <a16:creationId xmlns:a16="http://schemas.microsoft.com/office/drawing/2014/main" id="{606735A8-205D-44CF-889E-35EF9B4A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90775"/>
            <a:ext cx="4762500" cy="258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9" name="p26-矩形-0019">
            <a:extLst xmlns:a="http://schemas.openxmlformats.org/drawingml/2006/main">
              <a:ext uri="{FF2B5EF4-FFF2-40B4-BE49-F238E27FC236}">
                <a16:creationId xmlns:a16="http://schemas.microsoft.com/office/drawing/2014/main" id="{6DE499A7-513F-4CAE-98DC-C0B24710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90775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" name="p26-文本-0020">
            <a:extLst xmlns:a="http://schemas.openxmlformats.org/drawingml/2006/main">
              <a:ext uri="{FF2B5EF4-FFF2-40B4-BE49-F238E27FC236}">
                <a16:creationId xmlns:a16="http://schemas.microsoft.com/office/drawing/2014/main" id="{2C517E67-CDE8-45E7-A549-0F0983A2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460" y="2412299"/>
            <a:ext cx="26443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计算工作区：形成可检验预测</a:t>
            </a:r>
          </a:p>
        </p:txBody>
      </p:sp>
      <p:sp>
        <p:nvSpPr>
          <p:cNvPr id="21" name="p26-矩形-0021">
            <a:extLst xmlns:a="http://schemas.openxmlformats.org/drawingml/2006/main">
              <a:ext uri="{FF2B5EF4-FFF2-40B4-BE49-F238E27FC236}">
                <a16:creationId xmlns:a16="http://schemas.microsoft.com/office/drawing/2014/main" id="{7C495E65-EE1D-4EF1-8949-7D6E9A51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2" name="p26-矩形-0022">
            <a:extLst xmlns:a="http://schemas.openxmlformats.org/drawingml/2006/main">
              <a:ext uri="{FF2B5EF4-FFF2-40B4-BE49-F238E27FC236}">
                <a16:creationId xmlns:a16="http://schemas.microsoft.com/office/drawing/2014/main" id="{5CF7088B-1098-452A-870A-02FF4A1C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3" name="p26-矩形-0023">
            <a:extLst xmlns:a="http://schemas.openxmlformats.org/drawingml/2006/main">
              <a:ext uri="{FF2B5EF4-FFF2-40B4-BE49-F238E27FC236}">
                <a16:creationId xmlns:a16="http://schemas.microsoft.com/office/drawing/2014/main" id="{6A5F6763-A73B-40E9-B881-9DEA3619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4" name="p26-矩形-0024">
            <a:extLst xmlns:a="http://schemas.openxmlformats.org/drawingml/2006/main">
              <a:ext uri="{FF2B5EF4-FFF2-40B4-BE49-F238E27FC236}">
                <a16:creationId xmlns:a16="http://schemas.microsoft.com/office/drawing/2014/main" id="{04FCE5CF-D851-447D-B6BE-60506B9E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5" name="p26-矩形-0025">
            <a:extLst xmlns:a="http://schemas.openxmlformats.org/drawingml/2006/main">
              <a:ext uri="{FF2B5EF4-FFF2-40B4-BE49-F238E27FC236}">
                <a16:creationId xmlns:a16="http://schemas.microsoft.com/office/drawing/2014/main" id="{2F16C35B-AFCE-48CB-BDA9-198D6A11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6" name="p26-矩形-0026">
            <a:extLst xmlns:a="http://schemas.openxmlformats.org/drawingml/2006/main">
              <a:ext uri="{FF2B5EF4-FFF2-40B4-BE49-F238E27FC236}">
                <a16:creationId xmlns:a16="http://schemas.microsoft.com/office/drawing/2014/main" id="{53D80D1F-2EA4-474E-8DC3-AF970CAC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7" name="p26-矩形-0027">
            <a:extLst xmlns:a="http://schemas.openxmlformats.org/drawingml/2006/main">
              <a:ext uri="{FF2B5EF4-FFF2-40B4-BE49-F238E27FC236}">
                <a16:creationId xmlns:a16="http://schemas.microsoft.com/office/drawing/2014/main" id="{350F85BC-F55D-4499-97A0-A18D6330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8" name="p26-矩形-0028">
            <a:extLst xmlns:a="http://schemas.openxmlformats.org/drawingml/2006/main">
              <a:ext uri="{FF2B5EF4-FFF2-40B4-BE49-F238E27FC236}">
                <a16:creationId xmlns:a16="http://schemas.microsoft.com/office/drawing/2014/main" id="{951D9A8C-5E76-4AF7-831E-7FF97250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" name="p26-矩形-0029">
            <a:extLst xmlns:a="http://schemas.openxmlformats.org/drawingml/2006/main">
              <a:ext uri="{FF2B5EF4-FFF2-40B4-BE49-F238E27FC236}">
                <a16:creationId xmlns:a16="http://schemas.microsoft.com/office/drawing/2014/main" id="{C9FC916F-5A86-4637-8607-D714908D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" name="p26-矩形-0030">
            <a:extLst xmlns:a="http://schemas.openxmlformats.org/drawingml/2006/main">
              <a:ext uri="{FF2B5EF4-FFF2-40B4-BE49-F238E27FC236}">
                <a16:creationId xmlns:a16="http://schemas.microsoft.com/office/drawing/2014/main" id="{41F291B9-FF1B-4003-A5C3-6AA0B4B7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295275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" name="p26-矩形-0031">
            <a:extLst xmlns:a="http://schemas.openxmlformats.org/drawingml/2006/main">
              <a:ext uri="{FF2B5EF4-FFF2-40B4-BE49-F238E27FC236}">
                <a16:creationId xmlns:a16="http://schemas.microsoft.com/office/drawing/2014/main" id="{5641BC13-5144-4070-978E-24AC0C98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" name="p26-矩形-0032">
            <a:extLst xmlns:a="http://schemas.openxmlformats.org/drawingml/2006/main">
              <a:ext uri="{FF2B5EF4-FFF2-40B4-BE49-F238E27FC236}">
                <a16:creationId xmlns:a16="http://schemas.microsoft.com/office/drawing/2014/main" id="{78A7F0B7-FE3A-43A8-8337-2CE94AEC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" name="p26-矩形-0033">
            <a:extLst xmlns:a="http://schemas.openxmlformats.org/drawingml/2006/main">
              <a:ext uri="{FF2B5EF4-FFF2-40B4-BE49-F238E27FC236}">
                <a16:creationId xmlns:a16="http://schemas.microsoft.com/office/drawing/2014/main" id="{85A8056B-4CA1-42F1-9813-F5752E9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" name="p26-矩形-0034">
            <a:extLst xmlns:a="http://schemas.openxmlformats.org/drawingml/2006/main">
              <a:ext uri="{FF2B5EF4-FFF2-40B4-BE49-F238E27FC236}">
                <a16:creationId xmlns:a16="http://schemas.microsoft.com/office/drawing/2014/main" id="{DF0F8366-BED5-4584-AAA8-32A1EF3B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5" name="p26-矩形-0035">
            <a:extLst xmlns:a="http://schemas.openxmlformats.org/drawingml/2006/main">
              <a:ext uri="{FF2B5EF4-FFF2-40B4-BE49-F238E27FC236}">
                <a16:creationId xmlns:a16="http://schemas.microsoft.com/office/drawing/2014/main" id="{08B3B4BE-EEA8-4723-A202-9851BDF3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" name="p26-矩形-0036">
            <a:extLst xmlns:a="http://schemas.openxmlformats.org/drawingml/2006/main">
              <a:ext uri="{FF2B5EF4-FFF2-40B4-BE49-F238E27FC236}">
                <a16:creationId xmlns:a16="http://schemas.microsoft.com/office/drawing/2014/main" id="{C1F8079D-2961-442E-99B2-867DBC64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" name="p26-矩形-0037">
            <a:extLst xmlns:a="http://schemas.openxmlformats.org/drawingml/2006/main">
              <a:ext uri="{FF2B5EF4-FFF2-40B4-BE49-F238E27FC236}">
                <a16:creationId xmlns:a16="http://schemas.microsoft.com/office/drawing/2014/main" id="{528C23EC-D88A-4C2D-9CB2-9358471F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" name="p26-矩形-0038">
            <a:extLst xmlns:a="http://schemas.openxmlformats.org/drawingml/2006/main">
              <a:ext uri="{FF2B5EF4-FFF2-40B4-BE49-F238E27FC236}">
                <a16:creationId xmlns:a16="http://schemas.microsoft.com/office/drawing/2014/main" id="{90EA0B9C-25AF-4EF3-BEC9-87FE494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9" name="p26-矩形-0039">
            <a:extLst xmlns:a="http://schemas.openxmlformats.org/drawingml/2006/main">
              <a:ext uri="{FF2B5EF4-FFF2-40B4-BE49-F238E27FC236}">
                <a16:creationId xmlns:a16="http://schemas.microsoft.com/office/drawing/2014/main" id="{68DB701E-37A5-463E-AAEB-13144F54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0" name="p26-矩形-0040">
            <a:extLst xmlns:a="http://schemas.openxmlformats.org/drawingml/2006/main">
              <a:ext uri="{FF2B5EF4-FFF2-40B4-BE49-F238E27FC236}">
                <a16:creationId xmlns:a16="http://schemas.microsoft.com/office/drawing/2014/main" id="{1532D854-5B2F-4113-A502-B4844CAD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310038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1" name="p26-矩形-0041">
            <a:extLst xmlns:a="http://schemas.openxmlformats.org/drawingml/2006/main">
              <a:ext uri="{FF2B5EF4-FFF2-40B4-BE49-F238E27FC236}">
                <a16:creationId xmlns:a16="http://schemas.microsoft.com/office/drawing/2014/main" id="{02176D6C-E02C-4125-9F7B-18792F7E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2" name="p26-矩形-0042">
            <a:extLst xmlns:a="http://schemas.openxmlformats.org/drawingml/2006/main">
              <a:ext uri="{FF2B5EF4-FFF2-40B4-BE49-F238E27FC236}">
                <a16:creationId xmlns:a16="http://schemas.microsoft.com/office/drawing/2014/main" id="{09E98DE0-27E7-49E2-85B1-DE5BDD78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3" name="p26-矩形-0043">
            <a:extLst xmlns:a="http://schemas.openxmlformats.org/drawingml/2006/main">
              <a:ext uri="{FF2B5EF4-FFF2-40B4-BE49-F238E27FC236}">
                <a16:creationId xmlns:a16="http://schemas.microsoft.com/office/drawing/2014/main" id="{20C9F680-F4FB-45BA-96B6-0D298DC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4" name="p26-矩形-0044">
            <a:extLst xmlns:a="http://schemas.openxmlformats.org/drawingml/2006/main">
              <a:ext uri="{FF2B5EF4-FFF2-40B4-BE49-F238E27FC236}">
                <a16:creationId xmlns:a16="http://schemas.microsoft.com/office/drawing/2014/main" id="{9E575633-5ED8-4919-8755-80CB8174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5" name="p26-矩形-0045">
            <a:extLst xmlns:a="http://schemas.openxmlformats.org/drawingml/2006/main">
              <a:ext uri="{FF2B5EF4-FFF2-40B4-BE49-F238E27FC236}">
                <a16:creationId xmlns:a16="http://schemas.microsoft.com/office/drawing/2014/main" id="{718C6714-FB59-4325-BCC6-AC43325B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6" name="p26-矩形-0046">
            <a:extLst xmlns:a="http://schemas.openxmlformats.org/drawingml/2006/main">
              <a:ext uri="{FF2B5EF4-FFF2-40B4-BE49-F238E27FC236}">
                <a16:creationId xmlns:a16="http://schemas.microsoft.com/office/drawing/2014/main" id="{E8D14C6A-31EE-4D50-B97D-3A7A5127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7" name="p26-矩形-0047">
            <a:extLst xmlns:a="http://schemas.openxmlformats.org/drawingml/2006/main">
              <a:ext uri="{FF2B5EF4-FFF2-40B4-BE49-F238E27FC236}">
                <a16:creationId xmlns:a16="http://schemas.microsoft.com/office/drawing/2014/main" id="{98251CA6-373F-41C5-BBC6-2E678796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8" name="p26-矩形-0048">
            <a:extLst xmlns:a="http://schemas.openxmlformats.org/drawingml/2006/main">
              <a:ext uri="{FF2B5EF4-FFF2-40B4-BE49-F238E27FC236}">
                <a16:creationId xmlns:a16="http://schemas.microsoft.com/office/drawing/2014/main" id="{4E276CAF-4E81-4550-90AC-307CA6A9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9" name="p26-矩形-0049">
            <a:extLst xmlns:a="http://schemas.openxmlformats.org/drawingml/2006/main">
              <a:ext uri="{FF2B5EF4-FFF2-40B4-BE49-F238E27FC236}">
                <a16:creationId xmlns:a16="http://schemas.microsoft.com/office/drawing/2014/main" id="{423328C9-D123-4EBE-8EF7-748FD279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0" name="p26-矩形-0050">
            <a:extLst xmlns:a="http://schemas.openxmlformats.org/drawingml/2006/main">
              <a:ext uri="{FF2B5EF4-FFF2-40B4-BE49-F238E27FC236}">
                <a16:creationId xmlns:a16="http://schemas.microsoft.com/office/drawing/2014/main" id="{A63AB16A-2629-44DA-B7F5-D323A3C3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3248025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1" name="p26-矩形-0051">
            <a:extLst xmlns:a="http://schemas.openxmlformats.org/drawingml/2006/main">
              <a:ext uri="{FF2B5EF4-FFF2-40B4-BE49-F238E27FC236}">
                <a16:creationId xmlns:a16="http://schemas.microsoft.com/office/drawing/2014/main" id="{7FDB9778-58D6-4417-9023-91746778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2" name="p26-矩形-0052">
            <a:extLst xmlns:a="http://schemas.openxmlformats.org/drawingml/2006/main">
              <a:ext uri="{FF2B5EF4-FFF2-40B4-BE49-F238E27FC236}">
                <a16:creationId xmlns:a16="http://schemas.microsoft.com/office/drawing/2014/main" id="{6D090E15-570D-4A88-BA19-8ADEE04A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3" name="p26-矩形-0053">
            <a:extLst xmlns:a="http://schemas.openxmlformats.org/drawingml/2006/main">
              <a:ext uri="{FF2B5EF4-FFF2-40B4-BE49-F238E27FC236}">
                <a16:creationId xmlns:a16="http://schemas.microsoft.com/office/drawing/2014/main" id="{CE42AC08-76FD-4C4D-A855-363C1623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4" name="p26-矩形-0054">
            <a:extLst xmlns:a="http://schemas.openxmlformats.org/drawingml/2006/main">
              <a:ext uri="{FF2B5EF4-FFF2-40B4-BE49-F238E27FC236}">
                <a16:creationId xmlns:a16="http://schemas.microsoft.com/office/drawing/2014/main" id="{926339B9-C5AF-4A89-A0AB-5ACB5523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5" name="p26-矩形-0055">
            <a:extLst xmlns:a="http://schemas.openxmlformats.org/drawingml/2006/main">
              <a:ext uri="{FF2B5EF4-FFF2-40B4-BE49-F238E27FC236}">
                <a16:creationId xmlns:a16="http://schemas.microsoft.com/office/drawing/2014/main" id="{B2D55B13-77B5-4097-B94F-82217BB6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6" name="p26-矩形-0056">
            <a:extLst xmlns:a="http://schemas.openxmlformats.org/drawingml/2006/main">
              <a:ext uri="{FF2B5EF4-FFF2-40B4-BE49-F238E27FC236}">
                <a16:creationId xmlns:a16="http://schemas.microsoft.com/office/drawing/2014/main" id="{717727B7-FA39-44A2-86BE-E940C9A4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7" name="p26-矩形-0057">
            <a:extLst xmlns:a="http://schemas.openxmlformats.org/drawingml/2006/main">
              <a:ext uri="{FF2B5EF4-FFF2-40B4-BE49-F238E27FC236}">
                <a16:creationId xmlns:a16="http://schemas.microsoft.com/office/drawing/2014/main" id="{08753054-924B-42E8-8B5C-9B9E2A88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8" name="p26-矩形-0058">
            <a:extLst xmlns:a="http://schemas.openxmlformats.org/drawingml/2006/main">
              <a:ext uri="{FF2B5EF4-FFF2-40B4-BE49-F238E27FC236}">
                <a16:creationId xmlns:a16="http://schemas.microsoft.com/office/drawing/2014/main" id="{5CB3975C-E915-493E-A48B-BFFCBEEB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9" name="p26-矩形-0059">
            <a:extLst xmlns:a="http://schemas.openxmlformats.org/drawingml/2006/main">
              <a:ext uri="{FF2B5EF4-FFF2-40B4-BE49-F238E27FC236}">
                <a16:creationId xmlns:a16="http://schemas.microsoft.com/office/drawing/2014/main" id="{A2C37CD0-8A6C-4AA0-82B4-2CBA851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0" name="p26-矩形-0060">
            <a:extLst xmlns:a="http://schemas.openxmlformats.org/drawingml/2006/main">
              <a:ext uri="{FF2B5EF4-FFF2-40B4-BE49-F238E27FC236}">
                <a16:creationId xmlns:a16="http://schemas.microsoft.com/office/drawing/2014/main" id="{9CE1B3B7-1ED8-4951-B2A6-92EF0E54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3395663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1" name="p26-矩形-0061">
            <a:extLst xmlns:a="http://schemas.openxmlformats.org/drawingml/2006/main">
              <a:ext uri="{FF2B5EF4-FFF2-40B4-BE49-F238E27FC236}">
                <a16:creationId xmlns:a16="http://schemas.microsoft.com/office/drawing/2014/main" id="{F221AE88-3BA5-44E6-8956-B0F7835C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2" name="p26-矩形-0062">
            <a:extLst xmlns:a="http://schemas.openxmlformats.org/drawingml/2006/main">
              <a:ext uri="{FF2B5EF4-FFF2-40B4-BE49-F238E27FC236}">
                <a16:creationId xmlns:a16="http://schemas.microsoft.com/office/drawing/2014/main" id="{E97BFC33-64DC-4789-95C1-7D245B9C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3" name="p26-矩形-0063">
            <a:extLst xmlns:a="http://schemas.openxmlformats.org/drawingml/2006/main">
              <a:ext uri="{FF2B5EF4-FFF2-40B4-BE49-F238E27FC236}">
                <a16:creationId xmlns:a16="http://schemas.microsoft.com/office/drawing/2014/main" id="{3131EC87-C911-47A3-85B6-6495247F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4" name="p26-矩形-0064">
            <a:extLst xmlns:a="http://schemas.openxmlformats.org/drawingml/2006/main">
              <a:ext uri="{FF2B5EF4-FFF2-40B4-BE49-F238E27FC236}">
                <a16:creationId xmlns:a16="http://schemas.microsoft.com/office/drawing/2014/main" id="{27ACA6EF-9BF6-4452-A6F9-AEF7D7D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5" name="p26-矩形-0065">
            <a:extLst xmlns:a="http://schemas.openxmlformats.org/drawingml/2006/main">
              <a:ext uri="{FF2B5EF4-FFF2-40B4-BE49-F238E27FC236}">
                <a16:creationId xmlns:a16="http://schemas.microsoft.com/office/drawing/2014/main" id="{86E49A59-834F-4437-9ED4-22D8DAA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66" name="p26-矩形-0066">
            <a:extLst xmlns:a="http://schemas.openxmlformats.org/drawingml/2006/main">
              <a:ext uri="{FF2B5EF4-FFF2-40B4-BE49-F238E27FC236}">
                <a16:creationId xmlns:a16="http://schemas.microsoft.com/office/drawing/2014/main" id="{E790E221-17C8-4DAC-8B42-13642AED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67" name="p26-矩形-0067">
            <a:extLst xmlns:a="http://schemas.openxmlformats.org/drawingml/2006/main">
              <a:ext uri="{FF2B5EF4-FFF2-40B4-BE49-F238E27FC236}">
                <a16:creationId xmlns:a16="http://schemas.microsoft.com/office/drawing/2014/main" id="{7A28D951-1ADC-45CC-849A-A8972BBF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8" name="p26-矩形-0068">
            <a:extLst xmlns:a="http://schemas.openxmlformats.org/drawingml/2006/main">
              <a:ext uri="{FF2B5EF4-FFF2-40B4-BE49-F238E27FC236}">
                <a16:creationId xmlns:a16="http://schemas.microsoft.com/office/drawing/2014/main" id="{7EE5E124-8FA1-4988-8BDE-92D6AC29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9" name="p26-矩形-0069">
            <a:extLst xmlns:a="http://schemas.openxmlformats.org/drawingml/2006/main">
              <a:ext uri="{FF2B5EF4-FFF2-40B4-BE49-F238E27FC236}">
                <a16:creationId xmlns:a16="http://schemas.microsoft.com/office/drawing/2014/main" id="{4F82D79B-E66B-449D-9B90-73B2D73C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0" name="p26-矩形-0070">
            <a:extLst xmlns:a="http://schemas.openxmlformats.org/drawingml/2006/main">
              <a:ext uri="{FF2B5EF4-FFF2-40B4-BE49-F238E27FC236}">
                <a16:creationId xmlns:a16="http://schemas.microsoft.com/office/drawing/2014/main" id="{6F95ED01-FD85-4DD5-8105-338F93A0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3543300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1" name="p26-矩形-0071">
            <a:extLst xmlns:a="http://schemas.openxmlformats.org/drawingml/2006/main">
              <a:ext uri="{FF2B5EF4-FFF2-40B4-BE49-F238E27FC236}">
                <a16:creationId xmlns:a16="http://schemas.microsoft.com/office/drawing/2014/main" id="{9B363534-2AA3-4171-964D-BDCC2AF2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2" name="p26-矩形-0072">
            <a:extLst xmlns:a="http://schemas.openxmlformats.org/drawingml/2006/main">
              <a:ext uri="{FF2B5EF4-FFF2-40B4-BE49-F238E27FC236}">
                <a16:creationId xmlns:a16="http://schemas.microsoft.com/office/drawing/2014/main" id="{5AE4DB23-705F-4752-91B7-0C2FD4CA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3" name="p26-矩形-0073">
            <a:extLst xmlns:a="http://schemas.openxmlformats.org/drawingml/2006/main">
              <a:ext uri="{FF2B5EF4-FFF2-40B4-BE49-F238E27FC236}">
                <a16:creationId xmlns:a16="http://schemas.microsoft.com/office/drawing/2014/main" id="{D6D4A1CD-F2DA-4051-9C4C-C89326D4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4" name="p26-矩形-0074">
            <a:extLst xmlns:a="http://schemas.openxmlformats.org/drawingml/2006/main">
              <a:ext uri="{FF2B5EF4-FFF2-40B4-BE49-F238E27FC236}">
                <a16:creationId xmlns:a16="http://schemas.microsoft.com/office/drawing/2014/main" id="{C73E8A49-C9B4-4FEC-851C-FD027373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8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5" name="p26-矩形-0075">
            <a:extLst xmlns:a="http://schemas.openxmlformats.org/drawingml/2006/main">
              <a:ext uri="{FF2B5EF4-FFF2-40B4-BE49-F238E27FC236}">
                <a16:creationId xmlns:a16="http://schemas.microsoft.com/office/drawing/2014/main" id="{B9F51A51-BE75-46B5-829D-80BBDDDF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555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76" name="p26-矩形-0076">
            <a:extLst xmlns:a="http://schemas.openxmlformats.org/drawingml/2006/main">
              <a:ext uri="{FF2B5EF4-FFF2-40B4-BE49-F238E27FC236}">
                <a16:creationId xmlns:a16="http://schemas.microsoft.com/office/drawing/2014/main" id="{FF269310-E047-4BD8-B1DA-D026FD8C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863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77" name="p26-矩形-0077">
            <a:extLst xmlns:a="http://schemas.openxmlformats.org/drawingml/2006/main">
              <a:ext uri="{FF2B5EF4-FFF2-40B4-BE49-F238E27FC236}">
                <a16:creationId xmlns:a16="http://schemas.microsoft.com/office/drawing/2014/main" id="{073F6EC2-42DB-4388-A4E8-10620843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70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8" name="p26-矩形-0078">
            <a:extLst xmlns:a="http://schemas.openxmlformats.org/drawingml/2006/main">
              <a:ext uri="{FF2B5EF4-FFF2-40B4-BE49-F238E27FC236}">
                <a16:creationId xmlns:a16="http://schemas.microsoft.com/office/drawing/2014/main" id="{890DD87B-9510-4C57-BBCD-54C47335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478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9" name="p26-矩形-0079">
            <a:extLst xmlns:a="http://schemas.openxmlformats.org/drawingml/2006/main">
              <a:ext uri="{FF2B5EF4-FFF2-40B4-BE49-F238E27FC236}">
                <a16:creationId xmlns:a16="http://schemas.microsoft.com/office/drawing/2014/main" id="{FAC1AB65-C093-4D12-A73D-5F84EA7B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785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0" name="p26-矩形-0080">
            <a:extLst xmlns:a="http://schemas.openxmlformats.org/drawingml/2006/main">
              <a:ext uri="{FF2B5EF4-FFF2-40B4-BE49-F238E27FC236}">
                <a16:creationId xmlns:a16="http://schemas.microsoft.com/office/drawing/2014/main" id="{D837E9F4-7D60-46CF-B639-90E653D7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093" y="3690938"/>
            <a:ext cx="164783" cy="138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1" name="p26-文本-0081">
            <a:extLst xmlns:a="http://schemas.openxmlformats.org/drawingml/2006/main">
              <a:ext uri="{FF2B5EF4-FFF2-40B4-BE49-F238E27FC236}">
                <a16:creationId xmlns:a16="http://schemas.microsoft.com/office/drawing/2014/main" id="{EF81FBF8-1937-4C68-9701-FB25BE90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39" y="38885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2" name="p26-文本-0082">
            <a:extLst xmlns:a="http://schemas.openxmlformats.org/drawingml/2006/main">
              <a:ext uri="{FF2B5EF4-FFF2-40B4-BE49-F238E27FC236}">
                <a16:creationId xmlns:a16="http://schemas.microsoft.com/office/drawing/2014/main" id="{099EF7AD-A6BC-4F0E-974C-09286711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9676" y="388853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3" name="p26-文本-0083">
            <a:extLst xmlns:a="http://schemas.openxmlformats.org/drawingml/2006/main">
              <a:ext uri="{FF2B5EF4-FFF2-40B4-BE49-F238E27FC236}">
                <a16:creationId xmlns:a16="http://schemas.microsoft.com/office/drawing/2014/main" id="{02226DCB-5C41-46CA-B027-4DC6A6EF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568" y="3888530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4" name="p26-文本-0084">
            <a:extLst xmlns:a="http://schemas.openxmlformats.org/drawingml/2006/main">
              <a:ext uri="{FF2B5EF4-FFF2-40B4-BE49-F238E27FC236}">
                <a16:creationId xmlns:a16="http://schemas.microsoft.com/office/drawing/2014/main" id="{17B739A1-2B64-4703-A3F1-6F79EFD9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70" y="292064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5" name="p26-文本-0085">
            <a:extLst xmlns:a="http://schemas.openxmlformats.org/drawingml/2006/main">
              <a:ext uri="{FF2B5EF4-FFF2-40B4-BE49-F238E27FC236}">
                <a16:creationId xmlns:a16="http://schemas.microsoft.com/office/drawing/2014/main" id="{E08C6517-6C46-49C0-A2F6-13AA93EF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70" y="365883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6" name="p26-线-0086">
            <a:extLst xmlns:a="http://schemas.openxmlformats.org/drawingml/2006/main">
              <a:ext uri="{FF2B5EF4-FFF2-40B4-BE49-F238E27FC236}">
                <a16:creationId xmlns:a16="http://schemas.microsoft.com/office/drawing/2014/main" id="{33BA37B3-0143-4CC6-9364-2062D5C0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1676400" cy="95"/>
          </a:xfrm>
          <a:custGeom xmlns:a="http://schemas.openxmlformats.org/drawingml/2006/main">
            <a:pathLst>
              <a:path w="1676400" h="95">
                <a:moveTo>
                  <a:pt x="0" y="0"/>
                </a:moveTo>
                <a:lnTo>
                  <a:pt x="1676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87" name="p26-线-0087">
            <a:extLst xmlns:a="http://schemas.openxmlformats.org/drawingml/2006/main">
              <a:ext uri="{FF2B5EF4-FFF2-40B4-BE49-F238E27FC236}">
                <a16:creationId xmlns:a16="http://schemas.microsoft.com/office/drawing/2014/main" id="{0FECEA26-4039-444A-9191-FE2AAC78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9900"/>
            <a:ext cx="95" cy="800100"/>
          </a:xfrm>
          <a:custGeom xmlns:a="http://schemas.openxmlformats.org/drawingml/2006/main">
            <a:pathLst>
              <a:path w="95" h="800100">
                <a:moveTo>
                  <a:pt x="0" y="0"/>
                </a:moveTo>
                <a:lnTo>
                  <a:pt x="0" y="8001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88" name="p26-线-0088">
            <a:extLst xmlns:a="http://schemas.openxmlformats.org/drawingml/2006/main">
              <a:ext uri="{FF2B5EF4-FFF2-40B4-BE49-F238E27FC236}">
                <a16:creationId xmlns:a16="http://schemas.microsoft.com/office/drawing/2014/main" id="{6F020D35-ACA8-49D0-BAA0-225DD20C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9900"/>
            <a:ext cx="1676400" cy="800100"/>
          </a:xfrm>
          <a:custGeom xmlns:a="http://schemas.openxmlformats.org/drawingml/2006/main">
            <a:pathLst>
              <a:path w="1676400" h="800100">
                <a:moveTo>
                  <a:pt x="0" y="800100"/>
                </a:moveTo>
                <a:lnTo>
                  <a:pt x="1676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89" name="p26-椭圆-0089">
            <a:extLst xmlns:a="http://schemas.openxmlformats.org/drawingml/2006/main">
              <a:ext uri="{FF2B5EF4-FFF2-40B4-BE49-F238E27FC236}">
                <a16:creationId xmlns:a16="http://schemas.microsoft.com/office/drawing/2014/main" id="{F994B06B-3819-4C28-9A49-2D6C72CD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270" y="37555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0" name="p26-椭圆-0090">
            <a:extLst xmlns:a="http://schemas.openxmlformats.org/drawingml/2006/main">
              <a:ext uri="{FF2B5EF4-FFF2-40B4-BE49-F238E27FC236}">
                <a16:creationId xmlns:a16="http://schemas.microsoft.com/office/drawing/2014/main" id="{3C64CDF8-92CB-4475-9999-10E7B3E7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342" y="31987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1" name="p26-椭圆-0091">
            <a:extLst xmlns:a="http://schemas.openxmlformats.org/drawingml/2006/main">
              <a:ext uri="{FF2B5EF4-FFF2-40B4-BE49-F238E27FC236}">
                <a16:creationId xmlns:a16="http://schemas.microsoft.com/office/drawing/2014/main" id="{8DFAEC20-D5E4-4846-BCEE-6568A416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9014" y="36247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26-椭圆-0092">
            <a:extLst xmlns:a="http://schemas.openxmlformats.org/drawingml/2006/main">
              <a:ext uri="{FF2B5EF4-FFF2-40B4-BE49-F238E27FC236}">
                <a16:creationId xmlns:a16="http://schemas.microsoft.com/office/drawing/2014/main" id="{A0936FCC-7A24-4251-BDA5-872BAD4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5087" y="316891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26-椭圆-0093">
            <a:extLst xmlns:a="http://schemas.openxmlformats.org/drawingml/2006/main">
              <a:ext uri="{FF2B5EF4-FFF2-40B4-BE49-F238E27FC236}">
                <a16:creationId xmlns:a16="http://schemas.microsoft.com/office/drawing/2014/main" id="{53F1F425-9160-439A-9704-7343975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4759" y="33388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4" name="p26-椭圆-0094">
            <a:extLst xmlns:a="http://schemas.openxmlformats.org/drawingml/2006/main">
              <a:ext uri="{FF2B5EF4-FFF2-40B4-BE49-F238E27FC236}">
                <a16:creationId xmlns:a16="http://schemas.microsoft.com/office/drawing/2014/main" id="{78ACBF8E-4B59-4A57-92FE-F72181F3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4431" y="36595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5" name="p26-椭圆-0095">
            <a:extLst xmlns:a="http://schemas.openxmlformats.org/drawingml/2006/main">
              <a:ext uri="{FF2B5EF4-FFF2-40B4-BE49-F238E27FC236}">
                <a16:creationId xmlns:a16="http://schemas.microsoft.com/office/drawing/2014/main" id="{3A465049-AF50-48EC-A337-813B7E61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0503" y="32947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26-椭圆-0096">
            <a:extLst xmlns:a="http://schemas.openxmlformats.org/drawingml/2006/main">
              <a:ext uri="{FF2B5EF4-FFF2-40B4-BE49-F238E27FC236}">
                <a16:creationId xmlns:a16="http://schemas.microsoft.com/office/drawing/2014/main" id="{2F5643F4-A8BF-4B67-B5A1-67E7C65D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175" y="353393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26-椭圆-0097">
            <a:extLst xmlns:a="http://schemas.openxmlformats.org/drawingml/2006/main">
              <a:ext uri="{FF2B5EF4-FFF2-40B4-BE49-F238E27FC236}">
                <a16:creationId xmlns:a16="http://schemas.microsoft.com/office/drawing/2014/main" id="{12418ED4-B6BD-4E0F-99B9-9755C51C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247" y="30034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8" name="p26-椭圆-0098">
            <a:extLst xmlns:a="http://schemas.openxmlformats.org/drawingml/2006/main">
              <a:ext uri="{FF2B5EF4-FFF2-40B4-BE49-F238E27FC236}">
                <a16:creationId xmlns:a16="http://schemas.microsoft.com/office/drawing/2014/main" id="{F3B66B2D-FA92-4DB1-A9D4-311A9E28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20" y="33490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9" name="p26-椭圆-0099">
            <a:extLst xmlns:a="http://schemas.openxmlformats.org/drawingml/2006/main">
              <a:ext uri="{FF2B5EF4-FFF2-40B4-BE49-F238E27FC236}">
                <a16:creationId xmlns:a16="http://schemas.microsoft.com/office/drawing/2014/main" id="{742FB5FD-309D-4D64-AE45-ACEE2147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592" y="37155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26-椭圆-0100">
            <a:extLst xmlns:a="http://schemas.openxmlformats.org/drawingml/2006/main">
              <a:ext uri="{FF2B5EF4-FFF2-40B4-BE49-F238E27FC236}">
                <a16:creationId xmlns:a16="http://schemas.microsoft.com/office/drawing/2014/main" id="{D5A94F4C-1AE7-4C37-B6AC-FE428819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664" y="308957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1" name="p26-椭圆-0101">
            <a:extLst xmlns:a="http://schemas.openxmlformats.org/drawingml/2006/main">
              <a:ext uri="{FF2B5EF4-FFF2-40B4-BE49-F238E27FC236}">
                <a16:creationId xmlns:a16="http://schemas.microsoft.com/office/drawing/2014/main" id="{854E29B2-FD75-48B8-BF68-4EEC30F6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1336" y="33862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2" name="p26-椭圆-0102">
            <a:extLst xmlns:a="http://schemas.openxmlformats.org/drawingml/2006/main">
              <a:ext uri="{FF2B5EF4-FFF2-40B4-BE49-F238E27FC236}">
                <a16:creationId xmlns:a16="http://schemas.microsoft.com/office/drawing/2014/main" id="{D57EAF26-3282-494E-B126-8FE40E45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008" y="37555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3" name="p26-椭圆-0103">
            <a:extLst xmlns:a="http://schemas.openxmlformats.org/drawingml/2006/main">
              <a:ext uri="{FF2B5EF4-FFF2-40B4-BE49-F238E27FC236}">
                <a16:creationId xmlns:a16="http://schemas.microsoft.com/office/drawing/2014/main" id="{18F4EFA9-EF59-4CFD-98AB-D0640C29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081" y="32878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26-椭圆-0104">
            <a:extLst xmlns:a="http://schemas.openxmlformats.org/drawingml/2006/main">
              <a:ext uri="{FF2B5EF4-FFF2-40B4-BE49-F238E27FC236}">
                <a16:creationId xmlns:a16="http://schemas.microsoft.com/office/drawing/2014/main" id="{D2B9DE95-F592-4865-ADC8-F0E05EA0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753" y="34761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5" name="p26-椭圆-0105">
            <a:extLst xmlns:a="http://schemas.openxmlformats.org/drawingml/2006/main">
              <a:ext uri="{FF2B5EF4-FFF2-40B4-BE49-F238E27FC236}">
                <a16:creationId xmlns:a16="http://schemas.microsoft.com/office/drawing/2014/main" id="{D430BED4-9012-4113-8472-7C8A24D0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2825" y="307261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6" name="p26-椭圆-0106">
            <a:extLst xmlns:a="http://schemas.openxmlformats.org/drawingml/2006/main">
              <a:ext uri="{FF2B5EF4-FFF2-40B4-BE49-F238E27FC236}">
                <a16:creationId xmlns:a16="http://schemas.microsoft.com/office/drawing/2014/main" id="{61B7B7D0-B9B2-4E8D-A5F4-8DBEC2A9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497" y="345959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7" name="p26-椭圆-0107">
            <a:extLst xmlns:a="http://schemas.openxmlformats.org/drawingml/2006/main">
              <a:ext uri="{FF2B5EF4-FFF2-40B4-BE49-F238E27FC236}">
                <a16:creationId xmlns:a16="http://schemas.microsoft.com/office/drawing/2014/main" id="{D7DF0F93-6AFF-49AA-A480-799E567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2169" y="36420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8" name="p26-椭圆-0108">
            <a:extLst xmlns:a="http://schemas.openxmlformats.org/drawingml/2006/main">
              <a:ext uri="{FF2B5EF4-FFF2-40B4-BE49-F238E27FC236}">
                <a16:creationId xmlns:a16="http://schemas.microsoft.com/office/drawing/2014/main" id="{FB6BE2E5-A8A4-4540-B171-5F212A1C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41" y="311490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26-椭圆-0109">
            <a:extLst xmlns:a="http://schemas.openxmlformats.org/drawingml/2006/main">
              <a:ext uri="{FF2B5EF4-FFF2-40B4-BE49-F238E27FC236}">
                <a16:creationId xmlns:a16="http://schemas.microsoft.com/office/drawing/2014/main" id="{74D9B23B-A6B1-4BA3-BB93-7091FF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7914" y="35566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0" name="p26-椭圆-0110">
            <a:extLst xmlns:a="http://schemas.openxmlformats.org/drawingml/2006/main">
              <a:ext uri="{FF2B5EF4-FFF2-40B4-BE49-F238E27FC236}">
                <a16:creationId xmlns:a16="http://schemas.microsoft.com/office/drawing/2014/main" id="{F2E71E61-8406-4FB8-8753-9AE22554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986" y="304087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1" name="p26-椭圆-0111">
            <a:extLst xmlns:a="http://schemas.openxmlformats.org/drawingml/2006/main">
              <a:ext uri="{FF2B5EF4-FFF2-40B4-BE49-F238E27FC236}">
                <a16:creationId xmlns:a16="http://schemas.microsoft.com/office/drawing/2014/main" id="{F698EE98-BE72-4CAB-BE9A-C80F2674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658" y="32187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26-椭圆-0112">
            <a:extLst xmlns:a="http://schemas.openxmlformats.org/drawingml/2006/main">
              <a:ext uri="{FF2B5EF4-FFF2-40B4-BE49-F238E27FC236}">
                <a16:creationId xmlns:a16="http://schemas.microsoft.com/office/drawing/2014/main" id="{502B76F6-4914-4C26-8C20-C2389C49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30" y="35962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3" name="p26-椭圆-0113">
            <a:extLst xmlns:a="http://schemas.openxmlformats.org/drawingml/2006/main">
              <a:ext uri="{FF2B5EF4-FFF2-40B4-BE49-F238E27FC236}">
                <a16:creationId xmlns:a16="http://schemas.microsoft.com/office/drawing/2014/main" id="{E00586D6-9EF1-4E35-B1CD-8625890C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402" y="320098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4" name="p26-椭圆-0114">
            <a:extLst xmlns:a="http://schemas.openxmlformats.org/drawingml/2006/main">
              <a:ext uri="{FF2B5EF4-FFF2-40B4-BE49-F238E27FC236}">
                <a16:creationId xmlns:a16="http://schemas.microsoft.com/office/drawing/2014/main" id="{8926EFDC-B88B-45D8-BC06-80515F89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74" y="339551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5" name="p26-椭圆-0115">
            <a:extLst xmlns:a="http://schemas.openxmlformats.org/drawingml/2006/main">
              <a:ext uri="{FF2B5EF4-FFF2-40B4-BE49-F238E27FC236}">
                <a16:creationId xmlns:a16="http://schemas.microsoft.com/office/drawing/2014/main" id="{7F558D50-E1F5-46CB-89EB-0BA04F53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747" y="364581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26-椭圆-0116">
            <a:extLst xmlns:a="http://schemas.openxmlformats.org/drawingml/2006/main">
              <a:ext uri="{FF2B5EF4-FFF2-40B4-BE49-F238E27FC236}">
                <a16:creationId xmlns:a16="http://schemas.microsoft.com/office/drawing/2014/main" id="{E3BF188D-5E54-4D31-89BC-6E4FE8B2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4819" y="32843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7" name="p26-椭圆-0117">
            <a:extLst xmlns:a="http://schemas.openxmlformats.org/drawingml/2006/main">
              <a:ext uri="{FF2B5EF4-FFF2-40B4-BE49-F238E27FC236}">
                <a16:creationId xmlns:a16="http://schemas.microsoft.com/office/drawing/2014/main" id="{D171DC8D-5C85-4DBC-AE40-F0A4CD84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491" y="35925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8" name="p26-椭圆-0118">
            <a:extLst xmlns:a="http://schemas.openxmlformats.org/drawingml/2006/main">
              <a:ext uri="{FF2B5EF4-FFF2-40B4-BE49-F238E27FC236}">
                <a16:creationId xmlns:a16="http://schemas.microsoft.com/office/drawing/2014/main" id="{7AECBED4-2B3B-4182-8248-BAD9C1BC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563" y="30034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9" name="p26-椭圆-0119">
            <a:extLst xmlns:a="http://schemas.openxmlformats.org/drawingml/2006/main">
              <a:ext uri="{FF2B5EF4-FFF2-40B4-BE49-F238E27FC236}">
                <a16:creationId xmlns:a16="http://schemas.microsoft.com/office/drawing/2014/main" id="{E1504425-8000-4B82-A951-A2A83FCC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235" y="33200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0" name="p26-椭圆-0120">
            <a:extLst xmlns:a="http://schemas.openxmlformats.org/drawingml/2006/main">
              <a:ext uri="{FF2B5EF4-FFF2-40B4-BE49-F238E27FC236}">
                <a16:creationId xmlns:a16="http://schemas.microsoft.com/office/drawing/2014/main" id="{BA47C398-0084-46FB-9229-24DFAA21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9908" y="373976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1" name="p26-椭圆-0121">
            <a:extLst xmlns:a="http://schemas.openxmlformats.org/drawingml/2006/main">
              <a:ext uri="{FF2B5EF4-FFF2-40B4-BE49-F238E27FC236}">
                <a16:creationId xmlns:a16="http://schemas.microsoft.com/office/drawing/2014/main" id="{261FA2AE-8167-4023-9D20-93425FC2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980" y="31497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2" name="p26-椭圆-0122">
            <a:extLst xmlns:a="http://schemas.openxmlformats.org/drawingml/2006/main">
              <a:ext uri="{FF2B5EF4-FFF2-40B4-BE49-F238E27FC236}">
                <a16:creationId xmlns:a16="http://schemas.microsoft.com/office/drawing/2014/main" id="{7D34608B-1B04-4240-B508-95926683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5652" y="337906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3" name="p26-椭圆-0123">
            <a:extLst xmlns:a="http://schemas.openxmlformats.org/drawingml/2006/main">
              <a:ext uri="{FF2B5EF4-FFF2-40B4-BE49-F238E27FC236}">
                <a16:creationId xmlns:a16="http://schemas.microsoft.com/office/drawing/2014/main" id="{18F190A0-A940-42E1-A400-F0937E3E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324" y="37555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4" name="p26-椭圆-0124">
            <a:extLst xmlns:a="http://schemas.openxmlformats.org/drawingml/2006/main">
              <a:ext uri="{FF2B5EF4-FFF2-40B4-BE49-F238E27FC236}">
                <a16:creationId xmlns:a16="http://schemas.microsoft.com/office/drawing/2014/main" id="{F6E65DDF-9047-4E66-9B70-89D2FCF7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396" y="33424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5" name="p26-椭圆-0125">
            <a:extLst xmlns:a="http://schemas.openxmlformats.org/drawingml/2006/main">
              <a:ext uri="{FF2B5EF4-FFF2-40B4-BE49-F238E27FC236}">
                <a16:creationId xmlns:a16="http://schemas.microsoft.com/office/drawing/2014/main" id="{4CD77496-BC76-47B0-AD6A-652338BB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068" y="35118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6" name="p26-椭圆-0126">
            <a:extLst xmlns:a="http://schemas.openxmlformats.org/drawingml/2006/main">
              <a:ext uri="{FF2B5EF4-FFF2-40B4-BE49-F238E27FC236}">
                <a16:creationId xmlns:a16="http://schemas.microsoft.com/office/drawing/2014/main" id="{FA9D6A1D-CB9B-4B33-B578-60A52287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7141" y="30447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7" name="p26-椭圆-0127">
            <a:extLst xmlns:a="http://schemas.openxmlformats.org/drawingml/2006/main">
              <a:ext uri="{FF2B5EF4-FFF2-40B4-BE49-F238E27FC236}">
                <a16:creationId xmlns:a16="http://schemas.microsoft.com/office/drawing/2014/main" id="{C1AB5717-C443-4373-93E8-653C5894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6813" y="347571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8" name="p26-椭圆-0128">
            <a:extLst xmlns:a="http://schemas.openxmlformats.org/drawingml/2006/main">
              <a:ext uri="{FF2B5EF4-FFF2-40B4-BE49-F238E27FC236}">
                <a16:creationId xmlns:a16="http://schemas.microsoft.com/office/drawing/2014/main" id="{40B565EA-8860-4496-9F2C-1C80B758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485" y="37043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9" name="p26-椭圆-0129">
            <a:extLst xmlns:a="http://schemas.openxmlformats.org/drawingml/2006/main">
              <a:ext uri="{FF2B5EF4-FFF2-40B4-BE49-F238E27FC236}">
                <a16:creationId xmlns:a16="http://schemas.microsoft.com/office/drawing/2014/main" id="{09E72E08-4E71-4CCC-93B4-A5E7AB78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2557" y="31149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0" name="p26-椭圆-0130">
            <a:extLst xmlns:a="http://schemas.openxmlformats.org/drawingml/2006/main">
              <a:ext uri="{FF2B5EF4-FFF2-40B4-BE49-F238E27FC236}">
                <a16:creationId xmlns:a16="http://schemas.microsoft.com/office/drawing/2014/main" id="{B14245F0-7454-4782-B429-A59C8854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2229" y="35351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1" name="p26-椭圆-0131">
            <a:extLst xmlns:a="http://schemas.openxmlformats.org/drawingml/2006/main">
              <a:ext uri="{FF2B5EF4-FFF2-40B4-BE49-F238E27FC236}">
                <a16:creationId xmlns:a16="http://schemas.microsoft.com/office/drawing/2014/main" id="{9539CE06-7F71-4A38-A0DD-E78C5B52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8302" y="30901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2" name="p26-椭圆-0132">
            <a:extLst xmlns:a="http://schemas.openxmlformats.org/drawingml/2006/main">
              <a:ext uri="{FF2B5EF4-FFF2-40B4-BE49-F238E27FC236}">
                <a16:creationId xmlns:a16="http://schemas.microsoft.com/office/drawing/2014/main" id="{3F0BBBFF-1C06-4D49-A1C1-86AB871E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974" y="326160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3" name="p26-椭圆-0133">
            <a:extLst xmlns:a="http://schemas.openxmlformats.org/drawingml/2006/main">
              <a:ext uri="{FF2B5EF4-FFF2-40B4-BE49-F238E27FC236}">
                <a16:creationId xmlns:a16="http://schemas.microsoft.com/office/drawing/2014/main" id="{B211744A-6D99-44EC-8FD1-6A3D1B74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646" y="35707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4" name="p26-文本-0134">
            <a:extLst xmlns:a="http://schemas.openxmlformats.org/drawingml/2006/main">
              <a:ext uri="{FF2B5EF4-FFF2-40B4-BE49-F238E27FC236}">
                <a16:creationId xmlns:a16="http://schemas.microsoft.com/office/drawing/2014/main" id="{953E6575-0B76-4A87-8952-7C95C3AF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8797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35" name="p26-文本-0135">
            <a:extLst xmlns:a="http://schemas.openxmlformats.org/drawingml/2006/main">
              <a:ext uri="{FF2B5EF4-FFF2-40B4-BE49-F238E27FC236}">
                <a16:creationId xmlns:a16="http://schemas.microsoft.com/office/drawing/2014/main" id="{31A9BB22-B030-4F50-BCBF-42626C88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735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36" name="p26-文本-0136">
            <a:extLst xmlns:a="http://schemas.openxmlformats.org/drawingml/2006/main">
              <a:ext uri="{FF2B5EF4-FFF2-40B4-BE49-F238E27FC236}">
                <a16:creationId xmlns:a16="http://schemas.microsoft.com/office/drawing/2014/main" id="{79279126-D5C9-403F-ACCA-78C49DED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" y="417993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统一变量与数据口径</a:t>
            </a:r>
          </a:p>
        </p:txBody>
      </p:sp>
      <p:sp>
        <p:nvSpPr>
          <p:cNvPr id="137" name="p26-文本-0137">
            <a:extLst xmlns:a="http://schemas.openxmlformats.org/drawingml/2006/main">
              <a:ext uri="{FF2B5EF4-FFF2-40B4-BE49-F238E27FC236}">
                <a16:creationId xmlns:a16="http://schemas.microsoft.com/office/drawing/2014/main" id="{F43E4536-1C24-456B-B73B-5352A08A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645" y="417993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估计响应与不确定性</a:t>
            </a:r>
          </a:p>
        </p:txBody>
      </p:sp>
      <p:sp>
        <p:nvSpPr>
          <p:cNvPr id="138" name="p26-文本-0138">
            <a:extLst xmlns:a="http://schemas.openxmlformats.org/drawingml/2006/main">
              <a:ext uri="{FF2B5EF4-FFF2-40B4-BE49-F238E27FC236}">
                <a16:creationId xmlns:a16="http://schemas.microsoft.com/office/drawing/2014/main" id="{B0DF85F5-983F-486C-A2D1-50A0FE33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22831"/>
            <a:ext cx="3470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输出：候选条件、预测值、优先测量区间</a:t>
            </a:r>
          </a:p>
        </p:txBody>
      </p:sp>
      <p:sp>
        <p:nvSpPr>
          <p:cNvPr id="139" name="p26-矩形-0139">
            <a:extLst xmlns:a="http://schemas.openxmlformats.org/drawingml/2006/main">
              <a:ext uri="{FF2B5EF4-FFF2-40B4-BE49-F238E27FC236}">
                <a16:creationId xmlns:a16="http://schemas.microsoft.com/office/drawing/2014/main" id="{056C93E4-C5A2-4D08-914A-517A4226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390775"/>
            <a:ext cx="4762500" cy="258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140" name="p26-矩形-0140">
            <a:extLst xmlns:a="http://schemas.openxmlformats.org/drawingml/2006/main">
              <a:ext uri="{FF2B5EF4-FFF2-40B4-BE49-F238E27FC236}">
                <a16:creationId xmlns:a16="http://schemas.microsoft.com/office/drawing/2014/main" id="{802B2620-D654-435F-9CA1-2968D840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390775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1" name="p26-文本-0141">
            <a:extLst xmlns:a="http://schemas.openxmlformats.org/drawingml/2006/main">
              <a:ext uri="{FF2B5EF4-FFF2-40B4-BE49-F238E27FC236}">
                <a16:creationId xmlns:a16="http://schemas.microsoft.com/office/drawing/2014/main" id="{0253DCFA-BB32-46C2-A7CE-1C196E51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197" y="2412299"/>
            <a:ext cx="28443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实验工作区：生成带条件的观测</a:t>
            </a:r>
          </a:p>
        </p:txBody>
      </p:sp>
      <p:sp>
        <p:nvSpPr>
          <p:cNvPr id="142" name="p26-矩形-0142">
            <a:extLst xmlns:a="http://schemas.openxmlformats.org/drawingml/2006/main">
              <a:ext uri="{FF2B5EF4-FFF2-40B4-BE49-F238E27FC236}">
                <a16:creationId xmlns:a16="http://schemas.microsoft.com/office/drawing/2014/main" id="{82EC34FA-5338-435F-A39E-D0AB446D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43225"/>
            <a:ext cx="16954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143" name="p26-椭圆-0143">
            <a:extLst xmlns:a="http://schemas.openxmlformats.org/drawingml/2006/main">
              <a:ext uri="{FF2B5EF4-FFF2-40B4-BE49-F238E27FC236}">
                <a16:creationId xmlns:a16="http://schemas.microsoft.com/office/drawing/2014/main" id="{E4C6F53B-ED9C-406C-991F-587AA5BA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44" name="p26-椭圆-0144">
            <a:extLst xmlns:a="http://schemas.openxmlformats.org/drawingml/2006/main">
              <a:ext uri="{FF2B5EF4-FFF2-40B4-BE49-F238E27FC236}">
                <a16:creationId xmlns:a16="http://schemas.microsoft.com/office/drawing/2014/main" id="{E4917591-8B59-4A9E-B906-F6506FD3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5" name="p26-椭圆-0145">
            <a:extLst xmlns:a="http://schemas.openxmlformats.org/drawingml/2006/main">
              <a:ext uri="{FF2B5EF4-FFF2-40B4-BE49-F238E27FC236}">
                <a16:creationId xmlns:a16="http://schemas.microsoft.com/office/drawing/2014/main" id="{A3104481-0590-4567-9B15-D24EFF08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6" name="p26-椭圆-0146">
            <a:extLst xmlns:a="http://schemas.openxmlformats.org/drawingml/2006/main">
              <a:ext uri="{FF2B5EF4-FFF2-40B4-BE49-F238E27FC236}">
                <a16:creationId xmlns:a16="http://schemas.microsoft.com/office/drawing/2014/main" id="{E23F4B9F-8900-460D-9DB4-58F06C09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47" name="p26-椭圆-0147">
            <a:extLst xmlns:a="http://schemas.openxmlformats.org/drawingml/2006/main">
              <a:ext uri="{FF2B5EF4-FFF2-40B4-BE49-F238E27FC236}">
                <a16:creationId xmlns:a16="http://schemas.microsoft.com/office/drawing/2014/main" id="{E4021D2E-AE5F-4322-829D-9E8434D1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48" name="p26-椭圆-0148">
            <a:extLst xmlns:a="http://schemas.openxmlformats.org/drawingml/2006/main">
              <a:ext uri="{FF2B5EF4-FFF2-40B4-BE49-F238E27FC236}">
                <a16:creationId xmlns:a16="http://schemas.microsoft.com/office/drawing/2014/main" id="{D237A534-54E6-4203-97D3-1A373102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49" name="p26-椭圆-0149">
            <a:extLst xmlns:a="http://schemas.openxmlformats.org/drawingml/2006/main">
              <a:ext uri="{FF2B5EF4-FFF2-40B4-BE49-F238E27FC236}">
                <a16:creationId xmlns:a16="http://schemas.microsoft.com/office/drawing/2014/main" id="{3D6A1B9F-A918-4681-86B2-9C83E496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0" name="p26-椭圆-0150">
            <a:extLst xmlns:a="http://schemas.openxmlformats.org/drawingml/2006/main">
              <a:ext uri="{FF2B5EF4-FFF2-40B4-BE49-F238E27FC236}">
                <a16:creationId xmlns:a16="http://schemas.microsoft.com/office/drawing/2014/main" id="{5C62B08D-BFA3-4ADF-8A1E-F2881417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51" name="p26-椭圆-0151">
            <a:extLst xmlns:a="http://schemas.openxmlformats.org/drawingml/2006/main">
              <a:ext uri="{FF2B5EF4-FFF2-40B4-BE49-F238E27FC236}">
                <a16:creationId xmlns:a16="http://schemas.microsoft.com/office/drawing/2014/main" id="{B5F2626C-E6F4-47DC-BFD6-5A6BA71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2" name="p26-椭圆-0152">
            <a:extLst xmlns:a="http://schemas.openxmlformats.org/drawingml/2006/main">
              <a:ext uri="{FF2B5EF4-FFF2-40B4-BE49-F238E27FC236}">
                <a16:creationId xmlns:a16="http://schemas.microsoft.com/office/drawing/2014/main" id="{C67DE784-57D6-4C85-A669-5CA96CD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3" name="p26-椭圆-0153">
            <a:extLst xmlns:a="http://schemas.openxmlformats.org/drawingml/2006/main">
              <a:ext uri="{FF2B5EF4-FFF2-40B4-BE49-F238E27FC236}">
                <a16:creationId xmlns:a16="http://schemas.microsoft.com/office/drawing/2014/main" id="{69682770-D0F7-4073-994C-3AEF92CE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4" name="p26-椭圆-0154">
            <a:extLst xmlns:a="http://schemas.openxmlformats.org/drawingml/2006/main">
              <a:ext uri="{FF2B5EF4-FFF2-40B4-BE49-F238E27FC236}">
                <a16:creationId xmlns:a16="http://schemas.microsoft.com/office/drawing/2014/main" id="{5DFEFD90-A848-49A2-B19F-3B2FFAFF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0045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5" name="p26-椭圆-0155">
            <a:extLst xmlns:a="http://schemas.openxmlformats.org/drawingml/2006/main">
              <a:ext uri="{FF2B5EF4-FFF2-40B4-BE49-F238E27FC236}">
                <a16:creationId xmlns:a16="http://schemas.microsoft.com/office/drawing/2014/main" id="{1CEE5B0D-B77A-4C3F-BFB0-24840007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6" name="p26-椭圆-0156">
            <a:extLst xmlns:a="http://schemas.openxmlformats.org/drawingml/2006/main">
              <a:ext uri="{FF2B5EF4-FFF2-40B4-BE49-F238E27FC236}">
                <a16:creationId xmlns:a16="http://schemas.microsoft.com/office/drawing/2014/main" id="{FFE7B250-C3B2-4F59-BB90-776E3AAB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7" name="p26-椭圆-0157">
            <a:extLst xmlns:a="http://schemas.openxmlformats.org/drawingml/2006/main">
              <a:ext uri="{FF2B5EF4-FFF2-40B4-BE49-F238E27FC236}">
                <a16:creationId xmlns:a16="http://schemas.microsoft.com/office/drawing/2014/main" id="{5F822CE7-C43A-409F-8F42-70A3A85F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58" name="p26-椭圆-0158">
            <a:extLst xmlns:a="http://schemas.openxmlformats.org/drawingml/2006/main">
              <a:ext uri="{FF2B5EF4-FFF2-40B4-BE49-F238E27FC236}">
                <a16:creationId xmlns:a16="http://schemas.microsoft.com/office/drawing/2014/main" id="{CF5CD128-F999-49C8-8167-2C605324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59" name="p26-椭圆-0159">
            <a:extLst xmlns:a="http://schemas.openxmlformats.org/drawingml/2006/main">
              <a:ext uri="{FF2B5EF4-FFF2-40B4-BE49-F238E27FC236}">
                <a16:creationId xmlns:a16="http://schemas.microsoft.com/office/drawing/2014/main" id="{FFB29A13-C7D4-495B-A76D-7E4F57DA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0" name="p26-椭圆-0160">
            <a:extLst xmlns:a="http://schemas.openxmlformats.org/drawingml/2006/main">
              <a:ext uri="{FF2B5EF4-FFF2-40B4-BE49-F238E27FC236}">
                <a16:creationId xmlns:a16="http://schemas.microsoft.com/office/drawing/2014/main" id="{D118A6E7-337E-49F8-B5FD-0072B0E9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1" name="p26-椭圆-0161">
            <a:extLst xmlns:a="http://schemas.openxmlformats.org/drawingml/2006/main">
              <a:ext uri="{FF2B5EF4-FFF2-40B4-BE49-F238E27FC236}">
                <a16:creationId xmlns:a16="http://schemas.microsoft.com/office/drawing/2014/main" id="{60E5904C-6C5A-4E95-87A5-1813DAB2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62" name="p26-椭圆-0162">
            <a:extLst xmlns:a="http://schemas.openxmlformats.org/drawingml/2006/main">
              <a:ext uri="{FF2B5EF4-FFF2-40B4-BE49-F238E27FC236}">
                <a16:creationId xmlns:a16="http://schemas.microsoft.com/office/drawing/2014/main" id="{CE5F4D38-4C22-4C97-8E77-6DC5F474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63" name="p26-椭圆-0163">
            <a:extLst xmlns:a="http://schemas.openxmlformats.org/drawingml/2006/main">
              <a:ext uri="{FF2B5EF4-FFF2-40B4-BE49-F238E27FC236}">
                <a16:creationId xmlns:a16="http://schemas.microsoft.com/office/drawing/2014/main" id="{FB7F2DE4-71B7-41DF-BD03-DD4DA3C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4" name="p26-椭圆-0164">
            <a:extLst xmlns:a="http://schemas.openxmlformats.org/drawingml/2006/main">
              <a:ext uri="{FF2B5EF4-FFF2-40B4-BE49-F238E27FC236}">
                <a16:creationId xmlns:a16="http://schemas.microsoft.com/office/drawing/2014/main" id="{DE358DC8-E149-424A-84F5-C8100898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5" name="p26-椭圆-0165">
            <a:extLst xmlns:a="http://schemas.openxmlformats.org/drawingml/2006/main">
              <a:ext uri="{FF2B5EF4-FFF2-40B4-BE49-F238E27FC236}">
                <a16:creationId xmlns:a16="http://schemas.microsoft.com/office/drawing/2014/main" id="{61BC2BAE-B10E-4C51-B330-60223AE3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6" name="p26-椭圆-0166">
            <a:extLst xmlns:a="http://schemas.openxmlformats.org/drawingml/2006/main">
              <a:ext uri="{FF2B5EF4-FFF2-40B4-BE49-F238E27FC236}">
                <a16:creationId xmlns:a16="http://schemas.microsoft.com/office/drawing/2014/main" id="{AF88E680-5839-4A38-8473-781A62DE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1082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67" name="p26-椭圆-0167">
            <a:extLst xmlns:a="http://schemas.openxmlformats.org/drawingml/2006/main">
              <a:ext uri="{FF2B5EF4-FFF2-40B4-BE49-F238E27FC236}">
                <a16:creationId xmlns:a16="http://schemas.microsoft.com/office/drawing/2014/main" id="{B5B8784A-F6AE-4F08-A152-04CEF9F8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8" name="p26-椭圆-0168">
            <a:extLst xmlns:a="http://schemas.openxmlformats.org/drawingml/2006/main">
              <a:ext uri="{FF2B5EF4-FFF2-40B4-BE49-F238E27FC236}">
                <a16:creationId xmlns:a16="http://schemas.microsoft.com/office/drawing/2014/main" id="{5F38641F-1CA5-4957-BCAE-F9D3AC6F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69" name="p26-椭圆-0169">
            <a:extLst xmlns:a="http://schemas.openxmlformats.org/drawingml/2006/main">
              <a:ext uri="{FF2B5EF4-FFF2-40B4-BE49-F238E27FC236}">
                <a16:creationId xmlns:a16="http://schemas.microsoft.com/office/drawing/2014/main" id="{B87009F9-718E-4E79-A5D3-5D2B8B19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0" name="p26-椭圆-0170">
            <a:extLst xmlns:a="http://schemas.openxmlformats.org/drawingml/2006/main">
              <a:ext uri="{FF2B5EF4-FFF2-40B4-BE49-F238E27FC236}">
                <a16:creationId xmlns:a16="http://schemas.microsoft.com/office/drawing/2014/main" id="{00F0C5CC-EA30-41C1-B6C5-D61E6F4D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71" name="p26-椭圆-0171">
            <a:extLst xmlns:a="http://schemas.openxmlformats.org/drawingml/2006/main">
              <a:ext uri="{FF2B5EF4-FFF2-40B4-BE49-F238E27FC236}">
                <a16:creationId xmlns:a16="http://schemas.microsoft.com/office/drawing/2014/main" id="{B1B7314A-E78D-4E40-A519-33CF9EB6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2" name="p26-椭圆-0172">
            <a:extLst xmlns:a="http://schemas.openxmlformats.org/drawingml/2006/main">
              <a:ext uri="{FF2B5EF4-FFF2-40B4-BE49-F238E27FC236}">
                <a16:creationId xmlns:a16="http://schemas.microsoft.com/office/drawing/2014/main" id="{056F4677-BEEA-43B5-AF37-296AB2A3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3" name="p26-椭圆-0173">
            <a:extLst xmlns:a="http://schemas.openxmlformats.org/drawingml/2006/main">
              <a:ext uri="{FF2B5EF4-FFF2-40B4-BE49-F238E27FC236}">
                <a16:creationId xmlns:a16="http://schemas.microsoft.com/office/drawing/2014/main" id="{C6AF2CE5-AE38-4A93-82AE-C4EFAC51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74" name="p26-椭圆-0174">
            <a:extLst xmlns:a="http://schemas.openxmlformats.org/drawingml/2006/main">
              <a:ext uri="{FF2B5EF4-FFF2-40B4-BE49-F238E27FC236}">
                <a16:creationId xmlns:a16="http://schemas.microsoft.com/office/drawing/2014/main" id="{12A9EF24-8461-4707-95F2-0B3284C3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5" name="p26-椭圆-0175">
            <a:extLst xmlns:a="http://schemas.openxmlformats.org/drawingml/2006/main">
              <a:ext uri="{FF2B5EF4-FFF2-40B4-BE49-F238E27FC236}">
                <a16:creationId xmlns:a16="http://schemas.microsoft.com/office/drawing/2014/main" id="{2F6FE259-FF39-4BA0-93AE-D0D3EDE9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6" name="p26-椭圆-0176">
            <a:extLst xmlns:a="http://schemas.openxmlformats.org/drawingml/2006/main">
              <a:ext uri="{FF2B5EF4-FFF2-40B4-BE49-F238E27FC236}">
                <a16:creationId xmlns:a16="http://schemas.microsoft.com/office/drawing/2014/main" id="{340779E2-C24F-4D0E-AD68-7C822495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77" name="p26-椭圆-0177">
            <a:extLst xmlns:a="http://schemas.openxmlformats.org/drawingml/2006/main">
              <a:ext uri="{FF2B5EF4-FFF2-40B4-BE49-F238E27FC236}">
                <a16:creationId xmlns:a16="http://schemas.microsoft.com/office/drawing/2014/main" id="{F3D20874-0917-44B7-A732-FE0B7763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78" name="p26-椭圆-0178">
            <a:extLst xmlns:a="http://schemas.openxmlformats.org/drawingml/2006/main">
              <a:ext uri="{FF2B5EF4-FFF2-40B4-BE49-F238E27FC236}">
                <a16:creationId xmlns:a16="http://schemas.microsoft.com/office/drawing/2014/main" id="{996D0E74-1F15-4C49-897E-84B958D2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21194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79" name="p26-椭圆-0179">
            <a:extLst xmlns:a="http://schemas.openxmlformats.org/drawingml/2006/main">
              <a:ext uri="{FF2B5EF4-FFF2-40B4-BE49-F238E27FC236}">
                <a16:creationId xmlns:a16="http://schemas.microsoft.com/office/drawing/2014/main" id="{D70EEB3C-DCBE-4F84-B633-2EDBFF57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0" name="p26-椭圆-0180">
            <a:extLst xmlns:a="http://schemas.openxmlformats.org/drawingml/2006/main">
              <a:ext uri="{FF2B5EF4-FFF2-40B4-BE49-F238E27FC236}">
                <a16:creationId xmlns:a16="http://schemas.microsoft.com/office/drawing/2014/main" id="{EE7A04D6-4D84-48F6-962E-6631433F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1" name="p26-椭圆-0181">
            <a:extLst xmlns:a="http://schemas.openxmlformats.org/drawingml/2006/main">
              <a:ext uri="{FF2B5EF4-FFF2-40B4-BE49-F238E27FC236}">
                <a16:creationId xmlns:a16="http://schemas.microsoft.com/office/drawing/2014/main" id="{262A477F-ECDC-4F72-844E-337912E4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2" name="p26-椭圆-0182">
            <a:extLst xmlns:a="http://schemas.openxmlformats.org/drawingml/2006/main">
              <a:ext uri="{FF2B5EF4-FFF2-40B4-BE49-F238E27FC236}">
                <a16:creationId xmlns:a16="http://schemas.microsoft.com/office/drawing/2014/main" id="{1A238E0B-31E4-47A6-A18C-E9EB42FE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3" name="p26-椭圆-0183">
            <a:extLst xmlns:a="http://schemas.openxmlformats.org/drawingml/2006/main">
              <a:ext uri="{FF2B5EF4-FFF2-40B4-BE49-F238E27FC236}">
                <a16:creationId xmlns:a16="http://schemas.microsoft.com/office/drawing/2014/main" id="{42058076-1B10-464D-A8BC-47037D7F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84" name="p26-椭圆-0184">
            <a:extLst xmlns:a="http://schemas.openxmlformats.org/drawingml/2006/main">
              <a:ext uri="{FF2B5EF4-FFF2-40B4-BE49-F238E27FC236}">
                <a16:creationId xmlns:a16="http://schemas.microsoft.com/office/drawing/2014/main" id="{1ED3F246-99A1-4637-9F1D-610C4103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85" name="p26-椭圆-0185">
            <a:extLst xmlns:a="http://schemas.openxmlformats.org/drawingml/2006/main">
              <a:ext uri="{FF2B5EF4-FFF2-40B4-BE49-F238E27FC236}">
                <a16:creationId xmlns:a16="http://schemas.microsoft.com/office/drawing/2014/main" id="{F3A07446-2FCD-437E-AB0F-C3CA1581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86" name="p26-椭圆-0186">
            <a:extLst xmlns:a="http://schemas.openxmlformats.org/drawingml/2006/main">
              <a:ext uri="{FF2B5EF4-FFF2-40B4-BE49-F238E27FC236}">
                <a16:creationId xmlns:a16="http://schemas.microsoft.com/office/drawing/2014/main" id="{275F0C3E-B248-40CD-8BC8-4FD0B614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7" name="p26-椭圆-0187">
            <a:extLst xmlns:a="http://schemas.openxmlformats.org/drawingml/2006/main">
              <a:ext uri="{FF2B5EF4-FFF2-40B4-BE49-F238E27FC236}">
                <a16:creationId xmlns:a16="http://schemas.microsoft.com/office/drawing/2014/main" id="{29060FF3-EE5D-4A5F-9B3D-C645F559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88" name="p26-椭圆-0188">
            <a:extLst xmlns:a="http://schemas.openxmlformats.org/drawingml/2006/main">
              <a:ext uri="{FF2B5EF4-FFF2-40B4-BE49-F238E27FC236}">
                <a16:creationId xmlns:a16="http://schemas.microsoft.com/office/drawing/2014/main" id="{55782B05-5E64-4E36-BE9E-8800E2C5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89" name="p26-椭圆-0189">
            <a:extLst xmlns:a="http://schemas.openxmlformats.org/drawingml/2006/main">
              <a:ext uri="{FF2B5EF4-FFF2-40B4-BE49-F238E27FC236}">
                <a16:creationId xmlns:a16="http://schemas.microsoft.com/office/drawing/2014/main" id="{470DD9D3-3E42-4E24-BD5B-59FE8205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90" name="p26-椭圆-0190">
            <a:extLst xmlns:a="http://schemas.openxmlformats.org/drawingml/2006/main">
              <a:ext uri="{FF2B5EF4-FFF2-40B4-BE49-F238E27FC236}">
                <a16:creationId xmlns:a16="http://schemas.microsoft.com/office/drawing/2014/main" id="{4E402F9F-CBC7-4AE8-98E8-936B9469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31566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1" name="p26-椭圆-0191">
            <a:extLst xmlns:a="http://schemas.openxmlformats.org/drawingml/2006/main">
              <a:ext uri="{FF2B5EF4-FFF2-40B4-BE49-F238E27FC236}">
                <a16:creationId xmlns:a16="http://schemas.microsoft.com/office/drawing/2014/main" id="{3D9398A8-52BD-46FA-8E2C-9F8A2E0F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2" name="p26-椭圆-0192">
            <a:extLst xmlns:a="http://schemas.openxmlformats.org/drawingml/2006/main">
              <a:ext uri="{FF2B5EF4-FFF2-40B4-BE49-F238E27FC236}">
                <a16:creationId xmlns:a16="http://schemas.microsoft.com/office/drawing/2014/main" id="{261C5241-894C-4107-BC00-2EDF5C7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193" name="p26-椭圆-0193">
            <a:extLst xmlns:a="http://schemas.openxmlformats.org/drawingml/2006/main">
              <a:ext uri="{FF2B5EF4-FFF2-40B4-BE49-F238E27FC236}">
                <a16:creationId xmlns:a16="http://schemas.microsoft.com/office/drawing/2014/main" id="{D8C1A2B5-7030-478B-93F3-749E4D52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4" name="p26-椭圆-0194">
            <a:extLst xmlns:a="http://schemas.openxmlformats.org/drawingml/2006/main">
              <a:ext uri="{FF2B5EF4-FFF2-40B4-BE49-F238E27FC236}">
                <a16:creationId xmlns:a16="http://schemas.microsoft.com/office/drawing/2014/main" id="{77042A7D-7B10-4825-9EF0-507B664D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5" name="p26-椭圆-0195">
            <a:extLst xmlns:a="http://schemas.openxmlformats.org/drawingml/2006/main">
              <a:ext uri="{FF2B5EF4-FFF2-40B4-BE49-F238E27FC236}">
                <a16:creationId xmlns:a16="http://schemas.microsoft.com/office/drawing/2014/main" id="{3CFB14A7-360D-41C6-8EB6-DC28986E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196" name="p26-椭圆-0196">
            <a:extLst xmlns:a="http://schemas.openxmlformats.org/drawingml/2006/main">
              <a:ext uri="{FF2B5EF4-FFF2-40B4-BE49-F238E27FC236}">
                <a16:creationId xmlns:a16="http://schemas.microsoft.com/office/drawing/2014/main" id="{0BEE956C-8936-4A5A-8168-C3C8F774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197" name="p26-椭圆-0197">
            <a:extLst xmlns:a="http://schemas.openxmlformats.org/drawingml/2006/main">
              <a:ext uri="{FF2B5EF4-FFF2-40B4-BE49-F238E27FC236}">
                <a16:creationId xmlns:a16="http://schemas.microsoft.com/office/drawing/2014/main" id="{DFD97D3F-8E49-4EEF-8E59-F369C4C4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8" name="p26-椭圆-0198">
            <a:extLst xmlns:a="http://schemas.openxmlformats.org/drawingml/2006/main">
              <a:ext uri="{FF2B5EF4-FFF2-40B4-BE49-F238E27FC236}">
                <a16:creationId xmlns:a16="http://schemas.microsoft.com/office/drawing/2014/main" id="{9FCA7153-0AC0-4295-ACC1-18529310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199" name="p26-椭圆-0199">
            <a:extLst xmlns:a="http://schemas.openxmlformats.org/drawingml/2006/main">
              <a:ext uri="{FF2B5EF4-FFF2-40B4-BE49-F238E27FC236}">
                <a16:creationId xmlns:a16="http://schemas.microsoft.com/office/drawing/2014/main" id="{E4A9C86D-6B15-4805-9BE6-E62A8F5D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0" name="p26-椭圆-0200">
            <a:extLst xmlns:a="http://schemas.openxmlformats.org/drawingml/2006/main">
              <a:ext uri="{FF2B5EF4-FFF2-40B4-BE49-F238E27FC236}">
                <a16:creationId xmlns:a16="http://schemas.microsoft.com/office/drawing/2014/main" id="{63112DEB-46C0-49E4-8C53-63E5C5E9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01" name="p26-椭圆-0201">
            <a:extLst xmlns:a="http://schemas.openxmlformats.org/drawingml/2006/main">
              <a:ext uri="{FF2B5EF4-FFF2-40B4-BE49-F238E27FC236}">
                <a16:creationId xmlns:a16="http://schemas.microsoft.com/office/drawing/2014/main" id="{635E354E-F155-4E4E-ABF4-E5AE6B0E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2" name="p26-椭圆-0202">
            <a:extLst xmlns:a="http://schemas.openxmlformats.org/drawingml/2006/main">
              <a:ext uri="{FF2B5EF4-FFF2-40B4-BE49-F238E27FC236}">
                <a16:creationId xmlns:a16="http://schemas.microsoft.com/office/drawing/2014/main" id="{17DDD913-1F6E-4C9C-827B-DBD8A881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41937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3" name="p26-椭圆-0203">
            <a:extLst xmlns:a="http://schemas.openxmlformats.org/drawingml/2006/main">
              <a:ext uri="{FF2B5EF4-FFF2-40B4-BE49-F238E27FC236}">
                <a16:creationId xmlns:a16="http://schemas.microsoft.com/office/drawing/2014/main" id="{3C75D9C9-1956-4658-95D7-4F2F738F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04" name="p26-椭圆-0204">
            <a:extLst xmlns:a="http://schemas.openxmlformats.org/drawingml/2006/main">
              <a:ext uri="{FF2B5EF4-FFF2-40B4-BE49-F238E27FC236}">
                <a16:creationId xmlns:a16="http://schemas.microsoft.com/office/drawing/2014/main" id="{38EE5799-F115-4C55-A167-B9D353EB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5" name="p26-椭圆-0205">
            <a:extLst xmlns:a="http://schemas.openxmlformats.org/drawingml/2006/main">
              <a:ext uri="{FF2B5EF4-FFF2-40B4-BE49-F238E27FC236}">
                <a16:creationId xmlns:a16="http://schemas.microsoft.com/office/drawing/2014/main" id="{E37F1944-E29D-472F-B57E-FD6495F0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6" name="p26-椭圆-0206">
            <a:extLst xmlns:a="http://schemas.openxmlformats.org/drawingml/2006/main">
              <a:ext uri="{FF2B5EF4-FFF2-40B4-BE49-F238E27FC236}">
                <a16:creationId xmlns:a16="http://schemas.microsoft.com/office/drawing/2014/main" id="{C4CB54A2-6574-4B32-A567-DC2888AA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07" name="p26-椭圆-0207">
            <a:extLst xmlns:a="http://schemas.openxmlformats.org/drawingml/2006/main">
              <a:ext uri="{FF2B5EF4-FFF2-40B4-BE49-F238E27FC236}">
                <a16:creationId xmlns:a16="http://schemas.microsoft.com/office/drawing/2014/main" id="{A806FE71-B3A2-4DE1-9261-3C6845D1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08" name="p26-椭圆-0208">
            <a:extLst xmlns:a="http://schemas.openxmlformats.org/drawingml/2006/main">
              <a:ext uri="{FF2B5EF4-FFF2-40B4-BE49-F238E27FC236}">
                <a16:creationId xmlns:a16="http://schemas.microsoft.com/office/drawing/2014/main" id="{88E6D845-0493-4D7A-8F7A-9D81D3F1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09" name="p26-椭圆-0209">
            <a:extLst xmlns:a="http://schemas.openxmlformats.org/drawingml/2006/main">
              <a:ext uri="{FF2B5EF4-FFF2-40B4-BE49-F238E27FC236}">
                <a16:creationId xmlns:a16="http://schemas.microsoft.com/office/drawing/2014/main" id="{E985950C-53CB-40B1-B535-33F24ABE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0" name="p26-椭圆-0210">
            <a:extLst xmlns:a="http://schemas.openxmlformats.org/drawingml/2006/main">
              <a:ext uri="{FF2B5EF4-FFF2-40B4-BE49-F238E27FC236}">
                <a16:creationId xmlns:a16="http://schemas.microsoft.com/office/drawing/2014/main" id="{0B634EDB-A6DB-4746-A424-605A06F5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11" name="p26-椭圆-0211">
            <a:extLst xmlns:a="http://schemas.openxmlformats.org/drawingml/2006/main">
              <a:ext uri="{FF2B5EF4-FFF2-40B4-BE49-F238E27FC236}">
                <a16:creationId xmlns:a16="http://schemas.microsoft.com/office/drawing/2014/main" id="{909D59B6-F686-4835-91A0-5348D205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12" name="p26-椭圆-0212">
            <a:extLst xmlns:a="http://schemas.openxmlformats.org/drawingml/2006/main">
              <a:ext uri="{FF2B5EF4-FFF2-40B4-BE49-F238E27FC236}">
                <a16:creationId xmlns:a16="http://schemas.microsoft.com/office/drawing/2014/main" id="{EC889E5D-7F7B-44D6-BE66-0FDB1A8A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3" name="p26-椭圆-0213">
            <a:extLst xmlns:a="http://schemas.openxmlformats.org/drawingml/2006/main">
              <a:ext uri="{FF2B5EF4-FFF2-40B4-BE49-F238E27FC236}">
                <a16:creationId xmlns:a16="http://schemas.microsoft.com/office/drawing/2014/main" id="{520E2DE3-3E7F-4C7F-9310-A9ADE7B4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4" name="p26-椭圆-0214">
            <a:extLst xmlns:a="http://schemas.openxmlformats.org/drawingml/2006/main">
              <a:ext uri="{FF2B5EF4-FFF2-40B4-BE49-F238E27FC236}">
                <a16:creationId xmlns:a16="http://schemas.microsoft.com/office/drawing/2014/main" id="{9F90E486-FBAB-4467-88CF-AACF231B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523095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5" name="p26-椭圆-0215">
            <a:extLst xmlns:a="http://schemas.openxmlformats.org/drawingml/2006/main">
              <a:ext uri="{FF2B5EF4-FFF2-40B4-BE49-F238E27FC236}">
                <a16:creationId xmlns:a16="http://schemas.microsoft.com/office/drawing/2014/main" id="{669399A0-1D11-4E76-B07D-DD99D5F7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6" name="p26-椭圆-0216">
            <a:extLst xmlns:a="http://schemas.openxmlformats.org/drawingml/2006/main">
              <a:ext uri="{FF2B5EF4-FFF2-40B4-BE49-F238E27FC236}">
                <a16:creationId xmlns:a16="http://schemas.microsoft.com/office/drawing/2014/main" id="{71616342-8A42-4BCA-AEF0-7D3114CB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7" name="p26-椭圆-0217">
            <a:extLst xmlns:a="http://schemas.openxmlformats.org/drawingml/2006/main">
              <a:ext uri="{FF2B5EF4-FFF2-40B4-BE49-F238E27FC236}">
                <a16:creationId xmlns:a16="http://schemas.microsoft.com/office/drawing/2014/main" id="{ABBD457A-2698-429C-8B27-5CEEE8EE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18" name="p26-椭圆-0218">
            <a:extLst xmlns:a="http://schemas.openxmlformats.org/drawingml/2006/main">
              <a:ext uri="{FF2B5EF4-FFF2-40B4-BE49-F238E27FC236}">
                <a16:creationId xmlns:a16="http://schemas.microsoft.com/office/drawing/2014/main" id="{6405C976-18EA-4C6A-BE54-E3109862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19" name="p26-椭圆-0219">
            <a:extLst xmlns:a="http://schemas.openxmlformats.org/drawingml/2006/main">
              <a:ext uri="{FF2B5EF4-FFF2-40B4-BE49-F238E27FC236}">
                <a16:creationId xmlns:a16="http://schemas.microsoft.com/office/drawing/2014/main" id="{7A653921-6A06-4604-9164-AAE14A93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0" name="p26-椭圆-0220">
            <a:extLst xmlns:a="http://schemas.openxmlformats.org/drawingml/2006/main">
              <a:ext uri="{FF2B5EF4-FFF2-40B4-BE49-F238E27FC236}">
                <a16:creationId xmlns:a16="http://schemas.microsoft.com/office/drawing/2014/main" id="{1B76A9E4-55FD-42F8-9C1C-9BC9E6E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1" name="p26-椭圆-0221">
            <a:extLst xmlns:a="http://schemas.openxmlformats.org/drawingml/2006/main">
              <a:ext uri="{FF2B5EF4-FFF2-40B4-BE49-F238E27FC236}">
                <a16:creationId xmlns:a16="http://schemas.microsoft.com/office/drawing/2014/main" id="{AF9F1383-D1F1-467A-B061-B3591D40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22" name="p26-椭圆-0222">
            <a:extLst xmlns:a="http://schemas.openxmlformats.org/drawingml/2006/main">
              <a:ext uri="{FF2B5EF4-FFF2-40B4-BE49-F238E27FC236}">
                <a16:creationId xmlns:a16="http://schemas.microsoft.com/office/drawing/2014/main" id="{E287955B-4C63-43B0-898F-11031278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23" name="p26-椭圆-0223">
            <a:extLst xmlns:a="http://schemas.openxmlformats.org/drawingml/2006/main">
              <a:ext uri="{FF2B5EF4-FFF2-40B4-BE49-F238E27FC236}">
                <a16:creationId xmlns:a16="http://schemas.microsoft.com/office/drawing/2014/main" id="{65323544-BFF7-4062-AF4E-E5139A36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4" name="p26-椭圆-0224">
            <a:extLst xmlns:a="http://schemas.openxmlformats.org/drawingml/2006/main">
              <a:ext uri="{FF2B5EF4-FFF2-40B4-BE49-F238E27FC236}">
                <a16:creationId xmlns:a16="http://schemas.microsoft.com/office/drawing/2014/main" id="{745038E7-BE06-465D-A05E-E4603A9A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5" name="p26-椭圆-0225">
            <a:extLst xmlns:a="http://schemas.openxmlformats.org/drawingml/2006/main">
              <a:ext uri="{FF2B5EF4-FFF2-40B4-BE49-F238E27FC236}">
                <a16:creationId xmlns:a16="http://schemas.microsoft.com/office/drawing/2014/main" id="{39A49F8D-86CB-4752-8205-330F529B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6" name="p26-椭圆-0226">
            <a:extLst xmlns:a="http://schemas.openxmlformats.org/drawingml/2006/main">
              <a:ext uri="{FF2B5EF4-FFF2-40B4-BE49-F238E27FC236}">
                <a16:creationId xmlns:a16="http://schemas.microsoft.com/office/drawing/2014/main" id="{20C9CD77-994E-44BF-B288-8334871A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626812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27" name="p26-椭圆-0227">
            <a:extLst xmlns:a="http://schemas.openxmlformats.org/drawingml/2006/main">
              <a:ext uri="{FF2B5EF4-FFF2-40B4-BE49-F238E27FC236}">
                <a16:creationId xmlns:a16="http://schemas.microsoft.com/office/drawing/2014/main" id="{CCC268FF-C76A-4B83-ACBA-03150223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590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8" name="p26-椭圆-0228">
            <a:extLst xmlns:a="http://schemas.openxmlformats.org/drawingml/2006/main">
              <a:ext uri="{FF2B5EF4-FFF2-40B4-BE49-F238E27FC236}">
                <a16:creationId xmlns:a16="http://schemas.microsoft.com/office/drawing/2014/main" id="{54F1F90B-1C02-4AE9-A56B-55BDD1F5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009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29" name="p26-椭圆-0229">
            <a:extLst xmlns:a="http://schemas.openxmlformats.org/drawingml/2006/main">
              <a:ext uri="{FF2B5EF4-FFF2-40B4-BE49-F238E27FC236}">
                <a16:creationId xmlns:a16="http://schemas.microsoft.com/office/drawing/2014/main" id="{02F6DD8F-5DAF-4BC6-8D8D-20858C0E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5428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0" name="p26-椭圆-0230">
            <a:extLst xmlns:a="http://schemas.openxmlformats.org/drawingml/2006/main">
              <a:ext uri="{FF2B5EF4-FFF2-40B4-BE49-F238E27FC236}">
                <a16:creationId xmlns:a16="http://schemas.microsoft.com/office/drawing/2014/main" id="{6A00C0F9-8881-4F04-9CCF-13087C4C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847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1" name="p26-椭圆-0231">
            <a:extLst xmlns:a="http://schemas.openxmlformats.org/drawingml/2006/main">
              <a:ext uri="{FF2B5EF4-FFF2-40B4-BE49-F238E27FC236}">
                <a16:creationId xmlns:a16="http://schemas.microsoft.com/office/drawing/2014/main" id="{26351189-65A8-4F4D-9662-65EF15FE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67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2" name="p26-椭圆-0232">
            <a:extLst xmlns:a="http://schemas.openxmlformats.org/drawingml/2006/main">
              <a:ext uri="{FF2B5EF4-FFF2-40B4-BE49-F238E27FC236}">
                <a16:creationId xmlns:a16="http://schemas.microsoft.com/office/drawing/2014/main" id="{75ADEE5C-6EEF-411E-8AAF-0EFD2179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686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233" name="p26-椭圆-0233">
            <a:extLst xmlns:a="http://schemas.openxmlformats.org/drawingml/2006/main">
              <a:ext uri="{FF2B5EF4-FFF2-40B4-BE49-F238E27FC236}">
                <a16:creationId xmlns:a16="http://schemas.microsoft.com/office/drawing/2014/main" id="{462C3C56-0579-43F8-BC9B-8AA02B7B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7105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4" name="p26-椭圆-0234">
            <a:extLst xmlns:a="http://schemas.openxmlformats.org/drawingml/2006/main">
              <a:ext uri="{FF2B5EF4-FFF2-40B4-BE49-F238E27FC236}">
                <a16:creationId xmlns:a16="http://schemas.microsoft.com/office/drawing/2014/main" id="{F3E63C98-3B22-44C4-ADAB-E2A66374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7524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5" name="p26-椭圆-0235">
            <a:extLst xmlns:a="http://schemas.openxmlformats.org/drawingml/2006/main">
              <a:ext uri="{FF2B5EF4-FFF2-40B4-BE49-F238E27FC236}">
                <a16:creationId xmlns:a16="http://schemas.microsoft.com/office/drawing/2014/main" id="{34CC18BC-0676-47E1-BFB2-03E40729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944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6" name="p26-椭圆-0236">
            <a:extLst xmlns:a="http://schemas.openxmlformats.org/drawingml/2006/main">
              <a:ext uri="{FF2B5EF4-FFF2-40B4-BE49-F238E27FC236}">
                <a16:creationId xmlns:a16="http://schemas.microsoft.com/office/drawing/2014/main" id="{5558BC41-5C9E-485C-95E4-EAE74A48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63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237" name="p26-椭圆-0237">
            <a:extLst xmlns:a="http://schemas.openxmlformats.org/drawingml/2006/main">
              <a:ext uri="{FF2B5EF4-FFF2-40B4-BE49-F238E27FC236}">
                <a16:creationId xmlns:a16="http://schemas.microsoft.com/office/drawing/2014/main" id="{21675EBF-7616-4A27-8658-91095B1D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782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238" name="p26-椭圆-0238">
            <a:extLst xmlns:a="http://schemas.openxmlformats.org/drawingml/2006/main">
              <a:ext uri="{FF2B5EF4-FFF2-40B4-BE49-F238E27FC236}">
                <a16:creationId xmlns:a16="http://schemas.microsoft.com/office/drawing/2014/main" id="{372A5AFE-C5EF-4A8A-ACE6-8472620D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01" y="3730529"/>
            <a:ext cx="84859" cy="84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239" name="p26-矩形-0239">
            <a:extLst xmlns:a="http://schemas.openxmlformats.org/drawingml/2006/main">
              <a:ext uri="{FF2B5EF4-FFF2-40B4-BE49-F238E27FC236}">
                <a16:creationId xmlns:a16="http://schemas.microsoft.com/office/drawing/2014/main" id="{B21ED77E-6824-46DD-BF59-AFD3E5FB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6131" y="3007995"/>
            <a:ext cx="1209866" cy="720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2"/>
          </a:solidFill>
          <a:ln xmlns:a="http://schemas.openxmlformats.org/drawingml/2006/main" w="15240">
            <a:solidFill>
              <a:srgbClr val="657B8B"/>
            </a:solidFill>
          </a:ln>
        </p:spPr>
      </p:sp>
      <p:sp>
        <p:nvSpPr>
          <p:cNvPr id="240" name="p26-矩形-0240">
            <a:extLst xmlns:a="http://schemas.openxmlformats.org/drawingml/2006/main">
              <a:ext uri="{FF2B5EF4-FFF2-40B4-BE49-F238E27FC236}">
                <a16:creationId xmlns:a16="http://schemas.microsoft.com/office/drawing/2014/main" id="{2AF8F2EA-293A-43AC-8B0E-56A2D28C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5292" y="3110865"/>
            <a:ext cx="712660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241" name="p26-线-0241">
            <a:extLst xmlns:a="http://schemas.openxmlformats.org/drawingml/2006/main">
              <a:ext uri="{FF2B5EF4-FFF2-40B4-BE49-F238E27FC236}">
                <a16:creationId xmlns:a16="http://schemas.microsoft.com/office/drawing/2014/main" id="{43697451-448F-4E80-B32C-0CE2601C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160" y="3419475"/>
            <a:ext cx="546926" cy="95"/>
          </a:xfrm>
          <a:custGeom xmlns:a="http://schemas.openxmlformats.org/drawingml/2006/main">
            <a:pathLst>
              <a:path w="546926" h="95">
                <a:moveTo>
                  <a:pt x="0" y="0"/>
                </a:moveTo>
                <a:lnTo>
                  <a:pt x="5469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42" name="p26-线-0242">
            <a:extLst xmlns:a="http://schemas.openxmlformats.org/drawingml/2006/main">
              <a:ext uri="{FF2B5EF4-FFF2-40B4-BE49-F238E27FC236}">
                <a16:creationId xmlns:a16="http://schemas.microsoft.com/office/drawing/2014/main" id="{DA9689F6-B1BA-4A44-A86D-6D8B9485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160" y="3179445"/>
            <a:ext cx="95" cy="240030"/>
          </a:xfrm>
          <a:custGeom xmlns:a="http://schemas.openxmlformats.org/drawingml/2006/main">
            <a:pathLst>
              <a:path w="95" h="240030">
                <a:moveTo>
                  <a:pt x="0" y="0"/>
                </a:moveTo>
                <a:lnTo>
                  <a:pt x="0" y="24003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43" name="p26-线-0243">
            <a:extLst xmlns:a="http://schemas.openxmlformats.org/drawingml/2006/main">
              <a:ext uri="{FF2B5EF4-FFF2-40B4-BE49-F238E27FC236}">
                <a16:creationId xmlns:a16="http://schemas.microsoft.com/office/drawing/2014/main" id="{BE9ADB14-AD85-4B9B-8A41-88084748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160" y="3239453"/>
            <a:ext cx="546926" cy="95"/>
          </a:xfrm>
          <a:custGeom xmlns:a="http://schemas.openxmlformats.org/drawingml/2006/main">
            <a:pathLst>
              <a:path w="546926" h="95">
                <a:moveTo>
                  <a:pt x="0" y="0"/>
                </a:moveTo>
                <a:lnTo>
                  <a:pt x="5469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4" name="p26-线-0244">
            <a:extLst xmlns:a="http://schemas.openxmlformats.org/drawingml/2006/main">
              <a:ext uri="{FF2B5EF4-FFF2-40B4-BE49-F238E27FC236}">
                <a16:creationId xmlns:a16="http://schemas.microsoft.com/office/drawing/2014/main" id="{F02A21F8-FC13-4EF4-ACA2-FC8DD37C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160" y="3299460"/>
            <a:ext cx="546926" cy="95"/>
          </a:xfrm>
          <a:custGeom xmlns:a="http://schemas.openxmlformats.org/drawingml/2006/main">
            <a:pathLst>
              <a:path w="546926" h="95">
                <a:moveTo>
                  <a:pt x="0" y="0"/>
                </a:moveTo>
                <a:lnTo>
                  <a:pt x="5469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5" name="p26-线-0245">
            <a:extLst xmlns:a="http://schemas.openxmlformats.org/drawingml/2006/main">
              <a:ext uri="{FF2B5EF4-FFF2-40B4-BE49-F238E27FC236}">
                <a16:creationId xmlns:a16="http://schemas.microsoft.com/office/drawing/2014/main" id="{146422EB-0A4F-4664-A60B-AEFA6E52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160" y="3359468"/>
            <a:ext cx="546926" cy="95"/>
          </a:xfrm>
          <a:custGeom xmlns:a="http://schemas.openxmlformats.org/drawingml/2006/main">
            <a:pathLst>
              <a:path w="546926" h="95">
                <a:moveTo>
                  <a:pt x="0" y="0"/>
                </a:moveTo>
                <a:lnTo>
                  <a:pt x="546926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6" name="p26-路径-0246">
            <a:extLst xmlns:a="http://schemas.openxmlformats.org/drawingml/2006/main">
              <a:ext uri="{FF2B5EF4-FFF2-40B4-BE49-F238E27FC236}">
                <a16:creationId xmlns:a16="http://schemas.microsoft.com/office/drawing/2014/main" id="{6F9EC4C5-485A-4BB3-83AB-17B5611B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20403"/>
            <a:ext cx="546735" cy="134302"/>
          </a:xfrm>
          <a:custGeom xmlns:a="http://schemas.openxmlformats.org/drawingml/2006/main">
            <a:pathLst>
              <a:path w="546735" h="134302">
                <a:moveTo>
                  <a:pt x="0" y="0"/>
                </a:moveTo>
                <a:lnTo>
                  <a:pt x="18097" y="9525"/>
                </a:lnTo>
                <a:lnTo>
                  <a:pt x="36195" y="19050"/>
                </a:lnTo>
                <a:lnTo>
                  <a:pt x="54293" y="28575"/>
                </a:lnTo>
                <a:lnTo>
                  <a:pt x="72390" y="36195"/>
                </a:lnTo>
                <a:lnTo>
                  <a:pt x="91440" y="43815"/>
                </a:lnTo>
                <a:lnTo>
                  <a:pt x="109538" y="51435"/>
                </a:lnTo>
                <a:lnTo>
                  <a:pt x="127635" y="58102"/>
                </a:lnTo>
                <a:lnTo>
                  <a:pt x="145732" y="64770"/>
                </a:lnTo>
                <a:lnTo>
                  <a:pt x="163830" y="70485"/>
                </a:lnTo>
                <a:lnTo>
                  <a:pt x="181927" y="76200"/>
                </a:lnTo>
                <a:lnTo>
                  <a:pt x="200025" y="80963"/>
                </a:lnTo>
                <a:lnTo>
                  <a:pt x="218123" y="85725"/>
                </a:lnTo>
                <a:lnTo>
                  <a:pt x="237173" y="90488"/>
                </a:lnTo>
                <a:lnTo>
                  <a:pt x="255270" y="94297"/>
                </a:lnTo>
                <a:lnTo>
                  <a:pt x="273368" y="98107"/>
                </a:lnTo>
                <a:lnTo>
                  <a:pt x="291465" y="101917"/>
                </a:lnTo>
                <a:lnTo>
                  <a:pt x="309563" y="105727"/>
                </a:lnTo>
                <a:lnTo>
                  <a:pt x="327660" y="108585"/>
                </a:lnTo>
                <a:lnTo>
                  <a:pt x="345757" y="111442"/>
                </a:lnTo>
                <a:lnTo>
                  <a:pt x="364807" y="114300"/>
                </a:lnTo>
                <a:lnTo>
                  <a:pt x="382905" y="117157"/>
                </a:lnTo>
                <a:lnTo>
                  <a:pt x="401002" y="120015"/>
                </a:lnTo>
                <a:lnTo>
                  <a:pt x="419100" y="121920"/>
                </a:lnTo>
                <a:lnTo>
                  <a:pt x="437198" y="124777"/>
                </a:lnTo>
                <a:lnTo>
                  <a:pt x="455295" y="126682"/>
                </a:lnTo>
                <a:lnTo>
                  <a:pt x="473393" y="128588"/>
                </a:lnTo>
                <a:lnTo>
                  <a:pt x="492443" y="130492"/>
                </a:lnTo>
                <a:lnTo>
                  <a:pt x="510540" y="131445"/>
                </a:lnTo>
                <a:lnTo>
                  <a:pt x="528638" y="133350"/>
                </a:lnTo>
                <a:lnTo>
                  <a:pt x="546735" y="13430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47" name="p26-椭圆-0247">
            <a:extLst xmlns:a="http://schemas.openxmlformats.org/drawingml/2006/main">
              <a:ext uri="{FF2B5EF4-FFF2-40B4-BE49-F238E27FC236}">
                <a16:creationId xmlns:a16="http://schemas.microsoft.com/office/drawing/2014/main" id="{0BC05545-D49C-42F4-8D05-3778F7D5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490" y="319358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8" name="p26-椭圆-0248">
            <a:extLst xmlns:a="http://schemas.openxmlformats.org/drawingml/2006/main">
              <a:ext uri="{FF2B5EF4-FFF2-40B4-BE49-F238E27FC236}">
                <a16:creationId xmlns:a16="http://schemas.microsoft.com/office/drawing/2014/main" id="{16A756D0-96B9-4DEB-84EA-375DB08C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0875" y="32450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9" name="p26-椭圆-0249">
            <a:extLst xmlns:a="http://schemas.openxmlformats.org/drawingml/2006/main">
              <a:ext uri="{FF2B5EF4-FFF2-40B4-BE49-F238E27FC236}">
                <a16:creationId xmlns:a16="http://schemas.microsoft.com/office/drawing/2014/main" id="{32829BC6-A855-4218-AC8E-75CE5B98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60" y="327949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0" name="p26-椭圆-0250">
            <a:extLst xmlns:a="http://schemas.openxmlformats.org/drawingml/2006/main">
              <a:ext uri="{FF2B5EF4-FFF2-40B4-BE49-F238E27FC236}">
                <a16:creationId xmlns:a16="http://schemas.microsoft.com/office/drawing/2014/main" id="{1C94938C-4A77-40C2-A12C-0CDDDA0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9645" y="330260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1" name="p26-椭圆-0251">
            <a:extLst xmlns:a="http://schemas.openxmlformats.org/drawingml/2006/main">
              <a:ext uri="{FF2B5EF4-FFF2-40B4-BE49-F238E27FC236}">
                <a16:creationId xmlns:a16="http://schemas.microsoft.com/office/drawing/2014/main" id="{9E7013DD-7795-4A2D-8496-638B5C10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030" y="33181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2" name="p26-椭圆-0252">
            <a:extLst xmlns:a="http://schemas.openxmlformats.org/drawingml/2006/main">
              <a:ext uri="{FF2B5EF4-FFF2-40B4-BE49-F238E27FC236}">
                <a16:creationId xmlns:a16="http://schemas.microsoft.com/office/drawing/2014/main" id="{4A4B980F-2E2C-434C-B8E2-9DF5A9EF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415" y="332848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3" name="p26-路径-0253">
            <a:extLst xmlns:a="http://schemas.openxmlformats.org/drawingml/2006/main">
              <a:ext uri="{FF2B5EF4-FFF2-40B4-BE49-F238E27FC236}">
                <a16:creationId xmlns:a16="http://schemas.microsoft.com/office/drawing/2014/main" id="{A3097654-3F67-4B1D-A500-E7950C99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20403"/>
            <a:ext cx="546735" cy="147638"/>
          </a:xfrm>
          <a:custGeom xmlns:a="http://schemas.openxmlformats.org/drawingml/2006/main">
            <a:pathLst>
              <a:path w="546735" h="147638">
                <a:moveTo>
                  <a:pt x="0" y="0"/>
                </a:moveTo>
                <a:lnTo>
                  <a:pt x="18097" y="14288"/>
                </a:lnTo>
                <a:lnTo>
                  <a:pt x="36195" y="28575"/>
                </a:lnTo>
                <a:lnTo>
                  <a:pt x="54293" y="40005"/>
                </a:lnTo>
                <a:lnTo>
                  <a:pt x="72390" y="51435"/>
                </a:lnTo>
                <a:lnTo>
                  <a:pt x="91440" y="60960"/>
                </a:lnTo>
                <a:lnTo>
                  <a:pt x="109538" y="70485"/>
                </a:lnTo>
                <a:lnTo>
                  <a:pt x="127635" y="78105"/>
                </a:lnTo>
                <a:lnTo>
                  <a:pt x="145732" y="85725"/>
                </a:lnTo>
                <a:lnTo>
                  <a:pt x="163830" y="92392"/>
                </a:lnTo>
                <a:lnTo>
                  <a:pt x="181927" y="98107"/>
                </a:lnTo>
                <a:lnTo>
                  <a:pt x="200025" y="103822"/>
                </a:lnTo>
                <a:lnTo>
                  <a:pt x="218123" y="108585"/>
                </a:lnTo>
                <a:lnTo>
                  <a:pt x="237173" y="113347"/>
                </a:lnTo>
                <a:lnTo>
                  <a:pt x="255270" y="117157"/>
                </a:lnTo>
                <a:lnTo>
                  <a:pt x="273368" y="120967"/>
                </a:lnTo>
                <a:lnTo>
                  <a:pt x="291465" y="124777"/>
                </a:lnTo>
                <a:lnTo>
                  <a:pt x="309563" y="127635"/>
                </a:lnTo>
                <a:lnTo>
                  <a:pt x="327660" y="130492"/>
                </a:lnTo>
                <a:lnTo>
                  <a:pt x="345757" y="132397"/>
                </a:lnTo>
                <a:lnTo>
                  <a:pt x="364807" y="134302"/>
                </a:lnTo>
                <a:lnTo>
                  <a:pt x="382905" y="137160"/>
                </a:lnTo>
                <a:lnTo>
                  <a:pt x="401002" y="138113"/>
                </a:lnTo>
                <a:lnTo>
                  <a:pt x="419100" y="140017"/>
                </a:lnTo>
                <a:lnTo>
                  <a:pt x="437198" y="141922"/>
                </a:lnTo>
                <a:lnTo>
                  <a:pt x="455295" y="142875"/>
                </a:lnTo>
                <a:lnTo>
                  <a:pt x="473393" y="143827"/>
                </a:lnTo>
                <a:lnTo>
                  <a:pt x="492443" y="145732"/>
                </a:lnTo>
                <a:lnTo>
                  <a:pt x="510540" y="146685"/>
                </a:lnTo>
                <a:lnTo>
                  <a:pt x="528638" y="147638"/>
                </a:lnTo>
                <a:lnTo>
                  <a:pt x="546735" y="14763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54" name="p26-椭圆-0254">
            <a:extLst xmlns:a="http://schemas.openxmlformats.org/drawingml/2006/main">
              <a:ext uri="{FF2B5EF4-FFF2-40B4-BE49-F238E27FC236}">
                <a16:creationId xmlns:a16="http://schemas.microsoft.com/office/drawing/2014/main" id="{0B2B6B1F-3644-48BE-8FCB-8B6CD789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490" y="319358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5" name="p26-椭圆-0255">
            <a:extLst xmlns:a="http://schemas.openxmlformats.org/drawingml/2006/main">
              <a:ext uri="{FF2B5EF4-FFF2-40B4-BE49-F238E27FC236}">
                <a16:creationId xmlns:a16="http://schemas.microsoft.com/office/drawing/2014/main" id="{D6687AD6-AF41-4C29-BDF0-2345C77F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0875" y="326397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6" name="p26-椭圆-0256">
            <a:extLst xmlns:a="http://schemas.openxmlformats.org/drawingml/2006/main">
              <a:ext uri="{FF2B5EF4-FFF2-40B4-BE49-F238E27FC236}">
                <a16:creationId xmlns:a16="http://schemas.microsoft.com/office/drawing/2014/main" id="{AE32AE69-F874-48DC-A949-8256D616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60" y="330260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7" name="p26-椭圆-0257">
            <a:extLst xmlns:a="http://schemas.openxmlformats.org/drawingml/2006/main">
              <a:ext uri="{FF2B5EF4-FFF2-40B4-BE49-F238E27FC236}">
                <a16:creationId xmlns:a16="http://schemas.microsoft.com/office/drawing/2014/main" id="{8B47FF53-F937-4724-8041-E0885731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9645" y="332381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8" name="p26-椭圆-0258">
            <a:extLst xmlns:a="http://schemas.openxmlformats.org/drawingml/2006/main">
              <a:ext uri="{FF2B5EF4-FFF2-40B4-BE49-F238E27FC236}">
                <a16:creationId xmlns:a16="http://schemas.microsoft.com/office/drawing/2014/main" id="{0D20A50D-46C4-48A2-939F-53FF64E5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030" y="333544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9" name="p26-椭圆-0259">
            <a:extLst xmlns:a="http://schemas.openxmlformats.org/drawingml/2006/main">
              <a:ext uri="{FF2B5EF4-FFF2-40B4-BE49-F238E27FC236}">
                <a16:creationId xmlns:a16="http://schemas.microsoft.com/office/drawing/2014/main" id="{86FD9736-C0FA-4F15-812B-82B5978A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415" y="334183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0" name="p26-路径-0260">
            <a:extLst xmlns:a="http://schemas.openxmlformats.org/drawingml/2006/main">
              <a:ext uri="{FF2B5EF4-FFF2-40B4-BE49-F238E27FC236}">
                <a16:creationId xmlns:a16="http://schemas.microsoft.com/office/drawing/2014/main" id="{1C8A7443-B87F-4C85-AB38-B347FADE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20403"/>
            <a:ext cx="546735" cy="153352"/>
          </a:xfrm>
          <a:custGeom xmlns:a="http://schemas.openxmlformats.org/drawingml/2006/main">
            <a:pathLst>
              <a:path w="546735" h="153352">
                <a:moveTo>
                  <a:pt x="0" y="0"/>
                </a:moveTo>
                <a:lnTo>
                  <a:pt x="18097" y="19050"/>
                </a:lnTo>
                <a:lnTo>
                  <a:pt x="36195" y="36195"/>
                </a:lnTo>
                <a:lnTo>
                  <a:pt x="54293" y="51435"/>
                </a:lnTo>
                <a:lnTo>
                  <a:pt x="72390" y="64770"/>
                </a:lnTo>
                <a:lnTo>
                  <a:pt x="91440" y="76200"/>
                </a:lnTo>
                <a:lnTo>
                  <a:pt x="109538" y="85725"/>
                </a:lnTo>
                <a:lnTo>
                  <a:pt x="127635" y="94297"/>
                </a:lnTo>
                <a:lnTo>
                  <a:pt x="145732" y="101917"/>
                </a:lnTo>
                <a:lnTo>
                  <a:pt x="163830" y="108585"/>
                </a:lnTo>
                <a:lnTo>
                  <a:pt x="181927" y="114300"/>
                </a:lnTo>
                <a:lnTo>
                  <a:pt x="200025" y="120015"/>
                </a:lnTo>
                <a:lnTo>
                  <a:pt x="218123" y="124777"/>
                </a:lnTo>
                <a:lnTo>
                  <a:pt x="237173" y="128588"/>
                </a:lnTo>
                <a:lnTo>
                  <a:pt x="255270" y="131445"/>
                </a:lnTo>
                <a:lnTo>
                  <a:pt x="273368" y="134302"/>
                </a:lnTo>
                <a:lnTo>
                  <a:pt x="291465" y="137160"/>
                </a:lnTo>
                <a:lnTo>
                  <a:pt x="309563" y="140017"/>
                </a:lnTo>
                <a:lnTo>
                  <a:pt x="327660" y="141922"/>
                </a:lnTo>
                <a:lnTo>
                  <a:pt x="345757" y="143827"/>
                </a:lnTo>
                <a:lnTo>
                  <a:pt x="364807" y="144780"/>
                </a:lnTo>
                <a:lnTo>
                  <a:pt x="382905" y="146685"/>
                </a:lnTo>
                <a:lnTo>
                  <a:pt x="401002" y="147638"/>
                </a:lnTo>
                <a:lnTo>
                  <a:pt x="419100" y="148590"/>
                </a:lnTo>
                <a:lnTo>
                  <a:pt x="437198" y="149542"/>
                </a:lnTo>
                <a:lnTo>
                  <a:pt x="455295" y="150495"/>
                </a:lnTo>
                <a:lnTo>
                  <a:pt x="473393" y="151447"/>
                </a:lnTo>
                <a:lnTo>
                  <a:pt x="492443" y="151447"/>
                </a:lnTo>
                <a:lnTo>
                  <a:pt x="510540" y="152400"/>
                </a:lnTo>
                <a:lnTo>
                  <a:pt x="528638" y="152400"/>
                </a:lnTo>
                <a:lnTo>
                  <a:pt x="546735" y="153352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61" name="p26-椭圆-0261">
            <a:extLst xmlns:a="http://schemas.openxmlformats.org/drawingml/2006/main">
              <a:ext uri="{FF2B5EF4-FFF2-40B4-BE49-F238E27FC236}">
                <a16:creationId xmlns:a16="http://schemas.microsoft.com/office/drawing/2014/main" id="{DCB5E6BC-81E0-4551-B088-5DDDB5E7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1490" y="319358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2" name="p26-椭圆-0262">
            <a:extLst xmlns:a="http://schemas.openxmlformats.org/drawingml/2006/main">
              <a:ext uri="{FF2B5EF4-FFF2-40B4-BE49-F238E27FC236}">
                <a16:creationId xmlns:a16="http://schemas.microsoft.com/office/drawing/2014/main" id="{B063120A-B6AC-4D91-A7D5-B9194ECE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0875" y="327949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3" name="p26-椭圆-0263">
            <a:extLst xmlns:a="http://schemas.openxmlformats.org/drawingml/2006/main">
              <a:ext uri="{FF2B5EF4-FFF2-40B4-BE49-F238E27FC236}">
                <a16:creationId xmlns:a16="http://schemas.microsoft.com/office/drawing/2014/main" id="{0EF12B0E-25C1-4D1D-AD02-A3FEDAC6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260" y="331810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4" name="p26-椭圆-0264">
            <a:extLst xmlns:a="http://schemas.openxmlformats.org/drawingml/2006/main">
              <a:ext uri="{FF2B5EF4-FFF2-40B4-BE49-F238E27FC236}">
                <a16:creationId xmlns:a16="http://schemas.microsoft.com/office/drawing/2014/main" id="{86018210-9C6B-4F59-AA34-88F698A1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9645" y="333544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5" name="p26-椭圆-0265">
            <a:extLst xmlns:a="http://schemas.openxmlformats.org/drawingml/2006/main">
              <a:ext uri="{FF2B5EF4-FFF2-40B4-BE49-F238E27FC236}">
                <a16:creationId xmlns:a16="http://schemas.microsoft.com/office/drawing/2014/main" id="{93D5E3F7-2441-4115-B7C8-482DF9DA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030" y="334324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6" name="p26-椭圆-0266">
            <a:extLst xmlns:a="http://schemas.openxmlformats.org/drawingml/2006/main">
              <a:ext uri="{FF2B5EF4-FFF2-40B4-BE49-F238E27FC236}">
                <a16:creationId xmlns:a16="http://schemas.microsoft.com/office/drawing/2014/main" id="{3AF19AE5-5C6F-4CA4-B0E7-68392BAA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415" y="3346742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7" name="p26-椭圆-0267">
            <a:extLst xmlns:a="http://schemas.openxmlformats.org/drawingml/2006/main">
              <a:ext uri="{FF2B5EF4-FFF2-40B4-BE49-F238E27FC236}">
                <a16:creationId xmlns:a16="http://schemas.microsoft.com/office/drawing/2014/main" id="{D3D9C046-8FDD-49DB-9707-6236E784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0820" y="3227451"/>
            <a:ext cx="132588" cy="1325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8" name="p26-线-0268">
            <a:extLst xmlns:a="http://schemas.openxmlformats.org/drawingml/2006/main">
              <a:ext uri="{FF2B5EF4-FFF2-40B4-BE49-F238E27FC236}">
                <a16:creationId xmlns:a16="http://schemas.microsoft.com/office/drawing/2014/main" id="{D5E55B45-1987-4AC1-89D0-209904AF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5292" y="3819525"/>
            <a:ext cx="878396" cy="95"/>
          </a:xfrm>
          <a:custGeom xmlns:a="http://schemas.openxmlformats.org/drawingml/2006/main">
            <a:pathLst>
              <a:path w="878396" h="95">
                <a:moveTo>
                  <a:pt x="0" y="0"/>
                </a:moveTo>
                <a:lnTo>
                  <a:pt x="8783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0">
            <a:solidFill>
              <a:srgbClr val="365F85"/>
            </a:solidFill>
          </a:ln>
        </p:spPr>
      </p:sp>
      <p:sp>
        <p:nvSpPr>
          <p:cNvPr id="269" name="p26-文本-0269">
            <a:extLst xmlns:a="http://schemas.openxmlformats.org/drawingml/2006/main">
              <a:ext uri="{FF2B5EF4-FFF2-40B4-BE49-F238E27FC236}">
                <a16:creationId xmlns:a16="http://schemas.microsoft.com/office/drawing/2014/main" id="{9A54140F-2039-407F-B05A-0C7E0088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4179931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按候选条件制备</a:t>
            </a:r>
          </a:p>
        </p:txBody>
      </p:sp>
      <p:sp>
        <p:nvSpPr>
          <p:cNvPr id="270" name="p26-文本-0270">
            <a:extLst xmlns:a="http://schemas.openxmlformats.org/drawingml/2006/main">
              <a:ext uri="{FF2B5EF4-FFF2-40B4-BE49-F238E27FC236}">
                <a16:creationId xmlns:a16="http://schemas.microsoft.com/office/drawing/2014/main" id="{35E6F829-91D6-469F-8112-70FCC4FC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395" y="4179931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同步读取参照信号</a:t>
            </a:r>
          </a:p>
        </p:txBody>
      </p:sp>
      <p:sp>
        <p:nvSpPr>
          <p:cNvPr id="271" name="p26-文本-0271">
            <a:extLst xmlns:a="http://schemas.openxmlformats.org/drawingml/2006/main">
              <a:ext uri="{FF2B5EF4-FFF2-40B4-BE49-F238E27FC236}">
                <a16:creationId xmlns:a16="http://schemas.microsoft.com/office/drawing/2014/main" id="{084D5090-B383-4D28-A89D-FC380CE6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522831"/>
            <a:ext cx="3280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输出：实测值、误差、异常与制备记录</a:t>
            </a:r>
          </a:p>
        </p:txBody>
      </p:sp>
      <p:sp>
        <p:nvSpPr>
          <p:cNvPr id="272" name="p26-路径-0272">
            <a:extLst xmlns:a="http://schemas.openxmlformats.org/drawingml/2006/main">
              <a:ext uri="{FF2B5EF4-FFF2-40B4-BE49-F238E27FC236}">
                <a16:creationId xmlns:a16="http://schemas.microsoft.com/office/drawing/2014/main" id="{12E4B6F8-05A4-4956-A8F5-2459B69D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292793"/>
            <a:ext cx="914400" cy="177165"/>
          </a:xfrm>
          <a:custGeom xmlns:a="http://schemas.openxmlformats.org/drawingml/2006/main">
            <a:pathLst>
              <a:path w="914400" h="177165">
                <a:moveTo>
                  <a:pt x="0" y="126683"/>
                </a:moveTo>
                <a:lnTo>
                  <a:pt x="771525" y="126683"/>
                </a:lnTo>
                <a:lnTo>
                  <a:pt x="771525" y="177165"/>
                </a:lnTo>
                <a:lnTo>
                  <a:pt x="914400" y="88583"/>
                </a:lnTo>
                <a:lnTo>
                  <a:pt x="771525" y="0"/>
                </a:lnTo>
                <a:lnTo>
                  <a:pt x="771525" y="50483"/>
                </a:lnTo>
                <a:lnTo>
                  <a:pt x="0" y="5048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3" name="p26-文本-0273">
            <a:extLst xmlns:a="http://schemas.openxmlformats.org/drawingml/2006/main">
              <a:ext uri="{FF2B5EF4-FFF2-40B4-BE49-F238E27FC236}">
                <a16:creationId xmlns:a16="http://schemas.microsoft.com/office/drawing/2014/main" id="{EDF8DFB3-3BE8-4575-9E18-0FEE75E5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01001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候选条件</a:t>
            </a:r>
          </a:p>
        </p:txBody>
      </p:sp>
      <p:sp>
        <p:nvSpPr>
          <p:cNvPr id="274" name="p26-路径-0274">
            <a:extLst xmlns:a="http://schemas.openxmlformats.org/drawingml/2006/main">
              <a:ext uri="{FF2B5EF4-FFF2-40B4-BE49-F238E27FC236}">
                <a16:creationId xmlns:a16="http://schemas.microsoft.com/office/drawing/2014/main" id="{633A88C5-0164-49E4-8D26-4771AF2D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921443"/>
            <a:ext cx="914400" cy="177165"/>
          </a:xfrm>
          <a:custGeom xmlns:a="http://schemas.openxmlformats.org/drawingml/2006/main">
            <a:pathLst>
              <a:path w="914400" h="177165">
                <a:moveTo>
                  <a:pt x="914400" y="50483"/>
                </a:moveTo>
                <a:lnTo>
                  <a:pt x="142875" y="50483"/>
                </a:lnTo>
                <a:lnTo>
                  <a:pt x="142875" y="0"/>
                </a:lnTo>
                <a:lnTo>
                  <a:pt x="0" y="88583"/>
                </a:lnTo>
                <a:lnTo>
                  <a:pt x="142875" y="177165"/>
                </a:lnTo>
                <a:lnTo>
                  <a:pt x="142875" y="126683"/>
                </a:lnTo>
                <a:lnTo>
                  <a:pt x="914400" y="126683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5" name="p26-文本-0275">
            <a:extLst xmlns:a="http://schemas.openxmlformats.org/drawingml/2006/main">
              <a:ext uri="{FF2B5EF4-FFF2-40B4-BE49-F238E27FC236}">
                <a16:creationId xmlns:a16="http://schemas.microsoft.com/office/drawing/2014/main" id="{085B8F8A-4E3D-49F1-A1A1-08DE7834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15301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初步观测</a:t>
            </a:r>
          </a:p>
        </p:txBody>
      </p:sp>
      <p:sp>
        <p:nvSpPr>
          <p:cNvPr id="276" name="p26-路径-0276">
            <a:extLst xmlns:a="http://schemas.openxmlformats.org/drawingml/2006/main">
              <a:ext uri="{FF2B5EF4-FFF2-40B4-BE49-F238E27FC236}">
                <a16:creationId xmlns:a16="http://schemas.microsoft.com/office/drawing/2014/main" id="{3DA8430A-54DA-46E6-A34D-DF460F9E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884" y="4991100"/>
            <a:ext cx="141732" cy="295275"/>
          </a:xfrm>
          <a:custGeom xmlns:a="http://schemas.openxmlformats.org/drawingml/2006/main">
            <a:pathLst>
              <a:path w="141732" h="295275">
                <a:moveTo>
                  <a:pt x="42291" y="0"/>
                </a:moveTo>
                <a:lnTo>
                  <a:pt x="42291" y="180975"/>
                </a:lnTo>
                <a:lnTo>
                  <a:pt x="0" y="180975"/>
                </a:lnTo>
                <a:lnTo>
                  <a:pt x="70866" y="295275"/>
                </a:lnTo>
                <a:lnTo>
                  <a:pt x="141732" y="180975"/>
                </a:lnTo>
                <a:lnTo>
                  <a:pt x="99441" y="180975"/>
                </a:lnTo>
                <a:lnTo>
                  <a:pt x="99441" y="0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77" name="p26-矩形-0277">
            <a:extLst xmlns:a="http://schemas.openxmlformats.org/drawingml/2006/main">
              <a:ext uri="{FF2B5EF4-FFF2-40B4-BE49-F238E27FC236}">
                <a16:creationId xmlns:a16="http://schemas.microsoft.com/office/drawing/2014/main" id="{FFBFD790-3469-4705-A7A2-436C3378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314950"/>
            <a:ext cx="971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E"/>
          </a:solidFill>
          <a:ln xmlns:a="http://schemas.openxmlformats.org/drawingml/2006/main" w="0">
            <a:noFill/>
          </a:ln>
        </p:spPr>
      </p:sp>
      <p:sp>
        <p:nvSpPr>
          <p:cNvPr id="278" name="p26-文本-0278">
            <a:extLst xmlns:a="http://schemas.openxmlformats.org/drawingml/2006/main">
              <a:ext uri="{FF2B5EF4-FFF2-40B4-BE49-F238E27FC236}">
                <a16:creationId xmlns:a16="http://schemas.microsoft.com/office/drawing/2014/main" id="{E3396D65-3D9B-4DB0-853E-A8D2D492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359924"/>
            <a:ext cx="4672965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数据回流：实测—预测残差、失败条件与新增批次</a:t>
            </a:r>
          </a:p>
        </p:txBody>
      </p:sp>
      <p:sp>
        <p:nvSpPr>
          <p:cNvPr id="279" name="p26-文本-0279">
            <a:extLst xmlns:a="http://schemas.openxmlformats.org/drawingml/2006/main">
              <a:ext uri="{FF2B5EF4-FFF2-40B4-BE49-F238E27FC236}">
                <a16:creationId xmlns:a16="http://schemas.microsoft.com/office/drawing/2014/main" id="{DF6A2D78-ABB3-4747-82CC-D21D07B2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656306"/>
            <a:ext cx="499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更新可行范围与不确定性，再选择下一轮最有信息的测量。</a:t>
            </a:r>
          </a:p>
        </p:txBody>
      </p:sp>
      <p:sp>
        <p:nvSpPr>
          <p:cNvPr id="280" name="p26-路径-0280">
            <a:extLst xmlns:a="http://schemas.openxmlformats.org/drawingml/2006/main">
              <a:ext uri="{FF2B5EF4-FFF2-40B4-BE49-F238E27FC236}">
                <a16:creationId xmlns:a16="http://schemas.microsoft.com/office/drawing/2014/main" id="{A9F09303-B972-48F8-86D5-82DD7F5F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2609850" cy="3448050"/>
          </a:xfrm>
          <a:custGeom xmlns:a="http://schemas.openxmlformats.org/drawingml/2006/main">
            <a:pathLst>
              <a:path w="2609850" h="3448050">
                <a:moveTo>
                  <a:pt x="1247775" y="3448050"/>
                </a:moveTo>
                <a:lnTo>
                  <a:pt x="0" y="3448050"/>
                </a:lnTo>
                <a:lnTo>
                  <a:pt x="0" y="0"/>
                </a:lnTo>
                <a:lnTo>
                  <a:pt x="2609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537F78"/>
            </a:solidFill>
          </a:ln>
        </p:spPr>
      </p:sp>
      <p:sp>
        <p:nvSpPr>
          <p:cNvPr id="281" name="p26-路径-0281">
            <a:extLst xmlns:a="http://schemas.openxmlformats.org/drawingml/2006/main">
              <a:ext uri="{FF2B5EF4-FFF2-40B4-BE49-F238E27FC236}">
                <a16:creationId xmlns:a16="http://schemas.microsoft.com/office/drawing/2014/main" id="{A76FCF5A-31EC-48FA-872F-F03E97DB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129409"/>
            <a:ext cx="476250" cy="141732"/>
          </a:xfrm>
          <a:custGeom xmlns:a="http://schemas.openxmlformats.org/drawingml/2006/main">
            <a:pathLst>
              <a:path w="476250" h="141732">
                <a:moveTo>
                  <a:pt x="0" y="99441"/>
                </a:moveTo>
                <a:lnTo>
                  <a:pt x="361950" y="99441"/>
                </a:lnTo>
                <a:lnTo>
                  <a:pt x="361950" y="141732"/>
                </a:lnTo>
                <a:lnTo>
                  <a:pt x="476250" y="70866"/>
                </a:lnTo>
                <a:lnTo>
                  <a:pt x="361950" y="0"/>
                </a:lnTo>
                <a:lnTo>
                  <a:pt x="361950" y="42291"/>
                </a:lnTo>
                <a:lnTo>
                  <a:pt x="0" y="42291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82" name="p26-矩形-0282">
            <a:extLst xmlns:a="http://schemas.openxmlformats.org/drawingml/2006/main">
              <a:ext uri="{FF2B5EF4-FFF2-40B4-BE49-F238E27FC236}">
                <a16:creationId xmlns:a16="http://schemas.microsoft.com/office/drawing/2014/main" id="{41993861-9993-4A57-913C-F8ADF1BC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62550"/>
            <a:ext cx="10382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3" name="p26-文本-0283">
            <a:extLst xmlns:a="http://schemas.openxmlformats.org/drawingml/2006/main">
              <a:ext uri="{FF2B5EF4-FFF2-40B4-BE49-F238E27FC236}">
                <a16:creationId xmlns:a16="http://schemas.microsoft.com/office/drawing/2014/main" id="{28D9E7DC-DE95-422C-85D5-53166784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57363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更新模型</a:t>
            </a:r>
          </a:p>
        </p:txBody>
      </p:sp>
      <p:sp>
        <p:nvSpPr>
          <p:cNvPr id="284" name="p26-文本-0284">
            <a:extLst xmlns:a="http://schemas.openxmlformats.org/drawingml/2006/main">
              <a:ext uri="{FF2B5EF4-FFF2-40B4-BE49-F238E27FC236}">
                <a16:creationId xmlns:a16="http://schemas.microsoft.com/office/drawing/2014/main" id="{6EE5DD34-311F-436C-9357-0418310A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023" y="6062007"/>
            <a:ext cx="64859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反馈携带具体误差信息，才能改变下一轮预测与实验选择</a:t>
            </a:r>
          </a:p>
        </p:txBody>
      </p:sp>
      <p:sp>
        <p:nvSpPr>
          <p:cNvPr id="285" name="p26-文本-0285">
            <a:extLst xmlns:a="http://schemas.openxmlformats.org/drawingml/2006/main">
              <a:ext uri="{FF2B5EF4-FFF2-40B4-BE49-F238E27FC236}">
                <a16:creationId xmlns:a16="http://schemas.microsoft.com/office/drawing/2014/main" id="{13B70C6D-74DC-4329-AD2A-DDDB557A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1306426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p27-矩形-0001">
            <a:extLst xmlns:a="http://schemas.openxmlformats.org/drawingml/2006/main">
              <a:ext uri="{FF2B5EF4-FFF2-40B4-BE49-F238E27FC236}">
                <a16:creationId xmlns:a16="http://schemas.microsoft.com/office/drawing/2014/main" id="{369EEA71-A25E-495F-B741-9D6B6152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7-矩形-0002">
            <a:extLst xmlns:a="http://schemas.openxmlformats.org/drawingml/2006/main">
              <a:ext uri="{FF2B5EF4-FFF2-40B4-BE49-F238E27FC236}">
                <a16:creationId xmlns:a16="http://schemas.microsoft.com/office/drawing/2014/main" id="{D7730F56-F332-4271-9AFD-25BB6AFD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7-文本-0003">
            <a:extLst xmlns:a="http://schemas.openxmlformats.org/drawingml/2006/main">
              <a:ext uri="{FF2B5EF4-FFF2-40B4-BE49-F238E27FC236}">
                <a16:creationId xmlns:a16="http://schemas.microsoft.com/office/drawing/2014/main" id="{D2659058-C46F-4625-A34D-3C6253A1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6051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三项独立判断共同界定研究价值</a:t>
            </a:r>
          </a:p>
        </p:txBody>
      </p:sp>
      <p:sp>
        <p:nvSpPr>
          <p:cNvPr id="4" name="p27-文本-0004">
            <a:extLst xmlns:a="http://schemas.openxmlformats.org/drawingml/2006/main">
              <a:ext uri="{FF2B5EF4-FFF2-40B4-BE49-F238E27FC236}">
                <a16:creationId xmlns:a16="http://schemas.microsoft.com/office/drawing/2014/main" id="{E7055E86-8BB7-4360-995D-0AFFD651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5288089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条件图谱确定候选窗口，独立批次复核结论，并提出下一阶段验证</a:t>
            </a:r>
          </a:p>
        </p:txBody>
      </p:sp>
      <p:sp>
        <p:nvSpPr>
          <p:cNvPr id="5" name="p27-线-0005">
            <a:extLst xmlns:a="http://schemas.openxmlformats.org/drawingml/2006/main">
              <a:ext uri="{FF2B5EF4-FFF2-40B4-BE49-F238E27FC236}">
                <a16:creationId xmlns:a16="http://schemas.microsoft.com/office/drawing/2014/main" id="{F4B416C9-1CF2-4C85-9576-A884AFD0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7-矩形-0006">
            <a:extLst xmlns:a="http://schemas.openxmlformats.org/drawingml/2006/main">
              <a:ext uri="{FF2B5EF4-FFF2-40B4-BE49-F238E27FC236}">
                <a16:creationId xmlns:a16="http://schemas.microsoft.com/office/drawing/2014/main" id="{9102579E-2715-4A61-BDDA-4C2D724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0175"/>
            <a:ext cx="4953000" cy="4562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" name="p27-文本-0007">
            <a:extLst xmlns:a="http://schemas.openxmlformats.org/drawingml/2006/main">
              <a:ext uri="{FF2B5EF4-FFF2-40B4-BE49-F238E27FC236}">
                <a16:creationId xmlns:a16="http://schemas.microsoft.com/office/drawing/2014/main" id="{685D280C-C8E4-4EA1-BD1A-29BEE86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8107"/>
            <a:ext cx="13424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形成了什么</a:t>
            </a:r>
          </a:p>
        </p:txBody>
      </p:sp>
      <p:sp>
        <p:nvSpPr>
          <p:cNvPr id="8" name="p27-文本-0008">
            <a:extLst xmlns:a="http://schemas.openxmlformats.org/drawingml/2006/main">
              <a:ext uri="{FF2B5EF4-FFF2-40B4-BE49-F238E27FC236}">
                <a16:creationId xmlns:a16="http://schemas.microsoft.com/office/drawing/2014/main" id="{6AA5CDBF-DD21-4B26-9007-FD7DA16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77996"/>
            <a:ext cx="3369373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建立条件—结构—响应的对应关系</a:t>
            </a:r>
          </a:p>
        </p:txBody>
      </p:sp>
      <p:sp>
        <p:nvSpPr>
          <p:cNvPr id="9" name="p27-文本-0009">
            <a:extLst xmlns:a="http://schemas.openxmlformats.org/drawingml/2006/main">
              <a:ext uri="{FF2B5EF4-FFF2-40B4-BE49-F238E27FC236}">
                <a16:creationId xmlns:a16="http://schemas.microsoft.com/office/drawing/2014/main" id="{39C1C700-0FE3-428B-A2EB-FA47B1D0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8996"/>
            <a:ext cx="26770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给出可复核的候选条件范围</a:t>
            </a:r>
          </a:p>
        </p:txBody>
      </p:sp>
      <p:sp>
        <p:nvSpPr>
          <p:cNvPr id="10" name="p27-矩形-0010">
            <a:extLst xmlns:a="http://schemas.openxmlformats.org/drawingml/2006/main">
              <a:ext uri="{FF2B5EF4-FFF2-40B4-BE49-F238E27FC236}">
                <a16:creationId xmlns:a16="http://schemas.microsoft.com/office/drawing/2014/main" id="{B2D2CE9B-F589-4227-B530-4710F456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1" name="p27-矩形-0011">
            <a:extLst xmlns:a="http://schemas.openxmlformats.org/drawingml/2006/main">
              <a:ext uri="{FF2B5EF4-FFF2-40B4-BE49-F238E27FC236}">
                <a16:creationId xmlns:a16="http://schemas.microsoft.com/office/drawing/2014/main" id="{465BD2B4-C051-440C-B9C1-8FB3BB11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2" name="p27-矩形-0012">
            <a:extLst xmlns:a="http://schemas.openxmlformats.org/drawingml/2006/main">
              <a:ext uri="{FF2B5EF4-FFF2-40B4-BE49-F238E27FC236}">
                <a16:creationId xmlns:a16="http://schemas.microsoft.com/office/drawing/2014/main" id="{13E09A60-0E36-4AD3-A0D1-450624C6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3" name="p27-矩形-0013">
            <a:extLst xmlns:a="http://schemas.openxmlformats.org/drawingml/2006/main">
              <a:ext uri="{FF2B5EF4-FFF2-40B4-BE49-F238E27FC236}">
                <a16:creationId xmlns:a16="http://schemas.microsoft.com/office/drawing/2014/main" id="{69E37C0C-B046-412B-AE73-44B2F7C4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4" name="p27-矩形-0014">
            <a:extLst xmlns:a="http://schemas.openxmlformats.org/drawingml/2006/main">
              <a:ext uri="{FF2B5EF4-FFF2-40B4-BE49-F238E27FC236}">
                <a16:creationId xmlns:a16="http://schemas.microsoft.com/office/drawing/2014/main" id="{3CCED2D9-C580-4899-9728-F1FD240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5" name="p27-矩形-0015">
            <a:extLst xmlns:a="http://schemas.openxmlformats.org/drawingml/2006/main">
              <a:ext uri="{FF2B5EF4-FFF2-40B4-BE49-F238E27FC236}">
                <a16:creationId xmlns:a16="http://schemas.microsoft.com/office/drawing/2014/main" id="{24A60D40-CB0B-46AF-AE02-DCE52318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6" name="p27-矩形-0016">
            <a:extLst xmlns:a="http://schemas.openxmlformats.org/drawingml/2006/main">
              <a:ext uri="{FF2B5EF4-FFF2-40B4-BE49-F238E27FC236}">
                <a16:creationId xmlns:a16="http://schemas.microsoft.com/office/drawing/2014/main" id="{ED2FC0C0-A86A-4F77-B051-15A00CE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7" name="p27-矩形-0017">
            <a:extLst xmlns:a="http://schemas.openxmlformats.org/drawingml/2006/main">
              <a:ext uri="{FF2B5EF4-FFF2-40B4-BE49-F238E27FC236}">
                <a16:creationId xmlns:a16="http://schemas.microsoft.com/office/drawing/2014/main" id="{A80B9E10-AD8C-4A28-BD94-CFB6A0BE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8" name="p27-矩形-0018">
            <a:extLst xmlns:a="http://schemas.openxmlformats.org/drawingml/2006/main">
              <a:ext uri="{FF2B5EF4-FFF2-40B4-BE49-F238E27FC236}">
                <a16:creationId xmlns:a16="http://schemas.microsoft.com/office/drawing/2014/main" id="{56FB91F8-7FE7-4613-9928-3EFA0072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9" name="p27-矩形-0019">
            <a:extLst xmlns:a="http://schemas.openxmlformats.org/drawingml/2006/main">
              <a:ext uri="{FF2B5EF4-FFF2-40B4-BE49-F238E27FC236}">
                <a16:creationId xmlns:a16="http://schemas.microsoft.com/office/drawing/2014/main" id="{96E3ABD8-3DBF-4D30-A949-E9580BFB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095625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0" name="p27-矩形-0020">
            <a:extLst xmlns:a="http://schemas.openxmlformats.org/drawingml/2006/main">
              <a:ext uri="{FF2B5EF4-FFF2-40B4-BE49-F238E27FC236}">
                <a16:creationId xmlns:a16="http://schemas.microsoft.com/office/drawing/2014/main" id="{A5A541A8-E167-4AF2-8984-DB1B9BD5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1" name="p27-矩形-0021">
            <a:extLst xmlns:a="http://schemas.openxmlformats.org/drawingml/2006/main">
              <a:ext uri="{FF2B5EF4-FFF2-40B4-BE49-F238E27FC236}">
                <a16:creationId xmlns:a16="http://schemas.microsoft.com/office/drawing/2014/main" id="{647693BF-97F7-470D-A4F6-6A8C2D9C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2" name="p27-矩形-0022">
            <a:extLst xmlns:a="http://schemas.openxmlformats.org/drawingml/2006/main">
              <a:ext uri="{FF2B5EF4-FFF2-40B4-BE49-F238E27FC236}">
                <a16:creationId xmlns:a16="http://schemas.microsoft.com/office/drawing/2014/main" id="{08FD02A1-FB15-46C1-ABCA-22CC214A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3" name="p27-矩形-0023">
            <a:extLst xmlns:a="http://schemas.openxmlformats.org/drawingml/2006/main">
              <a:ext uri="{FF2B5EF4-FFF2-40B4-BE49-F238E27FC236}">
                <a16:creationId xmlns:a16="http://schemas.microsoft.com/office/drawing/2014/main" id="{B7E8B6EA-38D3-4C1E-BCCF-0D24FE2D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4" name="p27-矩形-0024">
            <a:extLst xmlns:a="http://schemas.openxmlformats.org/drawingml/2006/main">
              <a:ext uri="{FF2B5EF4-FFF2-40B4-BE49-F238E27FC236}">
                <a16:creationId xmlns:a16="http://schemas.microsoft.com/office/drawing/2014/main" id="{2683D55F-AE95-4515-9716-5C007709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5" name="p27-矩形-0025">
            <a:extLst xmlns:a="http://schemas.openxmlformats.org/drawingml/2006/main">
              <a:ext uri="{FF2B5EF4-FFF2-40B4-BE49-F238E27FC236}">
                <a16:creationId xmlns:a16="http://schemas.microsoft.com/office/drawing/2014/main" id="{3643F70A-BF82-46DA-AF80-7045C68C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6" name="p27-矩形-0026">
            <a:extLst xmlns:a="http://schemas.openxmlformats.org/drawingml/2006/main">
              <a:ext uri="{FF2B5EF4-FFF2-40B4-BE49-F238E27FC236}">
                <a16:creationId xmlns:a16="http://schemas.microsoft.com/office/drawing/2014/main" id="{D18BDF8E-0C2A-4F14-839E-C121B667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7" name="p27-矩形-0027">
            <a:extLst xmlns:a="http://schemas.openxmlformats.org/drawingml/2006/main">
              <a:ext uri="{FF2B5EF4-FFF2-40B4-BE49-F238E27FC236}">
                <a16:creationId xmlns:a16="http://schemas.microsoft.com/office/drawing/2014/main" id="{43B4116D-A444-4F9A-9478-8D04CF2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8" name="p27-矩形-0028">
            <a:extLst xmlns:a="http://schemas.openxmlformats.org/drawingml/2006/main">
              <a:ext uri="{FF2B5EF4-FFF2-40B4-BE49-F238E27FC236}">
                <a16:creationId xmlns:a16="http://schemas.microsoft.com/office/drawing/2014/main" id="{7420DEC1-F34C-43E2-A9C3-78D8587A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" name="p27-矩形-0029">
            <a:extLst xmlns:a="http://schemas.openxmlformats.org/drawingml/2006/main">
              <a:ext uri="{FF2B5EF4-FFF2-40B4-BE49-F238E27FC236}">
                <a16:creationId xmlns:a16="http://schemas.microsoft.com/office/drawing/2014/main" id="{802BBF48-8A0A-4D78-B29C-D96675AE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275239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" name="p27-矩形-0030">
            <a:extLst xmlns:a="http://schemas.openxmlformats.org/drawingml/2006/main">
              <a:ext uri="{FF2B5EF4-FFF2-40B4-BE49-F238E27FC236}">
                <a16:creationId xmlns:a16="http://schemas.microsoft.com/office/drawing/2014/main" id="{7E9D05C3-22A4-49C1-B4E1-77918503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" name="p27-矩形-0031">
            <a:extLst xmlns:a="http://schemas.openxmlformats.org/drawingml/2006/main">
              <a:ext uri="{FF2B5EF4-FFF2-40B4-BE49-F238E27FC236}">
                <a16:creationId xmlns:a16="http://schemas.microsoft.com/office/drawing/2014/main" id="{053214D4-8613-4BFB-A40B-AB57F7AA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" name="p27-矩形-0032">
            <a:extLst xmlns:a="http://schemas.openxmlformats.org/drawingml/2006/main">
              <a:ext uri="{FF2B5EF4-FFF2-40B4-BE49-F238E27FC236}">
                <a16:creationId xmlns:a16="http://schemas.microsoft.com/office/drawing/2014/main" id="{3E8CA054-FE1B-464B-A543-0AB0A5D8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" name="p27-矩形-0033">
            <a:extLst xmlns:a="http://schemas.openxmlformats.org/drawingml/2006/main">
              <a:ext uri="{FF2B5EF4-FFF2-40B4-BE49-F238E27FC236}">
                <a16:creationId xmlns:a16="http://schemas.microsoft.com/office/drawing/2014/main" id="{C646CA3F-335D-464A-9FD0-4736472B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" name="p27-矩形-0034">
            <a:extLst xmlns:a="http://schemas.openxmlformats.org/drawingml/2006/main">
              <a:ext uri="{FF2B5EF4-FFF2-40B4-BE49-F238E27FC236}">
                <a16:creationId xmlns:a16="http://schemas.microsoft.com/office/drawing/2014/main" id="{81F75EFA-DDB3-4B1F-8B09-BCE22AEA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" name="p27-矩形-0035">
            <a:extLst xmlns:a="http://schemas.openxmlformats.org/drawingml/2006/main">
              <a:ext uri="{FF2B5EF4-FFF2-40B4-BE49-F238E27FC236}">
                <a16:creationId xmlns:a16="http://schemas.microsoft.com/office/drawing/2014/main" id="{44BC474B-B7CA-42AC-BD37-3AB50CBE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" name="p27-矩形-0036">
            <a:extLst xmlns:a="http://schemas.openxmlformats.org/drawingml/2006/main">
              <a:ext uri="{FF2B5EF4-FFF2-40B4-BE49-F238E27FC236}">
                <a16:creationId xmlns:a16="http://schemas.microsoft.com/office/drawing/2014/main" id="{B5162DB8-7F8C-4CC8-8A5B-4F14074B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" name="p27-矩形-0037">
            <a:extLst xmlns:a="http://schemas.openxmlformats.org/drawingml/2006/main">
              <a:ext uri="{FF2B5EF4-FFF2-40B4-BE49-F238E27FC236}">
                <a16:creationId xmlns:a16="http://schemas.microsoft.com/office/drawing/2014/main" id="{A0634E4F-5B64-4EF3-9C7C-79AAAAD7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" name="p27-矩形-0038">
            <a:extLst xmlns:a="http://schemas.openxmlformats.org/drawingml/2006/main">
              <a:ext uri="{FF2B5EF4-FFF2-40B4-BE49-F238E27FC236}">
                <a16:creationId xmlns:a16="http://schemas.microsoft.com/office/drawing/2014/main" id="{426A458A-FD63-4D03-AA11-040121E8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9" name="p27-矩形-0039">
            <a:extLst xmlns:a="http://schemas.openxmlformats.org/drawingml/2006/main">
              <a:ext uri="{FF2B5EF4-FFF2-40B4-BE49-F238E27FC236}">
                <a16:creationId xmlns:a16="http://schemas.microsoft.com/office/drawing/2014/main" id="{DE70434E-3D42-4485-8B57-97A28BE3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454854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0" name="p27-矩形-0040">
            <a:extLst xmlns:a="http://schemas.openxmlformats.org/drawingml/2006/main">
              <a:ext uri="{FF2B5EF4-FFF2-40B4-BE49-F238E27FC236}">
                <a16:creationId xmlns:a16="http://schemas.microsoft.com/office/drawing/2014/main" id="{839EEBAB-AF08-43F2-B0B0-FA22A5BC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1" name="p27-矩形-0041">
            <a:extLst xmlns:a="http://schemas.openxmlformats.org/drawingml/2006/main">
              <a:ext uri="{FF2B5EF4-FFF2-40B4-BE49-F238E27FC236}">
                <a16:creationId xmlns:a16="http://schemas.microsoft.com/office/drawing/2014/main" id="{52A53D49-A626-467E-AD1E-800FC853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2" name="p27-矩形-0042">
            <a:extLst xmlns:a="http://schemas.openxmlformats.org/drawingml/2006/main">
              <a:ext uri="{FF2B5EF4-FFF2-40B4-BE49-F238E27FC236}">
                <a16:creationId xmlns:a16="http://schemas.microsoft.com/office/drawing/2014/main" id="{D745385F-FDC5-43B6-A458-8F4BAEA1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3" name="p27-矩形-0043">
            <a:extLst xmlns:a="http://schemas.openxmlformats.org/drawingml/2006/main">
              <a:ext uri="{FF2B5EF4-FFF2-40B4-BE49-F238E27FC236}">
                <a16:creationId xmlns:a16="http://schemas.microsoft.com/office/drawing/2014/main" id="{E4A61DBA-8E9F-4869-A0C8-30B7576D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4" name="p27-矩形-0044">
            <a:extLst xmlns:a="http://schemas.openxmlformats.org/drawingml/2006/main">
              <a:ext uri="{FF2B5EF4-FFF2-40B4-BE49-F238E27FC236}">
                <a16:creationId xmlns:a16="http://schemas.microsoft.com/office/drawing/2014/main" id="{5E30CABF-A7C1-4D0B-A0FA-E238B32B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5" name="p27-矩形-0045">
            <a:extLst xmlns:a="http://schemas.openxmlformats.org/drawingml/2006/main">
              <a:ext uri="{FF2B5EF4-FFF2-40B4-BE49-F238E27FC236}">
                <a16:creationId xmlns:a16="http://schemas.microsoft.com/office/drawing/2014/main" id="{E2F5B90D-D200-4895-8E2D-92481DAC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46" name="p27-矩形-0046">
            <a:extLst xmlns:a="http://schemas.openxmlformats.org/drawingml/2006/main">
              <a:ext uri="{FF2B5EF4-FFF2-40B4-BE49-F238E27FC236}">
                <a16:creationId xmlns:a16="http://schemas.microsoft.com/office/drawing/2014/main" id="{C3B578B4-DDBD-4D9B-90B1-45F4AA19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7" name="p27-矩形-0047">
            <a:extLst xmlns:a="http://schemas.openxmlformats.org/drawingml/2006/main">
              <a:ext uri="{FF2B5EF4-FFF2-40B4-BE49-F238E27FC236}">
                <a16:creationId xmlns:a16="http://schemas.microsoft.com/office/drawing/2014/main" id="{EE406FD5-F785-46A3-B619-CA9F963F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8" name="p27-矩形-0048">
            <a:extLst xmlns:a="http://schemas.openxmlformats.org/drawingml/2006/main">
              <a:ext uri="{FF2B5EF4-FFF2-40B4-BE49-F238E27FC236}">
                <a16:creationId xmlns:a16="http://schemas.microsoft.com/office/drawing/2014/main" id="{E5F31F5C-EB06-4BF0-B4CD-68FD8DA9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9" name="p27-矩形-0049">
            <a:extLst xmlns:a="http://schemas.openxmlformats.org/drawingml/2006/main">
              <a:ext uri="{FF2B5EF4-FFF2-40B4-BE49-F238E27FC236}">
                <a16:creationId xmlns:a16="http://schemas.microsoft.com/office/drawing/2014/main" id="{3E8D8397-922E-4085-A503-035D93B9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634468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0" name="p27-矩形-0050">
            <a:extLst xmlns:a="http://schemas.openxmlformats.org/drawingml/2006/main">
              <a:ext uri="{FF2B5EF4-FFF2-40B4-BE49-F238E27FC236}">
                <a16:creationId xmlns:a16="http://schemas.microsoft.com/office/drawing/2014/main" id="{E9F075D6-8051-460C-AC99-476D152C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1" name="p27-矩形-0051">
            <a:extLst xmlns:a="http://schemas.openxmlformats.org/drawingml/2006/main">
              <a:ext uri="{FF2B5EF4-FFF2-40B4-BE49-F238E27FC236}">
                <a16:creationId xmlns:a16="http://schemas.microsoft.com/office/drawing/2014/main" id="{B18777D0-FFAD-4132-8524-0F68E7A4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2" name="p27-矩形-0052">
            <a:extLst xmlns:a="http://schemas.openxmlformats.org/drawingml/2006/main">
              <a:ext uri="{FF2B5EF4-FFF2-40B4-BE49-F238E27FC236}">
                <a16:creationId xmlns:a16="http://schemas.microsoft.com/office/drawing/2014/main" id="{C7ECBE88-AC37-4A14-8905-11C274AB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3" name="p27-矩形-0053">
            <a:extLst xmlns:a="http://schemas.openxmlformats.org/drawingml/2006/main">
              <a:ext uri="{FF2B5EF4-FFF2-40B4-BE49-F238E27FC236}">
                <a16:creationId xmlns:a16="http://schemas.microsoft.com/office/drawing/2014/main" id="{7C1E0E8E-F801-4CFC-9950-0F45AB5E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4" name="p27-矩形-0054">
            <a:extLst xmlns:a="http://schemas.openxmlformats.org/drawingml/2006/main">
              <a:ext uri="{FF2B5EF4-FFF2-40B4-BE49-F238E27FC236}">
                <a16:creationId xmlns:a16="http://schemas.microsoft.com/office/drawing/2014/main" id="{B7A38971-2818-44D5-BEB5-32AFE0E2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5" name="p27-矩形-0055">
            <a:extLst xmlns:a="http://schemas.openxmlformats.org/drawingml/2006/main">
              <a:ext uri="{FF2B5EF4-FFF2-40B4-BE49-F238E27FC236}">
                <a16:creationId xmlns:a16="http://schemas.microsoft.com/office/drawing/2014/main" id="{DA8E08DD-7D94-4E0A-B1EE-8FFD2726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56" name="p27-矩形-0056">
            <a:extLst xmlns:a="http://schemas.openxmlformats.org/drawingml/2006/main">
              <a:ext uri="{FF2B5EF4-FFF2-40B4-BE49-F238E27FC236}">
                <a16:creationId xmlns:a16="http://schemas.microsoft.com/office/drawing/2014/main" id="{D8AF3A9D-B2CC-4303-BB05-C37CD8D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57" name="p27-矩形-0057">
            <a:extLst xmlns:a="http://schemas.openxmlformats.org/drawingml/2006/main">
              <a:ext uri="{FF2B5EF4-FFF2-40B4-BE49-F238E27FC236}">
                <a16:creationId xmlns:a16="http://schemas.microsoft.com/office/drawing/2014/main" id="{901D9583-F07F-48B3-9566-6B1C1C94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8" name="p27-矩形-0058">
            <a:extLst xmlns:a="http://schemas.openxmlformats.org/drawingml/2006/main">
              <a:ext uri="{FF2B5EF4-FFF2-40B4-BE49-F238E27FC236}">
                <a16:creationId xmlns:a16="http://schemas.microsoft.com/office/drawing/2014/main" id="{9DF25401-F367-4CC3-AA83-3AA19868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9" name="p27-矩形-0059">
            <a:extLst xmlns:a="http://schemas.openxmlformats.org/drawingml/2006/main">
              <a:ext uri="{FF2B5EF4-FFF2-40B4-BE49-F238E27FC236}">
                <a16:creationId xmlns:a16="http://schemas.microsoft.com/office/drawing/2014/main" id="{1C43EF69-845D-47C6-B202-6E4CCBF6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814082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0" name="p27-矩形-0060">
            <a:extLst xmlns:a="http://schemas.openxmlformats.org/drawingml/2006/main">
              <a:ext uri="{FF2B5EF4-FFF2-40B4-BE49-F238E27FC236}">
                <a16:creationId xmlns:a16="http://schemas.microsoft.com/office/drawing/2014/main" id="{E6FAD6EE-2CAC-4E6F-8FE2-9203646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1" name="p27-矩形-0061">
            <a:extLst xmlns:a="http://schemas.openxmlformats.org/drawingml/2006/main">
              <a:ext uri="{FF2B5EF4-FFF2-40B4-BE49-F238E27FC236}">
                <a16:creationId xmlns:a16="http://schemas.microsoft.com/office/drawing/2014/main" id="{FF895FD0-26FD-4C14-8637-D7D01C94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2" name="p27-矩形-0062">
            <a:extLst xmlns:a="http://schemas.openxmlformats.org/drawingml/2006/main">
              <a:ext uri="{FF2B5EF4-FFF2-40B4-BE49-F238E27FC236}">
                <a16:creationId xmlns:a16="http://schemas.microsoft.com/office/drawing/2014/main" id="{C52AF933-6F1A-4193-8926-859D7A7D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3" name="p27-矩形-0063">
            <a:extLst xmlns:a="http://schemas.openxmlformats.org/drawingml/2006/main">
              <a:ext uri="{FF2B5EF4-FFF2-40B4-BE49-F238E27FC236}">
                <a16:creationId xmlns:a16="http://schemas.microsoft.com/office/drawing/2014/main" id="{35BE6B16-2945-437D-ADE8-BBA35B64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64" name="p27-矩形-0064">
            <a:extLst xmlns:a="http://schemas.openxmlformats.org/drawingml/2006/main">
              <a:ext uri="{FF2B5EF4-FFF2-40B4-BE49-F238E27FC236}">
                <a16:creationId xmlns:a16="http://schemas.microsoft.com/office/drawing/2014/main" id="{9FAFB4CB-2058-402C-93D5-3ADF371F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65" name="p27-矩形-0065">
            <a:extLst xmlns:a="http://schemas.openxmlformats.org/drawingml/2006/main">
              <a:ext uri="{FF2B5EF4-FFF2-40B4-BE49-F238E27FC236}">
                <a16:creationId xmlns:a16="http://schemas.microsoft.com/office/drawing/2014/main" id="{58E4284C-93FE-4556-8E28-53C846FE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66" name="p27-矩形-0066">
            <a:extLst xmlns:a="http://schemas.openxmlformats.org/drawingml/2006/main">
              <a:ext uri="{FF2B5EF4-FFF2-40B4-BE49-F238E27FC236}">
                <a16:creationId xmlns:a16="http://schemas.microsoft.com/office/drawing/2014/main" id="{418AB920-ED61-44C1-B2E0-CBBF3548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67" name="p27-矩形-0067">
            <a:extLst xmlns:a="http://schemas.openxmlformats.org/drawingml/2006/main">
              <a:ext uri="{FF2B5EF4-FFF2-40B4-BE49-F238E27FC236}">
                <a16:creationId xmlns:a16="http://schemas.microsoft.com/office/drawing/2014/main" id="{A86CF856-4758-458F-8B86-9865C49E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8" name="p27-矩形-0068">
            <a:extLst xmlns:a="http://schemas.openxmlformats.org/drawingml/2006/main">
              <a:ext uri="{FF2B5EF4-FFF2-40B4-BE49-F238E27FC236}">
                <a16:creationId xmlns:a16="http://schemas.microsoft.com/office/drawing/2014/main" id="{36AD7063-E755-4909-AF82-B89E7C64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9" name="p27-矩形-0069">
            <a:extLst xmlns:a="http://schemas.openxmlformats.org/drawingml/2006/main">
              <a:ext uri="{FF2B5EF4-FFF2-40B4-BE49-F238E27FC236}">
                <a16:creationId xmlns:a16="http://schemas.microsoft.com/office/drawing/2014/main" id="{FAA2E30B-76B5-4038-8EFD-CDCBED64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3993696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70" name="p27-矩形-0070">
            <a:extLst xmlns:a="http://schemas.openxmlformats.org/drawingml/2006/main">
              <a:ext uri="{FF2B5EF4-FFF2-40B4-BE49-F238E27FC236}">
                <a16:creationId xmlns:a16="http://schemas.microsoft.com/office/drawing/2014/main" id="{2F4B429F-9591-458A-84C8-12918D63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1" name="p27-矩形-0071">
            <a:extLst xmlns:a="http://schemas.openxmlformats.org/drawingml/2006/main">
              <a:ext uri="{FF2B5EF4-FFF2-40B4-BE49-F238E27FC236}">
                <a16:creationId xmlns:a16="http://schemas.microsoft.com/office/drawing/2014/main" id="{324D2B0A-954E-4197-BA7A-A6CFF243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2" name="p27-矩形-0072">
            <a:extLst xmlns:a="http://schemas.openxmlformats.org/drawingml/2006/main">
              <a:ext uri="{FF2B5EF4-FFF2-40B4-BE49-F238E27FC236}">
                <a16:creationId xmlns:a16="http://schemas.microsoft.com/office/drawing/2014/main" id="{2C9F3F89-FB21-4874-BD0C-0FC7DF4C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3" name="p27-矩形-0073">
            <a:extLst xmlns:a="http://schemas.openxmlformats.org/drawingml/2006/main">
              <a:ext uri="{FF2B5EF4-FFF2-40B4-BE49-F238E27FC236}">
                <a16:creationId xmlns:a16="http://schemas.microsoft.com/office/drawing/2014/main" id="{7BE5877A-4BD0-4BBB-A5A4-645D9BD5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74" name="p27-矩形-0074">
            <a:extLst xmlns:a="http://schemas.openxmlformats.org/drawingml/2006/main">
              <a:ext uri="{FF2B5EF4-FFF2-40B4-BE49-F238E27FC236}">
                <a16:creationId xmlns:a16="http://schemas.microsoft.com/office/drawing/2014/main" id="{9D1B7871-09B1-4E66-A614-0E662C89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75" name="p27-矩形-0075">
            <a:extLst xmlns:a="http://schemas.openxmlformats.org/drawingml/2006/main">
              <a:ext uri="{FF2B5EF4-FFF2-40B4-BE49-F238E27FC236}">
                <a16:creationId xmlns:a16="http://schemas.microsoft.com/office/drawing/2014/main" id="{8CE7DDA2-E2AC-4060-9674-14C47AC6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76" name="p27-矩形-0076">
            <a:extLst xmlns:a="http://schemas.openxmlformats.org/drawingml/2006/main">
              <a:ext uri="{FF2B5EF4-FFF2-40B4-BE49-F238E27FC236}">
                <a16:creationId xmlns:a16="http://schemas.microsoft.com/office/drawing/2014/main" id="{3E7F1634-201A-43BF-B555-20F11A18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7" name="p27-矩形-0077">
            <a:extLst xmlns:a="http://schemas.openxmlformats.org/drawingml/2006/main">
              <a:ext uri="{FF2B5EF4-FFF2-40B4-BE49-F238E27FC236}">
                <a16:creationId xmlns:a16="http://schemas.microsoft.com/office/drawing/2014/main" id="{A17F3403-BE54-4F59-8EBD-A06A171E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9315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8" name="p27-矩形-0078">
            <a:extLst xmlns:a="http://schemas.openxmlformats.org/drawingml/2006/main">
              <a:ext uri="{FF2B5EF4-FFF2-40B4-BE49-F238E27FC236}">
                <a16:creationId xmlns:a16="http://schemas.microsoft.com/office/drawing/2014/main" id="{3574AAEC-125A-4C83-83D7-D3D8426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860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9" name="p27-矩形-0079">
            <a:extLst xmlns:a="http://schemas.openxmlformats.org/drawingml/2006/main">
              <a:ext uri="{FF2B5EF4-FFF2-40B4-BE49-F238E27FC236}">
                <a16:creationId xmlns:a16="http://schemas.microsoft.com/office/drawing/2014/main" id="{22AA66CF-3774-4007-AF08-7F2D55F2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05" y="4173311"/>
            <a:ext cx="160020" cy="170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0" name="p27-文本-0080">
            <a:extLst xmlns:a="http://schemas.openxmlformats.org/drawingml/2006/main">
              <a:ext uri="{FF2B5EF4-FFF2-40B4-BE49-F238E27FC236}">
                <a16:creationId xmlns:a16="http://schemas.microsoft.com/office/drawing/2014/main" id="{52C909DB-8218-411C-A89A-ACAC38A0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932" y="44028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1" name="p27-文本-0081">
            <a:extLst xmlns:a="http://schemas.openxmlformats.org/drawingml/2006/main">
              <a:ext uri="{FF2B5EF4-FFF2-40B4-BE49-F238E27FC236}">
                <a16:creationId xmlns:a16="http://schemas.microsoft.com/office/drawing/2014/main" id="{3462F0A4-FED9-40A4-8E16-F307A60B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9657" y="44028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p27-文本-0082">
            <a:extLst xmlns:a="http://schemas.openxmlformats.org/drawingml/2006/main">
              <a:ext uri="{FF2B5EF4-FFF2-40B4-BE49-F238E27FC236}">
                <a16:creationId xmlns:a16="http://schemas.microsoft.com/office/drawing/2014/main" id="{C5636F6E-EAFB-4B9B-88E8-CF6A125E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499" y="4402880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3" name="p27-文本-0083">
            <a:extLst xmlns:a="http://schemas.openxmlformats.org/drawingml/2006/main">
              <a:ext uri="{FF2B5EF4-FFF2-40B4-BE49-F238E27FC236}">
                <a16:creationId xmlns:a16="http://schemas.microsoft.com/office/drawing/2014/main" id="{3E90F5B4-FEA8-471A-9E53-AE497805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145" y="3084947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4" name="p27-文本-0084">
            <a:extLst xmlns:a="http://schemas.openxmlformats.org/drawingml/2006/main">
              <a:ext uri="{FF2B5EF4-FFF2-40B4-BE49-F238E27FC236}">
                <a16:creationId xmlns:a16="http://schemas.microsoft.com/office/drawing/2014/main" id="{F54CF5CB-2BD6-4A5F-B2EB-2D5804E2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145" y="4162632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85" name="p27-线-0085">
            <a:extLst xmlns:a="http://schemas.openxmlformats.org/drawingml/2006/main">
              <a:ext uri="{FF2B5EF4-FFF2-40B4-BE49-F238E27FC236}">
                <a16:creationId xmlns:a16="http://schemas.microsoft.com/office/drawing/2014/main" id="{B969041D-44C4-4D62-B0D4-DEAE3547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333875"/>
            <a:ext cx="1628775" cy="95"/>
          </a:xfrm>
          <a:custGeom xmlns:a="http://schemas.openxmlformats.org/drawingml/2006/main">
            <a:pathLst>
              <a:path w="1628775" h="9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86" name="p27-线-0086">
            <a:extLst xmlns:a="http://schemas.openxmlformats.org/drawingml/2006/main">
              <a:ext uri="{FF2B5EF4-FFF2-40B4-BE49-F238E27FC236}">
                <a16:creationId xmlns:a16="http://schemas.microsoft.com/office/drawing/2014/main" id="{337AAC00-3361-468D-A06A-09D72E2E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400425"/>
            <a:ext cx="95" cy="933450"/>
          </a:xfrm>
          <a:custGeom xmlns:a="http://schemas.openxmlformats.org/drawingml/2006/main"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87" name="p27-线-0087">
            <a:extLst xmlns:a="http://schemas.openxmlformats.org/drawingml/2006/main">
              <a:ext uri="{FF2B5EF4-FFF2-40B4-BE49-F238E27FC236}">
                <a16:creationId xmlns:a16="http://schemas.microsoft.com/office/drawing/2014/main" id="{A4A544EE-28F3-470D-A18B-7E85DF5E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333875"/>
            <a:ext cx="1628775" cy="95"/>
          </a:xfrm>
          <a:custGeom xmlns:a="http://schemas.openxmlformats.org/drawingml/2006/main">
            <a:pathLst>
              <a:path w="1628775" h="9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88" name="p27-文本-0088">
            <a:extLst xmlns:a="http://schemas.openxmlformats.org/drawingml/2006/main">
              <a:ext uri="{FF2B5EF4-FFF2-40B4-BE49-F238E27FC236}">
                <a16:creationId xmlns:a16="http://schemas.microsoft.com/office/drawing/2014/main" id="{96019728-69BA-4892-906C-8BE2C03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425" y="424040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89" name="p27-线-0089">
            <a:extLst xmlns:a="http://schemas.openxmlformats.org/drawingml/2006/main">
              <a:ext uri="{FF2B5EF4-FFF2-40B4-BE49-F238E27FC236}">
                <a16:creationId xmlns:a16="http://schemas.microsoft.com/office/drawing/2014/main" id="{CD5FF095-5FFB-46EF-9083-A54C1D64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867150"/>
            <a:ext cx="1628775" cy="95"/>
          </a:xfrm>
          <a:custGeom xmlns:a="http://schemas.openxmlformats.org/drawingml/2006/main">
            <a:pathLst>
              <a:path w="1628775" h="9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90" name="p27-文本-0090">
            <a:extLst xmlns:a="http://schemas.openxmlformats.org/drawingml/2006/main">
              <a:ext uri="{FF2B5EF4-FFF2-40B4-BE49-F238E27FC236}">
                <a16:creationId xmlns:a16="http://schemas.microsoft.com/office/drawing/2014/main" id="{F8ACD14E-0B3A-4A30-88CE-09CCCD53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125" y="3773677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91" name="p27-线-0091">
            <a:extLst xmlns:a="http://schemas.openxmlformats.org/drawingml/2006/main">
              <a:ext uri="{FF2B5EF4-FFF2-40B4-BE49-F238E27FC236}">
                <a16:creationId xmlns:a16="http://schemas.microsoft.com/office/drawing/2014/main" id="{096B22EB-710D-4EDC-A2D7-0ACCD27D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400425"/>
            <a:ext cx="1628775" cy="95"/>
          </a:xfrm>
          <a:custGeom xmlns:a="http://schemas.openxmlformats.org/drawingml/2006/main">
            <a:pathLst>
              <a:path w="1628775" h="95">
                <a:moveTo>
                  <a:pt x="0" y="0"/>
                </a:moveTo>
                <a:lnTo>
                  <a:pt x="1628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92" name="p27-文本-0092">
            <a:extLst xmlns:a="http://schemas.openxmlformats.org/drawingml/2006/main">
              <a:ext uri="{FF2B5EF4-FFF2-40B4-BE49-F238E27FC236}">
                <a16:creationId xmlns:a16="http://schemas.microsoft.com/office/drawing/2014/main" id="{F205FAC5-62BF-4269-AD65-E15FF65C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425" y="330695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3" name="p27-路径-0093">
            <a:extLst xmlns:a="http://schemas.openxmlformats.org/drawingml/2006/main">
              <a:ext uri="{FF2B5EF4-FFF2-40B4-BE49-F238E27FC236}">
                <a16:creationId xmlns:a16="http://schemas.microsoft.com/office/drawing/2014/main" id="{B0359D1A-0FC5-4975-9D7D-1D1F07C1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764280"/>
            <a:ext cx="1628775" cy="495300"/>
          </a:xfrm>
          <a:custGeom xmlns:a="http://schemas.openxmlformats.org/drawingml/2006/main">
            <a:pathLst>
              <a:path w="1628775" h="495300">
                <a:moveTo>
                  <a:pt x="0" y="492442"/>
                </a:moveTo>
                <a:lnTo>
                  <a:pt x="27622" y="490538"/>
                </a:lnTo>
                <a:lnTo>
                  <a:pt x="54292" y="488633"/>
                </a:lnTo>
                <a:lnTo>
                  <a:pt x="81915" y="485775"/>
                </a:lnTo>
                <a:lnTo>
                  <a:pt x="108585" y="481965"/>
                </a:lnTo>
                <a:lnTo>
                  <a:pt x="135255" y="477203"/>
                </a:lnTo>
                <a:lnTo>
                  <a:pt x="162878" y="470535"/>
                </a:lnTo>
                <a:lnTo>
                  <a:pt x="189547" y="461963"/>
                </a:lnTo>
                <a:lnTo>
                  <a:pt x="217170" y="451485"/>
                </a:lnTo>
                <a:lnTo>
                  <a:pt x="243840" y="438150"/>
                </a:lnTo>
                <a:lnTo>
                  <a:pt x="271463" y="422910"/>
                </a:lnTo>
                <a:lnTo>
                  <a:pt x="299085" y="402908"/>
                </a:lnTo>
                <a:lnTo>
                  <a:pt x="325755" y="381000"/>
                </a:lnTo>
                <a:lnTo>
                  <a:pt x="353378" y="354330"/>
                </a:lnTo>
                <a:lnTo>
                  <a:pt x="380047" y="325755"/>
                </a:lnTo>
                <a:lnTo>
                  <a:pt x="407670" y="293370"/>
                </a:lnTo>
                <a:lnTo>
                  <a:pt x="434340" y="259080"/>
                </a:lnTo>
                <a:lnTo>
                  <a:pt x="461010" y="221933"/>
                </a:lnTo>
                <a:lnTo>
                  <a:pt x="488633" y="184785"/>
                </a:lnTo>
                <a:lnTo>
                  <a:pt x="515303" y="148590"/>
                </a:lnTo>
                <a:lnTo>
                  <a:pt x="542925" y="113348"/>
                </a:lnTo>
                <a:lnTo>
                  <a:pt x="570547" y="80963"/>
                </a:lnTo>
                <a:lnTo>
                  <a:pt x="597217" y="52388"/>
                </a:lnTo>
                <a:lnTo>
                  <a:pt x="624840" y="29528"/>
                </a:lnTo>
                <a:lnTo>
                  <a:pt x="651510" y="12383"/>
                </a:lnTo>
                <a:lnTo>
                  <a:pt x="678180" y="2858"/>
                </a:lnTo>
                <a:lnTo>
                  <a:pt x="705803" y="0"/>
                </a:lnTo>
                <a:lnTo>
                  <a:pt x="732472" y="5715"/>
                </a:lnTo>
                <a:lnTo>
                  <a:pt x="760095" y="18098"/>
                </a:lnTo>
                <a:lnTo>
                  <a:pt x="786765" y="38100"/>
                </a:lnTo>
                <a:lnTo>
                  <a:pt x="814388" y="62865"/>
                </a:lnTo>
                <a:lnTo>
                  <a:pt x="842010" y="93345"/>
                </a:lnTo>
                <a:lnTo>
                  <a:pt x="868680" y="126683"/>
                </a:lnTo>
                <a:lnTo>
                  <a:pt x="896303" y="162878"/>
                </a:lnTo>
                <a:lnTo>
                  <a:pt x="922972" y="200025"/>
                </a:lnTo>
                <a:lnTo>
                  <a:pt x="950595" y="237173"/>
                </a:lnTo>
                <a:lnTo>
                  <a:pt x="977265" y="272415"/>
                </a:lnTo>
                <a:lnTo>
                  <a:pt x="1003935" y="306705"/>
                </a:lnTo>
                <a:lnTo>
                  <a:pt x="1031558" y="337185"/>
                </a:lnTo>
                <a:lnTo>
                  <a:pt x="1058228" y="365760"/>
                </a:lnTo>
                <a:lnTo>
                  <a:pt x="1085850" y="390525"/>
                </a:lnTo>
                <a:lnTo>
                  <a:pt x="1113472" y="411480"/>
                </a:lnTo>
                <a:lnTo>
                  <a:pt x="1140143" y="429578"/>
                </a:lnTo>
                <a:lnTo>
                  <a:pt x="1167765" y="443865"/>
                </a:lnTo>
                <a:lnTo>
                  <a:pt x="1194435" y="456248"/>
                </a:lnTo>
                <a:lnTo>
                  <a:pt x="1221105" y="465773"/>
                </a:lnTo>
                <a:lnTo>
                  <a:pt x="1248728" y="473392"/>
                </a:lnTo>
                <a:lnTo>
                  <a:pt x="1275397" y="479108"/>
                </a:lnTo>
                <a:lnTo>
                  <a:pt x="1303020" y="483870"/>
                </a:lnTo>
                <a:lnTo>
                  <a:pt x="1329690" y="486728"/>
                </a:lnTo>
                <a:lnTo>
                  <a:pt x="1357313" y="489585"/>
                </a:lnTo>
                <a:lnTo>
                  <a:pt x="1384935" y="491490"/>
                </a:lnTo>
                <a:lnTo>
                  <a:pt x="1411605" y="492442"/>
                </a:lnTo>
                <a:lnTo>
                  <a:pt x="1438275" y="493395"/>
                </a:lnTo>
                <a:lnTo>
                  <a:pt x="1465897" y="493395"/>
                </a:lnTo>
                <a:lnTo>
                  <a:pt x="1493520" y="494348"/>
                </a:lnTo>
                <a:lnTo>
                  <a:pt x="1520190" y="494348"/>
                </a:lnTo>
                <a:lnTo>
                  <a:pt x="1546860" y="494348"/>
                </a:lnTo>
                <a:lnTo>
                  <a:pt x="1574483" y="494348"/>
                </a:lnTo>
                <a:lnTo>
                  <a:pt x="1601153" y="494348"/>
                </a:lnTo>
                <a:lnTo>
                  <a:pt x="1628775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94" name="p27-椭圆-0094">
            <a:extLst xmlns:a="http://schemas.openxmlformats.org/drawingml/2006/main">
              <a:ext uri="{FF2B5EF4-FFF2-40B4-BE49-F238E27FC236}">
                <a16:creationId xmlns:a16="http://schemas.microsoft.com/office/drawing/2014/main" id="{C76C3EC1-206E-45C4-8DE7-2A78B966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9448" y="422672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5" name="p27-椭圆-0095">
            <a:extLst xmlns:a="http://schemas.openxmlformats.org/drawingml/2006/main">
              <a:ext uri="{FF2B5EF4-FFF2-40B4-BE49-F238E27FC236}">
                <a16:creationId xmlns:a16="http://schemas.microsoft.com/office/drawing/2014/main" id="{AA738E1C-2E57-4B31-8571-179CDD8F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202" y="411539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27-椭圆-0096">
            <a:extLst xmlns:a="http://schemas.openxmlformats.org/drawingml/2006/main">
              <a:ext uri="{FF2B5EF4-FFF2-40B4-BE49-F238E27FC236}">
                <a16:creationId xmlns:a16="http://schemas.microsoft.com/office/drawing/2014/main" id="{F3EDCA8A-03F1-4CE1-9E28-C0A8B192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957" y="374712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27-椭圆-0097">
            <a:extLst xmlns:a="http://schemas.openxmlformats.org/drawingml/2006/main">
              <a:ext uri="{FF2B5EF4-FFF2-40B4-BE49-F238E27FC236}">
                <a16:creationId xmlns:a16="http://schemas.microsoft.com/office/drawing/2014/main" id="{02480885-A403-4F18-8FAD-BB214B92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400749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8" name="p27-椭圆-0098">
            <a:extLst xmlns:a="http://schemas.openxmlformats.org/drawingml/2006/main">
              <a:ext uri="{FF2B5EF4-FFF2-40B4-BE49-F238E27FC236}">
                <a16:creationId xmlns:a16="http://schemas.microsoft.com/office/drawing/2014/main" id="{BBF1BFC8-D24A-4919-8980-F573A8DC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2468" y="421851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9" name="p27-椭圆-0099">
            <a:extLst xmlns:a="http://schemas.openxmlformats.org/drawingml/2006/main">
              <a:ext uri="{FF2B5EF4-FFF2-40B4-BE49-F238E27FC236}">
                <a16:creationId xmlns:a16="http://schemas.microsoft.com/office/drawing/2014/main" id="{3124E805-C390-4287-BCB7-D117CBEE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223" y="422961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27-路径-0100">
            <a:extLst xmlns:a="http://schemas.openxmlformats.org/drawingml/2006/main">
              <a:ext uri="{FF2B5EF4-FFF2-40B4-BE49-F238E27FC236}">
                <a16:creationId xmlns:a16="http://schemas.microsoft.com/office/drawing/2014/main" id="{621921B9-A563-4F23-97D9-EE900382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541395"/>
            <a:ext cx="1628775" cy="717233"/>
          </a:xfrm>
          <a:custGeom xmlns:a="http://schemas.openxmlformats.org/drawingml/2006/main">
            <a:pathLst>
              <a:path w="1628775" h="717233">
                <a:moveTo>
                  <a:pt x="0" y="717233"/>
                </a:moveTo>
                <a:lnTo>
                  <a:pt x="27622" y="717233"/>
                </a:lnTo>
                <a:lnTo>
                  <a:pt x="54292" y="717233"/>
                </a:lnTo>
                <a:lnTo>
                  <a:pt x="81915" y="717233"/>
                </a:lnTo>
                <a:lnTo>
                  <a:pt x="108585" y="716280"/>
                </a:lnTo>
                <a:lnTo>
                  <a:pt x="135255" y="715327"/>
                </a:lnTo>
                <a:lnTo>
                  <a:pt x="162878" y="714375"/>
                </a:lnTo>
                <a:lnTo>
                  <a:pt x="189547" y="712470"/>
                </a:lnTo>
                <a:lnTo>
                  <a:pt x="217170" y="710565"/>
                </a:lnTo>
                <a:lnTo>
                  <a:pt x="243840" y="706755"/>
                </a:lnTo>
                <a:lnTo>
                  <a:pt x="271463" y="702945"/>
                </a:lnTo>
                <a:lnTo>
                  <a:pt x="299085" y="696277"/>
                </a:lnTo>
                <a:lnTo>
                  <a:pt x="325755" y="688658"/>
                </a:lnTo>
                <a:lnTo>
                  <a:pt x="353378" y="678180"/>
                </a:lnTo>
                <a:lnTo>
                  <a:pt x="380047" y="664845"/>
                </a:lnTo>
                <a:lnTo>
                  <a:pt x="407670" y="647700"/>
                </a:lnTo>
                <a:lnTo>
                  <a:pt x="434340" y="626745"/>
                </a:lnTo>
                <a:lnTo>
                  <a:pt x="461010" y="601980"/>
                </a:lnTo>
                <a:lnTo>
                  <a:pt x="488633" y="572452"/>
                </a:lnTo>
                <a:lnTo>
                  <a:pt x="515303" y="537210"/>
                </a:lnTo>
                <a:lnTo>
                  <a:pt x="542925" y="497205"/>
                </a:lnTo>
                <a:lnTo>
                  <a:pt x="570547" y="453390"/>
                </a:lnTo>
                <a:lnTo>
                  <a:pt x="597217" y="404813"/>
                </a:lnTo>
                <a:lnTo>
                  <a:pt x="624840" y="353377"/>
                </a:lnTo>
                <a:lnTo>
                  <a:pt x="651510" y="300038"/>
                </a:lnTo>
                <a:lnTo>
                  <a:pt x="678180" y="245745"/>
                </a:lnTo>
                <a:lnTo>
                  <a:pt x="705803" y="193358"/>
                </a:lnTo>
                <a:lnTo>
                  <a:pt x="732472" y="143827"/>
                </a:lnTo>
                <a:lnTo>
                  <a:pt x="760095" y="98108"/>
                </a:lnTo>
                <a:lnTo>
                  <a:pt x="786765" y="60008"/>
                </a:lnTo>
                <a:lnTo>
                  <a:pt x="814388" y="30480"/>
                </a:lnTo>
                <a:lnTo>
                  <a:pt x="842010" y="9525"/>
                </a:lnTo>
                <a:lnTo>
                  <a:pt x="868680" y="0"/>
                </a:lnTo>
                <a:lnTo>
                  <a:pt x="896303" y="952"/>
                </a:lnTo>
                <a:lnTo>
                  <a:pt x="922972" y="13335"/>
                </a:lnTo>
                <a:lnTo>
                  <a:pt x="950595" y="35242"/>
                </a:lnTo>
                <a:lnTo>
                  <a:pt x="977265" y="67627"/>
                </a:lnTo>
                <a:lnTo>
                  <a:pt x="1003935" y="106680"/>
                </a:lnTo>
                <a:lnTo>
                  <a:pt x="1031558" y="153352"/>
                </a:lnTo>
                <a:lnTo>
                  <a:pt x="1058228" y="203835"/>
                </a:lnTo>
                <a:lnTo>
                  <a:pt x="1085850" y="257175"/>
                </a:lnTo>
                <a:lnTo>
                  <a:pt x="1113472" y="310515"/>
                </a:lnTo>
                <a:lnTo>
                  <a:pt x="1140143" y="363855"/>
                </a:lnTo>
                <a:lnTo>
                  <a:pt x="1167765" y="415290"/>
                </a:lnTo>
                <a:lnTo>
                  <a:pt x="1194435" y="462915"/>
                </a:lnTo>
                <a:lnTo>
                  <a:pt x="1221105" y="505777"/>
                </a:lnTo>
                <a:lnTo>
                  <a:pt x="1248728" y="544830"/>
                </a:lnTo>
                <a:lnTo>
                  <a:pt x="1275397" y="578167"/>
                </a:lnTo>
                <a:lnTo>
                  <a:pt x="1303020" y="607695"/>
                </a:lnTo>
                <a:lnTo>
                  <a:pt x="1329690" y="631508"/>
                </a:lnTo>
                <a:lnTo>
                  <a:pt x="1357313" y="651510"/>
                </a:lnTo>
                <a:lnTo>
                  <a:pt x="1384935" y="667702"/>
                </a:lnTo>
                <a:lnTo>
                  <a:pt x="1411605" y="680085"/>
                </a:lnTo>
                <a:lnTo>
                  <a:pt x="1438275" y="690563"/>
                </a:lnTo>
                <a:lnTo>
                  <a:pt x="1465897" y="698183"/>
                </a:lnTo>
                <a:lnTo>
                  <a:pt x="1493520" y="703897"/>
                </a:lnTo>
                <a:lnTo>
                  <a:pt x="1520190" y="707708"/>
                </a:lnTo>
                <a:lnTo>
                  <a:pt x="1546860" y="710565"/>
                </a:lnTo>
                <a:lnTo>
                  <a:pt x="1574483" y="713422"/>
                </a:lnTo>
                <a:lnTo>
                  <a:pt x="1601153" y="714375"/>
                </a:lnTo>
                <a:lnTo>
                  <a:pt x="1628775" y="715327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101" name="p27-椭圆-0101">
            <a:extLst xmlns:a="http://schemas.openxmlformats.org/drawingml/2006/main">
              <a:ext uri="{FF2B5EF4-FFF2-40B4-BE49-F238E27FC236}">
                <a16:creationId xmlns:a16="http://schemas.microsoft.com/office/drawing/2014/main" id="{50BCBDE4-2369-4F37-8286-99D1768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9448" y="422944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2" name="p27-椭圆-0102">
            <a:extLst xmlns:a="http://schemas.openxmlformats.org/drawingml/2006/main">
              <a:ext uri="{FF2B5EF4-FFF2-40B4-BE49-F238E27FC236}">
                <a16:creationId xmlns:a16="http://schemas.microsoft.com/office/drawing/2014/main" id="{C3E76B2E-68F3-4FEC-8323-41ECEB78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202" y="420043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3" name="p27-椭圆-0103">
            <a:extLst xmlns:a="http://schemas.openxmlformats.org/drawingml/2006/main">
              <a:ext uri="{FF2B5EF4-FFF2-40B4-BE49-F238E27FC236}">
                <a16:creationId xmlns:a16="http://schemas.microsoft.com/office/drawing/2014/main" id="{FC1B6442-94E5-4C5F-925E-98185CC7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957" y="381204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4" name="p27-椭圆-0104">
            <a:extLst xmlns:a="http://schemas.openxmlformats.org/drawingml/2006/main">
              <a:ext uri="{FF2B5EF4-FFF2-40B4-BE49-F238E27FC236}">
                <a16:creationId xmlns:a16="http://schemas.microsoft.com/office/drawing/2014/main" id="{CD6FA423-2BC1-444F-B1C9-28EF38DE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357913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5" name="p27-椭圆-0105">
            <a:extLst xmlns:a="http://schemas.openxmlformats.org/drawingml/2006/main">
              <a:ext uri="{FF2B5EF4-FFF2-40B4-BE49-F238E27FC236}">
                <a16:creationId xmlns:a16="http://schemas.microsoft.com/office/drawing/2014/main" id="{A3B42AF3-10B5-4A34-82C9-94C2C347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2468" y="411917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6" name="p27-椭圆-0106">
            <a:extLst xmlns:a="http://schemas.openxmlformats.org/drawingml/2006/main">
              <a:ext uri="{FF2B5EF4-FFF2-40B4-BE49-F238E27FC236}">
                <a16:creationId xmlns:a16="http://schemas.microsoft.com/office/drawing/2014/main" id="{7C2A02D9-B00F-49BC-B8B0-19CD8AC5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223" y="422762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7" name="p27-文本-0107">
            <a:extLst xmlns:a="http://schemas.openxmlformats.org/drawingml/2006/main">
              <a:ext uri="{FF2B5EF4-FFF2-40B4-BE49-F238E27FC236}">
                <a16:creationId xmlns:a16="http://schemas.microsoft.com/office/drawing/2014/main" id="{0716580C-D0CD-4444-92EA-7062F9B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829041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108" name="p27-文本-0108">
            <a:extLst xmlns:a="http://schemas.openxmlformats.org/drawingml/2006/main">
              <a:ext uri="{FF2B5EF4-FFF2-40B4-BE49-F238E27FC236}">
                <a16:creationId xmlns:a16="http://schemas.microsoft.com/office/drawing/2014/main" id="{0B527622-D99F-4E9C-AF88-18EDD0C7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0463" y="443876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条件梯度</a:t>
            </a:r>
          </a:p>
        </p:txBody>
      </p:sp>
      <p:sp>
        <p:nvSpPr>
          <p:cNvPr id="109" name="p27-文本-0109">
            <a:extLst xmlns:a="http://schemas.openxmlformats.org/drawingml/2006/main">
              <a:ext uri="{FF2B5EF4-FFF2-40B4-BE49-F238E27FC236}">
                <a16:creationId xmlns:a16="http://schemas.microsoft.com/office/drawing/2014/main" id="{985B4048-8EE6-475D-8A18-B14F7A1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635" y="43743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10" name="p27-文本-0110">
            <a:extLst xmlns:a="http://schemas.openxmlformats.org/drawingml/2006/main">
              <a:ext uri="{FF2B5EF4-FFF2-40B4-BE49-F238E27FC236}">
                <a16:creationId xmlns:a16="http://schemas.microsoft.com/office/drawing/2014/main" id="{DD4B726B-6DC9-46B4-8611-AB846B7B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2410" y="43743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1" name="p27-线-0111">
            <a:extLst xmlns:a="http://schemas.openxmlformats.org/drawingml/2006/main">
              <a:ext uri="{FF2B5EF4-FFF2-40B4-BE49-F238E27FC236}">
                <a16:creationId xmlns:a16="http://schemas.microsoft.com/office/drawing/2014/main" id="{8DA4AACD-2D4D-4449-8E68-863C907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12" name="p27-文本-0112">
            <a:extLst xmlns:a="http://schemas.openxmlformats.org/drawingml/2006/main">
              <a:ext uri="{FF2B5EF4-FFF2-40B4-BE49-F238E27FC236}">
                <a16:creationId xmlns:a16="http://schemas.microsoft.com/office/drawing/2014/main" id="{7C75D94D-3076-4B35-84EC-50C00825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4336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113" name="p27-线-0113">
            <a:extLst xmlns:a="http://schemas.openxmlformats.org/drawingml/2006/main">
              <a:ext uri="{FF2B5EF4-FFF2-40B4-BE49-F238E27FC236}">
                <a16:creationId xmlns:a16="http://schemas.microsoft.com/office/drawing/2014/main" id="{D2228B6A-155F-4E95-928F-632B3D17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2237" y="32575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14" name="p27-文本-0114">
            <a:extLst xmlns:a="http://schemas.openxmlformats.org/drawingml/2006/main">
              <a:ext uri="{FF2B5EF4-FFF2-40B4-BE49-F238E27FC236}">
                <a16:creationId xmlns:a16="http://schemas.microsoft.com/office/drawing/2014/main" id="{6BEA2F49-CA22-416A-861A-7F6A054D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037" y="314336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115" name="p27-文本-0115">
            <a:extLst xmlns:a="http://schemas.openxmlformats.org/drawingml/2006/main">
              <a:ext uri="{FF2B5EF4-FFF2-40B4-BE49-F238E27FC236}">
                <a16:creationId xmlns:a16="http://schemas.microsoft.com/office/drawing/2014/main" id="{0CECB028-C4CB-4238-9846-F563ED9D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6466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条件图谱</a:t>
            </a:r>
          </a:p>
        </p:txBody>
      </p:sp>
      <p:sp>
        <p:nvSpPr>
          <p:cNvPr id="116" name="p27-文本-0116">
            <a:extLst xmlns:a="http://schemas.openxmlformats.org/drawingml/2006/main">
              <a:ext uri="{FF2B5EF4-FFF2-40B4-BE49-F238E27FC236}">
                <a16:creationId xmlns:a16="http://schemas.microsoft.com/office/drawing/2014/main" id="{0B76EE71-3F29-4CC7-BA7C-26B2B8B9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6466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性能窗口</a:t>
            </a:r>
          </a:p>
        </p:txBody>
      </p:sp>
      <p:sp>
        <p:nvSpPr>
          <p:cNvPr id="117" name="p27-文本-0117">
            <a:extLst xmlns:a="http://schemas.openxmlformats.org/drawingml/2006/main">
              <a:ext uri="{FF2B5EF4-FFF2-40B4-BE49-F238E27FC236}">
                <a16:creationId xmlns:a16="http://schemas.microsoft.com/office/drawing/2014/main" id="{34D74DBF-5965-4524-BF6E-4842228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8949"/>
            <a:ext cx="21416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结论落在已测条件内，</a:t>
            </a:r>
          </a:p>
        </p:txBody>
      </p:sp>
      <p:sp>
        <p:nvSpPr>
          <p:cNvPr id="118" name="p27-文本-0118">
            <a:extLst xmlns:a="http://schemas.openxmlformats.org/drawingml/2006/main">
              <a:ext uri="{FF2B5EF4-FFF2-40B4-BE49-F238E27FC236}">
                <a16:creationId xmlns:a16="http://schemas.microsoft.com/office/drawing/2014/main" id="{DAA3A939-A25A-41B6-B16C-DA3FD3B8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3274"/>
            <a:ext cx="21416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保留组成与测量边界。</a:t>
            </a:r>
          </a:p>
        </p:txBody>
      </p:sp>
      <p:sp>
        <p:nvSpPr>
          <p:cNvPr id="119" name="p27-线-0119">
            <a:extLst xmlns:a="http://schemas.openxmlformats.org/drawingml/2006/main">
              <a:ext uri="{FF2B5EF4-FFF2-40B4-BE49-F238E27FC236}">
                <a16:creationId xmlns:a16="http://schemas.microsoft.com/office/drawing/2014/main" id="{BC8FAC8F-4F77-4359-A58A-C93CC2C2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400175"/>
            <a:ext cx="95" cy="4562475"/>
          </a:xfrm>
          <a:custGeom xmlns:a="http://schemas.openxmlformats.org/drawingml/2006/main">
            <a:pathLst>
              <a:path w="95" h="4562475">
                <a:moveTo>
                  <a:pt x="0" y="0"/>
                </a:moveTo>
                <a:lnTo>
                  <a:pt x="0" y="456247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120" name="p27-文本-0120">
            <a:extLst xmlns:a="http://schemas.openxmlformats.org/drawingml/2006/main">
              <a:ext uri="{FF2B5EF4-FFF2-40B4-BE49-F238E27FC236}">
                <a16:creationId xmlns:a16="http://schemas.microsoft.com/office/drawing/2014/main" id="{80D543F7-CA82-45C9-AFDA-E942408E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8107"/>
            <a:ext cx="10852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为何可信</a:t>
            </a:r>
          </a:p>
        </p:txBody>
      </p:sp>
      <p:sp>
        <p:nvSpPr>
          <p:cNvPr id="121" name="p27-线-0121">
            <a:extLst xmlns:a="http://schemas.openxmlformats.org/drawingml/2006/main">
              <a:ext uri="{FF2B5EF4-FFF2-40B4-BE49-F238E27FC236}">
                <a16:creationId xmlns:a16="http://schemas.microsoft.com/office/drawing/2014/main" id="{2EE40CC9-EAD3-4126-89F0-1D82CC0C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90900"/>
            <a:ext cx="1924050" cy="95"/>
          </a:xfrm>
          <a:custGeom xmlns:a="http://schemas.openxmlformats.org/drawingml/2006/main">
            <a:pathLst>
              <a:path w="1924050" h="95">
                <a:moveTo>
                  <a:pt x="0" y="0"/>
                </a:moveTo>
                <a:lnTo>
                  <a:pt x="1924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22" name="p27-线-0122">
            <a:extLst xmlns:a="http://schemas.openxmlformats.org/drawingml/2006/main">
              <a:ext uri="{FF2B5EF4-FFF2-40B4-BE49-F238E27FC236}">
                <a16:creationId xmlns:a16="http://schemas.microsoft.com/office/drawing/2014/main" id="{D585B5DA-08D0-4407-A031-974CB59A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76475"/>
            <a:ext cx="95" cy="1114425"/>
          </a:xfrm>
          <a:custGeom xmlns:a="http://schemas.openxmlformats.org/drawingml/2006/main">
            <a:pathLst>
              <a:path w="95" h="1114425">
                <a:moveTo>
                  <a:pt x="0" y="0"/>
                </a:moveTo>
                <a:lnTo>
                  <a:pt x="0" y="111442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23" name="p27-线-0123">
            <a:extLst xmlns:a="http://schemas.openxmlformats.org/drawingml/2006/main">
              <a:ext uri="{FF2B5EF4-FFF2-40B4-BE49-F238E27FC236}">
                <a16:creationId xmlns:a16="http://schemas.microsoft.com/office/drawing/2014/main" id="{9910D612-906A-4AE1-991D-983F7587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76475"/>
            <a:ext cx="1924050" cy="1114425"/>
          </a:xfrm>
          <a:custGeom xmlns:a="http://schemas.openxmlformats.org/drawingml/2006/main">
            <a:pathLst>
              <a:path w="1924050" h="1114425">
                <a:moveTo>
                  <a:pt x="0" y="1114425"/>
                </a:moveTo>
                <a:lnTo>
                  <a:pt x="1924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124" name="p27-椭圆-0124">
            <a:extLst xmlns:a="http://schemas.openxmlformats.org/drawingml/2006/main">
              <a:ext uri="{FF2B5EF4-FFF2-40B4-BE49-F238E27FC236}">
                <a16:creationId xmlns:a16="http://schemas.microsoft.com/office/drawing/2014/main" id="{574559ED-C37B-4DC1-8981-F29DC71F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545" y="33269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5" name="p27-椭圆-0125">
            <a:extLst xmlns:a="http://schemas.openxmlformats.org/drawingml/2006/main">
              <a:ext uri="{FF2B5EF4-FFF2-40B4-BE49-F238E27FC236}">
                <a16:creationId xmlns:a16="http://schemas.microsoft.com/office/drawing/2014/main" id="{73CCC8D9-FECC-4D6B-96B0-8E3C5254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255150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6" name="p27-椭圆-0126">
            <a:extLst xmlns:a="http://schemas.openxmlformats.org/drawingml/2006/main">
              <a:ext uri="{FF2B5EF4-FFF2-40B4-BE49-F238E27FC236}">
                <a16:creationId xmlns:a16="http://schemas.microsoft.com/office/drawing/2014/main" id="{2749589C-376D-4241-8DA2-CB79119E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752" y="314489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7" name="p27-椭圆-0127">
            <a:extLst xmlns:a="http://schemas.openxmlformats.org/drawingml/2006/main">
              <a:ext uri="{FF2B5EF4-FFF2-40B4-BE49-F238E27FC236}">
                <a16:creationId xmlns:a16="http://schemas.microsoft.com/office/drawing/2014/main" id="{4CA6CBB7-0CCF-493E-B9C8-CFEC595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8880" y="25099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8" name="p27-椭圆-0128">
            <a:extLst xmlns:a="http://schemas.openxmlformats.org/drawingml/2006/main">
              <a:ext uri="{FF2B5EF4-FFF2-40B4-BE49-F238E27FC236}">
                <a16:creationId xmlns:a16="http://schemas.microsoft.com/office/drawing/2014/main" id="{C9A62F36-DAA5-4E4D-BCF4-4E8143F7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3958" y="274659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29" name="p27-椭圆-0129">
            <a:extLst xmlns:a="http://schemas.openxmlformats.org/drawingml/2006/main">
              <a:ext uri="{FF2B5EF4-FFF2-40B4-BE49-F238E27FC236}">
                <a16:creationId xmlns:a16="http://schemas.microsoft.com/office/drawing/2014/main" id="{2C7C5823-461C-4E12-B9C4-D98092A1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9036" y="319328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0" name="p27-椭圆-0130">
            <a:extLst xmlns:a="http://schemas.openxmlformats.org/drawingml/2006/main">
              <a:ext uri="{FF2B5EF4-FFF2-40B4-BE49-F238E27FC236}">
                <a16:creationId xmlns:a16="http://schemas.microsoft.com/office/drawing/2014/main" id="{70CDFF60-909D-4E52-8614-9CA7B33F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165" y="268522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1" name="p27-椭圆-0131">
            <a:extLst xmlns:a="http://schemas.openxmlformats.org/drawingml/2006/main">
              <a:ext uri="{FF2B5EF4-FFF2-40B4-BE49-F238E27FC236}">
                <a16:creationId xmlns:a16="http://schemas.microsoft.com/office/drawing/2014/main" id="{B440585B-05CF-48A8-B5E4-5D35B0F5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3243" y="301836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2" name="p27-椭圆-0132">
            <a:extLst xmlns:a="http://schemas.openxmlformats.org/drawingml/2006/main">
              <a:ext uri="{FF2B5EF4-FFF2-40B4-BE49-F238E27FC236}">
                <a16:creationId xmlns:a16="http://schemas.microsoft.com/office/drawing/2014/main" id="{05FF9C1C-DC56-49CB-A48F-313A1A56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2371" y="22794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3" name="p27-椭圆-0133">
            <a:extLst xmlns:a="http://schemas.openxmlformats.org/drawingml/2006/main">
              <a:ext uri="{FF2B5EF4-FFF2-40B4-BE49-F238E27FC236}">
                <a16:creationId xmlns:a16="http://schemas.microsoft.com/office/drawing/2014/main" id="{3A4A6981-11DF-4F53-878A-49362D3D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450" y="276076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4" name="p27-椭圆-0134">
            <a:extLst xmlns:a="http://schemas.openxmlformats.org/drawingml/2006/main">
              <a:ext uri="{FF2B5EF4-FFF2-40B4-BE49-F238E27FC236}">
                <a16:creationId xmlns:a16="http://schemas.microsoft.com/office/drawing/2014/main" id="{D40C7AA5-9417-455B-A27C-8E0628AB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528" y="327131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5" name="p27-椭圆-0135">
            <a:extLst xmlns:a="http://schemas.openxmlformats.org/drawingml/2006/main">
              <a:ext uri="{FF2B5EF4-FFF2-40B4-BE49-F238E27FC236}">
                <a16:creationId xmlns:a16="http://schemas.microsoft.com/office/drawing/2014/main" id="{8CA1A499-0D65-4D84-871A-0D23661E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1656" y="239942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6" name="p27-椭圆-0136">
            <a:extLst xmlns:a="http://schemas.openxmlformats.org/drawingml/2006/main">
              <a:ext uri="{FF2B5EF4-FFF2-40B4-BE49-F238E27FC236}">
                <a16:creationId xmlns:a16="http://schemas.microsoft.com/office/drawing/2014/main" id="{2A7BBAE9-243C-45EB-94BC-BC2301A6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6735" y="281270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7" name="p27-椭圆-0137">
            <a:extLst xmlns:a="http://schemas.openxmlformats.org/drawingml/2006/main">
              <a:ext uri="{FF2B5EF4-FFF2-40B4-BE49-F238E27FC236}">
                <a16:creationId xmlns:a16="http://schemas.microsoft.com/office/drawing/2014/main" id="{DB6CD292-5ABA-47CE-AC0B-B2CC9174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1813" y="33269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8" name="p27-椭圆-0138">
            <a:extLst xmlns:a="http://schemas.openxmlformats.org/drawingml/2006/main">
              <a:ext uri="{FF2B5EF4-FFF2-40B4-BE49-F238E27FC236}">
                <a16:creationId xmlns:a16="http://schemas.microsoft.com/office/drawing/2014/main" id="{DCA69228-919F-4EF1-8A87-42650479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1" y="26756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9" name="p27-椭圆-0139">
            <a:extLst xmlns:a="http://schemas.openxmlformats.org/drawingml/2006/main">
              <a:ext uri="{FF2B5EF4-FFF2-40B4-BE49-F238E27FC236}">
                <a16:creationId xmlns:a16="http://schemas.microsoft.com/office/drawing/2014/main" id="{5F778954-622F-4B62-94E8-B1CCDFA8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019" y="293781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0" name="p27-椭圆-0140">
            <a:extLst xmlns:a="http://schemas.openxmlformats.org/drawingml/2006/main">
              <a:ext uri="{FF2B5EF4-FFF2-40B4-BE49-F238E27FC236}">
                <a16:creationId xmlns:a16="http://schemas.microsoft.com/office/drawing/2014/main" id="{322B3A15-95E4-43C0-96C4-8844A2E3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148" y="237580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1" name="p27-椭圆-0141">
            <a:extLst xmlns:a="http://schemas.openxmlformats.org/drawingml/2006/main">
              <a:ext uri="{FF2B5EF4-FFF2-40B4-BE49-F238E27FC236}">
                <a16:creationId xmlns:a16="http://schemas.microsoft.com/office/drawing/2014/main" id="{76B401C8-A4D8-44D2-A440-5CBA0BD1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226" y="29148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2" name="p27-椭圆-0142">
            <a:extLst xmlns:a="http://schemas.openxmlformats.org/drawingml/2006/main">
              <a:ext uri="{FF2B5EF4-FFF2-40B4-BE49-F238E27FC236}">
                <a16:creationId xmlns:a16="http://schemas.microsoft.com/office/drawing/2014/main" id="{16F1C3B3-6005-4E64-9541-A1E97A1F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304" y="316888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3" name="p27-椭圆-0143">
            <a:extLst xmlns:a="http://schemas.openxmlformats.org/drawingml/2006/main">
              <a:ext uri="{FF2B5EF4-FFF2-40B4-BE49-F238E27FC236}">
                <a16:creationId xmlns:a16="http://schemas.microsoft.com/office/drawing/2014/main" id="{6A2698E3-D03A-479F-8F61-F4309F42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4433" y="243471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4" name="p27-椭圆-0144">
            <a:extLst xmlns:a="http://schemas.openxmlformats.org/drawingml/2006/main">
              <a:ext uri="{FF2B5EF4-FFF2-40B4-BE49-F238E27FC236}">
                <a16:creationId xmlns:a16="http://schemas.microsoft.com/office/drawing/2014/main" id="{B108B240-598F-49AF-B33E-4026D44D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511" y="30499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5" name="p27-椭圆-0145">
            <a:extLst xmlns:a="http://schemas.openxmlformats.org/drawingml/2006/main">
              <a:ext uri="{FF2B5EF4-FFF2-40B4-BE49-F238E27FC236}">
                <a16:creationId xmlns:a16="http://schemas.microsoft.com/office/drawing/2014/main" id="{2D453101-358D-4E50-A86E-BF5FBE7B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9" y="23315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6" name="p27-椭圆-0146">
            <a:extLst xmlns:a="http://schemas.openxmlformats.org/drawingml/2006/main">
              <a:ext uri="{FF2B5EF4-FFF2-40B4-BE49-F238E27FC236}">
                <a16:creationId xmlns:a16="http://schemas.microsoft.com/office/drawing/2014/main" id="{C5005084-C213-4DBE-AD91-AA199827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718" y="257941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7" name="p27-椭圆-0147">
            <a:extLst xmlns:a="http://schemas.openxmlformats.org/drawingml/2006/main">
              <a:ext uri="{FF2B5EF4-FFF2-40B4-BE49-F238E27FC236}">
                <a16:creationId xmlns:a16="http://schemas.microsoft.com/office/drawing/2014/main" id="{B4026FCD-CEA0-4CDA-8128-7FAE7B0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8796" y="310508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8" name="p27-椭圆-0148">
            <a:extLst xmlns:a="http://schemas.openxmlformats.org/drawingml/2006/main">
              <a:ext uri="{FF2B5EF4-FFF2-40B4-BE49-F238E27FC236}">
                <a16:creationId xmlns:a16="http://schemas.microsoft.com/office/drawing/2014/main" id="{252BFF28-FB13-4237-B239-1E22F753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924" y="25546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9" name="p27-椭圆-0149">
            <a:extLst xmlns:a="http://schemas.openxmlformats.org/drawingml/2006/main">
              <a:ext uri="{FF2B5EF4-FFF2-40B4-BE49-F238E27FC236}">
                <a16:creationId xmlns:a16="http://schemas.microsoft.com/office/drawing/2014/main" id="{CD51C56C-3BCE-4259-80C8-92969A22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3002" y="282555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0" name="p27-椭圆-0150">
            <a:extLst xmlns:a="http://schemas.openxmlformats.org/drawingml/2006/main">
              <a:ext uri="{FF2B5EF4-FFF2-40B4-BE49-F238E27FC236}">
                <a16:creationId xmlns:a16="http://schemas.microsoft.com/office/drawing/2014/main" id="{44AD46E9-D90C-40A4-88C4-3BDF9E95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081" y="317418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1" name="p27-椭圆-0151">
            <a:extLst xmlns:a="http://schemas.openxmlformats.org/drawingml/2006/main">
              <a:ext uri="{FF2B5EF4-FFF2-40B4-BE49-F238E27FC236}">
                <a16:creationId xmlns:a16="http://schemas.microsoft.com/office/drawing/2014/main" id="{6C03FCF1-33C9-4AF7-996F-72B99FF9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209" y="267065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2" name="p27-椭圆-0152">
            <a:extLst xmlns:a="http://schemas.openxmlformats.org/drawingml/2006/main">
              <a:ext uri="{FF2B5EF4-FFF2-40B4-BE49-F238E27FC236}">
                <a16:creationId xmlns:a16="http://schemas.microsoft.com/office/drawing/2014/main" id="{5A380618-C689-45E3-AB8A-08CC06E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2287" y="31000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3" name="p27-椭圆-0153">
            <a:extLst xmlns:a="http://schemas.openxmlformats.org/drawingml/2006/main">
              <a:ext uri="{FF2B5EF4-FFF2-40B4-BE49-F238E27FC236}">
                <a16:creationId xmlns:a16="http://schemas.microsoft.com/office/drawing/2014/main" id="{C191D16A-38CB-41F0-A77A-18F6295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1416" y="22794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4" name="p27-椭圆-0154">
            <a:extLst xmlns:a="http://schemas.openxmlformats.org/drawingml/2006/main">
              <a:ext uri="{FF2B5EF4-FFF2-40B4-BE49-F238E27FC236}">
                <a16:creationId xmlns:a16="http://schemas.microsoft.com/office/drawing/2014/main" id="{EE9C14FA-4C63-44FA-942E-7FC06C9A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494" y="27204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5" name="p27-椭圆-0155">
            <a:extLst xmlns:a="http://schemas.openxmlformats.org/drawingml/2006/main">
              <a:ext uri="{FF2B5EF4-FFF2-40B4-BE49-F238E27FC236}">
                <a16:creationId xmlns:a16="http://schemas.microsoft.com/office/drawing/2014/main" id="{E993DE64-F1FD-4F58-A210-3FA59914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572" y="33050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6" name="p27-椭圆-0156">
            <a:extLst xmlns:a="http://schemas.openxmlformats.org/drawingml/2006/main">
              <a:ext uri="{FF2B5EF4-FFF2-40B4-BE49-F238E27FC236}">
                <a16:creationId xmlns:a16="http://schemas.microsoft.com/office/drawing/2014/main" id="{E6168806-09C9-4CBD-A328-4C962A11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700" y="248323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7" name="p27-椭圆-0157">
            <a:extLst xmlns:a="http://schemas.openxmlformats.org/drawingml/2006/main">
              <a:ext uri="{FF2B5EF4-FFF2-40B4-BE49-F238E27FC236}">
                <a16:creationId xmlns:a16="http://schemas.microsoft.com/office/drawing/2014/main" id="{44068A44-6B78-4C9A-9BD5-45EC3AF2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5779" y="28026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8" name="p27-椭圆-0158">
            <a:extLst xmlns:a="http://schemas.openxmlformats.org/drawingml/2006/main">
              <a:ext uri="{FF2B5EF4-FFF2-40B4-BE49-F238E27FC236}">
                <a16:creationId xmlns:a16="http://schemas.microsoft.com/office/drawing/2014/main" id="{F96251FF-74AB-42EB-8333-5A6A4801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857" y="33269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9" name="p27-椭圆-0159">
            <a:extLst xmlns:a="http://schemas.openxmlformats.org/drawingml/2006/main">
              <a:ext uri="{FF2B5EF4-FFF2-40B4-BE49-F238E27FC236}">
                <a16:creationId xmlns:a16="http://schemas.microsoft.com/office/drawing/2014/main" id="{B8373533-F151-44E4-878F-FEB5FE16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985" y="275163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0" name="p27-椭圆-0160">
            <a:extLst xmlns:a="http://schemas.openxmlformats.org/drawingml/2006/main">
              <a:ext uri="{FF2B5EF4-FFF2-40B4-BE49-F238E27FC236}">
                <a16:creationId xmlns:a16="http://schemas.microsoft.com/office/drawing/2014/main" id="{8D6A8669-F0A3-433D-9373-29B1540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5064" y="298756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1" name="p27-椭圆-0161">
            <a:extLst xmlns:a="http://schemas.openxmlformats.org/drawingml/2006/main">
              <a:ext uri="{FF2B5EF4-FFF2-40B4-BE49-F238E27FC236}">
                <a16:creationId xmlns:a16="http://schemas.microsoft.com/office/drawing/2014/main" id="{566B3411-90EE-4056-973B-C42979C6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192" y="23369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2" name="p27-椭圆-0162">
            <a:extLst xmlns:a="http://schemas.openxmlformats.org/drawingml/2006/main">
              <a:ext uri="{FF2B5EF4-FFF2-40B4-BE49-F238E27FC236}">
                <a16:creationId xmlns:a16="http://schemas.microsoft.com/office/drawing/2014/main" id="{15AB7FEA-2F0A-49C6-8AE3-54470930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270" y="29372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3" name="p27-椭圆-0163">
            <a:extLst xmlns:a="http://schemas.openxmlformats.org/drawingml/2006/main">
              <a:ext uri="{FF2B5EF4-FFF2-40B4-BE49-F238E27FC236}">
                <a16:creationId xmlns:a16="http://schemas.microsoft.com/office/drawing/2014/main" id="{C7BEF0B9-EE3C-49B8-B6B7-9957A073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49" y="325568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4" name="p27-椭圆-0164">
            <a:extLst xmlns:a="http://schemas.openxmlformats.org/drawingml/2006/main">
              <a:ext uri="{FF2B5EF4-FFF2-40B4-BE49-F238E27FC236}">
                <a16:creationId xmlns:a16="http://schemas.microsoft.com/office/drawing/2014/main" id="{5474D4B9-31E8-46E7-943A-475F4000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477" y="243473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5" name="p27-椭圆-0165">
            <a:extLst xmlns:a="http://schemas.openxmlformats.org/drawingml/2006/main">
              <a:ext uri="{FF2B5EF4-FFF2-40B4-BE49-F238E27FC236}">
                <a16:creationId xmlns:a16="http://schemas.microsoft.com/office/drawing/2014/main" id="{D0ED4AB4-DEE9-42E0-882F-166F0064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555" y="301998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6" name="p27-椭圆-0166">
            <a:extLst xmlns:a="http://schemas.openxmlformats.org/drawingml/2006/main">
              <a:ext uri="{FF2B5EF4-FFF2-40B4-BE49-F238E27FC236}">
                <a16:creationId xmlns:a16="http://schemas.microsoft.com/office/drawing/2014/main" id="{587D9367-B1A6-4468-B4EA-7553BF8C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3" y="24002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7" name="p27-椭圆-0167">
            <a:extLst xmlns:a="http://schemas.openxmlformats.org/drawingml/2006/main">
              <a:ext uri="{FF2B5EF4-FFF2-40B4-BE49-F238E27FC236}">
                <a16:creationId xmlns:a16="http://schemas.microsoft.com/office/drawing/2014/main" id="{C29944AD-863E-4679-9B1A-9E2FC5A2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762" y="26390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8" name="p27-椭圆-0168">
            <a:extLst xmlns:a="http://schemas.openxmlformats.org/drawingml/2006/main">
              <a:ext uri="{FF2B5EF4-FFF2-40B4-BE49-F238E27FC236}">
                <a16:creationId xmlns:a16="http://schemas.microsoft.com/office/drawing/2014/main" id="{B88DB959-B1A4-409C-8695-7EACEF82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840" y="30696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9" name="p27-文本-0169">
            <a:extLst xmlns:a="http://schemas.openxmlformats.org/drawingml/2006/main">
              <a:ext uri="{FF2B5EF4-FFF2-40B4-BE49-F238E27FC236}">
                <a16:creationId xmlns:a16="http://schemas.microsoft.com/office/drawing/2014/main" id="{FD85EAB6-E73D-44EF-AE0D-66A430F9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46887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70" name="p27-文本-0170">
            <a:extLst xmlns:a="http://schemas.openxmlformats.org/drawingml/2006/main">
              <a:ext uri="{FF2B5EF4-FFF2-40B4-BE49-F238E27FC236}">
                <a16:creationId xmlns:a16="http://schemas.microsoft.com/office/drawing/2014/main" id="{2F728AF5-2DC9-475D-83D9-B42B65C9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0401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71" name="p27-文本-0171">
            <a:extLst xmlns:a="http://schemas.openxmlformats.org/drawingml/2006/main">
              <a:ext uri="{FF2B5EF4-FFF2-40B4-BE49-F238E27FC236}">
                <a16:creationId xmlns:a16="http://schemas.microsoft.com/office/drawing/2014/main" id="{FC752E93-2CD0-4481-B19A-2F4BDA73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21424"/>
            <a:ext cx="13034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独立批次复核</a:t>
            </a:r>
          </a:p>
        </p:txBody>
      </p:sp>
      <p:sp>
        <p:nvSpPr>
          <p:cNvPr id="172" name="p27-文本-0172">
            <a:extLst xmlns:a="http://schemas.openxmlformats.org/drawingml/2006/main">
              <a:ext uri="{FF2B5EF4-FFF2-40B4-BE49-F238E27FC236}">
                <a16:creationId xmlns:a16="http://schemas.microsoft.com/office/drawing/2014/main" id="{E82AB0AD-E67D-4D1D-A0F0-BEB8DE08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21474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对照与空白齐备</a:t>
            </a:r>
          </a:p>
        </p:txBody>
      </p:sp>
      <p:sp>
        <p:nvSpPr>
          <p:cNvPr id="173" name="p27-文本-0173">
            <a:extLst xmlns:a="http://schemas.openxmlformats.org/drawingml/2006/main">
              <a:ext uri="{FF2B5EF4-FFF2-40B4-BE49-F238E27FC236}">
                <a16:creationId xmlns:a16="http://schemas.microsoft.com/office/drawing/2014/main" id="{80802435-C30A-4F1C-BF0D-EAE423A7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21524"/>
            <a:ext cx="15129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原始数据可追溯</a:t>
            </a:r>
          </a:p>
        </p:txBody>
      </p:sp>
      <p:sp>
        <p:nvSpPr>
          <p:cNvPr id="174" name="p27-线-0174">
            <a:extLst xmlns:a="http://schemas.openxmlformats.org/drawingml/2006/main">
              <a:ext uri="{FF2B5EF4-FFF2-40B4-BE49-F238E27FC236}">
                <a16:creationId xmlns:a16="http://schemas.microsoft.com/office/drawing/2014/main" id="{8190A105-7B9E-4C41-87EF-5681802E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9525"/>
            <a:ext cx="5619750" cy="95"/>
          </a:xfrm>
          <a:custGeom xmlns:a="http://schemas.openxmlformats.org/drawingml/2006/main">
            <a:pathLst>
              <a:path w="5619750" h="9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175" name="p27-文本-0175">
            <a:extLst xmlns:a="http://schemas.openxmlformats.org/drawingml/2006/main">
              <a:ext uri="{FF2B5EF4-FFF2-40B4-BE49-F238E27FC236}">
                <a16:creationId xmlns:a16="http://schemas.microsoft.com/office/drawing/2014/main" id="{21858286-606B-43EB-96D9-051FC67E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4132"/>
            <a:ext cx="18568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下一步验证什么</a:t>
            </a:r>
          </a:p>
        </p:txBody>
      </p:sp>
      <p:sp>
        <p:nvSpPr>
          <p:cNvPr id="176" name="p27-文本-0176">
            <a:extLst xmlns:a="http://schemas.openxmlformats.org/drawingml/2006/main">
              <a:ext uri="{FF2B5EF4-FFF2-40B4-BE49-F238E27FC236}">
                <a16:creationId xmlns:a16="http://schemas.microsoft.com/office/drawing/2014/main" id="{0F1A7332-6D00-48E3-917C-A901756C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30696"/>
            <a:ext cx="35533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扩展环境条件，检验窗口是否迁移；</a:t>
            </a:r>
          </a:p>
        </p:txBody>
      </p:sp>
      <p:sp>
        <p:nvSpPr>
          <p:cNvPr id="177" name="p27-文本-0177">
            <a:extLst xmlns:a="http://schemas.openxmlformats.org/drawingml/2006/main">
              <a:ext uri="{FF2B5EF4-FFF2-40B4-BE49-F238E27FC236}">
                <a16:creationId xmlns:a16="http://schemas.microsoft.com/office/drawing/2014/main" id="{D400A978-475D-4FED-9E3D-A944337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40271"/>
            <a:ext cx="333432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追踪失效样品，解释偏离的来源。</a:t>
            </a:r>
          </a:p>
        </p:txBody>
      </p:sp>
      <p:sp>
        <p:nvSpPr>
          <p:cNvPr id="178" name="p27-矩形-0178">
            <a:extLst xmlns:a="http://schemas.openxmlformats.org/drawingml/2006/main">
              <a:ext uri="{FF2B5EF4-FFF2-40B4-BE49-F238E27FC236}">
                <a16:creationId xmlns:a16="http://schemas.microsoft.com/office/drawing/2014/main" id="{7D923921-116D-47BB-B1B2-519C28DF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61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E"/>
          </a:solidFill>
          <a:ln xmlns:a="http://schemas.openxmlformats.org/drawingml/2006/main" w="0">
            <a:noFill/>
          </a:ln>
        </p:spPr>
      </p:sp>
      <p:sp>
        <p:nvSpPr>
          <p:cNvPr id="179" name="p27-文本-0179">
            <a:extLst xmlns:a="http://schemas.openxmlformats.org/drawingml/2006/main">
              <a:ext uri="{FF2B5EF4-FFF2-40B4-BE49-F238E27FC236}">
                <a16:creationId xmlns:a16="http://schemas.microsoft.com/office/drawing/2014/main" id="{E1209475-4DE9-4DBC-BEC8-D58251EC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08127"/>
            <a:ext cx="26443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新问题由现有证据的边界产生</a:t>
            </a:r>
          </a:p>
        </p:txBody>
      </p:sp>
      <p:sp>
        <p:nvSpPr>
          <p:cNvPr id="180" name="p27-文本-0180">
            <a:extLst xmlns:a="http://schemas.openxmlformats.org/drawingml/2006/main">
              <a:ext uri="{FF2B5EF4-FFF2-40B4-BE49-F238E27FC236}">
                <a16:creationId xmlns:a16="http://schemas.microsoft.com/office/drawing/2014/main" id="{51D47493-097E-4375-90D9-44BF5111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9390511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28-矩形-0001">
            <a:extLst xmlns:a="http://schemas.openxmlformats.org/drawingml/2006/main">
              <a:ext uri="{FF2B5EF4-FFF2-40B4-BE49-F238E27FC236}">
                <a16:creationId xmlns:a16="http://schemas.microsoft.com/office/drawing/2014/main" id="{3BB36AFE-CA53-43DB-A327-A443A059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8-矩形-0002">
            <a:extLst xmlns:a="http://schemas.openxmlformats.org/drawingml/2006/main">
              <a:ext uri="{FF2B5EF4-FFF2-40B4-BE49-F238E27FC236}">
                <a16:creationId xmlns:a16="http://schemas.microsoft.com/office/drawing/2014/main" id="{2169E9E0-7BB6-402C-92E3-0BBCB22A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8-线-0003">
            <a:extLst xmlns:a="http://schemas.openxmlformats.org/drawingml/2006/main">
              <a:ext uri="{FF2B5EF4-FFF2-40B4-BE49-F238E27FC236}">
                <a16:creationId xmlns:a16="http://schemas.microsoft.com/office/drawing/2014/main" id="{30B0B9D4-CC2C-4DF4-848E-8210FA84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4" name="p28-文本-0004">
            <a:extLst xmlns:a="http://schemas.openxmlformats.org/drawingml/2006/main">
              <a:ext uri="{FF2B5EF4-FFF2-40B4-BE49-F238E27FC236}">
                <a16:creationId xmlns:a16="http://schemas.microsoft.com/office/drawing/2014/main" id="{A5D5B41B-546F-4456-BFB6-908F87A7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721" y="2379938"/>
            <a:ext cx="2170557" cy="7560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感谢聆听</a:t>
            </a:r>
          </a:p>
        </p:txBody>
      </p:sp>
      <p:sp>
        <p:nvSpPr>
          <p:cNvPr id="5" name="p28-线-0005">
            <a:extLst xmlns:a="http://schemas.openxmlformats.org/drawingml/2006/main">
              <a:ext uri="{FF2B5EF4-FFF2-40B4-BE49-F238E27FC236}">
                <a16:creationId xmlns:a16="http://schemas.microsoft.com/office/drawing/2014/main" id="{3F5704CC-F7A1-4920-93DE-76D70BD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3143250" cy="95"/>
          </a:xfrm>
          <a:custGeom xmlns:a="http://schemas.openxmlformats.org/drawingml/2006/main">
            <a:pathLst>
              <a:path w="3143250" h="95">
                <a:moveTo>
                  <a:pt x="0" y="0"/>
                </a:moveTo>
                <a:lnTo>
                  <a:pt x="314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6" name="p28-文本-0006">
            <a:extLst xmlns:a="http://schemas.openxmlformats.org/drawingml/2006/main">
              <a:ext uri="{FF2B5EF4-FFF2-40B4-BE49-F238E27FC236}">
                <a16:creationId xmlns:a16="http://schemas.microsoft.com/office/drawing/2014/main" id="{D286D369-A026-4957-8F4C-7AA0CBA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113" y="3689728"/>
            <a:ext cx="3525774" cy="39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欢迎讨论研究思路与验证路径</a:t>
            </a:r>
          </a:p>
        </p:txBody>
      </p:sp>
      <p:sp>
        <p:nvSpPr>
          <p:cNvPr id="7" name="p28-文本-0007">
            <a:extLst xmlns:a="http://schemas.openxmlformats.org/drawingml/2006/main">
              <a:ext uri="{FF2B5EF4-FFF2-40B4-BE49-F238E27FC236}">
                <a16:creationId xmlns:a16="http://schemas.microsoft.com/office/drawing/2014/main" id="{442949FD-AA61-4520-AC07-86B59B57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554423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29-矩形-0001">
            <a:extLst xmlns:a="http://schemas.openxmlformats.org/drawingml/2006/main">
              <a:ext uri="{FF2B5EF4-FFF2-40B4-BE49-F238E27FC236}">
                <a16:creationId xmlns:a16="http://schemas.microsoft.com/office/drawing/2014/main" id="{194C963E-8C27-4559-9996-B7A7B999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29-矩形-0002">
            <a:extLst xmlns:a="http://schemas.openxmlformats.org/drawingml/2006/main">
              <a:ext uri="{FF2B5EF4-FFF2-40B4-BE49-F238E27FC236}">
                <a16:creationId xmlns:a16="http://schemas.microsoft.com/office/drawing/2014/main" id="{73EAC1C0-557C-4BB6-AD37-696C6B90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29-文本-0003">
            <a:extLst xmlns:a="http://schemas.openxmlformats.org/drawingml/2006/main">
              <a:ext uri="{FF2B5EF4-FFF2-40B4-BE49-F238E27FC236}">
                <a16:creationId xmlns:a16="http://schemas.microsoft.com/office/drawing/2014/main" id="{7F9F559E-9021-4CF0-B567-2CB47D55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实施条件与验收口径在启动前对齐</a:t>
            </a:r>
          </a:p>
        </p:txBody>
      </p:sp>
      <p:sp>
        <p:nvSpPr>
          <p:cNvPr id="4" name="p29-文本-0004">
            <a:extLst xmlns:a="http://schemas.openxmlformats.org/drawingml/2006/main">
              <a:ext uri="{FF2B5EF4-FFF2-40B4-BE49-F238E27FC236}">
                <a16:creationId xmlns:a16="http://schemas.microsoft.com/office/drawing/2014/main" id="{C9CDAA7E-1843-4E35-80FE-15B9605C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5641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从输入准备到成果交付，每一项要求都对应可查看的依据</a:t>
            </a:r>
          </a:p>
        </p:txBody>
      </p:sp>
      <p:sp>
        <p:nvSpPr>
          <p:cNvPr id="5" name="p29-线-0005">
            <a:extLst xmlns:a="http://schemas.openxmlformats.org/drawingml/2006/main">
              <a:ext uri="{FF2B5EF4-FFF2-40B4-BE49-F238E27FC236}">
                <a16:creationId xmlns:a16="http://schemas.microsoft.com/office/drawing/2014/main" id="{BEE5CC6A-C21D-4F22-A458-C2B1A3DC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29-矩形-0006">
            <a:extLst xmlns:a="http://schemas.openxmlformats.org/drawingml/2006/main">
              <a:ext uri="{FF2B5EF4-FFF2-40B4-BE49-F238E27FC236}">
                <a16:creationId xmlns:a16="http://schemas.microsoft.com/office/drawing/2014/main" id="{75809022-72B5-4127-90EF-C51DFA7B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2028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29-文本-0007">
            <a:extLst xmlns:a="http://schemas.openxmlformats.org/drawingml/2006/main">
              <a:ext uri="{FF2B5EF4-FFF2-40B4-BE49-F238E27FC236}">
                <a16:creationId xmlns:a16="http://schemas.microsoft.com/office/drawing/2014/main" id="{391F8904-2667-430F-8B39-376335CC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610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实施条件</a:t>
            </a:r>
          </a:p>
        </p:txBody>
      </p:sp>
      <p:sp>
        <p:nvSpPr>
          <p:cNvPr id="8" name="p29-矩形-0008">
            <a:extLst xmlns:a="http://schemas.openxmlformats.org/drawingml/2006/main">
              <a:ext uri="{FF2B5EF4-FFF2-40B4-BE49-F238E27FC236}">
                <a16:creationId xmlns:a16="http://schemas.microsoft.com/office/drawing/2014/main" id="{A11250AC-0BC2-4CC1-8EEA-BD6DDD81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409700"/>
            <a:ext cx="3524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" name="p29-文本-0009">
            <a:extLst xmlns:a="http://schemas.openxmlformats.org/drawingml/2006/main">
              <a:ext uri="{FF2B5EF4-FFF2-40B4-BE49-F238E27FC236}">
                <a16:creationId xmlns:a16="http://schemas.microsoft.com/office/drawing/2014/main" id="{48768BCD-F7F6-4D74-9880-E8155EA7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147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判断依据</a:t>
            </a:r>
          </a:p>
        </p:txBody>
      </p:sp>
      <p:sp>
        <p:nvSpPr>
          <p:cNvPr id="10" name="p29-矩形-0010">
            <a:extLst xmlns:a="http://schemas.openxmlformats.org/drawingml/2006/main">
              <a:ext uri="{FF2B5EF4-FFF2-40B4-BE49-F238E27FC236}">
                <a16:creationId xmlns:a16="http://schemas.microsoft.com/office/drawing/2014/main" id="{F1494FC3-EEFD-48AC-A760-EDDA55FC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09700"/>
            <a:ext cx="3495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" name="p29-文本-0011">
            <a:extLst xmlns:a="http://schemas.openxmlformats.org/drawingml/2006/main">
              <a:ext uri="{FF2B5EF4-FFF2-40B4-BE49-F238E27FC236}">
                <a16:creationId xmlns:a16="http://schemas.microsoft.com/office/drawing/2014/main" id="{F746C735-E592-449C-BF39-FDEB64A4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110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交付产物</a:t>
            </a:r>
          </a:p>
        </p:txBody>
      </p:sp>
      <p:sp>
        <p:nvSpPr>
          <p:cNvPr id="12" name="p29-矩形-0012">
            <a:extLst xmlns:a="http://schemas.openxmlformats.org/drawingml/2006/main">
              <a:ext uri="{FF2B5EF4-FFF2-40B4-BE49-F238E27FC236}">
                <a16:creationId xmlns:a16="http://schemas.microsoft.com/office/drawing/2014/main" id="{668841E1-0EE9-4FCA-A137-F992F90C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09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3" name="p29-文本-0013">
            <a:extLst xmlns:a="http://schemas.openxmlformats.org/drawingml/2006/main">
              <a:ext uri="{FF2B5EF4-FFF2-40B4-BE49-F238E27FC236}">
                <a16:creationId xmlns:a16="http://schemas.microsoft.com/office/drawing/2014/main" id="{20C01603-5859-4CAB-A972-BD99C6C7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8310" y="1431224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进入下一步</a:t>
            </a:r>
          </a:p>
        </p:txBody>
      </p:sp>
      <p:sp>
        <p:nvSpPr>
          <p:cNvPr id="14" name="p29-矩形-0014">
            <a:extLst xmlns:a="http://schemas.openxmlformats.org/drawingml/2006/main">
              <a:ext uri="{FF2B5EF4-FFF2-40B4-BE49-F238E27FC236}">
                <a16:creationId xmlns:a16="http://schemas.microsoft.com/office/drawing/2014/main" id="{2198304B-9E57-4627-AD99-42570C8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123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5" name="p29-文本-0015">
            <a:extLst xmlns:a="http://schemas.openxmlformats.org/drawingml/2006/main">
              <a:ext uri="{FF2B5EF4-FFF2-40B4-BE49-F238E27FC236}">
                <a16:creationId xmlns:a16="http://schemas.microsoft.com/office/drawing/2014/main" id="{4C2160B4-7E0D-4772-B8AB-5DCB3760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284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样品与对照</a:t>
            </a:r>
          </a:p>
        </p:txBody>
      </p:sp>
      <p:sp>
        <p:nvSpPr>
          <p:cNvPr id="16" name="p29-文本-0016">
            <a:extLst xmlns:a="http://schemas.openxmlformats.org/drawingml/2006/main">
              <a:ext uri="{FF2B5EF4-FFF2-40B4-BE49-F238E27FC236}">
                <a16:creationId xmlns:a16="http://schemas.microsoft.com/office/drawing/2014/main" id="{320D34A8-4D13-4470-A520-4293BA51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194155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来源与批次记录完整</a:t>
            </a:r>
          </a:p>
        </p:txBody>
      </p:sp>
      <p:sp>
        <p:nvSpPr>
          <p:cNvPr id="17" name="p29-文本-0017">
            <a:extLst xmlns:a="http://schemas.openxmlformats.org/drawingml/2006/main">
              <a:ext uri="{FF2B5EF4-FFF2-40B4-BE49-F238E27FC236}">
                <a16:creationId xmlns:a16="http://schemas.microsoft.com/office/drawing/2014/main" id="{4F52064B-A3C7-4A69-8C67-CE61690A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26540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空白、参照同步准备</a:t>
            </a:r>
          </a:p>
        </p:txBody>
      </p:sp>
      <p:sp>
        <p:nvSpPr>
          <p:cNvPr id="18" name="p29-文本-0018">
            <a:extLst xmlns:a="http://schemas.openxmlformats.org/drawingml/2006/main">
              <a:ext uri="{FF2B5EF4-FFF2-40B4-BE49-F238E27FC236}">
                <a16:creationId xmlns:a16="http://schemas.microsoft.com/office/drawing/2014/main" id="{282D308A-D5A7-463B-8DC0-EEF8D79C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9415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样品清单</a:t>
            </a:r>
          </a:p>
        </p:txBody>
      </p:sp>
      <p:sp>
        <p:nvSpPr>
          <p:cNvPr id="19" name="p29-文本-0019">
            <a:extLst xmlns:a="http://schemas.openxmlformats.org/drawingml/2006/main">
              <a:ext uri="{FF2B5EF4-FFF2-40B4-BE49-F238E27FC236}">
                <a16:creationId xmlns:a16="http://schemas.microsoft.com/office/drawing/2014/main" id="{05DDB12F-A368-4DBA-A17E-B621E1A6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2654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条件及处理记录</a:t>
            </a:r>
          </a:p>
        </p:txBody>
      </p:sp>
      <p:sp>
        <p:nvSpPr>
          <p:cNvPr id="20" name="p29-矩形-0020">
            <a:extLst xmlns:a="http://schemas.openxmlformats.org/drawingml/2006/main">
              <a:ext uri="{FF2B5EF4-FFF2-40B4-BE49-F238E27FC236}">
                <a16:creationId xmlns:a16="http://schemas.microsoft.com/office/drawing/2014/main" id="{CB396DB9-ED48-40BD-B778-392D618D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38350"/>
            <a:ext cx="13811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FEC"/>
          </a:solidFill>
          <a:ln xmlns:a="http://schemas.openxmlformats.org/drawingml/2006/main" w="0">
            <a:noFill/>
          </a:ln>
        </p:spPr>
      </p:sp>
      <p:sp>
        <p:nvSpPr>
          <p:cNvPr id="21" name="p29-文本-0021">
            <a:extLst xmlns:a="http://schemas.openxmlformats.org/drawingml/2006/main">
              <a:ext uri="{FF2B5EF4-FFF2-40B4-BE49-F238E27FC236}">
                <a16:creationId xmlns:a16="http://schemas.microsoft.com/office/drawing/2014/main" id="{ED333D7D-AEA1-4DE1-A86F-838C5647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4425" y="2092849"/>
            <a:ext cx="6747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可比较</a:t>
            </a:r>
          </a:p>
        </p:txBody>
      </p:sp>
      <p:sp>
        <p:nvSpPr>
          <p:cNvPr id="22" name="p29-线-0022">
            <a:extLst xmlns:a="http://schemas.openxmlformats.org/drawingml/2006/main">
              <a:ext uri="{FF2B5EF4-FFF2-40B4-BE49-F238E27FC236}">
                <a16:creationId xmlns:a16="http://schemas.microsoft.com/office/drawing/2014/main" id="{2FE3AEC3-6F39-43C3-9E3E-6E7E3DCF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6225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23" name="p29-矩形-0023">
            <a:extLst xmlns:a="http://schemas.openxmlformats.org/drawingml/2006/main">
              <a:ext uri="{FF2B5EF4-FFF2-40B4-BE49-F238E27FC236}">
                <a16:creationId xmlns:a16="http://schemas.microsoft.com/office/drawing/2014/main" id="{B9291ACE-6B8D-4D0B-89AD-7E4A7FB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62250"/>
            <a:ext cx="1123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" name="p29-文本-0024">
            <a:extLst xmlns:a="http://schemas.openxmlformats.org/drawingml/2006/main">
              <a:ext uri="{FF2B5EF4-FFF2-40B4-BE49-F238E27FC236}">
                <a16:creationId xmlns:a16="http://schemas.microsoft.com/office/drawing/2014/main" id="{C071B1D2-7CF9-4050-9BBC-DE24CD89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154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测量与校准</a:t>
            </a:r>
          </a:p>
        </p:txBody>
      </p:sp>
      <p:sp>
        <p:nvSpPr>
          <p:cNvPr id="25" name="p29-文本-0025">
            <a:extLst xmlns:a="http://schemas.openxmlformats.org/drawingml/2006/main">
              <a:ext uri="{FF2B5EF4-FFF2-40B4-BE49-F238E27FC236}">
                <a16:creationId xmlns:a16="http://schemas.microsoft.com/office/drawing/2014/main" id="{4A9A9DE6-AB9C-44AC-A1D2-5EEE80AA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970256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基准覆盖预期响应范围</a:t>
            </a:r>
          </a:p>
        </p:txBody>
      </p:sp>
      <p:sp>
        <p:nvSpPr>
          <p:cNvPr id="26" name="p29-文本-0026">
            <a:extLst xmlns:a="http://schemas.openxmlformats.org/drawingml/2006/main">
              <a:ext uri="{FF2B5EF4-FFF2-40B4-BE49-F238E27FC236}">
                <a16:creationId xmlns:a16="http://schemas.microsoft.com/office/drawing/2014/main" id="{D4052CE7-9E30-4E3E-B7D0-BAEFCD3E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2941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漂移监测可以复核</a:t>
            </a:r>
          </a:p>
        </p:txBody>
      </p:sp>
      <p:sp>
        <p:nvSpPr>
          <p:cNvPr id="27" name="p29-文本-0027">
            <a:extLst xmlns:a="http://schemas.openxmlformats.org/drawingml/2006/main">
              <a:ext uri="{FF2B5EF4-FFF2-40B4-BE49-F238E27FC236}">
                <a16:creationId xmlns:a16="http://schemas.microsoft.com/office/drawing/2014/main" id="{8381FC9B-851C-42A5-9788-9F2BA235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9702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校准记录</a:t>
            </a:r>
          </a:p>
        </p:txBody>
      </p:sp>
      <p:sp>
        <p:nvSpPr>
          <p:cNvPr id="28" name="p29-文本-0028">
            <a:extLst xmlns:a="http://schemas.openxmlformats.org/drawingml/2006/main">
              <a:ext uri="{FF2B5EF4-FFF2-40B4-BE49-F238E27FC236}">
                <a16:creationId xmlns:a16="http://schemas.microsoft.com/office/drawing/2014/main" id="{38B30E9D-8F27-4E85-B195-8D0B78C3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29410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完整原始时序</a:t>
            </a:r>
          </a:p>
        </p:txBody>
      </p:sp>
      <p:sp>
        <p:nvSpPr>
          <p:cNvPr id="29" name="p29-矩形-0029">
            <a:extLst xmlns:a="http://schemas.openxmlformats.org/drawingml/2006/main">
              <a:ext uri="{FF2B5EF4-FFF2-40B4-BE49-F238E27FC236}">
                <a16:creationId xmlns:a16="http://schemas.microsoft.com/office/drawing/2014/main" id="{86E1526D-E17C-4D99-BA36-AC769CFD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67050"/>
            <a:ext cx="13811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FEC"/>
          </a:solidFill>
          <a:ln xmlns:a="http://schemas.openxmlformats.org/drawingml/2006/main" w="0">
            <a:noFill/>
          </a:ln>
        </p:spPr>
      </p:sp>
      <p:sp>
        <p:nvSpPr>
          <p:cNvPr id="30" name="p29-文本-0030">
            <a:extLst xmlns:a="http://schemas.openxmlformats.org/drawingml/2006/main">
              <a:ext uri="{FF2B5EF4-FFF2-40B4-BE49-F238E27FC236}">
                <a16:creationId xmlns:a16="http://schemas.microsoft.com/office/drawing/2014/main" id="{4E6C2DBC-AADF-481F-9AF5-C83F6C3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4425" y="3121549"/>
            <a:ext cx="6747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可测量</a:t>
            </a:r>
          </a:p>
        </p:txBody>
      </p:sp>
      <p:sp>
        <p:nvSpPr>
          <p:cNvPr id="31" name="p29-线-0031">
            <a:extLst xmlns:a="http://schemas.openxmlformats.org/drawingml/2006/main">
              <a:ext uri="{FF2B5EF4-FFF2-40B4-BE49-F238E27FC236}">
                <a16:creationId xmlns:a16="http://schemas.microsoft.com/office/drawing/2014/main" id="{F8DFDDE0-D213-420E-9C61-DD097385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9095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32" name="p29-矩形-0032">
            <a:extLst xmlns:a="http://schemas.openxmlformats.org/drawingml/2006/main">
              <a:ext uri="{FF2B5EF4-FFF2-40B4-BE49-F238E27FC236}">
                <a16:creationId xmlns:a16="http://schemas.microsoft.com/office/drawing/2014/main" id="{B0B43C03-D343-4E93-9DA0-0147E7E3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90950"/>
            <a:ext cx="1123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33" name="p29-文本-0033">
            <a:extLst xmlns:a="http://schemas.openxmlformats.org/drawingml/2006/main">
              <a:ext uri="{FF2B5EF4-FFF2-40B4-BE49-F238E27FC236}">
                <a16:creationId xmlns:a16="http://schemas.microsoft.com/office/drawing/2014/main" id="{5A4908B8-540B-4952-8230-920DA68F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024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数据与分析</a:t>
            </a:r>
          </a:p>
        </p:txBody>
      </p:sp>
      <p:sp>
        <p:nvSpPr>
          <p:cNvPr id="34" name="p29-文本-0034">
            <a:extLst xmlns:a="http://schemas.openxmlformats.org/drawingml/2006/main">
              <a:ext uri="{FF2B5EF4-FFF2-40B4-BE49-F238E27FC236}">
                <a16:creationId xmlns:a16="http://schemas.microsoft.com/office/drawing/2014/main" id="{7A76F88B-17FC-46CA-A2C7-4DE8DE8F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99895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单位、缺失与异常有记录</a:t>
            </a:r>
          </a:p>
        </p:txBody>
      </p:sp>
      <p:sp>
        <p:nvSpPr>
          <p:cNvPr id="35" name="p29-文本-0035">
            <a:extLst xmlns:a="http://schemas.openxmlformats.org/drawingml/2006/main">
              <a:ext uri="{FF2B5EF4-FFF2-40B4-BE49-F238E27FC236}">
                <a16:creationId xmlns:a16="http://schemas.microsoft.com/office/drawing/2014/main" id="{ECD7F23D-E642-4F33-B6CD-14478720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228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处理步骤能够重放</a:t>
            </a:r>
          </a:p>
        </p:txBody>
      </p:sp>
      <p:sp>
        <p:nvSpPr>
          <p:cNvPr id="36" name="p29-文本-0036">
            <a:extLst xmlns:a="http://schemas.openxmlformats.org/drawingml/2006/main">
              <a:ext uri="{FF2B5EF4-FFF2-40B4-BE49-F238E27FC236}">
                <a16:creationId xmlns:a16="http://schemas.microsoft.com/office/drawing/2014/main" id="{004CAEB6-89B8-4AE0-AEBA-74C679C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998956"/>
            <a:ext cx="1184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整理后数据表</a:t>
            </a:r>
          </a:p>
        </p:txBody>
      </p:sp>
      <p:sp>
        <p:nvSpPr>
          <p:cNvPr id="37" name="p29-文本-0037">
            <a:extLst xmlns:a="http://schemas.openxmlformats.org/drawingml/2006/main">
              <a:ext uri="{FF2B5EF4-FFF2-40B4-BE49-F238E27FC236}">
                <a16:creationId xmlns:a16="http://schemas.microsoft.com/office/drawing/2014/main" id="{785C4CE0-2684-430B-BA8B-973A04DA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3228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分析说明与图件</a:t>
            </a:r>
          </a:p>
        </p:txBody>
      </p:sp>
      <p:sp>
        <p:nvSpPr>
          <p:cNvPr id="38" name="p29-矩形-0038">
            <a:extLst xmlns:a="http://schemas.openxmlformats.org/drawingml/2006/main">
              <a:ext uri="{FF2B5EF4-FFF2-40B4-BE49-F238E27FC236}">
                <a16:creationId xmlns:a16="http://schemas.microsoft.com/office/drawing/2014/main" id="{3AC5FE23-F92A-4C40-BBDF-5887041D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13811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FEC"/>
          </a:solidFill>
          <a:ln xmlns:a="http://schemas.openxmlformats.org/drawingml/2006/main" w="0">
            <a:noFill/>
          </a:ln>
        </p:spPr>
      </p:sp>
      <p:sp>
        <p:nvSpPr>
          <p:cNvPr id="39" name="p29-文本-0039">
            <a:extLst xmlns:a="http://schemas.openxmlformats.org/drawingml/2006/main">
              <a:ext uri="{FF2B5EF4-FFF2-40B4-BE49-F238E27FC236}">
                <a16:creationId xmlns:a16="http://schemas.microsoft.com/office/drawing/2014/main" id="{E5CBC40E-FB0D-40CB-BBF3-F27634C7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4425" y="4150249"/>
            <a:ext cx="6747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可复现</a:t>
            </a:r>
          </a:p>
        </p:txBody>
      </p:sp>
      <p:sp>
        <p:nvSpPr>
          <p:cNvPr id="40" name="p29-线-0040">
            <a:extLst xmlns:a="http://schemas.openxmlformats.org/drawingml/2006/main">
              <a:ext uri="{FF2B5EF4-FFF2-40B4-BE49-F238E27FC236}">
                <a16:creationId xmlns:a16="http://schemas.microsoft.com/office/drawing/2014/main" id="{ABA1F61B-87AC-4DC1-AA12-16555D38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1965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41" name="p29-矩形-0041">
            <a:extLst xmlns:a="http://schemas.openxmlformats.org/drawingml/2006/main">
              <a:ext uri="{FF2B5EF4-FFF2-40B4-BE49-F238E27FC236}">
                <a16:creationId xmlns:a16="http://schemas.microsoft.com/office/drawing/2014/main" id="{3AD0BD21-5DC5-4824-899C-084D0B44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19650"/>
            <a:ext cx="1123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2" name="p29-文本-0042">
            <a:extLst xmlns:a="http://schemas.openxmlformats.org/drawingml/2006/main">
              <a:ext uri="{FF2B5EF4-FFF2-40B4-BE49-F238E27FC236}">
                <a16:creationId xmlns:a16="http://schemas.microsoft.com/office/drawing/2014/main" id="{5894AF45-6D70-46A4-9ABD-097D1F5D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7894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结果与交付</a:t>
            </a:r>
          </a:p>
        </p:txBody>
      </p:sp>
      <p:sp>
        <p:nvSpPr>
          <p:cNvPr id="43" name="p29-文本-0043">
            <a:extLst xmlns:a="http://schemas.openxmlformats.org/drawingml/2006/main">
              <a:ext uri="{FF2B5EF4-FFF2-40B4-BE49-F238E27FC236}">
                <a16:creationId xmlns:a16="http://schemas.microsoft.com/office/drawing/2014/main" id="{06BDEDEC-E909-453D-AC1F-D86B6174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027656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独立复测支撑主要判断</a:t>
            </a:r>
          </a:p>
        </p:txBody>
      </p:sp>
      <p:sp>
        <p:nvSpPr>
          <p:cNvPr id="44" name="p29-文本-0044">
            <a:extLst xmlns:a="http://schemas.openxmlformats.org/drawingml/2006/main">
              <a:ext uri="{FF2B5EF4-FFF2-40B4-BE49-F238E27FC236}">
                <a16:creationId xmlns:a16="http://schemas.microsoft.com/office/drawing/2014/main" id="{2EC468C4-3C35-456F-8F78-F5742EBA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35150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局限对应具体条件</a:t>
            </a:r>
          </a:p>
        </p:txBody>
      </p:sp>
      <p:sp>
        <p:nvSpPr>
          <p:cNvPr id="45" name="p29-文本-0045">
            <a:extLst xmlns:a="http://schemas.openxmlformats.org/drawingml/2006/main">
              <a:ext uri="{FF2B5EF4-FFF2-40B4-BE49-F238E27FC236}">
                <a16:creationId xmlns:a16="http://schemas.microsoft.com/office/drawing/2014/main" id="{08E1F3F0-B247-4C50-97E5-AA1C8788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027656"/>
            <a:ext cx="803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证据索引</a:t>
            </a:r>
          </a:p>
        </p:txBody>
      </p:sp>
      <p:sp>
        <p:nvSpPr>
          <p:cNvPr id="46" name="p29-文本-0046">
            <a:extLst xmlns:a="http://schemas.openxmlformats.org/drawingml/2006/main">
              <a:ext uri="{FF2B5EF4-FFF2-40B4-BE49-F238E27FC236}">
                <a16:creationId xmlns:a16="http://schemas.microsoft.com/office/drawing/2014/main" id="{8EA1ABB6-FD88-45D6-801C-B2747B1F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35150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可编辑报告与源文件</a:t>
            </a:r>
          </a:p>
        </p:txBody>
      </p:sp>
      <p:sp>
        <p:nvSpPr>
          <p:cNvPr id="47" name="p29-矩形-0047">
            <a:extLst xmlns:a="http://schemas.openxmlformats.org/drawingml/2006/main">
              <a:ext uri="{FF2B5EF4-FFF2-40B4-BE49-F238E27FC236}">
                <a16:creationId xmlns:a16="http://schemas.microsoft.com/office/drawing/2014/main" id="{969871A4-7AE1-4CD0-8F26-F2B1C374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24450"/>
            <a:ext cx="13811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FEC"/>
          </a:solidFill>
          <a:ln xmlns:a="http://schemas.openxmlformats.org/drawingml/2006/main" w="0">
            <a:noFill/>
          </a:ln>
        </p:spPr>
      </p:sp>
      <p:sp>
        <p:nvSpPr>
          <p:cNvPr id="48" name="p29-文本-0048">
            <a:extLst xmlns:a="http://schemas.openxmlformats.org/drawingml/2006/main">
              <a:ext uri="{FF2B5EF4-FFF2-40B4-BE49-F238E27FC236}">
                <a16:creationId xmlns:a16="http://schemas.microsoft.com/office/drawing/2014/main" id="{6F59FC66-7B42-43CC-89D2-702194A8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4425" y="5178949"/>
            <a:ext cx="6747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可验收</a:t>
            </a:r>
          </a:p>
        </p:txBody>
      </p:sp>
      <p:sp>
        <p:nvSpPr>
          <p:cNvPr id="49" name="p29-线-0049">
            <a:extLst xmlns:a="http://schemas.openxmlformats.org/drawingml/2006/main">
              <a:ext uri="{FF2B5EF4-FFF2-40B4-BE49-F238E27FC236}">
                <a16:creationId xmlns:a16="http://schemas.microsoft.com/office/drawing/2014/main" id="{A2EBD24A-528C-49F8-94AA-C86194E1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84835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50" name="p29-线-0050">
            <a:extLst xmlns:a="http://schemas.openxmlformats.org/drawingml/2006/main">
              <a:ext uri="{FF2B5EF4-FFF2-40B4-BE49-F238E27FC236}">
                <a16:creationId xmlns:a16="http://schemas.microsoft.com/office/drawing/2014/main" id="{E53B56E2-F5C7-49EC-88D1-86D87988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733550"/>
            <a:ext cx="95" cy="4114800"/>
          </a:xfrm>
          <a:custGeom xmlns:a="http://schemas.openxmlformats.org/drawingml/2006/main">
            <a:pathLst>
              <a:path w="95" h="4114800">
                <a:moveTo>
                  <a:pt x="0" y="0"/>
                </a:moveTo>
                <a:lnTo>
                  <a:pt x="0" y="41148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51" name="p29-线-0051">
            <a:extLst xmlns:a="http://schemas.openxmlformats.org/drawingml/2006/main">
              <a:ext uri="{FF2B5EF4-FFF2-40B4-BE49-F238E27FC236}">
                <a16:creationId xmlns:a16="http://schemas.microsoft.com/office/drawing/2014/main" id="{D01EEFC1-3565-4BB9-84E8-A298744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33550"/>
            <a:ext cx="95" cy="4114800"/>
          </a:xfrm>
          <a:custGeom xmlns:a="http://schemas.openxmlformats.org/drawingml/2006/main">
            <a:pathLst>
              <a:path w="95" h="4114800">
                <a:moveTo>
                  <a:pt x="0" y="0"/>
                </a:moveTo>
                <a:lnTo>
                  <a:pt x="0" y="41148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52" name="p29-线-0052">
            <a:extLst xmlns:a="http://schemas.openxmlformats.org/drawingml/2006/main">
              <a:ext uri="{FF2B5EF4-FFF2-40B4-BE49-F238E27FC236}">
                <a16:creationId xmlns:a16="http://schemas.microsoft.com/office/drawing/2014/main" id="{CF71EC60-4354-4FB7-83C8-ADC0039B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33550"/>
            <a:ext cx="95" cy="4114800"/>
          </a:xfrm>
          <a:custGeom xmlns:a="http://schemas.openxmlformats.org/drawingml/2006/main">
            <a:pathLst>
              <a:path w="95" h="4114800">
                <a:moveTo>
                  <a:pt x="0" y="0"/>
                </a:moveTo>
                <a:lnTo>
                  <a:pt x="0" y="41148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53" name="p29-文本-0053">
            <a:extLst xmlns:a="http://schemas.openxmlformats.org/drawingml/2006/main">
              <a:ext uri="{FF2B5EF4-FFF2-40B4-BE49-F238E27FC236}">
                <a16:creationId xmlns:a16="http://schemas.microsoft.com/office/drawing/2014/main" id="{2EB25642-D5F3-4BC5-98DC-FF15B0DD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786" y="6062007"/>
            <a:ext cx="571442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“已具备条件”必须能落实到可检查的记录与产物</a:t>
            </a:r>
          </a:p>
        </p:txBody>
      </p:sp>
      <p:sp>
        <p:nvSpPr>
          <p:cNvPr id="54" name="p29-文本-0054">
            <a:extLst xmlns:a="http://schemas.openxmlformats.org/drawingml/2006/main">
              <a:ext uri="{FF2B5EF4-FFF2-40B4-BE49-F238E27FC236}">
                <a16:creationId xmlns:a16="http://schemas.microsoft.com/office/drawing/2014/main" id="{D7774A2E-9E70-4491-ACBB-369E3304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7046814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p30-矩形-0001">
            <a:extLst xmlns:a="http://schemas.openxmlformats.org/drawingml/2006/main">
              <a:ext uri="{FF2B5EF4-FFF2-40B4-BE49-F238E27FC236}">
                <a16:creationId xmlns:a16="http://schemas.microsoft.com/office/drawing/2014/main" id="{D254ABD5-8FD3-405D-A00C-4C8726E6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0-矩形-0002">
            <a:extLst xmlns:a="http://schemas.openxmlformats.org/drawingml/2006/main">
              <a:ext uri="{FF2B5EF4-FFF2-40B4-BE49-F238E27FC236}">
                <a16:creationId xmlns:a16="http://schemas.microsoft.com/office/drawing/2014/main" id="{651B0F27-B279-44CC-8A85-C5911599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0-文本-0003">
            <a:extLst xmlns:a="http://schemas.openxmlformats.org/drawingml/2006/main">
              <a:ext uri="{FF2B5EF4-FFF2-40B4-BE49-F238E27FC236}">
                <a16:creationId xmlns:a16="http://schemas.microsoft.com/office/drawing/2014/main" id="{62996697-EADC-4038-84B4-8D677994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风险处理从识别信号转向可执行的替代路线</a:t>
            </a:r>
          </a:p>
        </p:txBody>
      </p:sp>
      <p:sp>
        <p:nvSpPr>
          <p:cNvPr id="4" name="p30-文本-0004">
            <a:extLst xmlns:a="http://schemas.openxmlformats.org/drawingml/2006/main">
              <a:ext uri="{FF2B5EF4-FFF2-40B4-BE49-F238E27FC236}">
                <a16:creationId xmlns:a16="http://schemas.microsoft.com/office/drawing/2014/main" id="{DFFDBF46-CD93-48CD-BC51-8EEA9B1C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3832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每条替代路线保留原来的判断目标，同时说明验证出口</a:t>
            </a:r>
          </a:p>
        </p:txBody>
      </p:sp>
      <p:sp>
        <p:nvSpPr>
          <p:cNvPr id="5" name="p30-线-0005">
            <a:extLst xmlns:a="http://schemas.openxmlformats.org/drawingml/2006/main">
              <a:ext uri="{FF2B5EF4-FFF2-40B4-BE49-F238E27FC236}">
                <a16:creationId xmlns:a16="http://schemas.microsoft.com/office/drawing/2014/main" id="{5CB990A2-45DD-4328-9276-7E11E9AC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0-矩形-0006">
            <a:extLst xmlns:a="http://schemas.openxmlformats.org/drawingml/2006/main">
              <a:ext uri="{FF2B5EF4-FFF2-40B4-BE49-F238E27FC236}">
                <a16:creationId xmlns:a16="http://schemas.microsoft.com/office/drawing/2014/main" id="{299FD6B5-CB85-434B-8509-FEC95538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1239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7" name="p30-文本-0007">
            <a:extLst xmlns:a="http://schemas.openxmlformats.org/drawingml/2006/main">
              <a:ext uri="{FF2B5EF4-FFF2-40B4-BE49-F238E27FC236}">
                <a16:creationId xmlns:a16="http://schemas.microsoft.com/office/drawing/2014/main" id="{D48506E4-1509-418C-98BD-4F78DDE1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9214"/>
            <a:ext cx="100488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信号偏弱</a:t>
            </a:r>
          </a:p>
        </p:txBody>
      </p:sp>
      <p:sp>
        <p:nvSpPr>
          <p:cNvPr id="8" name="p30-文本-0008">
            <a:extLst xmlns:a="http://schemas.openxmlformats.org/drawingml/2006/main">
              <a:ext uri="{FF2B5EF4-FFF2-40B4-BE49-F238E27FC236}">
                <a16:creationId xmlns:a16="http://schemas.microsoft.com/office/drawing/2014/main" id="{D5E7B112-F6EA-4473-AD01-BA0BE0AC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99813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识别信号</a:t>
            </a:r>
          </a:p>
        </p:txBody>
      </p:sp>
      <p:sp>
        <p:nvSpPr>
          <p:cNvPr id="9" name="p30-文本-0009">
            <a:extLst xmlns:a="http://schemas.openxmlformats.org/drawingml/2006/main">
              <a:ext uri="{FF2B5EF4-FFF2-40B4-BE49-F238E27FC236}">
                <a16:creationId xmlns:a16="http://schemas.microsoft.com/office/drawing/2014/main" id="{BF94BC87-AD1B-45BB-9C7C-AA0470C6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93981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样品响应接近空白</a:t>
            </a:r>
          </a:p>
        </p:txBody>
      </p:sp>
      <p:sp>
        <p:nvSpPr>
          <p:cNvPr id="10" name="p30-线-0010">
            <a:extLst xmlns:a="http://schemas.openxmlformats.org/drawingml/2006/main">
              <a:ext uri="{FF2B5EF4-FFF2-40B4-BE49-F238E27FC236}">
                <a16:creationId xmlns:a16="http://schemas.microsoft.com/office/drawing/2014/main" id="{074541E9-F0B1-47C8-9A76-40F25CB5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05075"/>
            <a:ext cx="2009775" cy="95"/>
          </a:xfrm>
          <a:custGeom xmlns:a="http://schemas.openxmlformats.org/drawingml/2006/main">
            <a:pathLst>
              <a:path w="2009775" h="95">
                <a:moveTo>
                  <a:pt x="0" y="0"/>
                </a:moveTo>
                <a:lnTo>
                  <a:pt x="2009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11" name="p30-路径-0011">
            <a:extLst xmlns:a="http://schemas.openxmlformats.org/drawingml/2006/main">
              <a:ext uri="{FF2B5EF4-FFF2-40B4-BE49-F238E27FC236}">
                <a16:creationId xmlns:a16="http://schemas.microsoft.com/office/drawing/2014/main" id="{5922B595-A38F-47A5-A2DB-C2D952D2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1690"/>
            <a:ext cx="2009775" cy="310515"/>
          </a:xfrm>
          <a:custGeom xmlns:a="http://schemas.openxmlformats.org/drawingml/2006/main">
            <a:pathLst>
              <a:path w="2009775" h="310515">
                <a:moveTo>
                  <a:pt x="0" y="310515"/>
                </a:moveTo>
                <a:lnTo>
                  <a:pt x="13335" y="310515"/>
                </a:lnTo>
                <a:lnTo>
                  <a:pt x="26670" y="310515"/>
                </a:lnTo>
                <a:lnTo>
                  <a:pt x="40005" y="310515"/>
                </a:lnTo>
                <a:lnTo>
                  <a:pt x="53340" y="310515"/>
                </a:lnTo>
                <a:lnTo>
                  <a:pt x="66675" y="310515"/>
                </a:lnTo>
                <a:lnTo>
                  <a:pt x="80010" y="310515"/>
                </a:lnTo>
                <a:lnTo>
                  <a:pt x="93345" y="310515"/>
                </a:lnTo>
                <a:lnTo>
                  <a:pt x="107633" y="310515"/>
                </a:lnTo>
                <a:lnTo>
                  <a:pt x="120967" y="310515"/>
                </a:lnTo>
                <a:lnTo>
                  <a:pt x="134303" y="310515"/>
                </a:lnTo>
                <a:lnTo>
                  <a:pt x="147638" y="310515"/>
                </a:lnTo>
                <a:lnTo>
                  <a:pt x="160972" y="310515"/>
                </a:lnTo>
                <a:lnTo>
                  <a:pt x="174308" y="310515"/>
                </a:lnTo>
                <a:lnTo>
                  <a:pt x="187642" y="310515"/>
                </a:lnTo>
                <a:lnTo>
                  <a:pt x="200978" y="310515"/>
                </a:lnTo>
                <a:lnTo>
                  <a:pt x="214313" y="310515"/>
                </a:lnTo>
                <a:lnTo>
                  <a:pt x="227647" y="310515"/>
                </a:lnTo>
                <a:lnTo>
                  <a:pt x="240983" y="310515"/>
                </a:lnTo>
                <a:lnTo>
                  <a:pt x="254317" y="310515"/>
                </a:lnTo>
                <a:lnTo>
                  <a:pt x="267653" y="310515"/>
                </a:lnTo>
                <a:lnTo>
                  <a:pt x="280988" y="310515"/>
                </a:lnTo>
                <a:lnTo>
                  <a:pt x="294322" y="310515"/>
                </a:lnTo>
                <a:lnTo>
                  <a:pt x="308610" y="310515"/>
                </a:lnTo>
                <a:lnTo>
                  <a:pt x="321945" y="310515"/>
                </a:lnTo>
                <a:lnTo>
                  <a:pt x="335280" y="309563"/>
                </a:lnTo>
                <a:lnTo>
                  <a:pt x="348615" y="304800"/>
                </a:lnTo>
                <a:lnTo>
                  <a:pt x="361950" y="282893"/>
                </a:lnTo>
                <a:lnTo>
                  <a:pt x="375285" y="223838"/>
                </a:lnTo>
                <a:lnTo>
                  <a:pt x="388620" y="140018"/>
                </a:lnTo>
                <a:lnTo>
                  <a:pt x="401955" y="96202"/>
                </a:lnTo>
                <a:lnTo>
                  <a:pt x="415290" y="140018"/>
                </a:lnTo>
                <a:lnTo>
                  <a:pt x="428625" y="223838"/>
                </a:lnTo>
                <a:lnTo>
                  <a:pt x="441960" y="282893"/>
                </a:lnTo>
                <a:lnTo>
                  <a:pt x="455295" y="304800"/>
                </a:lnTo>
                <a:lnTo>
                  <a:pt x="468630" y="309563"/>
                </a:lnTo>
                <a:lnTo>
                  <a:pt x="481965" y="310515"/>
                </a:lnTo>
                <a:lnTo>
                  <a:pt x="495300" y="310515"/>
                </a:lnTo>
                <a:lnTo>
                  <a:pt x="509588" y="310515"/>
                </a:lnTo>
                <a:lnTo>
                  <a:pt x="522922" y="310515"/>
                </a:lnTo>
                <a:lnTo>
                  <a:pt x="536258" y="310515"/>
                </a:lnTo>
                <a:lnTo>
                  <a:pt x="549592" y="310515"/>
                </a:lnTo>
                <a:lnTo>
                  <a:pt x="562928" y="310515"/>
                </a:lnTo>
                <a:lnTo>
                  <a:pt x="576263" y="310515"/>
                </a:lnTo>
                <a:lnTo>
                  <a:pt x="589597" y="310515"/>
                </a:lnTo>
                <a:lnTo>
                  <a:pt x="602933" y="310515"/>
                </a:lnTo>
                <a:lnTo>
                  <a:pt x="616267" y="310515"/>
                </a:lnTo>
                <a:lnTo>
                  <a:pt x="629603" y="310515"/>
                </a:lnTo>
                <a:lnTo>
                  <a:pt x="642938" y="310515"/>
                </a:lnTo>
                <a:lnTo>
                  <a:pt x="656272" y="310515"/>
                </a:lnTo>
                <a:lnTo>
                  <a:pt x="669608" y="310515"/>
                </a:lnTo>
                <a:lnTo>
                  <a:pt x="682942" y="310515"/>
                </a:lnTo>
                <a:lnTo>
                  <a:pt x="696278" y="310515"/>
                </a:lnTo>
                <a:lnTo>
                  <a:pt x="710565" y="310515"/>
                </a:lnTo>
                <a:lnTo>
                  <a:pt x="723900" y="310515"/>
                </a:lnTo>
                <a:lnTo>
                  <a:pt x="737235" y="310515"/>
                </a:lnTo>
                <a:lnTo>
                  <a:pt x="750570" y="310515"/>
                </a:lnTo>
                <a:lnTo>
                  <a:pt x="763905" y="310515"/>
                </a:lnTo>
                <a:lnTo>
                  <a:pt x="777240" y="310515"/>
                </a:lnTo>
                <a:lnTo>
                  <a:pt x="790575" y="309563"/>
                </a:lnTo>
                <a:lnTo>
                  <a:pt x="803910" y="307658"/>
                </a:lnTo>
                <a:lnTo>
                  <a:pt x="817245" y="300990"/>
                </a:lnTo>
                <a:lnTo>
                  <a:pt x="830580" y="285750"/>
                </a:lnTo>
                <a:lnTo>
                  <a:pt x="843915" y="252413"/>
                </a:lnTo>
                <a:lnTo>
                  <a:pt x="857250" y="197168"/>
                </a:lnTo>
                <a:lnTo>
                  <a:pt x="870585" y="122873"/>
                </a:lnTo>
                <a:lnTo>
                  <a:pt x="883920" y="47625"/>
                </a:lnTo>
                <a:lnTo>
                  <a:pt x="897255" y="0"/>
                </a:lnTo>
                <a:lnTo>
                  <a:pt x="911542" y="0"/>
                </a:lnTo>
                <a:lnTo>
                  <a:pt x="924878" y="47625"/>
                </a:lnTo>
                <a:lnTo>
                  <a:pt x="938213" y="122873"/>
                </a:lnTo>
                <a:lnTo>
                  <a:pt x="951547" y="197168"/>
                </a:lnTo>
                <a:lnTo>
                  <a:pt x="964883" y="252413"/>
                </a:lnTo>
                <a:lnTo>
                  <a:pt x="978217" y="285750"/>
                </a:lnTo>
                <a:lnTo>
                  <a:pt x="991553" y="300990"/>
                </a:lnTo>
                <a:lnTo>
                  <a:pt x="1004888" y="307658"/>
                </a:lnTo>
                <a:lnTo>
                  <a:pt x="1018222" y="309563"/>
                </a:lnTo>
                <a:lnTo>
                  <a:pt x="1031558" y="310515"/>
                </a:lnTo>
                <a:lnTo>
                  <a:pt x="1044892" y="310515"/>
                </a:lnTo>
                <a:lnTo>
                  <a:pt x="1058228" y="310515"/>
                </a:lnTo>
                <a:lnTo>
                  <a:pt x="1071563" y="310515"/>
                </a:lnTo>
                <a:lnTo>
                  <a:pt x="1084897" y="310515"/>
                </a:lnTo>
                <a:lnTo>
                  <a:pt x="1098233" y="310515"/>
                </a:lnTo>
                <a:lnTo>
                  <a:pt x="1112520" y="310515"/>
                </a:lnTo>
                <a:lnTo>
                  <a:pt x="1125855" y="310515"/>
                </a:lnTo>
                <a:lnTo>
                  <a:pt x="1139190" y="310515"/>
                </a:lnTo>
                <a:lnTo>
                  <a:pt x="1152525" y="310515"/>
                </a:lnTo>
                <a:lnTo>
                  <a:pt x="1165860" y="310515"/>
                </a:lnTo>
                <a:lnTo>
                  <a:pt x="1179195" y="310515"/>
                </a:lnTo>
                <a:lnTo>
                  <a:pt x="1192530" y="310515"/>
                </a:lnTo>
                <a:lnTo>
                  <a:pt x="1205865" y="310515"/>
                </a:lnTo>
                <a:lnTo>
                  <a:pt x="1219200" y="310515"/>
                </a:lnTo>
                <a:lnTo>
                  <a:pt x="1232535" y="310515"/>
                </a:lnTo>
                <a:lnTo>
                  <a:pt x="1245870" y="310515"/>
                </a:lnTo>
                <a:lnTo>
                  <a:pt x="1259205" y="310515"/>
                </a:lnTo>
                <a:lnTo>
                  <a:pt x="1272540" y="310515"/>
                </a:lnTo>
                <a:lnTo>
                  <a:pt x="1285875" y="310515"/>
                </a:lnTo>
                <a:lnTo>
                  <a:pt x="1299210" y="310515"/>
                </a:lnTo>
                <a:lnTo>
                  <a:pt x="1313497" y="310515"/>
                </a:lnTo>
                <a:lnTo>
                  <a:pt x="1326833" y="310515"/>
                </a:lnTo>
                <a:lnTo>
                  <a:pt x="1340168" y="310515"/>
                </a:lnTo>
                <a:lnTo>
                  <a:pt x="1353503" y="310515"/>
                </a:lnTo>
                <a:lnTo>
                  <a:pt x="1366838" y="310515"/>
                </a:lnTo>
                <a:lnTo>
                  <a:pt x="1380172" y="309563"/>
                </a:lnTo>
                <a:lnTo>
                  <a:pt x="1393508" y="299085"/>
                </a:lnTo>
                <a:lnTo>
                  <a:pt x="1406843" y="243840"/>
                </a:lnTo>
                <a:lnTo>
                  <a:pt x="1420178" y="149543"/>
                </a:lnTo>
                <a:lnTo>
                  <a:pt x="1433513" y="149543"/>
                </a:lnTo>
                <a:lnTo>
                  <a:pt x="1446847" y="243840"/>
                </a:lnTo>
                <a:lnTo>
                  <a:pt x="1460183" y="299085"/>
                </a:lnTo>
                <a:lnTo>
                  <a:pt x="1473518" y="309563"/>
                </a:lnTo>
                <a:lnTo>
                  <a:pt x="1486853" y="310515"/>
                </a:lnTo>
                <a:lnTo>
                  <a:pt x="1500188" y="310515"/>
                </a:lnTo>
                <a:lnTo>
                  <a:pt x="1514475" y="310515"/>
                </a:lnTo>
                <a:lnTo>
                  <a:pt x="1527810" y="310515"/>
                </a:lnTo>
                <a:lnTo>
                  <a:pt x="1541145" y="310515"/>
                </a:lnTo>
                <a:lnTo>
                  <a:pt x="1554480" y="310515"/>
                </a:lnTo>
                <a:lnTo>
                  <a:pt x="1567815" y="310515"/>
                </a:lnTo>
                <a:lnTo>
                  <a:pt x="1581150" y="310515"/>
                </a:lnTo>
                <a:lnTo>
                  <a:pt x="1594485" y="310515"/>
                </a:lnTo>
                <a:lnTo>
                  <a:pt x="1607820" y="310515"/>
                </a:lnTo>
                <a:lnTo>
                  <a:pt x="1621155" y="310515"/>
                </a:lnTo>
                <a:lnTo>
                  <a:pt x="1634490" y="310515"/>
                </a:lnTo>
                <a:lnTo>
                  <a:pt x="1647825" y="310515"/>
                </a:lnTo>
                <a:lnTo>
                  <a:pt x="1661160" y="310515"/>
                </a:lnTo>
                <a:lnTo>
                  <a:pt x="1674495" y="308610"/>
                </a:lnTo>
                <a:lnTo>
                  <a:pt x="1687830" y="302895"/>
                </a:lnTo>
                <a:lnTo>
                  <a:pt x="1701165" y="286702"/>
                </a:lnTo>
                <a:lnTo>
                  <a:pt x="1715453" y="256223"/>
                </a:lnTo>
                <a:lnTo>
                  <a:pt x="1728788" y="216218"/>
                </a:lnTo>
                <a:lnTo>
                  <a:pt x="1742122" y="186690"/>
                </a:lnTo>
                <a:lnTo>
                  <a:pt x="1755458" y="186690"/>
                </a:lnTo>
                <a:lnTo>
                  <a:pt x="1768793" y="216218"/>
                </a:lnTo>
                <a:lnTo>
                  <a:pt x="1782128" y="256223"/>
                </a:lnTo>
                <a:lnTo>
                  <a:pt x="1795463" y="286702"/>
                </a:lnTo>
                <a:lnTo>
                  <a:pt x="1808797" y="302895"/>
                </a:lnTo>
                <a:lnTo>
                  <a:pt x="1822132" y="308610"/>
                </a:lnTo>
                <a:lnTo>
                  <a:pt x="1835468" y="310515"/>
                </a:lnTo>
                <a:lnTo>
                  <a:pt x="1848803" y="310515"/>
                </a:lnTo>
                <a:lnTo>
                  <a:pt x="1862138" y="310515"/>
                </a:lnTo>
                <a:lnTo>
                  <a:pt x="1875472" y="310515"/>
                </a:lnTo>
                <a:lnTo>
                  <a:pt x="1888807" y="310515"/>
                </a:lnTo>
                <a:lnTo>
                  <a:pt x="1902143" y="310515"/>
                </a:lnTo>
                <a:lnTo>
                  <a:pt x="1916430" y="310515"/>
                </a:lnTo>
                <a:lnTo>
                  <a:pt x="1929765" y="310515"/>
                </a:lnTo>
                <a:lnTo>
                  <a:pt x="1943100" y="310515"/>
                </a:lnTo>
                <a:lnTo>
                  <a:pt x="1956435" y="310515"/>
                </a:lnTo>
                <a:lnTo>
                  <a:pt x="1969770" y="310515"/>
                </a:lnTo>
                <a:lnTo>
                  <a:pt x="1983105" y="310515"/>
                </a:lnTo>
                <a:lnTo>
                  <a:pt x="1996440" y="310515"/>
                </a:lnTo>
                <a:lnTo>
                  <a:pt x="2009775" y="31051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12" name="p30-路径-0012">
            <a:extLst xmlns:a="http://schemas.openxmlformats.org/drawingml/2006/main">
              <a:ext uri="{FF2B5EF4-FFF2-40B4-BE49-F238E27FC236}">
                <a16:creationId xmlns:a16="http://schemas.microsoft.com/office/drawing/2014/main" id="{F1F02860-55CE-4C38-AED4-D73DC7C9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50720"/>
            <a:ext cx="2009775" cy="314325"/>
          </a:xfrm>
          <a:custGeom xmlns:a="http://schemas.openxmlformats.org/drawingml/2006/main">
            <a:pathLst>
              <a:path w="2009775" h="314325">
                <a:moveTo>
                  <a:pt x="0" y="314325"/>
                </a:moveTo>
                <a:lnTo>
                  <a:pt x="13335" y="314325"/>
                </a:lnTo>
                <a:lnTo>
                  <a:pt x="26670" y="314325"/>
                </a:lnTo>
                <a:lnTo>
                  <a:pt x="40005" y="314325"/>
                </a:lnTo>
                <a:lnTo>
                  <a:pt x="53340" y="314325"/>
                </a:lnTo>
                <a:lnTo>
                  <a:pt x="66675" y="314325"/>
                </a:lnTo>
                <a:lnTo>
                  <a:pt x="80010" y="314325"/>
                </a:lnTo>
                <a:lnTo>
                  <a:pt x="93345" y="314325"/>
                </a:lnTo>
                <a:lnTo>
                  <a:pt x="107633" y="314325"/>
                </a:lnTo>
                <a:lnTo>
                  <a:pt x="120967" y="314325"/>
                </a:lnTo>
                <a:lnTo>
                  <a:pt x="134303" y="314325"/>
                </a:lnTo>
                <a:lnTo>
                  <a:pt x="147638" y="314325"/>
                </a:lnTo>
                <a:lnTo>
                  <a:pt x="160972" y="314325"/>
                </a:lnTo>
                <a:lnTo>
                  <a:pt x="174308" y="314325"/>
                </a:lnTo>
                <a:lnTo>
                  <a:pt x="187642" y="314325"/>
                </a:lnTo>
                <a:lnTo>
                  <a:pt x="200978" y="314325"/>
                </a:lnTo>
                <a:lnTo>
                  <a:pt x="214313" y="314325"/>
                </a:lnTo>
                <a:lnTo>
                  <a:pt x="227647" y="314325"/>
                </a:lnTo>
                <a:lnTo>
                  <a:pt x="240983" y="314325"/>
                </a:lnTo>
                <a:lnTo>
                  <a:pt x="254317" y="314325"/>
                </a:lnTo>
                <a:lnTo>
                  <a:pt x="267653" y="314325"/>
                </a:lnTo>
                <a:lnTo>
                  <a:pt x="280988" y="314325"/>
                </a:lnTo>
                <a:lnTo>
                  <a:pt x="294322" y="314325"/>
                </a:lnTo>
                <a:lnTo>
                  <a:pt x="308610" y="314325"/>
                </a:lnTo>
                <a:lnTo>
                  <a:pt x="321945" y="314325"/>
                </a:lnTo>
                <a:lnTo>
                  <a:pt x="335280" y="314325"/>
                </a:lnTo>
                <a:lnTo>
                  <a:pt x="348615" y="314325"/>
                </a:lnTo>
                <a:lnTo>
                  <a:pt x="361950" y="310515"/>
                </a:lnTo>
                <a:lnTo>
                  <a:pt x="375285" y="293370"/>
                </a:lnTo>
                <a:lnTo>
                  <a:pt x="388620" y="242888"/>
                </a:lnTo>
                <a:lnTo>
                  <a:pt x="401955" y="160020"/>
                </a:lnTo>
                <a:lnTo>
                  <a:pt x="415290" y="101917"/>
                </a:lnTo>
                <a:lnTo>
                  <a:pt x="428625" y="128588"/>
                </a:lnTo>
                <a:lnTo>
                  <a:pt x="441960" y="211455"/>
                </a:lnTo>
                <a:lnTo>
                  <a:pt x="455295" y="278130"/>
                </a:lnTo>
                <a:lnTo>
                  <a:pt x="468630" y="305752"/>
                </a:lnTo>
                <a:lnTo>
                  <a:pt x="481965" y="313372"/>
                </a:lnTo>
                <a:lnTo>
                  <a:pt x="495300" y="314325"/>
                </a:lnTo>
                <a:lnTo>
                  <a:pt x="509588" y="314325"/>
                </a:lnTo>
                <a:lnTo>
                  <a:pt x="522922" y="314325"/>
                </a:lnTo>
                <a:lnTo>
                  <a:pt x="536258" y="314325"/>
                </a:lnTo>
                <a:lnTo>
                  <a:pt x="549592" y="314325"/>
                </a:lnTo>
                <a:lnTo>
                  <a:pt x="562928" y="314325"/>
                </a:lnTo>
                <a:lnTo>
                  <a:pt x="576263" y="314325"/>
                </a:lnTo>
                <a:lnTo>
                  <a:pt x="589597" y="314325"/>
                </a:lnTo>
                <a:lnTo>
                  <a:pt x="602933" y="314325"/>
                </a:lnTo>
                <a:lnTo>
                  <a:pt x="616267" y="314325"/>
                </a:lnTo>
                <a:lnTo>
                  <a:pt x="629603" y="314325"/>
                </a:lnTo>
                <a:lnTo>
                  <a:pt x="642938" y="314325"/>
                </a:lnTo>
                <a:lnTo>
                  <a:pt x="656272" y="314325"/>
                </a:lnTo>
                <a:lnTo>
                  <a:pt x="669608" y="314325"/>
                </a:lnTo>
                <a:lnTo>
                  <a:pt x="682942" y="314325"/>
                </a:lnTo>
                <a:lnTo>
                  <a:pt x="696278" y="314325"/>
                </a:lnTo>
                <a:lnTo>
                  <a:pt x="710565" y="314325"/>
                </a:lnTo>
                <a:lnTo>
                  <a:pt x="723900" y="314325"/>
                </a:lnTo>
                <a:lnTo>
                  <a:pt x="737235" y="314325"/>
                </a:lnTo>
                <a:lnTo>
                  <a:pt x="750570" y="314325"/>
                </a:lnTo>
                <a:lnTo>
                  <a:pt x="763905" y="314325"/>
                </a:lnTo>
                <a:lnTo>
                  <a:pt x="777240" y="314325"/>
                </a:lnTo>
                <a:lnTo>
                  <a:pt x="790575" y="314325"/>
                </a:lnTo>
                <a:lnTo>
                  <a:pt x="803910" y="313372"/>
                </a:lnTo>
                <a:lnTo>
                  <a:pt x="817245" y="312420"/>
                </a:lnTo>
                <a:lnTo>
                  <a:pt x="830580" y="306705"/>
                </a:lnTo>
                <a:lnTo>
                  <a:pt x="843915" y="293370"/>
                </a:lnTo>
                <a:lnTo>
                  <a:pt x="857250" y="264795"/>
                </a:lnTo>
                <a:lnTo>
                  <a:pt x="870585" y="214313"/>
                </a:lnTo>
                <a:lnTo>
                  <a:pt x="883920" y="142875"/>
                </a:lnTo>
                <a:lnTo>
                  <a:pt x="897255" y="65722"/>
                </a:lnTo>
                <a:lnTo>
                  <a:pt x="911542" y="9525"/>
                </a:lnTo>
                <a:lnTo>
                  <a:pt x="924878" y="0"/>
                </a:lnTo>
                <a:lnTo>
                  <a:pt x="938213" y="39052"/>
                </a:lnTo>
                <a:lnTo>
                  <a:pt x="951547" y="110490"/>
                </a:lnTo>
                <a:lnTo>
                  <a:pt x="964883" y="187642"/>
                </a:lnTo>
                <a:lnTo>
                  <a:pt x="978217" y="247650"/>
                </a:lnTo>
                <a:lnTo>
                  <a:pt x="991553" y="284797"/>
                </a:lnTo>
                <a:lnTo>
                  <a:pt x="1004888" y="302895"/>
                </a:lnTo>
                <a:lnTo>
                  <a:pt x="1018222" y="310515"/>
                </a:lnTo>
                <a:lnTo>
                  <a:pt x="1031558" y="313372"/>
                </a:lnTo>
                <a:lnTo>
                  <a:pt x="1044892" y="314325"/>
                </a:lnTo>
                <a:lnTo>
                  <a:pt x="1058228" y="314325"/>
                </a:lnTo>
                <a:lnTo>
                  <a:pt x="1071563" y="314325"/>
                </a:lnTo>
                <a:lnTo>
                  <a:pt x="1084897" y="314325"/>
                </a:lnTo>
                <a:lnTo>
                  <a:pt x="1098233" y="314325"/>
                </a:lnTo>
                <a:lnTo>
                  <a:pt x="1112520" y="314325"/>
                </a:lnTo>
                <a:lnTo>
                  <a:pt x="1125855" y="314325"/>
                </a:lnTo>
                <a:lnTo>
                  <a:pt x="1139190" y="314325"/>
                </a:lnTo>
                <a:lnTo>
                  <a:pt x="1152525" y="314325"/>
                </a:lnTo>
                <a:lnTo>
                  <a:pt x="1165860" y="314325"/>
                </a:lnTo>
                <a:lnTo>
                  <a:pt x="1179195" y="314325"/>
                </a:lnTo>
                <a:lnTo>
                  <a:pt x="1192530" y="314325"/>
                </a:lnTo>
                <a:lnTo>
                  <a:pt x="1205865" y="314325"/>
                </a:lnTo>
                <a:lnTo>
                  <a:pt x="1219200" y="314325"/>
                </a:lnTo>
                <a:lnTo>
                  <a:pt x="1232535" y="314325"/>
                </a:lnTo>
                <a:lnTo>
                  <a:pt x="1245870" y="314325"/>
                </a:lnTo>
                <a:lnTo>
                  <a:pt x="1259205" y="314325"/>
                </a:lnTo>
                <a:lnTo>
                  <a:pt x="1272540" y="314325"/>
                </a:lnTo>
                <a:lnTo>
                  <a:pt x="1285875" y="314325"/>
                </a:lnTo>
                <a:lnTo>
                  <a:pt x="1299210" y="314325"/>
                </a:lnTo>
                <a:lnTo>
                  <a:pt x="1313497" y="314325"/>
                </a:lnTo>
                <a:lnTo>
                  <a:pt x="1326833" y="314325"/>
                </a:lnTo>
                <a:lnTo>
                  <a:pt x="1340168" y="314325"/>
                </a:lnTo>
                <a:lnTo>
                  <a:pt x="1353503" y="314325"/>
                </a:lnTo>
                <a:lnTo>
                  <a:pt x="1366838" y="314325"/>
                </a:lnTo>
                <a:lnTo>
                  <a:pt x="1380172" y="314325"/>
                </a:lnTo>
                <a:lnTo>
                  <a:pt x="1393508" y="314325"/>
                </a:lnTo>
                <a:lnTo>
                  <a:pt x="1406843" y="307657"/>
                </a:lnTo>
                <a:lnTo>
                  <a:pt x="1420178" y="264795"/>
                </a:lnTo>
                <a:lnTo>
                  <a:pt x="1433513" y="169545"/>
                </a:lnTo>
                <a:lnTo>
                  <a:pt x="1446847" y="140970"/>
                </a:lnTo>
                <a:lnTo>
                  <a:pt x="1460183" y="229552"/>
                </a:lnTo>
                <a:lnTo>
                  <a:pt x="1473518" y="297180"/>
                </a:lnTo>
                <a:lnTo>
                  <a:pt x="1486853" y="313372"/>
                </a:lnTo>
                <a:lnTo>
                  <a:pt x="1500188" y="314325"/>
                </a:lnTo>
                <a:lnTo>
                  <a:pt x="1514475" y="314325"/>
                </a:lnTo>
                <a:lnTo>
                  <a:pt x="1527810" y="314325"/>
                </a:lnTo>
                <a:lnTo>
                  <a:pt x="1541145" y="314325"/>
                </a:lnTo>
                <a:lnTo>
                  <a:pt x="1554480" y="314325"/>
                </a:lnTo>
                <a:lnTo>
                  <a:pt x="1567815" y="314325"/>
                </a:lnTo>
                <a:lnTo>
                  <a:pt x="1581150" y="314325"/>
                </a:lnTo>
                <a:lnTo>
                  <a:pt x="1594485" y="314325"/>
                </a:lnTo>
                <a:lnTo>
                  <a:pt x="1607820" y="314325"/>
                </a:lnTo>
                <a:lnTo>
                  <a:pt x="1621155" y="314325"/>
                </a:lnTo>
                <a:lnTo>
                  <a:pt x="1634490" y="314325"/>
                </a:lnTo>
                <a:lnTo>
                  <a:pt x="1647825" y="314325"/>
                </a:lnTo>
                <a:lnTo>
                  <a:pt x="1661160" y="314325"/>
                </a:lnTo>
                <a:lnTo>
                  <a:pt x="1674495" y="314325"/>
                </a:lnTo>
                <a:lnTo>
                  <a:pt x="1687830" y="312420"/>
                </a:lnTo>
                <a:lnTo>
                  <a:pt x="1701165" y="307657"/>
                </a:lnTo>
                <a:lnTo>
                  <a:pt x="1715453" y="294322"/>
                </a:lnTo>
                <a:lnTo>
                  <a:pt x="1728788" y="266700"/>
                </a:lnTo>
                <a:lnTo>
                  <a:pt x="1742122" y="227647"/>
                </a:lnTo>
                <a:lnTo>
                  <a:pt x="1755458" y="194310"/>
                </a:lnTo>
                <a:lnTo>
                  <a:pt x="1768793" y="187642"/>
                </a:lnTo>
                <a:lnTo>
                  <a:pt x="1782128" y="212407"/>
                </a:lnTo>
                <a:lnTo>
                  <a:pt x="1795463" y="252413"/>
                </a:lnTo>
                <a:lnTo>
                  <a:pt x="1808797" y="285750"/>
                </a:lnTo>
                <a:lnTo>
                  <a:pt x="1822132" y="303847"/>
                </a:lnTo>
                <a:lnTo>
                  <a:pt x="1835468" y="311467"/>
                </a:lnTo>
                <a:lnTo>
                  <a:pt x="1848803" y="313372"/>
                </a:lnTo>
                <a:lnTo>
                  <a:pt x="1862138" y="314325"/>
                </a:lnTo>
                <a:lnTo>
                  <a:pt x="1875472" y="314325"/>
                </a:lnTo>
                <a:lnTo>
                  <a:pt x="1888807" y="314325"/>
                </a:lnTo>
                <a:lnTo>
                  <a:pt x="1902143" y="314325"/>
                </a:lnTo>
                <a:lnTo>
                  <a:pt x="1916430" y="314325"/>
                </a:lnTo>
                <a:lnTo>
                  <a:pt x="1929765" y="314325"/>
                </a:lnTo>
                <a:lnTo>
                  <a:pt x="1943100" y="314325"/>
                </a:lnTo>
                <a:lnTo>
                  <a:pt x="1956435" y="314325"/>
                </a:lnTo>
                <a:lnTo>
                  <a:pt x="1969770" y="314325"/>
                </a:lnTo>
                <a:lnTo>
                  <a:pt x="1983105" y="314325"/>
                </a:lnTo>
                <a:lnTo>
                  <a:pt x="1996440" y="314325"/>
                </a:lnTo>
                <a:lnTo>
                  <a:pt x="2009775" y="3143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13" name="p30-路径-0013">
            <a:extLst xmlns:a="http://schemas.openxmlformats.org/drawingml/2006/main">
              <a:ext uri="{FF2B5EF4-FFF2-40B4-BE49-F238E27FC236}">
                <a16:creationId xmlns:a16="http://schemas.microsoft.com/office/drawing/2014/main" id="{DA139CDB-4429-4B58-865C-4DEBB79E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810703"/>
            <a:ext cx="2009775" cy="317183"/>
          </a:xfrm>
          <a:custGeom xmlns:a="http://schemas.openxmlformats.org/drawingml/2006/main">
            <a:pathLst>
              <a:path w="2009775" h="317183">
                <a:moveTo>
                  <a:pt x="0" y="317183"/>
                </a:moveTo>
                <a:lnTo>
                  <a:pt x="13335" y="317183"/>
                </a:lnTo>
                <a:lnTo>
                  <a:pt x="26670" y="317183"/>
                </a:lnTo>
                <a:lnTo>
                  <a:pt x="40005" y="317183"/>
                </a:lnTo>
                <a:lnTo>
                  <a:pt x="53340" y="317183"/>
                </a:lnTo>
                <a:lnTo>
                  <a:pt x="66675" y="317183"/>
                </a:lnTo>
                <a:lnTo>
                  <a:pt x="80010" y="317183"/>
                </a:lnTo>
                <a:lnTo>
                  <a:pt x="93345" y="317183"/>
                </a:lnTo>
                <a:lnTo>
                  <a:pt x="107633" y="317183"/>
                </a:lnTo>
                <a:lnTo>
                  <a:pt x="120967" y="317183"/>
                </a:lnTo>
                <a:lnTo>
                  <a:pt x="134303" y="317183"/>
                </a:lnTo>
                <a:lnTo>
                  <a:pt x="147638" y="317183"/>
                </a:lnTo>
                <a:lnTo>
                  <a:pt x="160972" y="317183"/>
                </a:lnTo>
                <a:lnTo>
                  <a:pt x="174308" y="317183"/>
                </a:lnTo>
                <a:lnTo>
                  <a:pt x="187642" y="317183"/>
                </a:lnTo>
                <a:lnTo>
                  <a:pt x="200978" y="317183"/>
                </a:lnTo>
                <a:lnTo>
                  <a:pt x="214313" y="317183"/>
                </a:lnTo>
                <a:lnTo>
                  <a:pt x="227647" y="317183"/>
                </a:lnTo>
                <a:lnTo>
                  <a:pt x="240983" y="317183"/>
                </a:lnTo>
                <a:lnTo>
                  <a:pt x="254317" y="317183"/>
                </a:lnTo>
                <a:lnTo>
                  <a:pt x="267653" y="317183"/>
                </a:lnTo>
                <a:lnTo>
                  <a:pt x="280988" y="317183"/>
                </a:lnTo>
                <a:lnTo>
                  <a:pt x="294322" y="317183"/>
                </a:lnTo>
                <a:lnTo>
                  <a:pt x="308610" y="317183"/>
                </a:lnTo>
                <a:lnTo>
                  <a:pt x="321945" y="317183"/>
                </a:lnTo>
                <a:lnTo>
                  <a:pt x="335280" y="317183"/>
                </a:lnTo>
                <a:lnTo>
                  <a:pt x="348615" y="317183"/>
                </a:lnTo>
                <a:lnTo>
                  <a:pt x="361950" y="317183"/>
                </a:lnTo>
                <a:lnTo>
                  <a:pt x="375285" y="314325"/>
                </a:lnTo>
                <a:lnTo>
                  <a:pt x="388620" y="301943"/>
                </a:lnTo>
                <a:lnTo>
                  <a:pt x="401955" y="259080"/>
                </a:lnTo>
                <a:lnTo>
                  <a:pt x="415290" y="180023"/>
                </a:lnTo>
                <a:lnTo>
                  <a:pt x="428625" y="110490"/>
                </a:lnTo>
                <a:lnTo>
                  <a:pt x="441960" y="120015"/>
                </a:lnTo>
                <a:lnTo>
                  <a:pt x="455295" y="197168"/>
                </a:lnTo>
                <a:lnTo>
                  <a:pt x="468630" y="270510"/>
                </a:lnTo>
                <a:lnTo>
                  <a:pt x="481965" y="305752"/>
                </a:lnTo>
                <a:lnTo>
                  <a:pt x="495300" y="315277"/>
                </a:lnTo>
                <a:lnTo>
                  <a:pt x="509588" y="317183"/>
                </a:lnTo>
                <a:lnTo>
                  <a:pt x="522922" y="317183"/>
                </a:lnTo>
                <a:lnTo>
                  <a:pt x="536258" y="317183"/>
                </a:lnTo>
                <a:lnTo>
                  <a:pt x="549592" y="317183"/>
                </a:lnTo>
                <a:lnTo>
                  <a:pt x="562928" y="317183"/>
                </a:lnTo>
                <a:lnTo>
                  <a:pt x="576263" y="317183"/>
                </a:lnTo>
                <a:lnTo>
                  <a:pt x="589597" y="317183"/>
                </a:lnTo>
                <a:lnTo>
                  <a:pt x="602933" y="317183"/>
                </a:lnTo>
                <a:lnTo>
                  <a:pt x="616267" y="317183"/>
                </a:lnTo>
                <a:lnTo>
                  <a:pt x="629603" y="317183"/>
                </a:lnTo>
                <a:lnTo>
                  <a:pt x="642938" y="317183"/>
                </a:lnTo>
                <a:lnTo>
                  <a:pt x="656272" y="317183"/>
                </a:lnTo>
                <a:lnTo>
                  <a:pt x="669608" y="317183"/>
                </a:lnTo>
                <a:lnTo>
                  <a:pt x="682942" y="317183"/>
                </a:lnTo>
                <a:lnTo>
                  <a:pt x="696278" y="317183"/>
                </a:lnTo>
                <a:lnTo>
                  <a:pt x="710565" y="317183"/>
                </a:lnTo>
                <a:lnTo>
                  <a:pt x="723900" y="317183"/>
                </a:lnTo>
                <a:lnTo>
                  <a:pt x="737235" y="317183"/>
                </a:lnTo>
                <a:lnTo>
                  <a:pt x="750570" y="317183"/>
                </a:lnTo>
                <a:lnTo>
                  <a:pt x="763905" y="317183"/>
                </a:lnTo>
                <a:lnTo>
                  <a:pt x="777240" y="317183"/>
                </a:lnTo>
                <a:lnTo>
                  <a:pt x="790575" y="317183"/>
                </a:lnTo>
                <a:lnTo>
                  <a:pt x="803910" y="317183"/>
                </a:lnTo>
                <a:lnTo>
                  <a:pt x="817245" y="317183"/>
                </a:lnTo>
                <a:lnTo>
                  <a:pt x="830580" y="315277"/>
                </a:lnTo>
                <a:lnTo>
                  <a:pt x="843915" y="311468"/>
                </a:lnTo>
                <a:lnTo>
                  <a:pt x="857250" y="300038"/>
                </a:lnTo>
                <a:lnTo>
                  <a:pt x="870585" y="275273"/>
                </a:lnTo>
                <a:lnTo>
                  <a:pt x="883920" y="228600"/>
                </a:lnTo>
                <a:lnTo>
                  <a:pt x="897255" y="160973"/>
                </a:lnTo>
                <a:lnTo>
                  <a:pt x="911542" y="82868"/>
                </a:lnTo>
                <a:lnTo>
                  <a:pt x="924878" y="20955"/>
                </a:lnTo>
                <a:lnTo>
                  <a:pt x="938213" y="0"/>
                </a:lnTo>
                <a:lnTo>
                  <a:pt x="951547" y="30480"/>
                </a:lnTo>
                <a:lnTo>
                  <a:pt x="964883" y="98108"/>
                </a:lnTo>
                <a:lnTo>
                  <a:pt x="978217" y="175260"/>
                </a:lnTo>
                <a:lnTo>
                  <a:pt x="991553" y="240030"/>
                </a:lnTo>
                <a:lnTo>
                  <a:pt x="1004888" y="281940"/>
                </a:lnTo>
                <a:lnTo>
                  <a:pt x="1018222" y="302895"/>
                </a:lnTo>
                <a:lnTo>
                  <a:pt x="1031558" y="312420"/>
                </a:lnTo>
                <a:lnTo>
                  <a:pt x="1044892" y="316230"/>
                </a:lnTo>
                <a:lnTo>
                  <a:pt x="1058228" y="317183"/>
                </a:lnTo>
                <a:lnTo>
                  <a:pt x="1071563" y="317183"/>
                </a:lnTo>
                <a:lnTo>
                  <a:pt x="1084897" y="317183"/>
                </a:lnTo>
                <a:lnTo>
                  <a:pt x="1098233" y="317183"/>
                </a:lnTo>
                <a:lnTo>
                  <a:pt x="1112520" y="317183"/>
                </a:lnTo>
                <a:lnTo>
                  <a:pt x="1125855" y="317183"/>
                </a:lnTo>
                <a:lnTo>
                  <a:pt x="1139190" y="317183"/>
                </a:lnTo>
                <a:lnTo>
                  <a:pt x="1152525" y="317183"/>
                </a:lnTo>
                <a:lnTo>
                  <a:pt x="1165860" y="317183"/>
                </a:lnTo>
                <a:lnTo>
                  <a:pt x="1179195" y="317183"/>
                </a:lnTo>
                <a:lnTo>
                  <a:pt x="1192530" y="317183"/>
                </a:lnTo>
                <a:lnTo>
                  <a:pt x="1205865" y="317183"/>
                </a:lnTo>
                <a:lnTo>
                  <a:pt x="1219200" y="317183"/>
                </a:lnTo>
                <a:lnTo>
                  <a:pt x="1232535" y="317183"/>
                </a:lnTo>
                <a:lnTo>
                  <a:pt x="1245870" y="317183"/>
                </a:lnTo>
                <a:lnTo>
                  <a:pt x="1259205" y="317183"/>
                </a:lnTo>
                <a:lnTo>
                  <a:pt x="1272540" y="317183"/>
                </a:lnTo>
                <a:lnTo>
                  <a:pt x="1285875" y="317183"/>
                </a:lnTo>
                <a:lnTo>
                  <a:pt x="1299210" y="317183"/>
                </a:lnTo>
                <a:lnTo>
                  <a:pt x="1313497" y="317183"/>
                </a:lnTo>
                <a:lnTo>
                  <a:pt x="1326833" y="317183"/>
                </a:lnTo>
                <a:lnTo>
                  <a:pt x="1340168" y="317183"/>
                </a:lnTo>
                <a:lnTo>
                  <a:pt x="1353503" y="317183"/>
                </a:lnTo>
                <a:lnTo>
                  <a:pt x="1366838" y="317183"/>
                </a:lnTo>
                <a:lnTo>
                  <a:pt x="1380172" y="317183"/>
                </a:lnTo>
                <a:lnTo>
                  <a:pt x="1393508" y="317183"/>
                </a:lnTo>
                <a:lnTo>
                  <a:pt x="1406843" y="317183"/>
                </a:lnTo>
                <a:lnTo>
                  <a:pt x="1420178" y="313373"/>
                </a:lnTo>
                <a:lnTo>
                  <a:pt x="1433513" y="280988"/>
                </a:lnTo>
                <a:lnTo>
                  <a:pt x="1446847" y="191452"/>
                </a:lnTo>
                <a:lnTo>
                  <a:pt x="1460183" y="138113"/>
                </a:lnTo>
                <a:lnTo>
                  <a:pt x="1473518" y="212408"/>
                </a:lnTo>
                <a:lnTo>
                  <a:pt x="1486853" y="291465"/>
                </a:lnTo>
                <a:lnTo>
                  <a:pt x="1500188" y="314325"/>
                </a:lnTo>
                <a:lnTo>
                  <a:pt x="1514475" y="317183"/>
                </a:lnTo>
                <a:lnTo>
                  <a:pt x="1527810" y="317183"/>
                </a:lnTo>
                <a:lnTo>
                  <a:pt x="1541145" y="317183"/>
                </a:lnTo>
                <a:lnTo>
                  <a:pt x="1554480" y="317183"/>
                </a:lnTo>
                <a:lnTo>
                  <a:pt x="1567815" y="317183"/>
                </a:lnTo>
                <a:lnTo>
                  <a:pt x="1581150" y="317183"/>
                </a:lnTo>
                <a:lnTo>
                  <a:pt x="1594485" y="317183"/>
                </a:lnTo>
                <a:lnTo>
                  <a:pt x="1607820" y="317183"/>
                </a:lnTo>
                <a:lnTo>
                  <a:pt x="1621155" y="317183"/>
                </a:lnTo>
                <a:lnTo>
                  <a:pt x="1634490" y="317183"/>
                </a:lnTo>
                <a:lnTo>
                  <a:pt x="1647825" y="317183"/>
                </a:lnTo>
                <a:lnTo>
                  <a:pt x="1661160" y="317183"/>
                </a:lnTo>
                <a:lnTo>
                  <a:pt x="1674495" y="317183"/>
                </a:lnTo>
                <a:lnTo>
                  <a:pt x="1687830" y="317183"/>
                </a:lnTo>
                <a:lnTo>
                  <a:pt x="1701165" y="316230"/>
                </a:lnTo>
                <a:lnTo>
                  <a:pt x="1715453" y="312420"/>
                </a:lnTo>
                <a:lnTo>
                  <a:pt x="1728788" y="300990"/>
                </a:lnTo>
                <a:lnTo>
                  <a:pt x="1742122" y="276225"/>
                </a:lnTo>
                <a:lnTo>
                  <a:pt x="1755458" y="239077"/>
                </a:lnTo>
                <a:lnTo>
                  <a:pt x="1768793" y="201930"/>
                </a:lnTo>
                <a:lnTo>
                  <a:pt x="1782128" y="188595"/>
                </a:lnTo>
                <a:lnTo>
                  <a:pt x="1795463" y="208598"/>
                </a:lnTo>
                <a:lnTo>
                  <a:pt x="1808797" y="246698"/>
                </a:lnTo>
                <a:lnTo>
                  <a:pt x="1822132" y="282893"/>
                </a:lnTo>
                <a:lnTo>
                  <a:pt x="1835468" y="304800"/>
                </a:lnTo>
                <a:lnTo>
                  <a:pt x="1848803" y="313373"/>
                </a:lnTo>
                <a:lnTo>
                  <a:pt x="1862138" y="316230"/>
                </a:lnTo>
                <a:lnTo>
                  <a:pt x="1875472" y="317183"/>
                </a:lnTo>
                <a:lnTo>
                  <a:pt x="1888807" y="317183"/>
                </a:lnTo>
                <a:lnTo>
                  <a:pt x="1902143" y="317183"/>
                </a:lnTo>
                <a:lnTo>
                  <a:pt x="1916430" y="317183"/>
                </a:lnTo>
                <a:lnTo>
                  <a:pt x="1929765" y="317183"/>
                </a:lnTo>
                <a:lnTo>
                  <a:pt x="1943100" y="317183"/>
                </a:lnTo>
                <a:lnTo>
                  <a:pt x="1956435" y="317183"/>
                </a:lnTo>
                <a:lnTo>
                  <a:pt x="1969770" y="317183"/>
                </a:lnTo>
                <a:lnTo>
                  <a:pt x="1983105" y="317183"/>
                </a:lnTo>
                <a:lnTo>
                  <a:pt x="1996440" y="317183"/>
                </a:lnTo>
                <a:lnTo>
                  <a:pt x="2009775" y="31718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14" name="p30-文本-0014">
            <a:extLst xmlns:a="http://schemas.openxmlformats.org/drawingml/2006/main">
              <a:ext uri="{FF2B5EF4-FFF2-40B4-BE49-F238E27FC236}">
                <a16:creationId xmlns:a16="http://schemas.microsoft.com/office/drawing/2014/main" id="{4937FA48-C503-4074-8010-41B17A0F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202" y="2554477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15" name="p30-路径-0015">
            <a:extLst xmlns:a="http://schemas.openxmlformats.org/drawingml/2006/main">
              <a:ext uri="{FF2B5EF4-FFF2-40B4-BE49-F238E27FC236}">
                <a16:creationId xmlns:a16="http://schemas.microsoft.com/office/drawing/2014/main" id="{3017AA6B-5BBE-4482-B2D4-730FE451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056829"/>
            <a:ext cx="466725" cy="153543"/>
          </a:xfrm>
          <a:custGeom xmlns:a="http://schemas.openxmlformats.org/drawingml/2006/main">
            <a:pathLst>
              <a:path w="466725" h="153543">
                <a:moveTo>
                  <a:pt x="0" y="110109"/>
                </a:moveTo>
                <a:lnTo>
                  <a:pt x="342900" y="110109"/>
                </a:lnTo>
                <a:lnTo>
                  <a:pt x="342900" y="153543"/>
                </a:lnTo>
                <a:lnTo>
                  <a:pt x="466725" y="76772"/>
                </a:lnTo>
                <a:lnTo>
                  <a:pt x="342900" y="0"/>
                </a:lnTo>
                <a:lnTo>
                  <a:pt x="342900" y="43434"/>
                </a:lnTo>
                <a:lnTo>
                  <a:pt x="0" y="4343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" name="p30-文本-0016">
            <a:extLst xmlns:a="http://schemas.openxmlformats.org/drawingml/2006/main">
              <a:ext uri="{FF2B5EF4-FFF2-40B4-BE49-F238E27FC236}">
                <a16:creationId xmlns:a16="http://schemas.microsoft.com/office/drawing/2014/main" id="{9355E75D-9CF8-483C-9A3C-75432790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607627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延长累积或优化采集窗口</a:t>
            </a:r>
          </a:p>
        </p:txBody>
      </p:sp>
      <p:sp>
        <p:nvSpPr>
          <p:cNvPr id="17" name="p30-文本-0017">
            <a:extLst xmlns:a="http://schemas.openxmlformats.org/drawingml/2006/main">
              <a:ext uri="{FF2B5EF4-FFF2-40B4-BE49-F238E27FC236}">
                <a16:creationId xmlns:a16="http://schemas.microsoft.com/office/drawing/2014/main" id="{6133EBBE-5B50-4A67-9615-95EAF90F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950527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并行核对背景与光源漂移</a:t>
            </a:r>
          </a:p>
        </p:txBody>
      </p:sp>
      <p:sp>
        <p:nvSpPr>
          <p:cNvPr id="18" name="p30-文本-0018">
            <a:extLst xmlns:a="http://schemas.openxmlformats.org/drawingml/2006/main">
              <a:ext uri="{FF2B5EF4-FFF2-40B4-BE49-F238E27FC236}">
                <a16:creationId xmlns:a16="http://schemas.microsoft.com/office/drawing/2014/main" id="{F0BF35F1-D22C-46DD-9E7D-AC9B891D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7915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出口：响应可重复区分</a:t>
            </a:r>
          </a:p>
        </p:txBody>
      </p:sp>
      <p:sp>
        <p:nvSpPr>
          <p:cNvPr id="19" name="p30-矩形-0019">
            <a:extLst xmlns:a="http://schemas.openxmlformats.org/drawingml/2006/main">
              <a:ext uri="{FF2B5EF4-FFF2-40B4-BE49-F238E27FC236}">
                <a16:creationId xmlns:a16="http://schemas.microsoft.com/office/drawing/2014/main" id="{C236A0F2-1FA0-4278-A1A4-47C8A0C7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90850"/>
            <a:ext cx="11239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20" name="p30-文本-0020">
            <a:extLst xmlns:a="http://schemas.openxmlformats.org/drawingml/2006/main">
              <a:ext uri="{FF2B5EF4-FFF2-40B4-BE49-F238E27FC236}">
                <a16:creationId xmlns:a16="http://schemas.microsoft.com/office/drawing/2014/main" id="{EA28834F-91CB-48AC-A348-C8548392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81789"/>
            <a:ext cx="100488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批次离散</a:t>
            </a:r>
          </a:p>
        </p:txBody>
      </p:sp>
      <p:sp>
        <p:nvSpPr>
          <p:cNvPr id="21" name="p30-文本-0021">
            <a:extLst xmlns:a="http://schemas.openxmlformats.org/drawingml/2006/main">
              <a:ext uri="{FF2B5EF4-FFF2-40B4-BE49-F238E27FC236}">
                <a16:creationId xmlns:a16="http://schemas.microsoft.com/office/drawing/2014/main" id="{54A4EFF9-0AFA-4C3C-82E9-6DDBBEB4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52388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识别信号</a:t>
            </a:r>
          </a:p>
        </p:txBody>
      </p:sp>
      <p:sp>
        <p:nvSpPr>
          <p:cNvPr id="22" name="p30-文本-0022">
            <a:extLst xmlns:a="http://schemas.openxmlformats.org/drawingml/2006/main">
              <a:ext uri="{FF2B5EF4-FFF2-40B4-BE49-F238E27FC236}">
                <a16:creationId xmlns:a16="http://schemas.microsoft.com/office/drawing/2014/main" id="{E0069F70-0D9A-40C4-83B4-0736F306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4655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分布变宽且方向不一</a:t>
            </a:r>
          </a:p>
        </p:txBody>
      </p:sp>
      <p:sp>
        <p:nvSpPr>
          <p:cNvPr id="23" name="p30-线-0023">
            <a:extLst xmlns:a="http://schemas.openxmlformats.org/drawingml/2006/main">
              <a:ext uri="{FF2B5EF4-FFF2-40B4-BE49-F238E27FC236}">
                <a16:creationId xmlns:a16="http://schemas.microsoft.com/office/drawing/2014/main" id="{967CF10D-7FBF-43AB-B077-208833B0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1914525" cy="95"/>
          </a:xfrm>
          <a:custGeom xmlns:a="http://schemas.openxmlformats.org/drawingml/2006/main">
            <a:pathLst>
              <a:path w="1914525" h="95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24" name="p30-线-0024">
            <a:extLst xmlns:a="http://schemas.openxmlformats.org/drawingml/2006/main">
              <a:ext uri="{FF2B5EF4-FFF2-40B4-BE49-F238E27FC236}">
                <a16:creationId xmlns:a16="http://schemas.microsoft.com/office/drawing/2014/main" id="{6D361084-0319-43D0-BD04-DD8B8442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76600"/>
            <a:ext cx="95" cy="685800"/>
          </a:xfrm>
          <a:custGeom xmlns:a="http://schemas.openxmlformats.org/drawingml/2006/main">
            <a:pathLst>
              <a:path w="9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25" name="p30-路径-0025">
            <a:extLst xmlns:a="http://schemas.openxmlformats.org/drawingml/2006/main">
              <a:ext uri="{FF2B5EF4-FFF2-40B4-BE49-F238E27FC236}">
                <a16:creationId xmlns:a16="http://schemas.microsoft.com/office/drawing/2014/main" id="{CABCEA89-1131-46C5-9B82-CFD4D272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50920"/>
            <a:ext cx="1914525" cy="411480"/>
          </a:xfrm>
          <a:custGeom xmlns:a="http://schemas.openxmlformats.org/drawingml/2006/main">
            <a:pathLst>
              <a:path w="1914525" h="411480">
                <a:moveTo>
                  <a:pt x="0" y="393383"/>
                </a:moveTo>
                <a:lnTo>
                  <a:pt x="32385" y="388620"/>
                </a:lnTo>
                <a:lnTo>
                  <a:pt x="63817" y="381952"/>
                </a:lnTo>
                <a:lnTo>
                  <a:pt x="96203" y="373380"/>
                </a:lnTo>
                <a:lnTo>
                  <a:pt x="127635" y="363855"/>
                </a:lnTo>
                <a:lnTo>
                  <a:pt x="160020" y="352425"/>
                </a:lnTo>
                <a:lnTo>
                  <a:pt x="191453" y="339090"/>
                </a:lnTo>
                <a:lnTo>
                  <a:pt x="222885" y="323850"/>
                </a:lnTo>
                <a:lnTo>
                  <a:pt x="255270" y="305752"/>
                </a:lnTo>
                <a:lnTo>
                  <a:pt x="286703" y="286702"/>
                </a:lnTo>
                <a:lnTo>
                  <a:pt x="319088" y="264795"/>
                </a:lnTo>
                <a:lnTo>
                  <a:pt x="351472" y="240983"/>
                </a:lnTo>
                <a:lnTo>
                  <a:pt x="382905" y="216217"/>
                </a:lnTo>
                <a:lnTo>
                  <a:pt x="415290" y="190500"/>
                </a:lnTo>
                <a:lnTo>
                  <a:pt x="446722" y="163830"/>
                </a:lnTo>
                <a:lnTo>
                  <a:pt x="478155" y="137160"/>
                </a:lnTo>
                <a:lnTo>
                  <a:pt x="510540" y="111442"/>
                </a:lnTo>
                <a:lnTo>
                  <a:pt x="541972" y="86677"/>
                </a:lnTo>
                <a:lnTo>
                  <a:pt x="574358" y="63817"/>
                </a:lnTo>
                <a:lnTo>
                  <a:pt x="605790" y="42863"/>
                </a:lnTo>
                <a:lnTo>
                  <a:pt x="638175" y="26670"/>
                </a:lnTo>
                <a:lnTo>
                  <a:pt x="670560" y="13335"/>
                </a:lnTo>
                <a:lnTo>
                  <a:pt x="701992" y="4763"/>
                </a:lnTo>
                <a:lnTo>
                  <a:pt x="734378" y="0"/>
                </a:lnTo>
                <a:lnTo>
                  <a:pt x="765810" y="952"/>
                </a:lnTo>
                <a:lnTo>
                  <a:pt x="798195" y="5715"/>
                </a:lnTo>
                <a:lnTo>
                  <a:pt x="829628" y="15240"/>
                </a:lnTo>
                <a:lnTo>
                  <a:pt x="861060" y="29527"/>
                </a:lnTo>
                <a:lnTo>
                  <a:pt x="893445" y="46672"/>
                </a:lnTo>
                <a:lnTo>
                  <a:pt x="924878" y="67627"/>
                </a:lnTo>
                <a:lnTo>
                  <a:pt x="957263" y="91440"/>
                </a:lnTo>
                <a:lnTo>
                  <a:pt x="989647" y="116205"/>
                </a:lnTo>
                <a:lnTo>
                  <a:pt x="1021080" y="141922"/>
                </a:lnTo>
                <a:lnTo>
                  <a:pt x="1053465" y="168592"/>
                </a:lnTo>
                <a:lnTo>
                  <a:pt x="1084897" y="195263"/>
                </a:lnTo>
                <a:lnTo>
                  <a:pt x="1116330" y="220980"/>
                </a:lnTo>
                <a:lnTo>
                  <a:pt x="1148715" y="245745"/>
                </a:lnTo>
                <a:lnTo>
                  <a:pt x="1180147" y="269558"/>
                </a:lnTo>
                <a:lnTo>
                  <a:pt x="1212533" y="290513"/>
                </a:lnTo>
                <a:lnTo>
                  <a:pt x="1243965" y="309563"/>
                </a:lnTo>
                <a:lnTo>
                  <a:pt x="1276350" y="326708"/>
                </a:lnTo>
                <a:lnTo>
                  <a:pt x="1308735" y="341947"/>
                </a:lnTo>
                <a:lnTo>
                  <a:pt x="1340168" y="355283"/>
                </a:lnTo>
                <a:lnTo>
                  <a:pt x="1372553" y="365760"/>
                </a:lnTo>
                <a:lnTo>
                  <a:pt x="1403985" y="375285"/>
                </a:lnTo>
                <a:lnTo>
                  <a:pt x="1436370" y="382905"/>
                </a:lnTo>
                <a:lnTo>
                  <a:pt x="1467803" y="389572"/>
                </a:lnTo>
                <a:lnTo>
                  <a:pt x="1499235" y="394335"/>
                </a:lnTo>
                <a:lnTo>
                  <a:pt x="1531620" y="399097"/>
                </a:lnTo>
                <a:lnTo>
                  <a:pt x="1563053" y="401955"/>
                </a:lnTo>
                <a:lnTo>
                  <a:pt x="1595438" y="404813"/>
                </a:lnTo>
                <a:lnTo>
                  <a:pt x="1627822" y="406717"/>
                </a:lnTo>
                <a:lnTo>
                  <a:pt x="1659255" y="407670"/>
                </a:lnTo>
                <a:lnTo>
                  <a:pt x="1690688" y="408622"/>
                </a:lnTo>
                <a:lnTo>
                  <a:pt x="1723072" y="409575"/>
                </a:lnTo>
                <a:lnTo>
                  <a:pt x="1754505" y="410527"/>
                </a:lnTo>
                <a:lnTo>
                  <a:pt x="1786890" y="410527"/>
                </a:lnTo>
                <a:lnTo>
                  <a:pt x="1819275" y="410527"/>
                </a:lnTo>
                <a:lnTo>
                  <a:pt x="1850707" y="411480"/>
                </a:lnTo>
                <a:lnTo>
                  <a:pt x="1882140" y="411480"/>
                </a:lnTo>
                <a:lnTo>
                  <a:pt x="1914525" y="41148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6" name="p30-路径-0026">
            <a:extLst xmlns:a="http://schemas.openxmlformats.org/drawingml/2006/main">
              <a:ext uri="{FF2B5EF4-FFF2-40B4-BE49-F238E27FC236}">
                <a16:creationId xmlns:a16="http://schemas.microsoft.com/office/drawing/2014/main" id="{D3E457B6-BD47-4B8D-8365-13D16DE9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01378"/>
            <a:ext cx="1914525" cy="561022"/>
          </a:xfrm>
          <a:custGeom xmlns:a="http://schemas.openxmlformats.org/drawingml/2006/main">
            <a:pathLst>
              <a:path w="1914525" h="561022">
                <a:moveTo>
                  <a:pt x="0" y="561022"/>
                </a:moveTo>
                <a:lnTo>
                  <a:pt x="32385" y="561022"/>
                </a:lnTo>
                <a:lnTo>
                  <a:pt x="63817" y="561022"/>
                </a:lnTo>
                <a:lnTo>
                  <a:pt x="96203" y="561022"/>
                </a:lnTo>
                <a:lnTo>
                  <a:pt x="127635" y="561022"/>
                </a:lnTo>
                <a:lnTo>
                  <a:pt x="160020" y="561022"/>
                </a:lnTo>
                <a:lnTo>
                  <a:pt x="191453" y="561022"/>
                </a:lnTo>
                <a:lnTo>
                  <a:pt x="222885" y="561022"/>
                </a:lnTo>
                <a:lnTo>
                  <a:pt x="255270" y="561022"/>
                </a:lnTo>
                <a:lnTo>
                  <a:pt x="286703" y="561022"/>
                </a:lnTo>
                <a:lnTo>
                  <a:pt x="319088" y="561022"/>
                </a:lnTo>
                <a:lnTo>
                  <a:pt x="351472" y="561022"/>
                </a:lnTo>
                <a:lnTo>
                  <a:pt x="382905" y="561022"/>
                </a:lnTo>
                <a:lnTo>
                  <a:pt x="415290" y="561022"/>
                </a:lnTo>
                <a:lnTo>
                  <a:pt x="446722" y="561022"/>
                </a:lnTo>
                <a:lnTo>
                  <a:pt x="478155" y="560070"/>
                </a:lnTo>
                <a:lnTo>
                  <a:pt x="510540" y="560070"/>
                </a:lnTo>
                <a:lnTo>
                  <a:pt x="541972" y="558165"/>
                </a:lnTo>
                <a:lnTo>
                  <a:pt x="574358" y="557213"/>
                </a:lnTo>
                <a:lnTo>
                  <a:pt x="605790" y="554355"/>
                </a:lnTo>
                <a:lnTo>
                  <a:pt x="638175" y="549592"/>
                </a:lnTo>
                <a:lnTo>
                  <a:pt x="670560" y="542925"/>
                </a:lnTo>
                <a:lnTo>
                  <a:pt x="701992" y="533400"/>
                </a:lnTo>
                <a:lnTo>
                  <a:pt x="734378" y="520065"/>
                </a:lnTo>
                <a:lnTo>
                  <a:pt x="765810" y="501967"/>
                </a:lnTo>
                <a:lnTo>
                  <a:pt x="798195" y="477202"/>
                </a:lnTo>
                <a:lnTo>
                  <a:pt x="829628" y="446722"/>
                </a:lnTo>
                <a:lnTo>
                  <a:pt x="861060" y="408622"/>
                </a:lnTo>
                <a:lnTo>
                  <a:pt x="893445" y="363855"/>
                </a:lnTo>
                <a:lnTo>
                  <a:pt x="924878" y="313372"/>
                </a:lnTo>
                <a:lnTo>
                  <a:pt x="957263" y="258127"/>
                </a:lnTo>
                <a:lnTo>
                  <a:pt x="989647" y="200025"/>
                </a:lnTo>
                <a:lnTo>
                  <a:pt x="1021080" y="144780"/>
                </a:lnTo>
                <a:lnTo>
                  <a:pt x="1053465" y="93345"/>
                </a:lnTo>
                <a:lnTo>
                  <a:pt x="1084897" y="50482"/>
                </a:lnTo>
                <a:lnTo>
                  <a:pt x="1116330" y="19050"/>
                </a:lnTo>
                <a:lnTo>
                  <a:pt x="1148715" y="1905"/>
                </a:lnTo>
                <a:lnTo>
                  <a:pt x="1180147" y="0"/>
                </a:lnTo>
                <a:lnTo>
                  <a:pt x="1212533" y="14288"/>
                </a:lnTo>
                <a:lnTo>
                  <a:pt x="1243965" y="42863"/>
                </a:lnTo>
                <a:lnTo>
                  <a:pt x="1276350" y="83820"/>
                </a:lnTo>
                <a:lnTo>
                  <a:pt x="1308735" y="133350"/>
                </a:lnTo>
                <a:lnTo>
                  <a:pt x="1340168" y="188595"/>
                </a:lnTo>
                <a:lnTo>
                  <a:pt x="1372553" y="246697"/>
                </a:lnTo>
                <a:lnTo>
                  <a:pt x="1403985" y="301942"/>
                </a:lnTo>
                <a:lnTo>
                  <a:pt x="1436370" y="354330"/>
                </a:lnTo>
                <a:lnTo>
                  <a:pt x="1467803" y="400050"/>
                </a:lnTo>
                <a:lnTo>
                  <a:pt x="1499235" y="440055"/>
                </a:lnTo>
                <a:lnTo>
                  <a:pt x="1531620" y="471488"/>
                </a:lnTo>
                <a:lnTo>
                  <a:pt x="1563053" y="497205"/>
                </a:lnTo>
                <a:lnTo>
                  <a:pt x="1595438" y="517207"/>
                </a:lnTo>
                <a:lnTo>
                  <a:pt x="1627822" y="531495"/>
                </a:lnTo>
                <a:lnTo>
                  <a:pt x="1659255" y="541972"/>
                </a:lnTo>
                <a:lnTo>
                  <a:pt x="1690688" y="548640"/>
                </a:lnTo>
                <a:lnTo>
                  <a:pt x="1723072" y="553402"/>
                </a:lnTo>
                <a:lnTo>
                  <a:pt x="1754505" y="556260"/>
                </a:lnTo>
                <a:lnTo>
                  <a:pt x="1786890" y="558165"/>
                </a:lnTo>
                <a:lnTo>
                  <a:pt x="1819275" y="559117"/>
                </a:lnTo>
                <a:lnTo>
                  <a:pt x="1850707" y="560070"/>
                </a:lnTo>
                <a:lnTo>
                  <a:pt x="1882140" y="561022"/>
                </a:lnTo>
                <a:lnTo>
                  <a:pt x="1914525" y="561022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7" name="p30-文本-0027">
            <a:extLst xmlns:a="http://schemas.openxmlformats.org/drawingml/2006/main">
              <a:ext uri="{FF2B5EF4-FFF2-40B4-BE49-F238E27FC236}">
                <a16:creationId xmlns:a16="http://schemas.microsoft.com/office/drawing/2014/main" id="{CB176FB7-A0FC-4620-B627-7A9D933C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90966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频数</a:t>
            </a:r>
          </a:p>
        </p:txBody>
      </p:sp>
      <p:sp>
        <p:nvSpPr>
          <p:cNvPr id="28" name="p30-文本-0028">
            <a:extLst xmlns:a="http://schemas.openxmlformats.org/drawingml/2006/main">
              <a:ext uri="{FF2B5EF4-FFF2-40B4-BE49-F238E27FC236}">
                <a16:creationId xmlns:a16="http://schemas.microsoft.com/office/drawing/2014/main" id="{656E2554-31E9-49C9-9075-88D22DC0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9513" y="4048241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响应强度</a:t>
            </a:r>
          </a:p>
        </p:txBody>
      </p:sp>
      <p:sp>
        <p:nvSpPr>
          <p:cNvPr id="29" name="p30-路径-0029">
            <a:extLst xmlns:a="http://schemas.openxmlformats.org/drawingml/2006/main">
              <a:ext uri="{FF2B5EF4-FFF2-40B4-BE49-F238E27FC236}">
                <a16:creationId xmlns:a16="http://schemas.microsoft.com/office/drawing/2014/main" id="{2B68B27A-B878-444F-951C-466E76C4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609404"/>
            <a:ext cx="466725" cy="153543"/>
          </a:xfrm>
          <a:custGeom xmlns:a="http://schemas.openxmlformats.org/drawingml/2006/main">
            <a:pathLst>
              <a:path w="466725" h="153543">
                <a:moveTo>
                  <a:pt x="0" y="110109"/>
                </a:moveTo>
                <a:lnTo>
                  <a:pt x="342900" y="110109"/>
                </a:lnTo>
                <a:lnTo>
                  <a:pt x="342900" y="153543"/>
                </a:lnTo>
                <a:lnTo>
                  <a:pt x="466725" y="76772"/>
                </a:lnTo>
                <a:lnTo>
                  <a:pt x="342900" y="0"/>
                </a:lnTo>
                <a:lnTo>
                  <a:pt x="342900" y="43434"/>
                </a:lnTo>
                <a:lnTo>
                  <a:pt x="0" y="4343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0" name="p30-文本-0030">
            <a:extLst xmlns:a="http://schemas.openxmlformats.org/drawingml/2006/main">
              <a:ext uri="{FF2B5EF4-FFF2-40B4-BE49-F238E27FC236}">
                <a16:creationId xmlns:a16="http://schemas.microsoft.com/office/drawing/2014/main" id="{CD849CFF-3B3C-44C7-B715-EFDE964E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16020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先锁定原料与关键步骤</a:t>
            </a:r>
          </a:p>
        </p:txBody>
      </p:sp>
      <p:sp>
        <p:nvSpPr>
          <p:cNvPr id="31" name="p30-文本-0031">
            <a:extLst xmlns:a="http://schemas.openxmlformats.org/drawingml/2006/main">
              <a:ext uri="{FF2B5EF4-FFF2-40B4-BE49-F238E27FC236}">
                <a16:creationId xmlns:a16="http://schemas.microsoft.com/office/drawing/2014/main" id="{706B99ED-327B-44D1-91E3-6515FBC1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03102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用小批次确认主要变异源</a:t>
            </a:r>
          </a:p>
        </p:txBody>
      </p:sp>
      <p:sp>
        <p:nvSpPr>
          <p:cNvPr id="32" name="p30-文本-0032">
            <a:extLst xmlns:a="http://schemas.openxmlformats.org/drawingml/2006/main">
              <a:ext uri="{FF2B5EF4-FFF2-40B4-BE49-F238E27FC236}">
                <a16:creationId xmlns:a16="http://schemas.microsoft.com/office/drawing/2014/main" id="{003419F5-4EA1-40C5-BCA0-8CAEBC67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3172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出口：误差来源可解释</a:t>
            </a:r>
          </a:p>
        </p:txBody>
      </p:sp>
      <p:sp>
        <p:nvSpPr>
          <p:cNvPr id="33" name="p30-矩形-0033">
            <a:extLst xmlns:a="http://schemas.openxmlformats.org/drawingml/2006/main">
              <a:ext uri="{FF2B5EF4-FFF2-40B4-BE49-F238E27FC236}">
                <a16:creationId xmlns:a16="http://schemas.microsoft.com/office/drawing/2014/main" id="{AD3E9E41-3F1C-46FE-A34C-984DBC63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43425"/>
            <a:ext cx="11239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34" name="p30-文本-0034">
            <a:extLst xmlns:a="http://schemas.openxmlformats.org/drawingml/2006/main">
              <a:ext uri="{FF2B5EF4-FFF2-40B4-BE49-F238E27FC236}">
                <a16:creationId xmlns:a16="http://schemas.microsoft.com/office/drawing/2014/main" id="{10197233-6015-42CD-896B-2D3AD76F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34364"/>
            <a:ext cx="1004888" cy="35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条件失效</a:t>
            </a:r>
          </a:p>
        </p:txBody>
      </p:sp>
      <p:sp>
        <p:nvSpPr>
          <p:cNvPr id="35" name="p30-文本-0035">
            <a:extLst xmlns:a="http://schemas.openxmlformats.org/drawingml/2006/main">
              <a:ext uri="{FF2B5EF4-FFF2-40B4-BE49-F238E27FC236}">
                <a16:creationId xmlns:a16="http://schemas.microsoft.com/office/drawing/2014/main" id="{81FDDD60-26FE-4E96-B48C-A72D996F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04963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识别信号</a:t>
            </a:r>
          </a:p>
        </p:txBody>
      </p:sp>
      <p:sp>
        <p:nvSpPr>
          <p:cNvPr id="36" name="p30-文本-0036">
            <a:extLst xmlns:a="http://schemas.openxmlformats.org/drawingml/2006/main">
              <a:ext uri="{FF2B5EF4-FFF2-40B4-BE49-F238E27FC236}">
                <a16:creationId xmlns:a16="http://schemas.microsoft.com/office/drawing/2014/main" id="{BE1326C4-2766-499A-81D5-FA37B86C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9131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高响应区不再连续</a:t>
            </a:r>
          </a:p>
        </p:txBody>
      </p:sp>
      <p:sp>
        <p:nvSpPr>
          <p:cNvPr id="37" name="p30-矩形-0037">
            <a:extLst xmlns:a="http://schemas.openxmlformats.org/drawingml/2006/main">
              <a:ext uri="{FF2B5EF4-FFF2-40B4-BE49-F238E27FC236}">
                <a16:creationId xmlns:a16="http://schemas.microsoft.com/office/drawing/2014/main" id="{A50D3BD7-4350-478A-BB22-44D96F6F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8" name="p30-矩形-0038">
            <a:extLst xmlns:a="http://schemas.openxmlformats.org/drawingml/2006/main">
              <a:ext uri="{FF2B5EF4-FFF2-40B4-BE49-F238E27FC236}">
                <a16:creationId xmlns:a16="http://schemas.microsoft.com/office/drawing/2014/main" id="{2279D0FB-AC93-4A98-B162-BE86D05F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875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9" name="p30-矩形-0039">
            <a:extLst xmlns:a="http://schemas.openxmlformats.org/drawingml/2006/main">
              <a:ext uri="{FF2B5EF4-FFF2-40B4-BE49-F238E27FC236}">
                <a16:creationId xmlns:a16="http://schemas.microsoft.com/office/drawing/2014/main" id="{8D3D11BD-7A0A-487D-A8B0-D17E7776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0" name="p30-矩形-0040">
            <a:extLst xmlns:a="http://schemas.openxmlformats.org/drawingml/2006/main">
              <a:ext uri="{FF2B5EF4-FFF2-40B4-BE49-F238E27FC236}">
                <a16:creationId xmlns:a16="http://schemas.microsoft.com/office/drawing/2014/main" id="{6563F754-5F2A-45A3-B625-173C7138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1" name="p30-矩形-0041">
            <a:extLst xmlns:a="http://schemas.openxmlformats.org/drawingml/2006/main">
              <a:ext uri="{FF2B5EF4-FFF2-40B4-BE49-F238E27FC236}">
                <a16:creationId xmlns:a16="http://schemas.microsoft.com/office/drawing/2014/main" id="{EBBB3CC3-BB85-4DDC-AC1D-E2B6EF3B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050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2" name="p30-矩形-0042">
            <a:extLst xmlns:a="http://schemas.openxmlformats.org/drawingml/2006/main">
              <a:ext uri="{FF2B5EF4-FFF2-40B4-BE49-F238E27FC236}">
                <a16:creationId xmlns:a16="http://schemas.microsoft.com/office/drawing/2014/main" id="{CFA53AA2-0C64-4C63-8946-2254441D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3" name="p30-矩形-0043">
            <a:extLst xmlns:a="http://schemas.openxmlformats.org/drawingml/2006/main">
              <a:ext uri="{FF2B5EF4-FFF2-40B4-BE49-F238E27FC236}">
                <a16:creationId xmlns:a16="http://schemas.microsoft.com/office/drawing/2014/main" id="{536ED762-4853-4BE3-8075-042E35C5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4" name="p30-矩形-0044">
            <a:extLst xmlns:a="http://schemas.openxmlformats.org/drawingml/2006/main">
              <a:ext uri="{FF2B5EF4-FFF2-40B4-BE49-F238E27FC236}">
                <a16:creationId xmlns:a16="http://schemas.microsoft.com/office/drawing/2014/main" id="{EDAFE2D3-CF63-49D4-82F3-C7D48F94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225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5" name="p30-矩形-0045">
            <a:extLst xmlns:a="http://schemas.openxmlformats.org/drawingml/2006/main">
              <a:ext uri="{FF2B5EF4-FFF2-40B4-BE49-F238E27FC236}">
                <a16:creationId xmlns:a16="http://schemas.microsoft.com/office/drawing/2014/main" id="{9BF7992C-8B78-4A58-A212-A4066C6C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950" y="480060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6" name="p30-矩形-0046">
            <a:extLst xmlns:a="http://schemas.openxmlformats.org/drawingml/2006/main">
              <a:ext uri="{FF2B5EF4-FFF2-40B4-BE49-F238E27FC236}">
                <a16:creationId xmlns:a16="http://schemas.microsoft.com/office/drawing/2014/main" id="{75729A1D-3539-40FE-BB47-927E8CE2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7" name="p30-矩形-0047">
            <a:extLst xmlns:a="http://schemas.openxmlformats.org/drawingml/2006/main">
              <a:ext uri="{FF2B5EF4-FFF2-40B4-BE49-F238E27FC236}">
                <a16:creationId xmlns:a16="http://schemas.microsoft.com/office/drawing/2014/main" id="{6E8BC7C4-E234-4D86-80E7-F33DD8FB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875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8" name="p30-矩形-0048">
            <a:extLst xmlns:a="http://schemas.openxmlformats.org/drawingml/2006/main">
              <a:ext uri="{FF2B5EF4-FFF2-40B4-BE49-F238E27FC236}">
                <a16:creationId xmlns:a16="http://schemas.microsoft.com/office/drawing/2014/main" id="{173CA160-F25F-488A-96C2-E92F4A05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9" name="p30-矩形-0049">
            <a:extLst xmlns:a="http://schemas.openxmlformats.org/drawingml/2006/main">
              <a:ext uri="{FF2B5EF4-FFF2-40B4-BE49-F238E27FC236}">
                <a16:creationId xmlns:a16="http://schemas.microsoft.com/office/drawing/2014/main" id="{7301C4A5-4DEA-49B9-8882-F7746FE0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0" name="p30-矩形-0050">
            <a:extLst xmlns:a="http://schemas.openxmlformats.org/drawingml/2006/main">
              <a:ext uri="{FF2B5EF4-FFF2-40B4-BE49-F238E27FC236}">
                <a16:creationId xmlns:a16="http://schemas.microsoft.com/office/drawing/2014/main" id="{F8A3F01C-3BBE-49AF-8372-3362A6C4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050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1" name="p30-矩形-0051">
            <a:extLst xmlns:a="http://schemas.openxmlformats.org/drawingml/2006/main">
              <a:ext uri="{FF2B5EF4-FFF2-40B4-BE49-F238E27FC236}">
                <a16:creationId xmlns:a16="http://schemas.microsoft.com/office/drawing/2014/main" id="{0204ADD4-12A0-426F-B239-36F579E8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2" name="p30-矩形-0052">
            <a:extLst xmlns:a="http://schemas.openxmlformats.org/drawingml/2006/main">
              <a:ext uri="{FF2B5EF4-FFF2-40B4-BE49-F238E27FC236}">
                <a16:creationId xmlns:a16="http://schemas.microsoft.com/office/drawing/2014/main" id="{D0024F61-1D69-4528-99CA-28282BF9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3" name="p30-矩形-0053">
            <a:extLst xmlns:a="http://schemas.openxmlformats.org/drawingml/2006/main">
              <a:ext uri="{FF2B5EF4-FFF2-40B4-BE49-F238E27FC236}">
                <a16:creationId xmlns:a16="http://schemas.microsoft.com/office/drawing/2014/main" id="{ABACE6A4-19E2-4264-BCF1-6FE8443B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225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4" name="p30-矩形-0054">
            <a:extLst xmlns:a="http://schemas.openxmlformats.org/drawingml/2006/main">
              <a:ext uri="{FF2B5EF4-FFF2-40B4-BE49-F238E27FC236}">
                <a16:creationId xmlns:a16="http://schemas.microsoft.com/office/drawing/2014/main" id="{6376E37C-7657-4603-8186-2C5CFC39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950" y="495490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5" name="p30-矩形-0055">
            <a:extLst xmlns:a="http://schemas.openxmlformats.org/drawingml/2006/main">
              <a:ext uri="{FF2B5EF4-FFF2-40B4-BE49-F238E27FC236}">
                <a16:creationId xmlns:a16="http://schemas.microsoft.com/office/drawing/2014/main" id="{1EF178C8-747E-4081-A289-8E34B209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6" name="p30-矩形-0056">
            <a:extLst xmlns:a="http://schemas.openxmlformats.org/drawingml/2006/main">
              <a:ext uri="{FF2B5EF4-FFF2-40B4-BE49-F238E27FC236}">
                <a16:creationId xmlns:a16="http://schemas.microsoft.com/office/drawing/2014/main" id="{1D1A29DE-1B4F-4E17-9C0C-CAB348A0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875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7" name="p30-矩形-0057">
            <a:extLst xmlns:a="http://schemas.openxmlformats.org/drawingml/2006/main">
              <a:ext uri="{FF2B5EF4-FFF2-40B4-BE49-F238E27FC236}">
                <a16:creationId xmlns:a16="http://schemas.microsoft.com/office/drawing/2014/main" id="{2DAF963F-26A5-4BD1-B963-E6734E5A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8" name="p30-矩形-0058">
            <a:extLst xmlns:a="http://schemas.openxmlformats.org/drawingml/2006/main">
              <a:ext uri="{FF2B5EF4-FFF2-40B4-BE49-F238E27FC236}">
                <a16:creationId xmlns:a16="http://schemas.microsoft.com/office/drawing/2014/main" id="{E7D45765-7585-40CA-8019-366A035C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9" name="p30-矩形-0059">
            <a:extLst xmlns:a="http://schemas.openxmlformats.org/drawingml/2006/main">
              <a:ext uri="{FF2B5EF4-FFF2-40B4-BE49-F238E27FC236}">
                <a16:creationId xmlns:a16="http://schemas.microsoft.com/office/drawing/2014/main" id="{6E56C0F1-6D10-4DFC-9AD1-7CA81691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050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0" name="p30-矩形-0060">
            <a:extLst xmlns:a="http://schemas.openxmlformats.org/drawingml/2006/main">
              <a:ext uri="{FF2B5EF4-FFF2-40B4-BE49-F238E27FC236}">
                <a16:creationId xmlns:a16="http://schemas.microsoft.com/office/drawing/2014/main" id="{30A43705-7F2E-44CE-B4F0-5A612EAF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1" name="p30-矩形-0061">
            <a:extLst xmlns:a="http://schemas.openxmlformats.org/drawingml/2006/main">
              <a:ext uri="{FF2B5EF4-FFF2-40B4-BE49-F238E27FC236}">
                <a16:creationId xmlns:a16="http://schemas.microsoft.com/office/drawing/2014/main" id="{48EA305C-0605-48FE-974C-6AFDB01F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2" name="p30-矩形-0062">
            <a:extLst xmlns:a="http://schemas.openxmlformats.org/drawingml/2006/main">
              <a:ext uri="{FF2B5EF4-FFF2-40B4-BE49-F238E27FC236}">
                <a16:creationId xmlns:a16="http://schemas.microsoft.com/office/drawing/2014/main" id="{ED8C871C-0451-457C-BAB0-B5DB84EE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225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3" name="p30-矩形-0063">
            <a:extLst xmlns:a="http://schemas.openxmlformats.org/drawingml/2006/main">
              <a:ext uri="{FF2B5EF4-FFF2-40B4-BE49-F238E27FC236}">
                <a16:creationId xmlns:a16="http://schemas.microsoft.com/office/drawing/2014/main" id="{FCDD8538-B754-44C6-91F2-681ADA9F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950" y="510921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4" name="p30-矩形-0064">
            <a:extLst xmlns:a="http://schemas.openxmlformats.org/drawingml/2006/main">
              <a:ext uri="{FF2B5EF4-FFF2-40B4-BE49-F238E27FC236}">
                <a16:creationId xmlns:a16="http://schemas.microsoft.com/office/drawing/2014/main" id="{B7CB473F-691D-4FBD-9338-738AF204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5" name="p30-矩形-0065">
            <a:extLst xmlns:a="http://schemas.openxmlformats.org/drawingml/2006/main">
              <a:ext uri="{FF2B5EF4-FFF2-40B4-BE49-F238E27FC236}">
                <a16:creationId xmlns:a16="http://schemas.microsoft.com/office/drawing/2014/main" id="{E486E296-E1F5-4B63-8F8A-D028C94B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875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6" name="p30-矩形-0066">
            <a:extLst xmlns:a="http://schemas.openxmlformats.org/drawingml/2006/main">
              <a:ext uri="{FF2B5EF4-FFF2-40B4-BE49-F238E27FC236}">
                <a16:creationId xmlns:a16="http://schemas.microsoft.com/office/drawing/2014/main" id="{DF5C3A5D-6520-42F9-98FC-1F5DC318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7" name="p30-矩形-0067">
            <a:extLst xmlns:a="http://schemas.openxmlformats.org/drawingml/2006/main">
              <a:ext uri="{FF2B5EF4-FFF2-40B4-BE49-F238E27FC236}">
                <a16:creationId xmlns:a16="http://schemas.microsoft.com/office/drawing/2014/main" id="{506BC166-104D-4A50-88D9-079F6CB3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8" name="p30-矩形-0068">
            <a:extLst xmlns:a="http://schemas.openxmlformats.org/drawingml/2006/main">
              <a:ext uri="{FF2B5EF4-FFF2-40B4-BE49-F238E27FC236}">
                <a16:creationId xmlns:a16="http://schemas.microsoft.com/office/drawing/2014/main" id="{5A51E9A0-D486-42FB-BE38-32150BFE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050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9" name="p30-矩形-0069">
            <a:extLst xmlns:a="http://schemas.openxmlformats.org/drawingml/2006/main">
              <a:ext uri="{FF2B5EF4-FFF2-40B4-BE49-F238E27FC236}">
                <a16:creationId xmlns:a16="http://schemas.microsoft.com/office/drawing/2014/main" id="{151282B6-7622-4848-9EA8-0AB53CFB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0" name="p30-矩形-0070">
            <a:extLst xmlns:a="http://schemas.openxmlformats.org/drawingml/2006/main">
              <a:ext uri="{FF2B5EF4-FFF2-40B4-BE49-F238E27FC236}">
                <a16:creationId xmlns:a16="http://schemas.microsoft.com/office/drawing/2014/main" id="{7044F597-642F-4EB7-8777-8AA5E667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1" name="p30-矩形-0071">
            <a:extLst xmlns:a="http://schemas.openxmlformats.org/drawingml/2006/main">
              <a:ext uri="{FF2B5EF4-FFF2-40B4-BE49-F238E27FC236}">
                <a16:creationId xmlns:a16="http://schemas.microsoft.com/office/drawing/2014/main" id="{312AAE79-70EF-405A-ACD9-ADD44BD8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225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2" name="p30-矩形-0072">
            <a:extLst xmlns:a="http://schemas.openxmlformats.org/drawingml/2006/main">
              <a:ext uri="{FF2B5EF4-FFF2-40B4-BE49-F238E27FC236}">
                <a16:creationId xmlns:a16="http://schemas.microsoft.com/office/drawing/2014/main" id="{FBAC4808-9D6B-4AB2-B869-5C4A2F97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950" y="5263515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73" name="p30-矩形-0073">
            <a:extLst xmlns:a="http://schemas.openxmlformats.org/drawingml/2006/main">
              <a:ext uri="{FF2B5EF4-FFF2-40B4-BE49-F238E27FC236}">
                <a16:creationId xmlns:a16="http://schemas.microsoft.com/office/drawing/2014/main" id="{1834CC6C-5E5C-492E-B618-80A9AE62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4" name="p30-矩形-0074">
            <a:extLst xmlns:a="http://schemas.openxmlformats.org/drawingml/2006/main">
              <a:ext uri="{FF2B5EF4-FFF2-40B4-BE49-F238E27FC236}">
                <a16:creationId xmlns:a16="http://schemas.microsoft.com/office/drawing/2014/main" id="{95C170AB-177C-4180-B71E-D5748AFA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875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5" name="p30-矩形-0075">
            <a:extLst xmlns:a="http://schemas.openxmlformats.org/drawingml/2006/main">
              <a:ext uri="{FF2B5EF4-FFF2-40B4-BE49-F238E27FC236}">
                <a16:creationId xmlns:a16="http://schemas.microsoft.com/office/drawing/2014/main" id="{5A823C5F-641F-48D3-8E59-4B3F8955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600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6" name="p30-矩形-0076">
            <a:extLst xmlns:a="http://schemas.openxmlformats.org/drawingml/2006/main">
              <a:ext uri="{FF2B5EF4-FFF2-40B4-BE49-F238E27FC236}">
                <a16:creationId xmlns:a16="http://schemas.microsoft.com/office/drawing/2014/main" id="{4A538046-C96C-483C-9010-0DB0D4EF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7" name="p30-矩形-0077">
            <a:extLst xmlns:a="http://schemas.openxmlformats.org/drawingml/2006/main">
              <a:ext uri="{FF2B5EF4-FFF2-40B4-BE49-F238E27FC236}">
                <a16:creationId xmlns:a16="http://schemas.microsoft.com/office/drawing/2014/main" id="{61EE7413-8453-4DC1-A56E-57866662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050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8" name="p30-矩形-0078">
            <a:extLst xmlns:a="http://schemas.openxmlformats.org/drawingml/2006/main">
              <a:ext uri="{FF2B5EF4-FFF2-40B4-BE49-F238E27FC236}">
                <a16:creationId xmlns:a16="http://schemas.microsoft.com/office/drawing/2014/main" id="{7CF94E69-6790-4CA9-B6B1-1B91EA28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775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9" name="p30-矩形-0079">
            <a:extLst xmlns:a="http://schemas.openxmlformats.org/drawingml/2006/main">
              <a:ext uri="{FF2B5EF4-FFF2-40B4-BE49-F238E27FC236}">
                <a16:creationId xmlns:a16="http://schemas.microsoft.com/office/drawing/2014/main" id="{6FF064D8-C495-4D89-AB48-BB91D4E8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80" name="p30-矩形-0080">
            <a:extLst xmlns:a="http://schemas.openxmlformats.org/drawingml/2006/main">
              <a:ext uri="{FF2B5EF4-FFF2-40B4-BE49-F238E27FC236}">
                <a16:creationId xmlns:a16="http://schemas.microsoft.com/office/drawing/2014/main" id="{EAC3EECF-506D-4940-B8E4-ADA92551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225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1" name="p30-矩形-0081">
            <a:extLst xmlns:a="http://schemas.openxmlformats.org/drawingml/2006/main">
              <a:ext uri="{FF2B5EF4-FFF2-40B4-BE49-F238E27FC236}">
                <a16:creationId xmlns:a16="http://schemas.microsoft.com/office/drawing/2014/main" id="{6641BC11-59BC-49E6-80DB-355C7D24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950" y="5417820"/>
            <a:ext cx="203200" cy="14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2" name="p30-文本-0082">
            <a:extLst xmlns:a="http://schemas.openxmlformats.org/drawingml/2006/main">
              <a:ext uri="{FF2B5EF4-FFF2-40B4-BE49-F238E27FC236}">
                <a16:creationId xmlns:a16="http://schemas.microsoft.com/office/drawing/2014/main" id="{45375D14-63C1-4EAB-869C-89EF3CB4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6172" y="5622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3" name="p30-文本-0083">
            <a:extLst xmlns:a="http://schemas.openxmlformats.org/drawingml/2006/main">
              <a:ext uri="{FF2B5EF4-FFF2-40B4-BE49-F238E27FC236}">
                <a16:creationId xmlns:a16="http://schemas.microsoft.com/office/drawing/2014/main" id="{51E2DAA3-6C76-4FCF-A8D3-BEF10862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7072" y="5622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4" name="p30-文本-0084">
            <a:extLst xmlns:a="http://schemas.openxmlformats.org/drawingml/2006/main">
              <a:ext uri="{FF2B5EF4-FFF2-40B4-BE49-F238E27FC236}">
                <a16:creationId xmlns:a16="http://schemas.microsoft.com/office/drawing/2014/main" id="{E7EE8C7B-85F7-41D9-90CA-A4B42527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972" y="5622080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85" name="p30-文本-0085">
            <a:extLst xmlns:a="http://schemas.openxmlformats.org/drawingml/2006/main">
              <a:ext uri="{FF2B5EF4-FFF2-40B4-BE49-F238E27FC236}">
                <a16:creationId xmlns:a16="http://schemas.microsoft.com/office/drawing/2014/main" id="{C1C05FBD-4FB5-406B-A554-261820AB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795" y="4772964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6" name="p30-文本-0086">
            <a:extLst xmlns:a="http://schemas.openxmlformats.org/drawingml/2006/main">
              <a:ext uri="{FF2B5EF4-FFF2-40B4-BE49-F238E27FC236}">
                <a16:creationId xmlns:a16="http://schemas.microsoft.com/office/drawing/2014/main" id="{251602F1-1365-4A07-BA83-12AF79A9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795" y="5390184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7" name="p30-路径-0087">
            <a:extLst xmlns:a="http://schemas.openxmlformats.org/drawingml/2006/main">
              <a:ext uri="{FF2B5EF4-FFF2-40B4-BE49-F238E27FC236}">
                <a16:creationId xmlns:a16="http://schemas.microsoft.com/office/drawing/2014/main" id="{FA43220C-8E3D-463C-BEBB-63CCB096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5161979"/>
            <a:ext cx="466725" cy="153543"/>
          </a:xfrm>
          <a:custGeom xmlns:a="http://schemas.openxmlformats.org/drawingml/2006/main">
            <a:pathLst>
              <a:path w="466725" h="153543">
                <a:moveTo>
                  <a:pt x="0" y="110109"/>
                </a:moveTo>
                <a:lnTo>
                  <a:pt x="342900" y="110109"/>
                </a:lnTo>
                <a:lnTo>
                  <a:pt x="342900" y="153543"/>
                </a:lnTo>
                <a:lnTo>
                  <a:pt x="466725" y="76771"/>
                </a:lnTo>
                <a:lnTo>
                  <a:pt x="342900" y="0"/>
                </a:lnTo>
                <a:lnTo>
                  <a:pt x="342900" y="43434"/>
                </a:lnTo>
                <a:lnTo>
                  <a:pt x="0" y="4343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30-文本-0088">
            <a:extLst xmlns:a="http://schemas.openxmlformats.org/drawingml/2006/main">
              <a:ext uri="{FF2B5EF4-FFF2-40B4-BE49-F238E27FC236}">
                <a16:creationId xmlns:a16="http://schemas.microsoft.com/office/drawing/2014/main" id="{0CCA4485-16EE-438C-86E7-A31C2521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712777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收缩到已确认的可行区</a:t>
            </a:r>
          </a:p>
        </p:txBody>
      </p:sp>
      <p:sp>
        <p:nvSpPr>
          <p:cNvPr id="89" name="p30-文本-0089">
            <a:extLst xmlns:a="http://schemas.openxmlformats.org/drawingml/2006/main">
              <a:ext uri="{FF2B5EF4-FFF2-40B4-BE49-F238E27FC236}">
                <a16:creationId xmlns:a16="http://schemas.microsoft.com/office/drawing/2014/main" id="{03D4F255-B72F-4051-93B1-7BAD25C8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55677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逐项扩展边界并留出复核</a:t>
            </a:r>
          </a:p>
        </p:txBody>
      </p:sp>
      <p:sp>
        <p:nvSpPr>
          <p:cNvPr id="90" name="p30-文本-0090">
            <a:extLst xmlns:a="http://schemas.openxmlformats.org/drawingml/2006/main">
              <a:ext uri="{FF2B5EF4-FFF2-40B4-BE49-F238E27FC236}">
                <a16:creationId xmlns:a16="http://schemas.microsoft.com/office/drawing/2014/main" id="{D1D71B81-3062-41B8-97BD-DF1BC398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484302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出口：可用范围有依据</a:t>
            </a:r>
          </a:p>
        </p:txBody>
      </p:sp>
      <p:sp>
        <p:nvSpPr>
          <p:cNvPr id="91" name="p30-文本-0091">
            <a:extLst xmlns:a="http://schemas.openxmlformats.org/drawingml/2006/main">
              <a:ext uri="{FF2B5EF4-FFF2-40B4-BE49-F238E27FC236}">
                <a16:creationId xmlns:a16="http://schemas.microsoft.com/office/drawing/2014/main" id="{EB885C81-0AD4-4134-BAA9-4429A439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611" y="6062007"/>
            <a:ext cx="62287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触发条件、替代动作和验证出口一起写，风险才可管理</a:t>
            </a:r>
          </a:p>
        </p:txBody>
      </p:sp>
      <p:sp>
        <p:nvSpPr>
          <p:cNvPr id="92" name="p30-文本-0092">
            <a:extLst xmlns:a="http://schemas.openxmlformats.org/drawingml/2006/main">
              <a:ext uri="{FF2B5EF4-FFF2-40B4-BE49-F238E27FC236}">
                <a16:creationId xmlns:a16="http://schemas.microsoft.com/office/drawing/2014/main" id="{19D42825-52F9-4654-8490-E792D1EA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6901568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9" name="p31-矩形-0001">
            <a:extLst xmlns:a="http://schemas.openxmlformats.org/drawingml/2006/main">
              <a:ext uri="{FF2B5EF4-FFF2-40B4-BE49-F238E27FC236}">
                <a16:creationId xmlns:a16="http://schemas.microsoft.com/office/drawing/2014/main" id="{C38E65AF-CAB0-41C9-B513-23290CCC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1-矩形-0002">
            <a:extLst xmlns:a="http://schemas.openxmlformats.org/drawingml/2006/main">
              <a:ext uri="{FF2B5EF4-FFF2-40B4-BE49-F238E27FC236}">
                <a16:creationId xmlns:a16="http://schemas.microsoft.com/office/drawing/2014/main" id="{486B99D4-8675-411A-A633-A410CB5A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1-文本-0003">
            <a:extLst xmlns:a="http://schemas.openxmlformats.org/drawingml/2006/main">
              <a:ext uri="{FF2B5EF4-FFF2-40B4-BE49-F238E27FC236}">
                <a16:creationId xmlns:a16="http://schemas.microsoft.com/office/drawing/2014/main" id="{9883571E-800B-4CC2-B628-BB43DF3F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从条件图谱提取候选，再检验响应分布</a:t>
            </a:r>
          </a:p>
        </p:txBody>
      </p:sp>
      <p:sp>
        <p:nvSpPr>
          <p:cNvPr id="4" name="p31-文本-0004">
            <a:extLst xmlns:a="http://schemas.openxmlformats.org/drawingml/2006/main">
              <a:ext uri="{FF2B5EF4-FFF2-40B4-BE49-F238E27FC236}">
                <a16:creationId xmlns:a16="http://schemas.microsoft.com/office/drawing/2014/main" id="{5649EC35-855D-4885-896D-5F2AE463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926139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条件图谱定位连续候选区，独立复测检查响应强度与批次分布</a:t>
            </a:r>
          </a:p>
        </p:txBody>
      </p:sp>
      <p:sp>
        <p:nvSpPr>
          <p:cNvPr id="5" name="p31-线-0005">
            <a:extLst xmlns:a="http://schemas.openxmlformats.org/drawingml/2006/main">
              <a:ext uri="{FF2B5EF4-FFF2-40B4-BE49-F238E27FC236}">
                <a16:creationId xmlns:a16="http://schemas.microsoft.com/office/drawing/2014/main" id="{C5A97D6C-C5C3-4002-8DD6-36AB3326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1-文本-0006">
            <a:extLst xmlns:a="http://schemas.openxmlformats.org/drawingml/2006/main">
              <a:ext uri="{FF2B5EF4-FFF2-40B4-BE49-F238E27FC236}">
                <a16:creationId xmlns:a16="http://schemas.microsoft.com/office/drawing/2014/main" id="{6E183832-63CE-4DDA-AF56-7AE35A07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73146"/>
            <a:ext cx="15992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条件—响应图谱</a:t>
            </a:r>
          </a:p>
        </p:txBody>
      </p:sp>
      <p:sp>
        <p:nvSpPr>
          <p:cNvPr id="7" name="p31-矩形-0007">
            <a:extLst xmlns:a="http://schemas.openxmlformats.org/drawingml/2006/main">
              <a:ext uri="{FF2B5EF4-FFF2-40B4-BE49-F238E27FC236}">
                <a16:creationId xmlns:a16="http://schemas.microsoft.com/office/drawing/2014/main" id="{F527022B-A3D8-417D-8330-9382536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" name="p31-矩形-0008">
            <a:extLst xmlns:a="http://schemas.openxmlformats.org/drawingml/2006/main">
              <a:ext uri="{FF2B5EF4-FFF2-40B4-BE49-F238E27FC236}">
                <a16:creationId xmlns:a16="http://schemas.microsoft.com/office/drawing/2014/main" id="{F27515E0-57D2-4FA0-AA0F-7E29BA0E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9" name="p31-矩形-0009">
            <a:extLst xmlns:a="http://schemas.openxmlformats.org/drawingml/2006/main">
              <a:ext uri="{FF2B5EF4-FFF2-40B4-BE49-F238E27FC236}">
                <a16:creationId xmlns:a16="http://schemas.microsoft.com/office/drawing/2014/main" id="{3B3ADCCF-191C-42E6-9744-C2AC0CBD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0" name="p31-矩形-0010">
            <a:extLst xmlns:a="http://schemas.openxmlformats.org/drawingml/2006/main">
              <a:ext uri="{FF2B5EF4-FFF2-40B4-BE49-F238E27FC236}">
                <a16:creationId xmlns:a16="http://schemas.microsoft.com/office/drawing/2014/main" id="{7F821FA7-E58B-4EAE-9472-9346168F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11" name="p31-矩形-0011">
            <a:extLst xmlns:a="http://schemas.openxmlformats.org/drawingml/2006/main">
              <a:ext uri="{FF2B5EF4-FFF2-40B4-BE49-F238E27FC236}">
                <a16:creationId xmlns:a16="http://schemas.microsoft.com/office/drawing/2014/main" id="{D1BE4196-10DB-4ADA-B40C-948A7001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2" name="p31-矩形-0012">
            <a:extLst xmlns:a="http://schemas.openxmlformats.org/drawingml/2006/main">
              <a:ext uri="{FF2B5EF4-FFF2-40B4-BE49-F238E27FC236}">
                <a16:creationId xmlns:a16="http://schemas.microsoft.com/office/drawing/2014/main" id="{8DABBBB6-CF44-4A7C-865F-E41D6893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" name="p31-矩形-0013">
            <a:extLst xmlns:a="http://schemas.openxmlformats.org/drawingml/2006/main">
              <a:ext uri="{FF2B5EF4-FFF2-40B4-BE49-F238E27FC236}">
                <a16:creationId xmlns:a16="http://schemas.microsoft.com/office/drawing/2014/main" id="{E22A58E3-36F9-4608-9819-BEF62D8F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4" name="p31-矩形-0014">
            <a:extLst xmlns:a="http://schemas.openxmlformats.org/drawingml/2006/main">
              <a:ext uri="{FF2B5EF4-FFF2-40B4-BE49-F238E27FC236}">
                <a16:creationId xmlns:a16="http://schemas.microsoft.com/office/drawing/2014/main" id="{10F5C4CF-FFA4-4E01-96FC-38B4D1C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5" name="p31-矩形-0015">
            <a:extLst xmlns:a="http://schemas.openxmlformats.org/drawingml/2006/main">
              <a:ext uri="{FF2B5EF4-FFF2-40B4-BE49-F238E27FC236}">
                <a16:creationId xmlns:a16="http://schemas.microsoft.com/office/drawing/2014/main" id="{0C847D46-EF67-45DF-83DA-A545FF4E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6" name="p31-矩形-0016">
            <a:extLst xmlns:a="http://schemas.openxmlformats.org/drawingml/2006/main">
              <a:ext uri="{FF2B5EF4-FFF2-40B4-BE49-F238E27FC236}">
                <a16:creationId xmlns:a16="http://schemas.microsoft.com/office/drawing/2014/main" id="{45C97277-6FC3-4C1E-83C4-56BBEA0B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7" name="p31-矩形-0017">
            <a:extLst xmlns:a="http://schemas.openxmlformats.org/drawingml/2006/main">
              <a:ext uri="{FF2B5EF4-FFF2-40B4-BE49-F238E27FC236}">
                <a16:creationId xmlns:a16="http://schemas.microsoft.com/office/drawing/2014/main" id="{F075156E-77BB-4913-A742-36250D2E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8" name="p31-矩形-0018">
            <a:extLst xmlns:a="http://schemas.openxmlformats.org/drawingml/2006/main">
              <a:ext uri="{FF2B5EF4-FFF2-40B4-BE49-F238E27FC236}">
                <a16:creationId xmlns:a16="http://schemas.microsoft.com/office/drawing/2014/main" id="{1A70C35B-5144-46FB-8A2D-B5454048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9" name="p31-矩形-0019">
            <a:extLst xmlns:a="http://schemas.openxmlformats.org/drawingml/2006/main">
              <a:ext uri="{FF2B5EF4-FFF2-40B4-BE49-F238E27FC236}">
                <a16:creationId xmlns:a16="http://schemas.microsoft.com/office/drawing/2014/main" id="{B0A23B52-F156-4A57-91D9-7DD01823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0" name="p31-矩形-0020">
            <a:extLst xmlns:a="http://schemas.openxmlformats.org/drawingml/2006/main">
              <a:ext uri="{FF2B5EF4-FFF2-40B4-BE49-F238E27FC236}">
                <a16:creationId xmlns:a16="http://schemas.microsoft.com/office/drawing/2014/main" id="{67E19C19-67FC-409B-B20A-17C6E913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1" name="p31-矩形-0021">
            <a:extLst xmlns:a="http://schemas.openxmlformats.org/drawingml/2006/main">
              <a:ext uri="{FF2B5EF4-FFF2-40B4-BE49-F238E27FC236}">
                <a16:creationId xmlns:a16="http://schemas.microsoft.com/office/drawing/2014/main" id="{00904BEA-556E-4BAD-8963-49A3B912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22" name="p31-矩形-0022">
            <a:extLst xmlns:a="http://schemas.openxmlformats.org/drawingml/2006/main">
              <a:ext uri="{FF2B5EF4-FFF2-40B4-BE49-F238E27FC236}">
                <a16:creationId xmlns:a16="http://schemas.microsoft.com/office/drawing/2014/main" id="{C8EF82ED-7164-4912-B554-82EF65A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1885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23" name="p31-矩形-0023">
            <a:extLst xmlns:a="http://schemas.openxmlformats.org/drawingml/2006/main">
              <a:ext uri="{FF2B5EF4-FFF2-40B4-BE49-F238E27FC236}">
                <a16:creationId xmlns:a16="http://schemas.microsoft.com/office/drawing/2014/main" id="{DDC352FB-854A-4C99-99BA-98EC00B1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4" name="p31-矩形-0024">
            <a:extLst xmlns:a="http://schemas.openxmlformats.org/drawingml/2006/main">
              <a:ext uri="{FF2B5EF4-FFF2-40B4-BE49-F238E27FC236}">
                <a16:creationId xmlns:a16="http://schemas.microsoft.com/office/drawing/2014/main" id="{C0A8412D-0C38-4303-B2CD-2C29360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5" name="p31-矩形-0025">
            <a:extLst xmlns:a="http://schemas.openxmlformats.org/drawingml/2006/main">
              <a:ext uri="{FF2B5EF4-FFF2-40B4-BE49-F238E27FC236}">
                <a16:creationId xmlns:a16="http://schemas.microsoft.com/office/drawing/2014/main" id="{6174D5C5-C9D3-43CE-A8F5-F65FF50D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6" name="p31-矩形-0026">
            <a:extLst xmlns:a="http://schemas.openxmlformats.org/drawingml/2006/main">
              <a:ext uri="{FF2B5EF4-FFF2-40B4-BE49-F238E27FC236}">
                <a16:creationId xmlns:a16="http://schemas.microsoft.com/office/drawing/2014/main" id="{FE0F2AFA-640F-4D39-B8BA-865CC538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" name="p31-矩形-0027">
            <a:extLst xmlns:a="http://schemas.openxmlformats.org/drawingml/2006/main">
              <a:ext uri="{FF2B5EF4-FFF2-40B4-BE49-F238E27FC236}">
                <a16:creationId xmlns:a16="http://schemas.microsoft.com/office/drawing/2014/main" id="{EBCF8C6B-4930-499C-B5FA-30B26D0F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8" name="p31-矩形-0028">
            <a:extLst xmlns:a="http://schemas.openxmlformats.org/drawingml/2006/main">
              <a:ext uri="{FF2B5EF4-FFF2-40B4-BE49-F238E27FC236}">
                <a16:creationId xmlns:a16="http://schemas.microsoft.com/office/drawing/2014/main" id="{72D9EE7F-A606-4B6F-BB88-840B1486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" name="p31-矩形-0029">
            <a:extLst xmlns:a="http://schemas.openxmlformats.org/drawingml/2006/main">
              <a:ext uri="{FF2B5EF4-FFF2-40B4-BE49-F238E27FC236}">
                <a16:creationId xmlns:a16="http://schemas.microsoft.com/office/drawing/2014/main" id="{66351FCD-88F8-4E82-B580-5FEDC943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" name="p31-矩形-0030">
            <a:extLst xmlns:a="http://schemas.openxmlformats.org/drawingml/2006/main">
              <a:ext uri="{FF2B5EF4-FFF2-40B4-BE49-F238E27FC236}">
                <a16:creationId xmlns:a16="http://schemas.microsoft.com/office/drawing/2014/main" id="{C6C8DB45-7377-4708-8EEB-FE53C3EF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" name="p31-矩形-0031">
            <a:extLst xmlns:a="http://schemas.openxmlformats.org/drawingml/2006/main">
              <a:ext uri="{FF2B5EF4-FFF2-40B4-BE49-F238E27FC236}">
                <a16:creationId xmlns:a16="http://schemas.microsoft.com/office/drawing/2014/main" id="{7849048C-E920-4014-B822-A1F36DC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" name="p31-矩形-0032">
            <a:extLst xmlns:a="http://schemas.openxmlformats.org/drawingml/2006/main">
              <a:ext uri="{FF2B5EF4-FFF2-40B4-BE49-F238E27FC236}">
                <a16:creationId xmlns:a16="http://schemas.microsoft.com/office/drawing/2014/main" id="{49174192-1CE0-4A01-9D0B-963448D4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" name="p31-矩形-0033">
            <a:extLst xmlns:a="http://schemas.openxmlformats.org/drawingml/2006/main">
              <a:ext uri="{FF2B5EF4-FFF2-40B4-BE49-F238E27FC236}">
                <a16:creationId xmlns:a16="http://schemas.microsoft.com/office/drawing/2014/main" id="{36FBB718-AB4C-46D5-B19D-C18D6B02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4" name="p31-矩形-0034">
            <a:extLst xmlns:a="http://schemas.openxmlformats.org/drawingml/2006/main">
              <a:ext uri="{FF2B5EF4-FFF2-40B4-BE49-F238E27FC236}">
                <a16:creationId xmlns:a16="http://schemas.microsoft.com/office/drawing/2014/main" id="{BECCA1E1-419C-4A0C-BC72-49620A56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5" name="p31-矩形-0035">
            <a:extLst xmlns:a="http://schemas.openxmlformats.org/drawingml/2006/main">
              <a:ext uri="{FF2B5EF4-FFF2-40B4-BE49-F238E27FC236}">
                <a16:creationId xmlns:a16="http://schemas.microsoft.com/office/drawing/2014/main" id="{2A5919CF-33DD-4931-813F-7873CEDE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" name="p31-矩形-0036">
            <a:extLst xmlns:a="http://schemas.openxmlformats.org/drawingml/2006/main">
              <a:ext uri="{FF2B5EF4-FFF2-40B4-BE49-F238E27FC236}">
                <a16:creationId xmlns:a16="http://schemas.microsoft.com/office/drawing/2014/main" id="{689BE387-E250-4724-9849-9E9DA9BB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" name="p31-矩形-0037">
            <a:extLst xmlns:a="http://schemas.openxmlformats.org/drawingml/2006/main">
              <a:ext uri="{FF2B5EF4-FFF2-40B4-BE49-F238E27FC236}">
                <a16:creationId xmlns:a16="http://schemas.microsoft.com/office/drawing/2014/main" id="{9371F29D-693C-471D-BE60-D5A7D4B4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" name="p31-矩形-0038">
            <a:extLst xmlns:a="http://schemas.openxmlformats.org/drawingml/2006/main">
              <a:ext uri="{FF2B5EF4-FFF2-40B4-BE49-F238E27FC236}">
                <a16:creationId xmlns:a16="http://schemas.microsoft.com/office/drawing/2014/main" id="{6AE7A4E6-7CE6-4B17-816D-E2FCB155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2118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9" name="p31-矩形-0039">
            <a:extLst xmlns:a="http://schemas.openxmlformats.org/drawingml/2006/main">
              <a:ext uri="{FF2B5EF4-FFF2-40B4-BE49-F238E27FC236}">
                <a16:creationId xmlns:a16="http://schemas.microsoft.com/office/drawing/2014/main" id="{20DA809F-5665-430B-A4A8-021866A9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40" name="p31-矩形-0040">
            <a:extLst xmlns:a="http://schemas.openxmlformats.org/drawingml/2006/main">
              <a:ext uri="{FF2B5EF4-FFF2-40B4-BE49-F238E27FC236}">
                <a16:creationId xmlns:a16="http://schemas.microsoft.com/office/drawing/2014/main" id="{D31B8055-2482-4359-B03A-28460738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1" name="p31-矩形-0041">
            <a:extLst xmlns:a="http://schemas.openxmlformats.org/drawingml/2006/main">
              <a:ext uri="{FF2B5EF4-FFF2-40B4-BE49-F238E27FC236}">
                <a16:creationId xmlns:a16="http://schemas.microsoft.com/office/drawing/2014/main" id="{56D62ABE-2801-49AB-8E0D-3F26E0F5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2" name="p31-矩形-0042">
            <a:extLst xmlns:a="http://schemas.openxmlformats.org/drawingml/2006/main">
              <a:ext uri="{FF2B5EF4-FFF2-40B4-BE49-F238E27FC236}">
                <a16:creationId xmlns:a16="http://schemas.microsoft.com/office/drawing/2014/main" id="{CA42589C-F7D8-43F4-AB28-08A66DF7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3" name="p31-矩形-0043">
            <a:extLst xmlns:a="http://schemas.openxmlformats.org/drawingml/2006/main">
              <a:ext uri="{FF2B5EF4-FFF2-40B4-BE49-F238E27FC236}">
                <a16:creationId xmlns:a16="http://schemas.microsoft.com/office/drawing/2014/main" id="{431656F7-C3EC-4953-93D6-F8F192D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4" name="p31-矩形-0044">
            <a:extLst xmlns:a="http://schemas.openxmlformats.org/drawingml/2006/main">
              <a:ext uri="{FF2B5EF4-FFF2-40B4-BE49-F238E27FC236}">
                <a16:creationId xmlns:a16="http://schemas.microsoft.com/office/drawing/2014/main" id="{4E7DC7AC-A9D1-4DB8-AFB6-7947E35A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5" name="p31-矩形-0045">
            <a:extLst xmlns:a="http://schemas.openxmlformats.org/drawingml/2006/main">
              <a:ext uri="{FF2B5EF4-FFF2-40B4-BE49-F238E27FC236}">
                <a16:creationId xmlns:a16="http://schemas.microsoft.com/office/drawing/2014/main" id="{E82694E0-36DD-4691-B06D-A573A200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46" name="p31-矩形-0046">
            <a:extLst xmlns:a="http://schemas.openxmlformats.org/drawingml/2006/main">
              <a:ext uri="{FF2B5EF4-FFF2-40B4-BE49-F238E27FC236}">
                <a16:creationId xmlns:a16="http://schemas.microsoft.com/office/drawing/2014/main" id="{FA2BE6C4-7E03-4E4D-A346-270D9FB6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47" name="p31-矩形-0047">
            <a:extLst xmlns:a="http://schemas.openxmlformats.org/drawingml/2006/main">
              <a:ext uri="{FF2B5EF4-FFF2-40B4-BE49-F238E27FC236}">
                <a16:creationId xmlns:a16="http://schemas.microsoft.com/office/drawing/2014/main" id="{EFE44E83-B348-4608-88F5-613852D2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48" name="p31-矩形-0048">
            <a:extLst xmlns:a="http://schemas.openxmlformats.org/drawingml/2006/main">
              <a:ext uri="{FF2B5EF4-FFF2-40B4-BE49-F238E27FC236}">
                <a16:creationId xmlns:a16="http://schemas.microsoft.com/office/drawing/2014/main" id="{16272239-7EA1-4862-A125-A5FE29DC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49" name="p31-矩形-0049">
            <a:extLst xmlns:a="http://schemas.openxmlformats.org/drawingml/2006/main">
              <a:ext uri="{FF2B5EF4-FFF2-40B4-BE49-F238E27FC236}">
                <a16:creationId xmlns:a16="http://schemas.microsoft.com/office/drawing/2014/main" id="{1CC0B796-8496-4E1B-AF23-FA4EDE2B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0" name="p31-矩形-0050">
            <a:extLst xmlns:a="http://schemas.openxmlformats.org/drawingml/2006/main">
              <a:ext uri="{FF2B5EF4-FFF2-40B4-BE49-F238E27FC236}">
                <a16:creationId xmlns:a16="http://schemas.microsoft.com/office/drawing/2014/main" id="{C571DDBC-2A1B-44CF-87D0-514E703C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51" name="p31-矩形-0051">
            <a:extLst xmlns:a="http://schemas.openxmlformats.org/drawingml/2006/main">
              <a:ext uri="{FF2B5EF4-FFF2-40B4-BE49-F238E27FC236}">
                <a16:creationId xmlns:a16="http://schemas.microsoft.com/office/drawing/2014/main" id="{DFA7D86A-31AD-4769-B69E-74792E0A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52" name="p31-矩形-0052">
            <a:extLst xmlns:a="http://schemas.openxmlformats.org/drawingml/2006/main">
              <a:ext uri="{FF2B5EF4-FFF2-40B4-BE49-F238E27FC236}">
                <a16:creationId xmlns:a16="http://schemas.microsoft.com/office/drawing/2014/main" id="{CFA0E21C-6BB5-4AB3-B558-9A12E78C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3" name="p31-矩形-0053">
            <a:extLst xmlns:a="http://schemas.openxmlformats.org/drawingml/2006/main">
              <a:ext uri="{FF2B5EF4-FFF2-40B4-BE49-F238E27FC236}">
                <a16:creationId xmlns:a16="http://schemas.microsoft.com/office/drawing/2014/main" id="{85883C8A-95D2-48C1-AE26-AF161624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4" name="p31-矩形-0054">
            <a:extLst xmlns:a="http://schemas.openxmlformats.org/drawingml/2006/main">
              <a:ext uri="{FF2B5EF4-FFF2-40B4-BE49-F238E27FC236}">
                <a16:creationId xmlns:a16="http://schemas.microsoft.com/office/drawing/2014/main" id="{656BFF06-E3BB-4F3E-8962-6E5DFD98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2351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55" name="p31-矩形-0055">
            <a:extLst xmlns:a="http://schemas.openxmlformats.org/drawingml/2006/main">
              <a:ext uri="{FF2B5EF4-FFF2-40B4-BE49-F238E27FC236}">
                <a16:creationId xmlns:a16="http://schemas.microsoft.com/office/drawing/2014/main" id="{C668DA60-A43D-45A7-9D2E-520BD4D8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6" name="p31-矩形-0056">
            <a:extLst xmlns:a="http://schemas.openxmlformats.org/drawingml/2006/main">
              <a:ext uri="{FF2B5EF4-FFF2-40B4-BE49-F238E27FC236}">
                <a16:creationId xmlns:a16="http://schemas.microsoft.com/office/drawing/2014/main" id="{D16727AA-2ACE-4D13-A9AC-D4F70192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7" name="p31-矩形-0057">
            <a:extLst xmlns:a="http://schemas.openxmlformats.org/drawingml/2006/main">
              <a:ext uri="{FF2B5EF4-FFF2-40B4-BE49-F238E27FC236}">
                <a16:creationId xmlns:a16="http://schemas.microsoft.com/office/drawing/2014/main" id="{212E27C3-B976-47FC-A080-412D8878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58" name="p31-矩形-0058">
            <a:extLst xmlns:a="http://schemas.openxmlformats.org/drawingml/2006/main">
              <a:ext uri="{FF2B5EF4-FFF2-40B4-BE49-F238E27FC236}">
                <a16:creationId xmlns:a16="http://schemas.microsoft.com/office/drawing/2014/main" id="{9D074ACA-D934-4615-B1F3-C9F97BE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59" name="p31-矩形-0059">
            <a:extLst xmlns:a="http://schemas.openxmlformats.org/drawingml/2006/main">
              <a:ext uri="{FF2B5EF4-FFF2-40B4-BE49-F238E27FC236}">
                <a16:creationId xmlns:a16="http://schemas.microsoft.com/office/drawing/2014/main" id="{08345F06-2934-4D8A-AC02-D025195F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0" name="p31-矩形-0060">
            <a:extLst xmlns:a="http://schemas.openxmlformats.org/drawingml/2006/main">
              <a:ext uri="{FF2B5EF4-FFF2-40B4-BE49-F238E27FC236}">
                <a16:creationId xmlns:a16="http://schemas.microsoft.com/office/drawing/2014/main" id="{16B33878-C185-433F-8EDE-C554987A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61" name="p31-矩形-0061">
            <a:extLst xmlns:a="http://schemas.openxmlformats.org/drawingml/2006/main">
              <a:ext uri="{FF2B5EF4-FFF2-40B4-BE49-F238E27FC236}">
                <a16:creationId xmlns:a16="http://schemas.microsoft.com/office/drawing/2014/main" id="{A73AD365-B278-45D2-B97E-5C6F5070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62" name="p31-矩形-0062">
            <a:extLst xmlns:a="http://schemas.openxmlformats.org/drawingml/2006/main">
              <a:ext uri="{FF2B5EF4-FFF2-40B4-BE49-F238E27FC236}">
                <a16:creationId xmlns:a16="http://schemas.microsoft.com/office/drawing/2014/main" id="{D0AF3405-7698-4ECC-ADDF-A690EFDC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3" name="p31-矩形-0063">
            <a:extLst xmlns:a="http://schemas.openxmlformats.org/drawingml/2006/main">
              <a:ext uri="{FF2B5EF4-FFF2-40B4-BE49-F238E27FC236}">
                <a16:creationId xmlns:a16="http://schemas.microsoft.com/office/drawing/2014/main" id="{3F3208EE-6D15-4ABA-86AE-4E2E2C39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4" name="p31-矩形-0064">
            <a:extLst xmlns:a="http://schemas.openxmlformats.org/drawingml/2006/main">
              <a:ext uri="{FF2B5EF4-FFF2-40B4-BE49-F238E27FC236}">
                <a16:creationId xmlns:a16="http://schemas.microsoft.com/office/drawing/2014/main" id="{3F49B521-9CA1-40B8-98BF-6FC738F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5" name="p31-矩形-0065">
            <a:extLst xmlns:a="http://schemas.openxmlformats.org/drawingml/2006/main">
              <a:ext uri="{FF2B5EF4-FFF2-40B4-BE49-F238E27FC236}">
                <a16:creationId xmlns:a16="http://schemas.microsoft.com/office/drawing/2014/main" id="{DCFD3F44-300E-45D5-A60F-1EDF58E5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66" name="p31-矩形-0066">
            <a:extLst xmlns:a="http://schemas.openxmlformats.org/drawingml/2006/main">
              <a:ext uri="{FF2B5EF4-FFF2-40B4-BE49-F238E27FC236}">
                <a16:creationId xmlns:a16="http://schemas.microsoft.com/office/drawing/2014/main" id="{85364938-5DE9-4BEC-93A9-2C2A6700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67" name="p31-矩形-0067">
            <a:extLst xmlns:a="http://schemas.openxmlformats.org/drawingml/2006/main">
              <a:ext uri="{FF2B5EF4-FFF2-40B4-BE49-F238E27FC236}">
                <a16:creationId xmlns:a16="http://schemas.microsoft.com/office/drawing/2014/main" id="{13F94B39-FEC7-4539-B531-732EAA9D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68" name="p31-矩形-0068">
            <a:extLst xmlns:a="http://schemas.openxmlformats.org/drawingml/2006/main">
              <a:ext uri="{FF2B5EF4-FFF2-40B4-BE49-F238E27FC236}">
                <a16:creationId xmlns:a16="http://schemas.microsoft.com/office/drawing/2014/main" id="{8C61A03C-A487-470F-A246-30F2D1D3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69" name="p31-矩形-0069">
            <a:extLst xmlns:a="http://schemas.openxmlformats.org/drawingml/2006/main">
              <a:ext uri="{FF2B5EF4-FFF2-40B4-BE49-F238E27FC236}">
                <a16:creationId xmlns:a16="http://schemas.microsoft.com/office/drawing/2014/main" id="{A4A1423E-30EB-4DAE-A739-247C54E6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0" name="p31-矩形-0070">
            <a:extLst xmlns:a="http://schemas.openxmlformats.org/drawingml/2006/main">
              <a:ext uri="{FF2B5EF4-FFF2-40B4-BE49-F238E27FC236}">
                <a16:creationId xmlns:a16="http://schemas.microsoft.com/office/drawing/2014/main" id="{AE6B288A-D044-4FC0-80D8-6D564A10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25844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1" name="p31-矩形-0071">
            <a:extLst xmlns:a="http://schemas.openxmlformats.org/drawingml/2006/main">
              <a:ext uri="{FF2B5EF4-FFF2-40B4-BE49-F238E27FC236}">
                <a16:creationId xmlns:a16="http://schemas.microsoft.com/office/drawing/2014/main" id="{222C4842-C73F-469E-8DB9-6C91006E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2" name="p31-矩形-0072">
            <a:extLst xmlns:a="http://schemas.openxmlformats.org/drawingml/2006/main">
              <a:ext uri="{FF2B5EF4-FFF2-40B4-BE49-F238E27FC236}">
                <a16:creationId xmlns:a16="http://schemas.microsoft.com/office/drawing/2014/main" id="{A16A072A-4668-4161-AE5C-B62F7AE3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3" name="p31-矩形-0073">
            <a:extLst xmlns:a="http://schemas.openxmlformats.org/drawingml/2006/main">
              <a:ext uri="{FF2B5EF4-FFF2-40B4-BE49-F238E27FC236}">
                <a16:creationId xmlns:a16="http://schemas.microsoft.com/office/drawing/2014/main" id="{F2B32795-21AD-41BE-B1FC-AC3187E8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74" name="p31-矩形-0074">
            <a:extLst xmlns:a="http://schemas.openxmlformats.org/drawingml/2006/main">
              <a:ext uri="{FF2B5EF4-FFF2-40B4-BE49-F238E27FC236}">
                <a16:creationId xmlns:a16="http://schemas.microsoft.com/office/drawing/2014/main" id="{F849965B-0CBC-4EB3-8DDE-FDC3AC67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5" name="p31-矩形-0075">
            <a:extLst xmlns:a="http://schemas.openxmlformats.org/drawingml/2006/main">
              <a:ext uri="{FF2B5EF4-FFF2-40B4-BE49-F238E27FC236}">
                <a16:creationId xmlns:a16="http://schemas.microsoft.com/office/drawing/2014/main" id="{92353FE2-B6F4-44B9-8A55-B3EC5F1C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6" name="p31-矩形-0076">
            <a:extLst xmlns:a="http://schemas.openxmlformats.org/drawingml/2006/main">
              <a:ext uri="{FF2B5EF4-FFF2-40B4-BE49-F238E27FC236}">
                <a16:creationId xmlns:a16="http://schemas.microsoft.com/office/drawing/2014/main" id="{C0906F9A-E3BA-4F01-AA9F-4C05A8CA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77" name="p31-矩形-0077">
            <a:extLst xmlns:a="http://schemas.openxmlformats.org/drawingml/2006/main">
              <a:ext uri="{FF2B5EF4-FFF2-40B4-BE49-F238E27FC236}">
                <a16:creationId xmlns:a16="http://schemas.microsoft.com/office/drawing/2014/main" id="{8C91668F-E17E-40FB-AD02-01414682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78" name="p31-矩形-0078">
            <a:extLst xmlns:a="http://schemas.openxmlformats.org/drawingml/2006/main">
              <a:ext uri="{FF2B5EF4-FFF2-40B4-BE49-F238E27FC236}">
                <a16:creationId xmlns:a16="http://schemas.microsoft.com/office/drawing/2014/main" id="{D11DA1F6-6207-4C78-9DC6-A3219C42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79" name="p31-矩形-0079">
            <a:extLst xmlns:a="http://schemas.openxmlformats.org/drawingml/2006/main">
              <a:ext uri="{FF2B5EF4-FFF2-40B4-BE49-F238E27FC236}">
                <a16:creationId xmlns:a16="http://schemas.microsoft.com/office/drawing/2014/main" id="{FE561A55-DE61-41A3-B512-0D13B02E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0" name="p31-矩形-0080">
            <a:extLst xmlns:a="http://schemas.openxmlformats.org/drawingml/2006/main">
              <a:ext uri="{FF2B5EF4-FFF2-40B4-BE49-F238E27FC236}">
                <a16:creationId xmlns:a16="http://schemas.microsoft.com/office/drawing/2014/main" id="{F7570AF2-DA3A-42D4-AE5A-97829A81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1" name="p31-矩形-0081">
            <a:extLst xmlns:a="http://schemas.openxmlformats.org/drawingml/2006/main">
              <a:ext uri="{FF2B5EF4-FFF2-40B4-BE49-F238E27FC236}">
                <a16:creationId xmlns:a16="http://schemas.microsoft.com/office/drawing/2014/main" id="{AC46B053-DB80-4293-8748-891360A0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82" name="p31-矩形-0082">
            <a:extLst xmlns:a="http://schemas.openxmlformats.org/drawingml/2006/main">
              <a:ext uri="{FF2B5EF4-FFF2-40B4-BE49-F238E27FC236}">
                <a16:creationId xmlns:a16="http://schemas.microsoft.com/office/drawing/2014/main" id="{75B1CD4C-FDC0-49C8-8719-866C3AF1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83" name="p31-矩形-0083">
            <a:extLst xmlns:a="http://schemas.openxmlformats.org/drawingml/2006/main">
              <a:ext uri="{FF2B5EF4-FFF2-40B4-BE49-F238E27FC236}">
                <a16:creationId xmlns:a16="http://schemas.microsoft.com/office/drawing/2014/main" id="{5E9C0D96-7C9D-4DA5-A1C2-74DFB73B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4" name="p31-矩形-0084">
            <a:extLst xmlns:a="http://schemas.openxmlformats.org/drawingml/2006/main">
              <a:ext uri="{FF2B5EF4-FFF2-40B4-BE49-F238E27FC236}">
                <a16:creationId xmlns:a16="http://schemas.microsoft.com/office/drawing/2014/main" id="{03D6B8B3-5724-4E9D-9DB3-36E0C1AA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5" name="p31-矩形-0085">
            <a:extLst xmlns:a="http://schemas.openxmlformats.org/drawingml/2006/main">
              <a:ext uri="{FF2B5EF4-FFF2-40B4-BE49-F238E27FC236}">
                <a16:creationId xmlns:a16="http://schemas.microsoft.com/office/drawing/2014/main" id="{030D8268-1F96-444F-B9D7-42AC44FD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6" name="p31-矩形-0086">
            <a:extLst xmlns:a="http://schemas.openxmlformats.org/drawingml/2006/main">
              <a:ext uri="{FF2B5EF4-FFF2-40B4-BE49-F238E27FC236}">
                <a16:creationId xmlns:a16="http://schemas.microsoft.com/office/drawing/2014/main" id="{5E0C35CB-C499-46E6-8A48-D6C7135C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28172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7" name="p31-矩形-0087">
            <a:extLst xmlns:a="http://schemas.openxmlformats.org/drawingml/2006/main">
              <a:ext uri="{FF2B5EF4-FFF2-40B4-BE49-F238E27FC236}">
                <a16:creationId xmlns:a16="http://schemas.microsoft.com/office/drawing/2014/main" id="{FAC32F70-4D0B-4189-A6F1-747C786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88" name="p31-矩形-0088">
            <a:extLst xmlns:a="http://schemas.openxmlformats.org/drawingml/2006/main">
              <a:ext uri="{FF2B5EF4-FFF2-40B4-BE49-F238E27FC236}">
                <a16:creationId xmlns:a16="http://schemas.microsoft.com/office/drawing/2014/main" id="{8EC1C14B-D596-4956-B9D6-B38C7E18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89" name="p31-矩形-0089">
            <a:extLst xmlns:a="http://schemas.openxmlformats.org/drawingml/2006/main">
              <a:ext uri="{FF2B5EF4-FFF2-40B4-BE49-F238E27FC236}">
                <a16:creationId xmlns:a16="http://schemas.microsoft.com/office/drawing/2014/main" id="{5FEA6CE6-ABF5-429D-A8DE-6169CF05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90" name="p31-矩形-0090">
            <a:extLst xmlns:a="http://schemas.openxmlformats.org/drawingml/2006/main">
              <a:ext uri="{FF2B5EF4-FFF2-40B4-BE49-F238E27FC236}">
                <a16:creationId xmlns:a16="http://schemas.microsoft.com/office/drawing/2014/main" id="{B7F68B2D-5BBE-4AD9-AF8C-0D92B9E0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91" name="p31-矩形-0091">
            <a:extLst xmlns:a="http://schemas.openxmlformats.org/drawingml/2006/main">
              <a:ext uri="{FF2B5EF4-FFF2-40B4-BE49-F238E27FC236}">
                <a16:creationId xmlns:a16="http://schemas.microsoft.com/office/drawing/2014/main" id="{2AC5848C-8081-43FF-BA25-7526EBB2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2" name="p31-矩形-0092">
            <a:extLst xmlns:a="http://schemas.openxmlformats.org/drawingml/2006/main">
              <a:ext uri="{FF2B5EF4-FFF2-40B4-BE49-F238E27FC236}">
                <a16:creationId xmlns:a16="http://schemas.microsoft.com/office/drawing/2014/main" id="{14E99063-2BA2-4227-BEA7-39E6A278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93" name="p31-矩形-0093">
            <a:extLst xmlns:a="http://schemas.openxmlformats.org/drawingml/2006/main">
              <a:ext uri="{FF2B5EF4-FFF2-40B4-BE49-F238E27FC236}">
                <a16:creationId xmlns:a16="http://schemas.microsoft.com/office/drawing/2014/main" id="{089E4B52-FFEC-45B9-89A0-379C8622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94" name="p31-矩形-0094">
            <a:extLst xmlns:a="http://schemas.openxmlformats.org/drawingml/2006/main">
              <a:ext uri="{FF2B5EF4-FFF2-40B4-BE49-F238E27FC236}">
                <a16:creationId xmlns:a16="http://schemas.microsoft.com/office/drawing/2014/main" id="{396A70AE-3590-46AF-A016-F64CBBCB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5" name="p31-矩形-0095">
            <a:extLst xmlns:a="http://schemas.openxmlformats.org/drawingml/2006/main">
              <a:ext uri="{FF2B5EF4-FFF2-40B4-BE49-F238E27FC236}">
                <a16:creationId xmlns:a16="http://schemas.microsoft.com/office/drawing/2014/main" id="{C8D5B0C5-D00D-4080-B6DE-3BF3A1CE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6" name="p31-矩形-0096">
            <a:extLst xmlns:a="http://schemas.openxmlformats.org/drawingml/2006/main">
              <a:ext uri="{FF2B5EF4-FFF2-40B4-BE49-F238E27FC236}">
                <a16:creationId xmlns:a16="http://schemas.microsoft.com/office/drawing/2014/main" id="{F89B2F42-8763-4F31-9058-3DEF2A70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97" name="p31-矩形-0097">
            <a:extLst xmlns:a="http://schemas.openxmlformats.org/drawingml/2006/main">
              <a:ext uri="{FF2B5EF4-FFF2-40B4-BE49-F238E27FC236}">
                <a16:creationId xmlns:a16="http://schemas.microsoft.com/office/drawing/2014/main" id="{B9D19F2D-0959-470F-8E7D-B79FE223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98" name="p31-矩形-0098">
            <a:extLst xmlns:a="http://schemas.openxmlformats.org/drawingml/2006/main">
              <a:ext uri="{FF2B5EF4-FFF2-40B4-BE49-F238E27FC236}">
                <a16:creationId xmlns:a16="http://schemas.microsoft.com/office/drawing/2014/main" id="{86E7008C-1575-4D24-B910-69B6B5EC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99" name="p31-矩形-0099">
            <a:extLst xmlns:a="http://schemas.openxmlformats.org/drawingml/2006/main">
              <a:ext uri="{FF2B5EF4-FFF2-40B4-BE49-F238E27FC236}">
                <a16:creationId xmlns:a16="http://schemas.microsoft.com/office/drawing/2014/main" id="{BD0BC4AE-C021-4E89-930F-6EA4DA22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0" name="p31-矩形-0100">
            <a:extLst xmlns:a="http://schemas.openxmlformats.org/drawingml/2006/main">
              <a:ext uri="{FF2B5EF4-FFF2-40B4-BE49-F238E27FC236}">
                <a16:creationId xmlns:a16="http://schemas.microsoft.com/office/drawing/2014/main" id="{5BEB564C-7367-4ACB-B854-A816527E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01" name="p31-矩形-0101">
            <a:extLst xmlns:a="http://schemas.openxmlformats.org/drawingml/2006/main">
              <a:ext uri="{FF2B5EF4-FFF2-40B4-BE49-F238E27FC236}">
                <a16:creationId xmlns:a16="http://schemas.microsoft.com/office/drawing/2014/main" id="{6400F526-E67B-4CE3-8C09-14BAAEB8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2" name="p31-矩形-0102">
            <a:extLst xmlns:a="http://schemas.openxmlformats.org/drawingml/2006/main">
              <a:ext uri="{FF2B5EF4-FFF2-40B4-BE49-F238E27FC236}">
                <a16:creationId xmlns:a16="http://schemas.microsoft.com/office/drawing/2014/main" id="{D6E60505-650D-48C8-9211-9624C196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30501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3" name="p31-矩形-0103">
            <a:extLst xmlns:a="http://schemas.openxmlformats.org/drawingml/2006/main">
              <a:ext uri="{FF2B5EF4-FFF2-40B4-BE49-F238E27FC236}">
                <a16:creationId xmlns:a16="http://schemas.microsoft.com/office/drawing/2014/main" id="{0BCEFC21-6AF8-4F5E-A91E-77BD2896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04" name="p31-矩形-0104">
            <a:extLst xmlns:a="http://schemas.openxmlformats.org/drawingml/2006/main">
              <a:ext uri="{FF2B5EF4-FFF2-40B4-BE49-F238E27FC236}">
                <a16:creationId xmlns:a16="http://schemas.microsoft.com/office/drawing/2014/main" id="{2C679D26-6983-45FC-8ABE-2C27A103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05" name="p31-矩形-0105">
            <a:extLst xmlns:a="http://schemas.openxmlformats.org/drawingml/2006/main">
              <a:ext uri="{FF2B5EF4-FFF2-40B4-BE49-F238E27FC236}">
                <a16:creationId xmlns:a16="http://schemas.microsoft.com/office/drawing/2014/main" id="{BD1065DD-A00F-41EB-9C78-6EDCD3DC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06" name="p31-矩形-0106">
            <a:extLst xmlns:a="http://schemas.openxmlformats.org/drawingml/2006/main">
              <a:ext uri="{FF2B5EF4-FFF2-40B4-BE49-F238E27FC236}">
                <a16:creationId xmlns:a16="http://schemas.microsoft.com/office/drawing/2014/main" id="{75FAD0E9-4423-4745-A52C-8F35D324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07" name="p31-矩形-0107">
            <a:extLst xmlns:a="http://schemas.openxmlformats.org/drawingml/2006/main">
              <a:ext uri="{FF2B5EF4-FFF2-40B4-BE49-F238E27FC236}">
                <a16:creationId xmlns:a16="http://schemas.microsoft.com/office/drawing/2014/main" id="{50591A8C-8EA3-42B7-B517-FFB368DB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08" name="p31-矩形-0108">
            <a:extLst xmlns:a="http://schemas.openxmlformats.org/drawingml/2006/main">
              <a:ext uri="{FF2B5EF4-FFF2-40B4-BE49-F238E27FC236}">
                <a16:creationId xmlns:a16="http://schemas.microsoft.com/office/drawing/2014/main" id="{F944F463-AA7D-4FB8-A793-C9D5351B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09" name="p31-矩形-0109">
            <a:extLst xmlns:a="http://schemas.openxmlformats.org/drawingml/2006/main">
              <a:ext uri="{FF2B5EF4-FFF2-40B4-BE49-F238E27FC236}">
                <a16:creationId xmlns:a16="http://schemas.microsoft.com/office/drawing/2014/main" id="{E516C7A1-CE28-4FB0-AFE5-0BAFB76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0" name="p31-矩形-0110">
            <a:extLst xmlns:a="http://schemas.openxmlformats.org/drawingml/2006/main">
              <a:ext uri="{FF2B5EF4-FFF2-40B4-BE49-F238E27FC236}">
                <a16:creationId xmlns:a16="http://schemas.microsoft.com/office/drawing/2014/main" id="{9CD17256-58BA-4555-B925-FD04D6E7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1" name="p31-矩形-0111">
            <a:extLst xmlns:a="http://schemas.openxmlformats.org/drawingml/2006/main">
              <a:ext uri="{FF2B5EF4-FFF2-40B4-BE49-F238E27FC236}">
                <a16:creationId xmlns:a16="http://schemas.microsoft.com/office/drawing/2014/main" id="{0E43EE4F-EB1C-494D-A9CF-7D9E49AC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2" name="p31-矩形-0112">
            <a:extLst xmlns:a="http://schemas.openxmlformats.org/drawingml/2006/main">
              <a:ext uri="{FF2B5EF4-FFF2-40B4-BE49-F238E27FC236}">
                <a16:creationId xmlns:a16="http://schemas.microsoft.com/office/drawing/2014/main" id="{DFD08F14-C451-4097-B789-A24E63CB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3" name="p31-矩形-0113">
            <a:extLst xmlns:a="http://schemas.openxmlformats.org/drawingml/2006/main">
              <a:ext uri="{FF2B5EF4-FFF2-40B4-BE49-F238E27FC236}">
                <a16:creationId xmlns:a16="http://schemas.microsoft.com/office/drawing/2014/main" id="{6EBF422C-DDF3-4970-B633-1880ECA7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14" name="p31-矩形-0114">
            <a:extLst xmlns:a="http://schemas.openxmlformats.org/drawingml/2006/main">
              <a:ext uri="{FF2B5EF4-FFF2-40B4-BE49-F238E27FC236}">
                <a16:creationId xmlns:a16="http://schemas.microsoft.com/office/drawing/2014/main" id="{DC18B938-5D4B-4B7E-949E-DC50091C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5" name="p31-矩形-0115">
            <a:extLst xmlns:a="http://schemas.openxmlformats.org/drawingml/2006/main">
              <a:ext uri="{FF2B5EF4-FFF2-40B4-BE49-F238E27FC236}">
                <a16:creationId xmlns:a16="http://schemas.microsoft.com/office/drawing/2014/main" id="{A06FC329-EA4C-4899-BD53-B0B08DE4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6" name="p31-矩形-0116">
            <a:extLst xmlns:a="http://schemas.openxmlformats.org/drawingml/2006/main">
              <a:ext uri="{FF2B5EF4-FFF2-40B4-BE49-F238E27FC236}">
                <a16:creationId xmlns:a16="http://schemas.microsoft.com/office/drawing/2014/main" id="{359388E5-4318-4D65-9063-F13BC86D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17" name="p31-矩形-0117">
            <a:extLst xmlns:a="http://schemas.openxmlformats.org/drawingml/2006/main">
              <a:ext uri="{FF2B5EF4-FFF2-40B4-BE49-F238E27FC236}">
                <a16:creationId xmlns:a16="http://schemas.microsoft.com/office/drawing/2014/main" id="{20C008D4-7620-4D66-87F2-02F20758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18" name="p31-矩形-0118">
            <a:extLst xmlns:a="http://schemas.openxmlformats.org/drawingml/2006/main">
              <a:ext uri="{FF2B5EF4-FFF2-40B4-BE49-F238E27FC236}">
                <a16:creationId xmlns:a16="http://schemas.microsoft.com/office/drawing/2014/main" id="{CF090D26-59B2-4137-9979-435A8E33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3282950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19" name="p31-矩形-0119">
            <a:extLst xmlns:a="http://schemas.openxmlformats.org/drawingml/2006/main">
              <a:ext uri="{FF2B5EF4-FFF2-40B4-BE49-F238E27FC236}">
                <a16:creationId xmlns:a16="http://schemas.microsoft.com/office/drawing/2014/main" id="{D3910EC2-9548-45F0-A122-C6D83ADA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120" name="p31-矩形-0120">
            <a:extLst xmlns:a="http://schemas.openxmlformats.org/drawingml/2006/main">
              <a:ext uri="{FF2B5EF4-FFF2-40B4-BE49-F238E27FC236}">
                <a16:creationId xmlns:a16="http://schemas.microsoft.com/office/drawing/2014/main" id="{0697576C-05FB-49B8-83A4-69F7F092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1" name="p31-矩形-0121">
            <a:extLst xmlns:a="http://schemas.openxmlformats.org/drawingml/2006/main">
              <a:ext uri="{FF2B5EF4-FFF2-40B4-BE49-F238E27FC236}">
                <a16:creationId xmlns:a16="http://schemas.microsoft.com/office/drawing/2014/main" id="{3F0226F5-98A4-49B1-B0FF-94C88EE4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22" name="p31-矩形-0122">
            <a:extLst xmlns:a="http://schemas.openxmlformats.org/drawingml/2006/main">
              <a:ext uri="{FF2B5EF4-FFF2-40B4-BE49-F238E27FC236}">
                <a16:creationId xmlns:a16="http://schemas.microsoft.com/office/drawing/2014/main" id="{518525F3-8E32-4DCF-9416-831D544F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3" name="p31-矩形-0123">
            <a:extLst xmlns:a="http://schemas.openxmlformats.org/drawingml/2006/main">
              <a:ext uri="{FF2B5EF4-FFF2-40B4-BE49-F238E27FC236}">
                <a16:creationId xmlns:a16="http://schemas.microsoft.com/office/drawing/2014/main" id="{47F54E09-6912-4413-B178-1E19C327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24" name="p31-矩形-0124">
            <a:extLst xmlns:a="http://schemas.openxmlformats.org/drawingml/2006/main">
              <a:ext uri="{FF2B5EF4-FFF2-40B4-BE49-F238E27FC236}">
                <a16:creationId xmlns:a16="http://schemas.microsoft.com/office/drawing/2014/main" id="{8D996F63-6D2F-4245-AF8D-9310A0D5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25" name="p31-矩形-0125">
            <a:extLst xmlns:a="http://schemas.openxmlformats.org/drawingml/2006/main">
              <a:ext uri="{FF2B5EF4-FFF2-40B4-BE49-F238E27FC236}">
                <a16:creationId xmlns:a16="http://schemas.microsoft.com/office/drawing/2014/main" id="{5C916354-0A11-4FAD-846C-B32B825C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26" name="p31-矩形-0126">
            <a:extLst xmlns:a="http://schemas.openxmlformats.org/drawingml/2006/main">
              <a:ext uri="{FF2B5EF4-FFF2-40B4-BE49-F238E27FC236}">
                <a16:creationId xmlns:a16="http://schemas.microsoft.com/office/drawing/2014/main" id="{B1A035C2-2379-4551-8672-AC1F4511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7" name="p31-矩形-0127">
            <a:extLst xmlns:a="http://schemas.openxmlformats.org/drawingml/2006/main">
              <a:ext uri="{FF2B5EF4-FFF2-40B4-BE49-F238E27FC236}">
                <a16:creationId xmlns:a16="http://schemas.microsoft.com/office/drawing/2014/main" id="{E41EF8E2-F5AC-4A29-9F0F-150BEF4F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28" name="p31-矩形-0128">
            <a:extLst xmlns:a="http://schemas.openxmlformats.org/drawingml/2006/main">
              <a:ext uri="{FF2B5EF4-FFF2-40B4-BE49-F238E27FC236}">
                <a16:creationId xmlns:a16="http://schemas.microsoft.com/office/drawing/2014/main" id="{C1070C9B-44C1-4151-AF8A-8EE5E1FC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29" name="p31-矩形-0129">
            <a:extLst xmlns:a="http://schemas.openxmlformats.org/drawingml/2006/main">
              <a:ext uri="{FF2B5EF4-FFF2-40B4-BE49-F238E27FC236}">
                <a16:creationId xmlns:a16="http://schemas.microsoft.com/office/drawing/2014/main" id="{83237E7E-3533-4C24-9D52-C98E4EAF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30" name="p31-矩形-0130">
            <a:extLst xmlns:a="http://schemas.openxmlformats.org/drawingml/2006/main">
              <a:ext uri="{FF2B5EF4-FFF2-40B4-BE49-F238E27FC236}">
                <a16:creationId xmlns:a16="http://schemas.microsoft.com/office/drawing/2014/main" id="{FB9B87E1-C952-440F-B28D-FCD223EC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31" name="p31-矩形-0131">
            <a:extLst xmlns:a="http://schemas.openxmlformats.org/drawingml/2006/main">
              <a:ext uri="{FF2B5EF4-FFF2-40B4-BE49-F238E27FC236}">
                <a16:creationId xmlns:a16="http://schemas.microsoft.com/office/drawing/2014/main" id="{E81EC093-85D5-4DD5-BA80-3B812A32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32" name="p31-矩形-0132">
            <a:extLst xmlns:a="http://schemas.openxmlformats.org/drawingml/2006/main">
              <a:ext uri="{FF2B5EF4-FFF2-40B4-BE49-F238E27FC236}">
                <a16:creationId xmlns:a16="http://schemas.microsoft.com/office/drawing/2014/main" id="{C9138E6B-68A5-4F0E-A885-130D541E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33" name="p31-矩形-0133">
            <a:extLst xmlns:a="http://schemas.openxmlformats.org/drawingml/2006/main">
              <a:ext uri="{FF2B5EF4-FFF2-40B4-BE49-F238E27FC236}">
                <a16:creationId xmlns:a16="http://schemas.microsoft.com/office/drawing/2014/main" id="{5F8A4AE2-629F-46D5-99E6-8ECFAEEE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34" name="p31-矩形-0134">
            <a:extLst xmlns:a="http://schemas.openxmlformats.org/drawingml/2006/main">
              <a:ext uri="{FF2B5EF4-FFF2-40B4-BE49-F238E27FC236}">
                <a16:creationId xmlns:a16="http://schemas.microsoft.com/office/drawing/2014/main" id="{91112315-0A26-4763-ABE8-3F1BF64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3515783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35" name="p31-矩形-0135">
            <a:extLst xmlns:a="http://schemas.openxmlformats.org/drawingml/2006/main">
              <a:ext uri="{FF2B5EF4-FFF2-40B4-BE49-F238E27FC236}">
                <a16:creationId xmlns:a16="http://schemas.microsoft.com/office/drawing/2014/main" id="{84E5E463-C7A9-41CD-AB5C-484B56DC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136" name="p31-矩形-0136">
            <a:extLst xmlns:a="http://schemas.openxmlformats.org/drawingml/2006/main">
              <a:ext uri="{FF2B5EF4-FFF2-40B4-BE49-F238E27FC236}">
                <a16:creationId xmlns:a16="http://schemas.microsoft.com/office/drawing/2014/main" id="{953F3C99-CCF6-4EB7-B7AA-CAA574AA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959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37" name="p31-矩形-0137">
            <a:extLst xmlns:a="http://schemas.openxmlformats.org/drawingml/2006/main">
              <a:ext uri="{FF2B5EF4-FFF2-40B4-BE49-F238E27FC236}">
                <a16:creationId xmlns:a16="http://schemas.microsoft.com/office/drawing/2014/main" id="{BCCA4AE3-04A4-41C5-8842-9F333490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094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38" name="p31-矩形-0138">
            <a:extLst xmlns:a="http://schemas.openxmlformats.org/drawingml/2006/main">
              <a:ext uri="{FF2B5EF4-FFF2-40B4-BE49-F238E27FC236}">
                <a16:creationId xmlns:a16="http://schemas.microsoft.com/office/drawing/2014/main" id="{D9A5E13B-763B-41EE-A3C0-30AACC63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228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39" name="p31-矩形-0139">
            <a:extLst xmlns:a="http://schemas.openxmlformats.org/drawingml/2006/main">
              <a:ext uri="{FF2B5EF4-FFF2-40B4-BE49-F238E27FC236}">
                <a16:creationId xmlns:a16="http://schemas.microsoft.com/office/drawing/2014/main" id="{417EF7CD-F843-418C-AF27-96C65092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140" name="p31-矩形-0140">
            <a:extLst xmlns:a="http://schemas.openxmlformats.org/drawingml/2006/main">
              <a:ext uri="{FF2B5EF4-FFF2-40B4-BE49-F238E27FC236}">
                <a16:creationId xmlns:a16="http://schemas.microsoft.com/office/drawing/2014/main" id="{8598F55D-0DDB-4D87-8BC2-58E6B6FD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497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41" name="p31-矩形-0141">
            <a:extLst xmlns:a="http://schemas.openxmlformats.org/drawingml/2006/main">
              <a:ext uri="{FF2B5EF4-FFF2-40B4-BE49-F238E27FC236}">
                <a16:creationId xmlns:a16="http://schemas.microsoft.com/office/drawing/2014/main" id="{062E1672-E2A9-408F-BA6A-383DB30F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631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42" name="p31-矩形-0142">
            <a:extLst xmlns:a="http://schemas.openxmlformats.org/drawingml/2006/main">
              <a:ext uri="{FF2B5EF4-FFF2-40B4-BE49-F238E27FC236}">
                <a16:creationId xmlns:a16="http://schemas.microsoft.com/office/drawing/2014/main" id="{948552C4-7727-411F-9AA7-F88330E1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766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43" name="p31-矩形-0143">
            <a:extLst xmlns:a="http://schemas.openxmlformats.org/drawingml/2006/main">
              <a:ext uri="{FF2B5EF4-FFF2-40B4-BE49-F238E27FC236}">
                <a16:creationId xmlns:a16="http://schemas.microsoft.com/office/drawing/2014/main" id="{2842F7EA-E260-4B5A-931F-3BAFB67C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144" name="p31-矩形-0144">
            <a:extLst xmlns:a="http://schemas.openxmlformats.org/drawingml/2006/main">
              <a:ext uri="{FF2B5EF4-FFF2-40B4-BE49-F238E27FC236}">
                <a16:creationId xmlns:a16="http://schemas.microsoft.com/office/drawing/2014/main" id="{3799F8DA-AF38-4657-A8A7-AB19CB38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34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45" name="p31-矩形-0145">
            <a:extLst xmlns:a="http://schemas.openxmlformats.org/drawingml/2006/main">
              <a:ext uri="{FF2B5EF4-FFF2-40B4-BE49-F238E27FC236}">
                <a16:creationId xmlns:a16="http://schemas.microsoft.com/office/drawing/2014/main" id="{D745C67D-1F96-4E07-B332-D9E0F879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169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46" name="p31-矩形-0146">
            <a:extLst xmlns:a="http://schemas.openxmlformats.org/drawingml/2006/main">
              <a:ext uri="{FF2B5EF4-FFF2-40B4-BE49-F238E27FC236}">
                <a16:creationId xmlns:a16="http://schemas.microsoft.com/office/drawing/2014/main" id="{4D7B79F8-B9AB-4CEA-8DC0-97F45F0D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303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7" name="p31-矩形-0147">
            <a:extLst xmlns:a="http://schemas.openxmlformats.org/drawingml/2006/main">
              <a:ext uri="{FF2B5EF4-FFF2-40B4-BE49-F238E27FC236}">
                <a16:creationId xmlns:a16="http://schemas.microsoft.com/office/drawing/2014/main" id="{7A779EB9-A0D5-4A49-8B6F-B4711136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8" name="p31-矩形-0148">
            <a:extLst xmlns:a="http://schemas.openxmlformats.org/drawingml/2006/main">
              <a:ext uri="{FF2B5EF4-FFF2-40B4-BE49-F238E27FC236}">
                <a16:creationId xmlns:a16="http://schemas.microsoft.com/office/drawing/2014/main" id="{574E4054-EB05-4BA2-95F4-285DE6D4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572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149" name="p31-矩形-0149">
            <a:extLst xmlns:a="http://schemas.openxmlformats.org/drawingml/2006/main">
              <a:ext uri="{FF2B5EF4-FFF2-40B4-BE49-F238E27FC236}">
                <a16:creationId xmlns:a16="http://schemas.microsoft.com/office/drawing/2014/main" id="{76AD7B4C-A50D-401C-A4F7-02129ED1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706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150" name="p31-矩形-0150">
            <a:extLst xmlns:a="http://schemas.openxmlformats.org/drawingml/2006/main">
              <a:ext uri="{FF2B5EF4-FFF2-40B4-BE49-F238E27FC236}">
                <a16:creationId xmlns:a16="http://schemas.microsoft.com/office/drawing/2014/main" id="{8AE559C1-3F57-4B3C-B097-B6014ACD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841" y="3748617"/>
            <a:ext cx="303609" cy="223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151" name="p31-文本-0151">
            <a:extLst xmlns:a="http://schemas.openxmlformats.org/drawingml/2006/main">
              <a:ext uri="{FF2B5EF4-FFF2-40B4-BE49-F238E27FC236}">
                <a16:creationId xmlns:a16="http://schemas.microsoft.com/office/drawing/2014/main" id="{C7AA74E1-D79D-4CA9-B617-133A0D67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52" y="40314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2" name="p31-文本-0152">
            <a:extLst xmlns:a="http://schemas.openxmlformats.org/drawingml/2006/main">
              <a:ext uri="{FF2B5EF4-FFF2-40B4-BE49-F238E27FC236}">
                <a16:creationId xmlns:a16="http://schemas.microsoft.com/office/drawing/2014/main" id="{3B781C6F-026C-4992-98FA-F0EE1A7B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127" y="40314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153" name="p31-文本-0153">
            <a:extLst xmlns:a="http://schemas.openxmlformats.org/drawingml/2006/main">
              <a:ext uri="{FF2B5EF4-FFF2-40B4-BE49-F238E27FC236}">
                <a16:creationId xmlns:a16="http://schemas.microsoft.com/office/drawing/2014/main" id="{B55F88C8-3546-4F5C-A498-01CBB6BE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7730" y="4031405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54" name="p31-文本-0154">
            <a:extLst xmlns:a="http://schemas.openxmlformats.org/drawingml/2006/main">
              <a:ext uri="{FF2B5EF4-FFF2-40B4-BE49-F238E27FC236}">
                <a16:creationId xmlns:a16="http://schemas.microsoft.com/office/drawing/2014/main" id="{42696632-32B4-4D9B-8FE1-DC6E97B9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70" y="1910928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5" name="p31-文本-0155">
            <a:extLst xmlns:a="http://schemas.openxmlformats.org/drawingml/2006/main">
              <a:ext uri="{FF2B5EF4-FFF2-40B4-BE49-F238E27FC236}">
                <a16:creationId xmlns:a16="http://schemas.microsoft.com/office/drawing/2014/main" id="{7874232B-BC37-4E0B-AA54-DF7B80ED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70" y="377359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156" name="p31-矩形-0156">
            <a:extLst xmlns:a="http://schemas.openxmlformats.org/drawingml/2006/main">
              <a:ext uri="{FF2B5EF4-FFF2-40B4-BE49-F238E27FC236}">
                <a16:creationId xmlns:a16="http://schemas.microsoft.com/office/drawing/2014/main" id="{450D7386-AB03-4725-9C72-453AD500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114550"/>
            <a:ext cx="9429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57" name="p31-文本-0157">
            <a:extLst xmlns:a="http://schemas.openxmlformats.org/drawingml/2006/main">
              <a:ext uri="{FF2B5EF4-FFF2-40B4-BE49-F238E27FC236}">
                <a16:creationId xmlns:a16="http://schemas.microsoft.com/office/drawing/2014/main" id="{CCB07322-7110-4441-858E-E5287266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580159"/>
            <a:ext cx="9446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连续候选区</a:t>
            </a:r>
          </a:p>
        </p:txBody>
      </p:sp>
      <p:sp>
        <p:nvSpPr>
          <p:cNvPr id="158" name="p31-线-0158">
            <a:extLst xmlns:a="http://schemas.openxmlformats.org/drawingml/2006/main">
              <a:ext uri="{FF2B5EF4-FFF2-40B4-BE49-F238E27FC236}">
                <a16:creationId xmlns:a16="http://schemas.microsoft.com/office/drawing/2014/main" id="{D85FC53C-8FAE-4B36-8F6D-81DA609F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28800"/>
            <a:ext cx="95" cy="247650"/>
          </a:xfrm>
          <a:custGeom xmlns:a="http://schemas.openxmlformats.org/drawingml/2006/main">
            <a:pathLst>
              <a:path w="9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159" name="p31-文本-0159">
            <a:extLst xmlns:a="http://schemas.openxmlformats.org/drawingml/2006/main">
              <a:ext uri="{FF2B5EF4-FFF2-40B4-BE49-F238E27FC236}">
                <a16:creationId xmlns:a16="http://schemas.microsoft.com/office/drawing/2014/main" id="{F33405A7-6E8F-4112-84BE-353E346C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90009"/>
            <a:ext cx="40212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行：组成梯度；列：处理梯度；颜色：归一化响应</a:t>
            </a:r>
          </a:p>
        </p:txBody>
      </p:sp>
      <p:sp>
        <p:nvSpPr>
          <p:cNvPr id="160" name="p31-文本-0160">
            <a:extLst xmlns:a="http://schemas.openxmlformats.org/drawingml/2006/main">
              <a:ext uri="{FF2B5EF4-FFF2-40B4-BE49-F238E27FC236}">
                <a16:creationId xmlns:a16="http://schemas.microsoft.com/office/drawing/2014/main" id="{A879B902-F35A-4B70-9948-6DE4A868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25946"/>
            <a:ext cx="13626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候选提取路线</a:t>
            </a:r>
          </a:p>
        </p:txBody>
      </p:sp>
      <p:sp>
        <p:nvSpPr>
          <p:cNvPr id="161" name="p31-矩形-0161">
            <a:extLst xmlns:a="http://schemas.openxmlformats.org/drawingml/2006/main">
              <a:ext uri="{FF2B5EF4-FFF2-40B4-BE49-F238E27FC236}">
                <a16:creationId xmlns:a16="http://schemas.microsoft.com/office/drawing/2014/main" id="{5DD4A47B-1D18-46F0-8F31-68ED26E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244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62" name="p31-文本-0162">
            <a:extLst xmlns:a="http://schemas.openxmlformats.org/drawingml/2006/main">
              <a:ext uri="{FF2B5EF4-FFF2-40B4-BE49-F238E27FC236}">
                <a16:creationId xmlns:a16="http://schemas.microsoft.com/office/drawing/2014/main" id="{188D0A32-5E7A-4DB0-8DDC-7EA7CBBB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75" y="519799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排除边界</a:t>
            </a:r>
          </a:p>
        </p:txBody>
      </p:sp>
      <p:sp>
        <p:nvSpPr>
          <p:cNvPr id="163" name="p31-文本-0163">
            <a:extLst xmlns:a="http://schemas.openxmlformats.org/drawingml/2006/main">
              <a:ext uri="{FF2B5EF4-FFF2-40B4-BE49-F238E27FC236}">
                <a16:creationId xmlns:a16="http://schemas.microsoft.com/office/drawing/2014/main" id="{C392C75A-478E-42B7-B1D9-0A74C9AB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293" y="55806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去除失效条件</a:t>
            </a:r>
          </a:p>
        </p:txBody>
      </p:sp>
      <p:sp>
        <p:nvSpPr>
          <p:cNvPr id="164" name="p31-路径-0164">
            <a:extLst xmlns:a="http://schemas.openxmlformats.org/drawingml/2006/main">
              <a:ext uri="{FF2B5EF4-FFF2-40B4-BE49-F238E27FC236}">
                <a16:creationId xmlns:a16="http://schemas.microsoft.com/office/drawing/2014/main" id="{2AA6A14F-3DE1-473D-9D5D-866030C4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77256"/>
            <a:ext cx="142875" cy="94488"/>
          </a:xfrm>
          <a:custGeom xmlns:a="http://schemas.openxmlformats.org/drawingml/2006/main">
            <a:pathLst>
              <a:path w="142875" h="94488">
                <a:moveTo>
                  <a:pt x="0" y="66294"/>
                </a:moveTo>
                <a:lnTo>
                  <a:pt x="66675" y="66294"/>
                </a:lnTo>
                <a:lnTo>
                  <a:pt x="66675" y="94488"/>
                </a:lnTo>
                <a:lnTo>
                  <a:pt x="142875" y="47244"/>
                </a:lnTo>
                <a:lnTo>
                  <a:pt x="66675" y="0"/>
                </a:lnTo>
                <a:lnTo>
                  <a:pt x="66675" y="28194"/>
                </a:lnTo>
                <a:lnTo>
                  <a:pt x="0" y="2819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5" name="p31-矩形-0165">
            <a:extLst xmlns:a="http://schemas.openxmlformats.org/drawingml/2006/main">
              <a:ext uri="{FF2B5EF4-FFF2-40B4-BE49-F238E27FC236}">
                <a16:creationId xmlns:a16="http://schemas.microsoft.com/office/drawing/2014/main" id="{F6CC810D-104C-431E-BD31-8D224DCD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1244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66" name="p31-文本-0166">
            <a:extLst xmlns:a="http://schemas.openxmlformats.org/drawingml/2006/main">
              <a:ext uri="{FF2B5EF4-FFF2-40B4-BE49-F238E27FC236}">
                <a16:creationId xmlns:a16="http://schemas.microsoft.com/office/drawing/2014/main" id="{C9FB30DE-68D6-4338-901A-272BD22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600" y="519799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保留连通区</a:t>
            </a:r>
          </a:p>
        </p:txBody>
      </p:sp>
      <p:sp>
        <p:nvSpPr>
          <p:cNvPr id="167" name="p31-文本-0167">
            <a:extLst xmlns:a="http://schemas.openxmlformats.org/drawingml/2006/main">
              <a:ext uri="{FF2B5EF4-FFF2-40B4-BE49-F238E27FC236}">
                <a16:creationId xmlns:a16="http://schemas.microsoft.com/office/drawing/2014/main" id="{C8006425-BF14-4C6A-9B02-07AC4C11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5693" y="55806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避免孤立高点</a:t>
            </a:r>
          </a:p>
        </p:txBody>
      </p:sp>
      <p:sp>
        <p:nvSpPr>
          <p:cNvPr id="168" name="p31-路径-0168">
            <a:extLst xmlns:a="http://schemas.openxmlformats.org/drawingml/2006/main">
              <a:ext uri="{FF2B5EF4-FFF2-40B4-BE49-F238E27FC236}">
                <a16:creationId xmlns:a16="http://schemas.microsoft.com/office/drawing/2014/main" id="{D6953D2B-3C6B-4B5F-B2E1-455CF6A1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477256"/>
            <a:ext cx="142875" cy="94488"/>
          </a:xfrm>
          <a:custGeom xmlns:a="http://schemas.openxmlformats.org/drawingml/2006/main">
            <a:pathLst>
              <a:path w="142875" h="94488">
                <a:moveTo>
                  <a:pt x="0" y="66294"/>
                </a:moveTo>
                <a:lnTo>
                  <a:pt x="66675" y="66294"/>
                </a:lnTo>
                <a:lnTo>
                  <a:pt x="66675" y="94488"/>
                </a:lnTo>
                <a:lnTo>
                  <a:pt x="142875" y="47244"/>
                </a:lnTo>
                <a:lnTo>
                  <a:pt x="66675" y="0"/>
                </a:lnTo>
                <a:lnTo>
                  <a:pt x="66675" y="28194"/>
                </a:lnTo>
                <a:lnTo>
                  <a:pt x="0" y="2819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9" name="p31-矩形-0169">
            <a:extLst xmlns:a="http://schemas.openxmlformats.org/drawingml/2006/main">
              <a:ext uri="{FF2B5EF4-FFF2-40B4-BE49-F238E27FC236}">
                <a16:creationId xmlns:a16="http://schemas.microsoft.com/office/drawing/2014/main" id="{91EC7EBF-71B1-47CF-892B-E8A1056C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1244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0">
            <a:noFill/>
          </a:ln>
        </p:spPr>
      </p:sp>
      <p:sp>
        <p:nvSpPr>
          <p:cNvPr id="170" name="p31-文本-0170">
            <a:extLst xmlns:a="http://schemas.openxmlformats.org/drawingml/2006/main">
              <a:ext uri="{FF2B5EF4-FFF2-40B4-BE49-F238E27FC236}">
                <a16:creationId xmlns:a16="http://schemas.microsoft.com/office/drawing/2014/main" id="{2CE8278B-33A3-497E-94AE-698E593A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3775" y="519799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独立复测</a:t>
            </a:r>
          </a:p>
        </p:txBody>
      </p:sp>
      <p:sp>
        <p:nvSpPr>
          <p:cNvPr id="171" name="p31-文本-0171">
            <a:extLst xmlns:a="http://schemas.openxmlformats.org/drawingml/2006/main">
              <a:ext uri="{FF2B5EF4-FFF2-40B4-BE49-F238E27FC236}">
                <a16:creationId xmlns:a16="http://schemas.microsoft.com/office/drawing/2014/main" id="{81E328A4-524F-41E8-9080-67E00204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093" y="5580659"/>
            <a:ext cx="11256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评价整体分布</a:t>
            </a:r>
          </a:p>
        </p:txBody>
      </p:sp>
      <p:sp>
        <p:nvSpPr>
          <p:cNvPr id="172" name="p31-线-0172">
            <a:extLst xmlns:a="http://schemas.openxmlformats.org/drawingml/2006/main">
              <a:ext uri="{FF2B5EF4-FFF2-40B4-BE49-F238E27FC236}">
                <a16:creationId xmlns:a16="http://schemas.microsoft.com/office/drawing/2014/main" id="{4FDEABDE-BE18-45E1-A702-1D99D32D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381125"/>
            <a:ext cx="95" cy="4572000"/>
          </a:xfrm>
          <a:custGeom xmlns:a="http://schemas.openxmlformats.org/drawingml/2006/main">
            <a:pathLst>
              <a:path w="95" h="4572000">
                <a:moveTo>
                  <a:pt x="0" y="0"/>
                </a:moveTo>
                <a:lnTo>
                  <a:pt x="0" y="45720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173" name="p31-文本-0173">
            <a:extLst xmlns:a="http://schemas.openxmlformats.org/drawingml/2006/main">
              <a:ext uri="{FF2B5EF4-FFF2-40B4-BE49-F238E27FC236}">
                <a16:creationId xmlns:a16="http://schemas.microsoft.com/office/drawing/2014/main" id="{19D4AF23-F9FB-4EA8-83F5-41A5B81C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273146"/>
            <a:ext cx="18007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候选是否整体改善</a:t>
            </a:r>
          </a:p>
        </p:txBody>
      </p:sp>
      <p:sp>
        <p:nvSpPr>
          <p:cNvPr id="174" name="p31-线-0174">
            <a:extLst xmlns:a="http://schemas.openxmlformats.org/drawingml/2006/main">
              <a:ext uri="{FF2B5EF4-FFF2-40B4-BE49-F238E27FC236}">
                <a16:creationId xmlns:a16="http://schemas.microsoft.com/office/drawing/2014/main" id="{4C610854-4F57-4D6E-830A-83761978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81425"/>
            <a:ext cx="3705225" cy="95"/>
          </a:xfrm>
          <a:custGeom xmlns:a="http://schemas.openxmlformats.org/drawingml/2006/main">
            <a:pathLst>
              <a:path w="3705225" h="95">
                <a:moveTo>
                  <a:pt x="0" y="0"/>
                </a:moveTo>
                <a:lnTo>
                  <a:pt x="3705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175" name="p31-线-0175">
            <a:extLst xmlns:a="http://schemas.openxmlformats.org/drawingml/2006/main">
              <a:ext uri="{FF2B5EF4-FFF2-40B4-BE49-F238E27FC236}">
                <a16:creationId xmlns:a16="http://schemas.microsoft.com/office/drawing/2014/main" id="{71E5D623-A66E-4ED8-875A-EFE4C06B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095500"/>
            <a:ext cx="95" cy="1685925"/>
          </a:xfrm>
          <a:custGeom xmlns:a="http://schemas.openxmlformats.org/drawingml/2006/main">
            <a:pathLst>
              <a:path w="95" h="1685925">
                <a:moveTo>
                  <a:pt x="0" y="0"/>
                </a:moveTo>
                <a:lnTo>
                  <a:pt x="0" y="1685925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657B8B"/>
            </a:solidFill>
          </a:ln>
        </p:spPr>
      </p:sp>
      <p:sp>
        <p:nvSpPr>
          <p:cNvPr id="176" name="p31-路径-0176">
            <a:extLst xmlns:a="http://schemas.openxmlformats.org/drawingml/2006/main">
              <a:ext uri="{FF2B5EF4-FFF2-40B4-BE49-F238E27FC236}">
                <a16:creationId xmlns:a16="http://schemas.microsoft.com/office/drawing/2014/main" id="{35D18816-9D7C-44E7-B882-E033CC68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70823"/>
            <a:ext cx="3705225" cy="1010603"/>
          </a:xfrm>
          <a:custGeom xmlns:a="http://schemas.openxmlformats.org/drawingml/2006/main">
            <a:pathLst>
              <a:path w="3705225" h="1010603">
                <a:moveTo>
                  <a:pt x="0" y="966788"/>
                </a:moveTo>
                <a:lnTo>
                  <a:pt x="61913" y="953453"/>
                </a:lnTo>
                <a:lnTo>
                  <a:pt x="123825" y="937260"/>
                </a:lnTo>
                <a:lnTo>
                  <a:pt x="185738" y="918210"/>
                </a:lnTo>
                <a:lnTo>
                  <a:pt x="246697" y="894398"/>
                </a:lnTo>
                <a:lnTo>
                  <a:pt x="308610" y="865823"/>
                </a:lnTo>
                <a:lnTo>
                  <a:pt x="370522" y="832485"/>
                </a:lnTo>
                <a:lnTo>
                  <a:pt x="432435" y="794385"/>
                </a:lnTo>
                <a:lnTo>
                  <a:pt x="494347" y="751523"/>
                </a:lnTo>
                <a:lnTo>
                  <a:pt x="556260" y="702945"/>
                </a:lnTo>
                <a:lnTo>
                  <a:pt x="617220" y="649605"/>
                </a:lnTo>
                <a:lnTo>
                  <a:pt x="679132" y="592455"/>
                </a:lnTo>
                <a:lnTo>
                  <a:pt x="741045" y="530543"/>
                </a:lnTo>
                <a:lnTo>
                  <a:pt x="802957" y="466725"/>
                </a:lnTo>
                <a:lnTo>
                  <a:pt x="864870" y="401003"/>
                </a:lnTo>
                <a:lnTo>
                  <a:pt x="925830" y="336233"/>
                </a:lnTo>
                <a:lnTo>
                  <a:pt x="987743" y="271463"/>
                </a:lnTo>
                <a:lnTo>
                  <a:pt x="1049655" y="210503"/>
                </a:lnTo>
                <a:lnTo>
                  <a:pt x="1111568" y="155258"/>
                </a:lnTo>
                <a:lnTo>
                  <a:pt x="1173480" y="105728"/>
                </a:lnTo>
                <a:lnTo>
                  <a:pt x="1235393" y="63818"/>
                </a:lnTo>
                <a:lnTo>
                  <a:pt x="1296353" y="32385"/>
                </a:lnTo>
                <a:lnTo>
                  <a:pt x="1358265" y="10478"/>
                </a:lnTo>
                <a:lnTo>
                  <a:pt x="1420178" y="0"/>
                </a:lnTo>
                <a:lnTo>
                  <a:pt x="1482090" y="953"/>
                </a:lnTo>
                <a:lnTo>
                  <a:pt x="1544003" y="13335"/>
                </a:lnTo>
                <a:lnTo>
                  <a:pt x="1605915" y="37148"/>
                </a:lnTo>
                <a:lnTo>
                  <a:pt x="1666875" y="71438"/>
                </a:lnTo>
                <a:lnTo>
                  <a:pt x="1728788" y="114300"/>
                </a:lnTo>
                <a:lnTo>
                  <a:pt x="1790700" y="165735"/>
                </a:lnTo>
                <a:lnTo>
                  <a:pt x="1852613" y="222885"/>
                </a:lnTo>
                <a:lnTo>
                  <a:pt x="1914525" y="284798"/>
                </a:lnTo>
                <a:lnTo>
                  <a:pt x="1976438" y="348615"/>
                </a:lnTo>
                <a:lnTo>
                  <a:pt x="2038350" y="414338"/>
                </a:lnTo>
                <a:lnTo>
                  <a:pt x="2099310" y="480060"/>
                </a:lnTo>
                <a:lnTo>
                  <a:pt x="2161223" y="542925"/>
                </a:lnTo>
                <a:lnTo>
                  <a:pt x="2223135" y="603885"/>
                </a:lnTo>
                <a:lnTo>
                  <a:pt x="2285048" y="661035"/>
                </a:lnTo>
                <a:lnTo>
                  <a:pt x="2346960" y="713423"/>
                </a:lnTo>
                <a:lnTo>
                  <a:pt x="2407920" y="760095"/>
                </a:lnTo>
                <a:lnTo>
                  <a:pt x="2469832" y="802958"/>
                </a:lnTo>
                <a:lnTo>
                  <a:pt x="2531745" y="840105"/>
                </a:lnTo>
                <a:lnTo>
                  <a:pt x="2593657" y="871538"/>
                </a:lnTo>
                <a:lnTo>
                  <a:pt x="2655570" y="899160"/>
                </a:lnTo>
                <a:lnTo>
                  <a:pt x="2717482" y="922020"/>
                </a:lnTo>
                <a:lnTo>
                  <a:pt x="2779395" y="941070"/>
                </a:lnTo>
                <a:lnTo>
                  <a:pt x="2840355" y="956310"/>
                </a:lnTo>
                <a:lnTo>
                  <a:pt x="2902268" y="969645"/>
                </a:lnTo>
                <a:lnTo>
                  <a:pt x="2964180" y="979170"/>
                </a:lnTo>
                <a:lnTo>
                  <a:pt x="3026093" y="986790"/>
                </a:lnTo>
                <a:lnTo>
                  <a:pt x="3088005" y="993458"/>
                </a:lnTo>
                <a:lnTo>
                  <a:pt x="3149918" y="998220"/>
                </a:lnTo>
                <a:lnTo>
                  <a:pt x="3210877" y="1001078"/>
                </a:lnTo>
                <a:lnTo>
                  <a:pt x="3272790" y="1003935"/>
                </a:lnTo>
                <a:lnTo>
                  <a:pt x="3334702" y="1005840"/>
                </a:lnTo>
                <a:lnTo>
                  <a:pt x="3396615" y="1007745"/>
                </a:lnTo>
                <a:lnTo>
                  <a:pt x="3458527" y="1008698"/>
                </a:lnTo>
                <a:lnTo>
                  <a:pt x="3519488" y="1008698"/>
                </a:lnTo>
                <a:lnTo>
                  <a:pt x="3581400" y="1009650"/>
                </a:lnTo>
                <a:lnTo>
                  <a:pt x="3643313" y="1009650"/>
                </a:lnTo>
                <a:lnTo>
                  <a:pt x="3705225" y="101060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77" name="p31-路径-0177">
            <a:extLst xmlns:a="http://schemas.openxmlformats.org/drawingml/2006/main">
              <a:ext uri="{FF2B5EF4-FFF2-40B4-BE49-F238E27FC236}">
                <a16:creationId xmlns:a16="http://schemas.microsoft.com/office/drawing/2014/main" id="{DA73B77A-9A86-464C-AB63-C7FA0E40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402205"/>
            <a:ext cx="3705225" cy="1379220"/>
          </a:xfrm>
          <a:custGeom xmlns:a="http://schemas.openxmlformats.org/drawingml/2006/main">
            <a:pathLst>
              <a:path w="3705225" h="1379220">
                <a:moveTo>
                  <a:pt x="0" y="1379220"/>
                </a:moveTo>
                <a:lnTo>
                  <a:pt x="61913" y="1379220"/>
                </a:lnTo>
                <a:lnTo>
                  <a:pt x="123825" y="1379220"/>
                </a:lnTo>
                <a:lnTo>
                  <a:pt x="185738" y="1379220"/>
                </a:lnTo>
                <a:lnTo>
                  <a:pt x="246697" y="1379220"/>
                </a:lnTo>
                <a:lnTo>
                  <a:pt x="308610" y="1379220"/>
                </a:lnTo>
                <a:lnTo>
                  <a:pt x="370522" y="1379220"/>
                </a:lnTo>
                <a:lnTo>
                  <a:pt x="432435" y="1379220"/>
                </a:lnTo>
                <a:lnTo>
                  <a:pt x="494347" y="1379220"/>
                </a:lnTo>
                <a:lnTo>
                  <a:pt x="556260" y="1379220"/>
                </a:lnTo>
                <a:lnTo>
                  <a:pt x="617220" y="1379220"/>
                </a:lnTo>
                <a:lnTo>
                  <a:pt x="679132" y="1379220"/>
                </a:lnTo>
                <a:lnTo>
                  <a:pt x="741045" y="1379220"/>
                </a:lnTo>
                <a:lnTo>
                  <a:pt x="802957" y="1378268"/>
                </a:lnTo>
                <a:lnTo>
                  <a:pt x="864870" y="1378268"/>
                </a:lnTo>
                <a:lnTo>
                  <a:pt x="925830" y="1377315"/>
                </a:lnTo>
                <a:lnTo>
                  <a:pt x="987743" y="1375410"/>
                </a:lnTo>
                <a:lnTo>
                  <a:pt x="1049655" y="1373505"/>
                </a:lnTo>
                <a:lnTo>
                  <a:pt x="1111568" y="1368743"/>
                </a:lnTo>
                <a:lnTo>
                  <a:pt x="1173480" y="1362075"/>
                </a:lnTo>
                <a:lnTo>
                  <a:pt x="1235393" y="1351598"/>
                </a:lnTo>
                <a:lnTo>
                  <a:pt x="1296353" y="1335405"/>
                </a:lnTo>
                <a:lnTo>
                  <a:pt x="1358265" y="1311593"/>
                </a:lnTo>
                <a:lnTo>
                  <a:pt x="1420178" y="1278255"/>
                </a:lnTo>
                <a:lnTo>
                  <a:pt x="1482090" y="1233488"/>
                </a:lnTo>
                <a:lnTo>
                  <a:pt x="1544003" y="1173480"/>
                </a:lnTo>
                <a:lnTo>
                  <a:pt x="1605915" y="1098233"/>
                </a:lnTo>
                <a:lnTo>
                  <a:pt x="1666875" y="1004888"/>
                </a:lnTo>
                <a:lnTo>
                  <a:pt x="1728788" y="894398"/>
                </a:lnTo>
                <a:lnTo>
                  <a:pt x="1790700" y="769620"/>
                </a:lnTo>
                <a:lnTo>
                  <a:pt x="1852613" y="633413"/>
                </a:lnTo>
                <a:lnTo>
                  <a:pt x="1914525" y="492442"/>
                </a:lnTo>
                <a:lnTo>
                  <a:pt x="1976438" y="355283"/>
                </a:lnTo>
                <a:lnTo>
                  <a:pt x="2038350" y="228600"/>
                </a:lnTo>
                <a:lnTo>
                  <a:pt x="2099310" y="122873"/>
                </a:lnTo>
                <a:lnTo>
                  <a:pt x="2161223" y="45720"/>
                </a:lnTo>
                <a:lnTo>
                  <a:pt x="2223135" y="3810"/>
                </a:lnTo>
                <a:lnTo>
                  <a:pt x="2285048" y="0"/>
                </a:lnTo>
                <a:lnTo>
                  <a:pt x="2346960" y="34290"/>
                </a:lnTo>
                <a:lnTo>
                  <a:pt x="2407920" y="104775"/>
                </a:lnTo>
                <a:lnTo>
                  <a:pt x="2469832" y="205740"/>
                </a:lnTo>
                <a:lnTo>
                  <a:pt x="2531745" y="328613"/>
                </a:lnTo>
                <a:lnTo>
                  <a:pt x="2593657" y="464820"/>
                </a:lnTo>
                <a:lnTo>
                  <a:pt x="2655570" y="605790"/>
                </a:lnTo>
                <a:lnTo>
                  <a:pt x="2717482" y="742950"/>
                </a:lnTo>
                <a:lnTo>
                  <a:pt x="2779395" y="870585"/>
                </a:lnTo>
                <a:lnTo>
                  <a:pt x="2840355" y="983933"/>
                </a:lnTo>
                <a:lnTo>
                  <a:pt x="2902268" y="1081088"/>
                </a:lnTo>
                <a:lnTo>
                  <a:pt x="2964180" y="1160145"/>
                </a:lnTo>
                <a:lnTo>
                  <a:pt x="3026093" y="1223010"/>
                </a:lnTo>
                <a:lnTo>
                  <a:pt x="3088005" y="1270635"/>
                </a:lnTo>
                <a:lnTo>
                  <a:pt x="3149918" y="1305878"/>
                </a:lnTo>
                <a:lnTo>
                  <a:pt x="3210877" y="1331595"/>
                </a:lnTo>
                <a:lnTo>
                  <a:pt x="3272790" y="1348740"/>
                </a:lnTo>
                <a:lnTo>
                  <a:pt x="3334702" y="1360170"/>
                </a:lnTo>
                <a:lnTo>
                  <a:pt x="3396615" y="1367790"/>
                </a:lnTo>
                <a:lnTo>
                  <a:pt x="3458527" y="1372553"/>
                </a:lnTo>
                <a:lnTo>
                  <a:pt x="3519488" y="1375410"/>
                </a:lnTo>
                <a:lnTo>
                  <a:pt x="3581400" y="1377315"/>
                </a:lnTo>
                <a:lnTo>
                  <a:pt x="3643313" y="1378268"/>
                </a:lnTo>
                <a:lnTo>
                  <a:pt x="3705225" y="13782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78" name="p31-文本-0178">
            <a:extLst xmlns:a="http://schemas.openxmlformats.org/drawingml/2006/main">
              <a:ext uri="{FF2B5EF4-FFF2-40B4-BE49-F238E27FC236}">
                <a16:creationId xmlns:a16="http://schemas.microsoft.com/office/drawing/2014/main" id="{4531699E-13BB-4BF6-BDCD-D6C9BBEB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0986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相对频数</a:t>
            </a:r>
          </a:p>
        </p:txBody>
      </p:sp>
      <p:sp>
        <p:nvSpPr>
          <p:cNvPr id="179" name="p31-文本-0179">
            <a:extLst xmlns:a="http://schemas.openxmlformats.org/drawingml/2006/main">
              <a:ext uri="{FF2B5EF4-FFF2-40B4-BE49-F238E27FC236}">
                <a16:creationId xmlns:a16="http://schemas.microsoft.com/office/drawing/2014/main" id="{1F603513-713B-4FB4-B10A-0066954A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386726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响应强度</a:t>
            </a:r>
          </a:p>
        </p:txBody>
      </p:sp>
      <p:sp>
        <p:nvSpPr>
          <p:cNvPr id="180" name="p31-线-0180">
            <a:extLst xmlns:a="http://schemas.openxmlformats.org/drawingml/2006/main">
              <a:ext uri="{FF2B5EF4-FFF2-40B4-BE49-F238E27FC236}">
                <a16:creationId xmlns:a16="http://schemas.microsoft.com/office/drawing/2014/main" id="{59AE4345-B7EE-4523-A692-714E8BCF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1338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81" name="p31-文本-0181">
            <a:extLst xmlns:a="http://schemas.openxmlformats.org/drawingml/2006/main">
              <a:ext uri="{FF2B5EF4-FFF2-40B4-BE49-F238E27FC236}">
                <a16:creationId xmlns:a16="http://schemas.microsoft.com/office/drawing/2014/main" id="{E5DD5EA1-8638-4BC4-B6CC-C62813BB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1966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初始候选</a:t>
            </a:r>
          </a:p>
        </p:txBody>
      </p:sp>
      <p:sp>
        <p:nvSpPr>
          <p:cNvPr id="182" name="p31-线-0182">
            <a:extLst xmlns:a="http://schemas.openxmlformats.org/drawingml/2006/main">
              <a:ext uri="{FF2B5EF4-FFF2-40B4-BE49-F238E27FC236}">
                <a16:creationId xmlns:a16="http://schemas.microsoft.com/office/drawing/2014/main" id="{5A86332E-360A-4F47-965B-13551CF1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3385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83" name="p31-文本-0183">
            <a:extLst xmlns:a="http://schemas.openxmlformats.org/drawingml/2006/main">
              <a:ext uri="{FF2B5EF4-FFF2-40B4-BE49-F238E27FC236}">
                <a16:creationId xmlns:a16="http://schemas.microsoft.com/office/drawing/2014/main" id="{C3597F9B-FD42-49F3-8035-AE7C8227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401966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复核候选</a:t>
            </a:r>
          </a:p>
        </p:txBody>
      </p:sp>
      <p:sp>
        <p:nvSpPr>
          <p:cNvPr id="184" name="p31-文本-0184">
            <a:extLst xmlns:a="http://schemas.openxmlformats.org/drawingml/2006/main">
              <a:ext uri="{FF2B5EF4-FFF2-40B4-BE49-F238E27FC236}">
                <a16:creationId xmlns:a16="http://schemas.microsoft.com/office/drawing/2014/main" id="{60740B0B-1BB6-42B6-9950-955E6B75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31249"/>
            <a:ext cx="23511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分布整体右移：响应提高</a:t>
            </a:r>
          </a:p>
        </p:txBody>
      </p:sp>
      <p:sp>
        <p:nvSpPr>
          <p:cNvPr id="185" name="p31-文本-0185">
            <a:extLst xmlns:a="http://schemas.openxmlformats.org/drawingml/2006/main">
              <a:ext uri="{FF2B5EF4-FFF2-40B4-BE49-F238E27FC236}">
                <a16:creationId xmlns:a16="http://schemas.microsoft.com/office/drawing/2014/main" id="{3EC88168-7722-4592-8D9A-FD112308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940824"/>
            <a:ext cx="25607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分布范围收窄：批次更集中</a:t>
            </a:r>
          </a:p>
        </p:txBody>
      </p:sp>
      <p:sp>
        <p:nvSpPr>
          <p:cNvPr id="186" name="p31-文本-0186">
            <a:extLst xmlns:a="http://schemas.openxmlformats.org/drawingml/2006/main">
              <a:ext uri="{FF2B5EF4-FFF2-40B4-BE49-F238E27FC236}">
                <a16:creationId xmlns:a16="http://schemas.microsoft.com/office/drawing/2014/main" id="{E32FA025-18C9-4057-B331-B1CF46DE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350399"/>
            <a:ext cx="31893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尾部样本回查：避免均值掩盖失效</a:t>
            </a:r>
          </a:p>
        </p:txBody>
      </p:sp>
      <p:sp>
        <p:nvSpPr>
          <p:cNvPr id="187" name="p31-文本-0187">
            <a:extLst xmlns:a="http://schemas.openxmlformats.org/drawingml/2006/main">
              <a:ext uri="{FF2B5EF4-FFF2-40B4-BE49-F238E27FC236}">
                <a16:creationId xmlns:a16="http://schemas.microsoft.com/office/drawing/2014/main" id="{FF3AB841-0E7E-4A5A-A93A-C0A7CC09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611" y="6062007"/>
            <a:ext cx="62287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选择稳定区域，比追逐单个最高响应点更利于后续复核</a:t>
            </a:r>
          </a:p>
        </p:txBody>
      </p:sp>
      <p:sp>
        <p:nvSpPr>
          <p:cNvPr id="188" name="p31-文本-0188">
            <a:extLst xmlns:a="http://schemas.openxmlformats.org/drawingml/2006/main">
              <a:ext uri="{FF2B5EF4-FFF2-40B4-BE49-F238E27FC236}">
                <a16:creationId xmlns:a16="http://schemas.microsoft.com/office/drawing/2014/main" id="{D4F8AE1B-339B-42B6-B63C-778077B1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69659109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p32-矩形-0001">
            <a:extLst xmlns:a="http://schemas.openxmlformats.org/drawingml/2006/main">
              <a:ext uri="{FF2B5EF4-FFF2-40B4-BE49-F238E27FC236}">
                <a16:creationId xmlns:a16="http://schemas.microsoft.com/office/drawing/2014/main" id="{9510D496-F395-4C1B-94DD-59B5FC9C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2-矩形-0002">
            <a:extLst xmlns:a="http://schemas.openxmlformats.org/drawingml/2006/main">
              <a:ext uri="{FF2B5EF4-FFF2-40B4-BE49-F238E27FC236}">
                <a16:creationId xmlns:a16="http://schemas.microsoft.com/office/drawing/2014/main" id="{EBD6D651-EB80-4B49-9BA0-76DEB98A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2-文本-0003">
            <a:extLst xmlns:a="http://schemas.openxmlformats.org/drawingml/2006/main">
              <a:ext uri="{FF2B5EF4-FFF2-40B4-BE49-F238E27FC236}">
                <a16:creationId xmlns:a16="http://schemas.microsoft.com/office/drawing/2014/main" id="{225181A0-E2B9-4240-8B37-6BC148D5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9005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性能提升需同时观察响应能力与持续表现</a:t>
            </a:r>
          </a:p>
        </p:txBody>
      </p:sp>
      <p:sp>
        <p:nvSpPr>
          <p:cNvPr id="4" name="p32-文本-0004">
            <a:extLst xmlns:a="http://schemas.openxmlformats.org/drawingml/2006/main">
              <a:ext uri="{FF2B5EF4-FFF2-40B4-BE49-F238E27FC236}">
                <a16:creationId xmlns:a16="http://schemas.microsoft.com/office/drawing/2014/main" id="{B4CDC84D-1E92-4A1F-AE36-2DC5F541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0212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动态时序、循环保持与介质变化分别检验不同性能</a:t>
            </a:r>
          </a:p>
        </p:txBody>
      </p:sp>
      <p:sp>
        <p:nvSpPr>
          <p:cNvPr id="5" name="p32-线-0005">
            <a:extLst xmlns:a="http://schemas.openxmlformats.org/drawingml/2006/main">
              <a:ext uri="{FF2B5EF4-FFF2-40B4-BE49-F238E27FC236}">
                <a16:creationId xmlns:a16="http://schemas.microsoft.com/office/drawing/2014/main" id="{0025D9D5-9678-4D52-AAAA-7B227098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2-矩形-0006">
            <a:extLst xmlns:a="http://schemas.openxmlformats.org/drawingml/2006/main">
              <a:ext uri="{FF2B5EF4-FFF2-40B4-BE49-F238E27FC236}">
                <a16:creationId xmlns:a16="http://schemas.microsoft.com/office/drawing/2014/main" id="{898B3A88-A02F-42D7-826C-2BACEF29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0175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32-文本-0007">
            <a:extLst xmlns:a="http://schemas.openxmlformats.org/drawingml/2006/main">
              <a:ext uri="{FF2B5EF4-FFF2-40B4-BE49-F238E27FC236}">
                <a16:creationId xmlns:a16="http://schemas.microsoft.com/office/drawing/2014/main" id="{CAF5C2F6-9F97-4D90-B376-1E774055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747" y="1421699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主要证据一：动态响应</a:t>
            </a:r>
          </a:p>
        </p:txBody>
      </p:sp>
      <p:sp>
        <p:nvSpPr>
          <p:cNvPr id="8" name="p32-线-0008">
            <a:extLst xmlns:a="http://schemas.openxmlformats.org/drawingml/2006/main">
              <a:ext uri="{FF2B5EF4-FFF2-40B4-BE49-F238E27FC236}">
                <a16:creationId xmlns:a16="http://schemas.microsoft.com/office/drawing/2014/main" id="{E04520BA-0A25-440E-90EB-E7F84682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71925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9" name="p32-线-0009">
            <a:extLst xmlns:a="http://schemas.openxmlformats.org/drawingml/2006/main">
              <a:ext uri="{FF2B5EF4-FFF2-40B4-BE49-F238E27FC236}">
                <a16:creationId xmlns:a16="http://schemas.microsoft.com/office/drawing/2014/main" id="{D550A11F-345E-4E60-B764-425417F5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95" cy="1476375"/>
          </a:xfrm>
          <a:custGeom xmlns:a="http://schemas.openxmlformats.org/drawingml/2006/main">
            <a:pathLst>
              <a:path w="95" h="1476375">
                <a:moveTo>
                  <a:pt x="0" y="0"/>
                </a:moveTo>
                <a:lnTo>
                  <a:pt x="0" y="14763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0" name="p32-线-0010">
            <a:extLst xmlns:a="http://schemas.openxmlformats.org/drawingml/2006/main">
              <a:ext uri="{FF2B5EF4-FFF2-40B4-BE49-F238E27FC236}">
                <a16:creationId xmlns:a16="http://schemas.microsoft.com/office/drawing/2014/main" id="{B8244346-7958-498C-909B-2E4A80F1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71925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1" name="p32-文本-0011">
            <a:extLst xmlns:a="http://schemas.openxmlformats.org/drawingml/2006/main">
              <a:ext uri="{FF2B5EF4-FFF2-40B4-BE49-F238E27FC236}">
                <a16:creationId xmlns:a16="http://schemas.microsoft.com/office/drawing/2014/main" id="{380F9DB0-45E6-46B2-8ACC-25AC73CD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00" y="387845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" name="p32-线-0012">
            <a:extLst xmlns:a="http://schemas.openxmlformats.org/drawingml/2006/main">
              <a:ext uri="{FF2B5EF4-FFF2-40B4-BE49-F238E27FC236}">
                <a16:creationId xmlns:a16="http://schemas.microsoft.com/office/drawing/2014/main" id="{1536A949-0FCF-4A36-8354-05E77BB6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33738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" name="p32-文本-0013">
            <a:extLst xmlns:a="http://schemas.openxmlformats.org/drawingml/2006/main">
              <a:ext uri="{FF2B5EF4-FFF2-40B4-BE49-F238E27FC236}">
                <a16:creationId xmlns:a16="http://schemas.microsoft.com/office/drawing/2014/main" id="{0BE3F6A0-E586-459E-884C-F96E964E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700" y="3140264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14" name="p32-线-0014">
            <a:extLst xmlns:a="http://schemas.openxmlformats.org/drawingml/2006/main">
              <a:ext uri="{FF2B5EF4-FFF2-40B4-BE49-F238E27FC236}">
                <a16:creationId xmlns:a16="http://schemas.microsoft.com/office/drawing/2014/main" id="{2D629CC2-7226-49EA-9637-211B70F4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5" name="p32-文本-0015">
            <a:extLst xmlns:a="http://schemas.openxmlformats.org/drawingml/2006/main">
              <a:ext uri="{FF2B5EF4-FFF2-40B4-BE49-F238E27FC236}">
                <a16:creationId xmlns:a16="http://schemas.microsoft.com/office/drawing/2014/main" id="{75C15451-0FB0-4DE7-951F-A2A00FA1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00" y="240207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6" name="p32-路径-0016">
            <a:extLst xmlns:a="http://schemas.openxmlformats.org/drawingml/2006/main">
              <a:ext uri="{FF2B5EF4-FFF2-40B4-BE49-F238E27FC236}">
                <a16:creationId xmlns:a16="http://schemas.microsoft.com/office/drawing/2014/main" id="{949440F0-8E62-440A-B286-785DF6C9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9910"/>
            <a:ext cx="2705100" cy="749618"/>
          </a:xfrm>
          <a:custGeom xmlns:a="http://schemas.openxmlformats.org/drawingml/2006/main">
            <a:pathLst>
              <a:path w="2705100" h="749618">
                <a:moveTo>
                  <a:pt x="0" y="749618"/>
                </a:moveTo>
                <a:lnTo>
                  <a:pt x="44768" y="702945"/>
                </a:lnTo>
                <a:lnTo>
                  <a:pt x="90488" y="660083"/>
                </a:lnTo>
                <a:lnTo>
                  <a:pt x="135255" y="619125"/>
                </a:lnTo>
                <a:lnTo>
                  <a:pt x="180023" y="581025"/>
                </a:lnTo>
                <a:lnTo>
                  <a:pt x="225743" y="545783"/>
                </a:lnTo>
                <a:lnTo>
                  <a:pt x="270510" y="511493"/>
                </a:lnTo>
                <a:lnTo>
                  <a:pt x="315277" y="480060"/>
                </a:lnTo>
                <a:lnTo>
                  <a:pt x="360998" y="450533"/>
                </a:lnTo>
                <a:lnTo>
                  <a:pt x="405765" y="421958"/>
                </a:lnTo>
                <a:lnTo>
                  <a:pt x="450533" y="396240"/>
                </a:lnTo>
                <a:lnTo>
                  <a:pt x="496252" y="371475"/>
                </a:lnTo>
                <a:lnTo>
                  <a:pt x="541020" y="347663"/>
                </a:lnTo>
                <a:lnTo>
                  <a:pt x="585788" y="325755"/>
                </a:lnTo>
                <a:lnTo>
                  <a:pt x="631508" y="304800"/>
                </a:lnTo>
                <a:lnTo>
                  <a:pt x="676275" y="285750"/>
                </a:lnTo>
                <a:lnTo>
                  <a:pt x="721042" y="267653"/>
                </a:lnTo>
                <a:lnTo>
                  <a:pt x="766763" y="250508"/>
                </a:lnTo>
                <a:lnTo>
                  <a:pt x="811530" y="234315"/>
                </a:lnTo>
                <a:lnTo>
                  <a:pt x="856298" y="219075"/>
                </a:lnTo>
                <a:lnTo>
                  <a:pt x="902017" y="204788"/>
                </a:lnTo>
                <a:lnTo>
                  <a:pt x="946785" y="191453"/>
                </a:lnTo>
                <a:lnTo>
                  <a:pt x="991553" y="179070"/>
                </a:lnTo>
                <a:lnTo>
                  <a:pt x="1037273" y="167640"/>
                </a:lnTo>
                <a:lnTo>
                  <a:pt x="1082040" y="156210"/>
                </a:lnTo>
                <a:lnTo>
                  <a:pt x="1126808" y="145733"/>
                </a:lnTo>
                <a:lnTo>
                  <a:pt x="1172528" y="136208"/>
                </a:lnTo>
                <a:lnTo>
                  <a:pt x="1217295" y="126683"/>
                </a:lnTo>
                <a:lnTo>
                  <a:pt x="1262063" y="118110"/>
                </a:lnTo>
                <a:lnTo>
                  <a:pt x="1307783" y="109538"/>
                </a:lnTo>
                <a:lnTo>
                  <a:pt x="1352550" y="101918"/>
                </a:lnTo>
                <a:lnTo>
                  <a:pt x="1397318" y="95250"/>
                </a:lnTo>
                <a:lnTo>
                  <a:pt x="1443038" y="88583"/>
                </a:lnTo>
                <a:lnTo>
                  <a:pt x="1487805" y="81915"/>
                </a:lnTo>
                <a:lnTo>
                  <a:pt x="1532572" y="76200"/>
                </a:lnTo>
                <a:lnTo>
                  <a:pt x="1578293" y="70485"/>
                </a:lnTo>
                <a:lnTo>
                  <a:pt x="1623060" y="64770"/>
                </a:lnTo>
                <a:lnTo>
                  <a:pt x="1667828" y="60008"/>
                </a:lnTo>
                <a:lnTo>
                  <a:pt x="1713547" y="55245"/>
                </a:lnTo>
                <a:lnTo>
                  <a:pt x="1758315" y="50483"/>
                </a:lnTo>
                <a:lnTo>
                  <a:pt x="1803083" y="46673"/>
                </a:lnTo>
                <a:lnTo>
                  <a:pt x="1848803" y="42863"/>
                </a:lnTo>
                <a:lnTo>
                  <a:pt x="1893570" y="39053"/>
                </a:lnTo>
                <a:lnTo>
                  <a:pt x="1938338" y="35243"/>
                </a:lnTo>
                <a:lnTo>
                  <a:pt x="1984058" y="32385"/>
                </a:lnTo>
                <a:lnTo>
                  <a:pt x="2028825" y="29528"/>
                </a:lnTo>
                <a:lnTo>
                  <a:pt x="2073593" y="26670"/>
                </a:lnTo>
                <a:lnTo>
                  <a:pt x="2119313" y="23813"/>
                </a:lnTo>
                <a:lnTo>
                  <a:pt x="2164080" y="20955"/>
                </a:lnTo>
                <a:lnTo>
                  <a:pt x="2208848" y="19050"/>
                </a:lnTo>
                <a:lnTo>
                  <a:pt x="2254568" y="16193"/>
                </a:lnTo>
                <a:lnTo>
                  <a:pt x="2299335" y="14288"/>
                </a:lnTo>
                <a:lnTo>
                  <a:pt x="2344103" y="12383"/>
                </a:lnTo>
                <a:lnTo>
                  <a:pt x="2389823" y="10478"/>
                </a:lnTo>
                <a:lnTo>
                  <a:pt x="2434590" y="8573"/>
                </a:lnTo>
                <a:lnTo>
                  <a:pt x="2479358" y="7620"/>
                </a:lnTo>
                <a:lnTo>
                  <a:pt x="2525078" y="5715"/>
                </a:lnTo>
                <a:lnTo>
                  <a:pt x="2569845" y="3810"/>
                </a:lnTo>
                <a:lnTo>
                  <a:pt x="2614613" y="2858"/>
                </a:lnTo>
                <a:lnTo>
                  <a:pt x="2660333" y="1905"/>
                </a:ln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17" name="p32-椭圆-0017">
            <a:extLst xmlns:a="http://schemas.openxmlformats.org/drawingml/2006/main">
              <a:ext uri="{FF2B5EF4-FFF2-40B4-BE49-F238E27FC236}">
                <a16:creationId xmlns:a16="http://schemas.microsoft.com/office/drawing/2014/main" id="{75F98638-1676-46C9-883F-8DF47968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3" y="380952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" name="p32-椭圆-0018">
            <a:extLst xmlns:a="http://schemas.openxmlformats.org/drawingml/2006/main">
              <a:ext uri="{FF2B5EF4-FFF2-40B4-BE49-F238E27FC236}">
                <a16:creationId xmlns:a16="http://schemas.microsoft.com/office/drawing/2014/main" id="{B6DB41FB-E91C-4DAE-9F6B-17D44E79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3" y="340809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32-椭圆-0019">
            <a:extLst xmlns:a="http://schemas.openxmlformats.org/drawingml/2006/main">
              <a:ext uri="{FF2B5EF4-FFF2-40B4-BE49-F238E27FC236}">
                <a16:creationId xmlns:a16="http://schemas.microsoft.com/office/drawing/2014/main" id="{C72698FB-9DCA-41F0-B4B2-51E38D4E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63" y="321657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" name="p32-椭圆-0020">
            <a:extLst xmlns:a="http://schemas.openxmlformats.org/drawingml/2006/main">
              <a:ext uri="{FF2B5EF4-FFF2-40B4-BE49-F238E27FC236}">
                <a16:creationId xmlns:a16="http://schemas.microsoft.com/office/drawing/2014/main" id="{EB0EA609-46F5-44F1-A97B-48958087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082" y="312519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" name="p32-椭圆-0021">
            <a:extLst xmlns:a="http://schemas.openxmlformats.org/drawingml/2006/main">
              <a:ext uri="{FF2B5EF4-FFF2-40B4-BE49-F238E27FC236}">
                <a16:creationId xmlns:a16="http://schemas.microsoft.com/office/drawing/2014/main" id="{9121C37F-4B3D-49B7-8F18-61748D18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103" y="308159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" name="p32-椭圆-0022">
            <a:extLst xmlns:a="http://schemas.openxmlformats.org/drawingml/2006/main">
              <a:ext uri="{FF2B5EF4-FFF2-40B4-BE49-F238E27FC236}">
                <a16:creationId xmlns:a16="http://schemas.microsoft.com/office/drawing/2014/main" id="{9D531225-CBDA-4904-8249-3AB349B8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123" y="306078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" name="p32-路径-0023">
            <a:extLst xmlns:a="http://schemas.openxmlformats.org/drawingml/2006/main">
              <a:ext uri="{FF2B5EF4-FFF2-40B4-BE49-F238E27FC236}">
                <a16:creationId xmlns:a16="http://schemas.microsoft.com/office/drawing/2014/main" id="{2259295C-083D-4070-A7A5-7A674577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53665"/>
            <a:ext cx="2705100" cy="1185863"/>
          </a:xfrm>
          <a:custGeom xmlns:a="http://schemas.openxmlformats.org/drawingml/2006/main">
            <a:pathLst>
              <a:path w="2705100" h="1185863">
                <a:moveTo>
                  <a:pt x="0" y="1185863"/>
                </a:moveTo>
                <a:lnTo>
                  <a:pt x="44768" y="1095375"/>
                </a:lnTo>
                <a:lnTo>
                  <a:pt x="90488" y="1011555"/>
                </a:lnTo>
                <a:lnTo>
                  <a:pt x="135255" y="935355"/>
                </a:lnTo>
                <a:lnTo>
                  <a:pt x="180023" y="863917"/>
                </a:lnTo>
                <a:lnTo>
                  <a:pt x="225743" y="798195"/>
                </a:lnTo>
                <a:lnTo>
                  <a:pt x="270510" y="737235"/>
                </a:lnTo>
                <a:lnTo>
                  <a:pt x="315277" y="681038"/>
                </a:lnTo>
                <a:lnTo>
                  <a:pt x="360998" y="628650"/>
                </a:lnTo>
                <a:lnTo>
                  <a:pt x="405765" y="580072"/>
                </a:lnTo>
                <a:lnTo>
                  <a:pt x="450533" y="536257"/>
                </a:lnTo>
                <a:lnTo>
                  <a:pt x="496252" y="494347"/>
                </a:lnTo>
                <a:lnTo>
                  <a:pt x="541020" y="456247"/>
                </a:lnTo>
                <a:lnTo>
                  <a:pt x="585788" y="421005"/>
                </a:lnTo>
                <a:lnTo>
                  <a:pt x="631508" y="388620"/>
                </a:lnTo>
                <a:lnTo>
                  <a:pt x="676275" y="359092"/>
                </a:lnTo>
                <a:lnTo>
                  <a:pt x="721042" y="331470"/>
                </a:lnTo>
                <a:lnTo>
                  <a:pt x="766763" y="304800"/>
                </a:lnTo>
                <a:lnTo>
                  <a:pt x="811530" y="281940"/>
                </a:lnTo>
                <a:lnTo>
                  <a:pt x="856298" y="259080"/>
                </a:lnTo>
                <a:lnTo>
                  <a:pt x="902017" y="239077"/>
                </a:lnTo>
                <a:lnTo>
                  <a:pt x="946785" y="220027"/>
                </a:lnTo>
                <a:lnTo>
                  <a:pt x="991553" y="202882"/>
                </a:lnTo>
                <a:lnTo>
                  <a:pt x="1037273" y="186690"/>
                </a:lnTo>
                <a:lnTo>
                  <a:pt x="1082040" y="172402"/>
                </a:lnTo>
                <a:lnTo>
                  <a:pt x="1126808" y="158115"/>
                </a:lnTo>
                <a:lnTo>
                  <a:pt x="1172528" y="145732"/>
                </a:lnTo>
                <a:lnTo>
                  <a:pt x="1217295" y="133350"/>
                </a:lnTo>
                <a:lnTo>
                  <a:pt x="1262063" y="122872"/>
                </a:lnTo>
                <a:lnTo>
                  <a:pt x="1307783" y="112395"/>
                </a:lnTo>
                <a:lnTo>
                  <a:pt x="1352550" y="103822"/>
                </a:lnTo>
                <a:lnTo>
                  <a:pt x="1397318" y="95250"/>
                </a:lnTo>
                <a:lnTo>
                  <a:pt x="1443038" y="86677"/>
                </a:lnTo>
                <a:lnTo>
                  <a:pt x="1487805" y="80010"/>
                </a:lnTo>
                <a:lnTo>
                  <a:pt x="1532572" y="73342"/>
                </a:lnTo>
                <a:lnTo>
                  <a:pt x="1578293" y="66675"/>
                </a:lnTo>
                <a:lnTo>
                  <a:pt x="1623060" y="60960"/>
                </a:lnTo>
                <a:lnTo>
                  <a:pt x="1667828" y="55245"/>
                </a:lnTo>
                <a:lnTo>
                  <a:pt x="1713547" y="50482"/>
                </a:lnTo>
                <a:lnTo>
                  <a:pt x="1758315" y="45720"/>
                </a:lnTo>
                <a:lnTo>
                  <a:pt x="1803083" y="41910"/>
                </a:lnTo>
                <a:lnTo>
                  <a:pt x="1848803" y="38100"/>
                </a:lnTo>
                <a:lnTo>
                  <a:pt x="1893570" y="34290"/>
                </a:lnTo>
                <a:lnTo>
                  <a:pt x="1938338" y="30480"/>
                </a:lnTo>
                <a:lnTo>
                  <a:pt x="1984058" y="27622"/>
                </a:lnTo>
                <a:lnTo>
                  <a:pt x="2028825" y="24765"/>
                </a:lnTo>
                <a:lnTo>
                  <a:pt x="2073593" y="21907"/>
                </a:lnTo>
                <a:lnTo>
                  <a:pt x="2119313" y="20002"/>
                </a:lnTo>
                <a:lnTo>
                  <a:pt x="2164080" y="17145"/>
                </a:lnTo>
                <a:lnTo>
                  <a:pt x="2208848" y="15240"/>
                </a:lnTo>
                <a:lnTo>
                  <a:pt x="2254568" y="13335"/>
                </a:lnTo>
                <a:lnTo>
                  <a:pt x="2299335" y="11430"/>
                </a:lnTo>
                <a:lnTo>
                  <a:pt x="2344103" y="9525"/>
                </a:lnTo>
                <a:lnTo>
                  <a:pt x="2389823" y="8572"/>
                </a:lnTo>
                <a:lnTo>
                  <a:pt x="2434590" y="6667"/>
                </a:lnTo>
                <a:lnTo>
                  <a:pt x="2479358" y="5715"/>
                </a:lnTo>
                <a:lnTo>
                  <a:pt x="2525078" y="4763"/>
                </a:lnTo>
                <a:lnTo>
                  <a:pt x="2569845" y="2857"/>
                </a:lnTo>
                <a:lnTo>
                  <a:pt x="2614613" y="1905"/>
                </a:lnTo>
                <a:lnTo>
                  <a:pt x="2660333" y="952"/>
                </a:ln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24" name="p32-椭圆-0024">
            <a:extLst xmlns:a="http://schemas.openxmlformats.org/drawingml/2006/main">
              <a:ext uri="{FF2B5EF4-FFF2-40B4-BE49-F238E27FC236}">
                <a16:creationId xmlns:a16="http://schemas.microsoft.com/office/drawing/2014/main" id="{7244795C-7AE1-48D7-ACE5-7D65BD8B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3" y="380952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" name="p32-椭圆-0025">
            <a:extLst xmlns:a="http://schemas.openxmlformats.org/drawingml/2006/main">
              <a:ext uri="{FF2B5EF4-FFF2-40B4-BE49-F238E27FC236}">
                <a16:creationId xmlns:a16="http://schemas.microsoft.com/office/drawing/2014/main" id="{43EA5958-DF3D-448B-8240-AB78FFB7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3" y="308079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" name="p32-椭圆-0026">
            <a:extLst xmlns:a="http://schemas.openxmlformats.org/drawingml/2006/main">
              <a:ext uri="{FF2B5EF4-FFF2-40B4-BE49-F238E27FC236}">
                <a16:creationId xmlns:a16="http://schemas.microsoft.com/office/drawing/2014/main" id="{85C56D46-A4F7-43F1-A243-5BAF522A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63" y="279613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" name="p32-椭圆-0027">
            <a:extLst xmlns:a="http://schemas.openxmlformats.org/drawingml/2006/main">
              <a:ext uri="{FF2B5EF4-FFF2-40B4-BE49-F238E27FC236}">
                <a16:creationId xmlns:a16="http://schemas.microsoft.com/office/drawing/2014/main" id="{7CA9FF55-542A-4833-A59F-6BC68582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082" y="268494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8" name="p32-椭圆-0028">
            <a:extLst xmlns:a="http://schemas.openxmlformats.org/drawingml/2006/main">
              <a:ext uri="{FF2B5EF4-FFF2-40B4-BE49-F238E27FC236}">
                <a16:creationId xmlns:a16="http://schemas.microsoft.com/office/drawing/2014/main" id="{14FC2B71-C9C9-40CE-AA7C-E15CCC2A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103" y="264150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" name="p32-椭圆-0029">
            <a:extLst xmlns:a="http://schemas.openxmlformats.org/drawingml/2006/main">
              <a:ext uri="{FF2B5EF4-FFF2-40B4-BE49-F238E27FC236}">
                <a16:creationId xmlns:a16="http://schemas.microsoft.com/office/drawing/2014/main" id="{200EEE8C-0442-4452-A615-9CB820DB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123" y="262453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0" name="p32-文本-0030">
            <a:extLst xmlns:a="http://schemas.openxmlformats.org/drawingml/2006/main">
              <a:ext uri="{FF2B5EF4-FFF2-40B4-BE49-F238E27FC236}">
                <a16:creationId xmlns:a16="http://schemas.microsoft.com/office/drawing/2014/main" id="{E7145BD4-AED0-49F3-A344-F27CA5F3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16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31" name="p32-文本-0031">
            <a:extLst xmlns:a="http://schemas.openxmlformats.org/drawingml/2006/main">
              <a:ext uri="{FF2B5EF4-FFF2-40B4-BE49-F238E27FC236}">
                <a16:creationId xmlns:a16="http://schemas.microsoft.com/office/drawing/2014/main" id="{7563465F-9122-4539-994F-B6B2BD3E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0238" y="407681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归一化时间</a:t>
            </a:r>
          </a:p>
        </p:txBody>
      </p:sp>
      <p:sp>
        <p:nvSpPr>
          <p:cNvPr id="32" name="p32-文本-0032">
            <a:extLst xmlns:a="http://schemas.openxmlformats.org/drawingml/2006/main">
              <a:ext uri="{FF2B5EF4-FFF2-40B4-BE49-F238E27FC236}">
                <a16:creationId xmlns:a16="http://schemas.microsoft.com/office/drawing/2014/main" id="{75F13678-D8BB-4BE6-8B1D-68E4235F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10" y="4012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3" name="p32-文本-0033">
            <a:extLst xmlns:a="http://schemas.openxmlformats.org/drawingml/2006/main">
              <a:ext uri="{FF2B5EF4-FFF2-40B4-BE49-F238E27FC236}">
                <a16:creationId xmlns:a16="http://schemas.microsoft.com/office/drawing/2014/main" id="{C1A22243-CCDB-4CE9-BF2E-7CEB54E4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310" y="4012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p32-线-0034">
            <a:extLst xmlns:a="http://schemas.openxmlformats.org/drawingml/2006/main">
              <a:ext uri="{FF2B5EF4-FFF2-40B4-BE49-F238E27FC236}">
                <a16:creationId xmlns:a16="http://schemas.microsoft.com/office/drawing/2014/main" id="{5B1105A1-EA08-4572-898B-E9C3E212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26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35" name="p32-文本-0035">
            <a:extLst xmlns:a="http://schemas.openxmlformats.org/drawingml/2006/main">
              <a:ext uri="{FF2B5EF4-FFF2-40B4-BE49-F238E27FC236}">
                <a16:creationId xmlns:a16="http://schemas.microsoft.com/office/drawing/2014/main" id="{620526D3-9F24-4DA5-A34D-395FD238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3849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36" name="p32-线-0036">
            <a:extLst xmlns:a="http://schemas.openxmlformats.org/drawingml/2006/main">
              <a:ext uri="{FF2B5EF4-FFF2-40B4-BE49-F238E27FC236}">
                <a16:creationId xmlns:a16="http://schemas.microsoft.com/office/drawing/2014/main" id="{47688DEE-0AAC-4B2F-9A18-A5093274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3526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37" name="p32-文本-0037">
            <a:extLst xmlns:a="http://schemas.openxmlformats.org/drawingml/2006/main">
              <a:ext uri="{FF2B5EF4-FFF2-40B4-BE49-F238E27FC236}">
                <a16:creationId xmlns:a16="http://schemas.microsoft.com/office/drawing/2014/main" id="{22925128-D1E1-4CA6-BB10-B1042C56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23849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改性</a:t>
            </a:r>
          </a:p>
        </p:txBody>
      </p:sp>
      <p:sp>
        <p:nvSpPr>
          <p:cNvPr id="38" name="p32-文本-0038">
            <a:extLst xmlns:a="http://schemas.openxmlformats.org/drawingml/2006/main">
              <a:ext uri="{FF2B5EF4-FFF2-40B4-BE49-F238E27FC236}">
                <a16:creationId xmlns:a16="http://schemas.microsoft.com/office/drawing/2014/main" id="{9984DD17-15A0-427D-8A69-14AACC32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23572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响应幅度</a:t>
            </a:r>
          </a:p>
        </p:txBody>
      </p:sp>
      <p:sp>
        <p:nvSpPr>
          <p:cNvPr id="39" name="p32-文本-0039">
            <a:extLst xmlns:a="http://schemas.openxmlformats.org/drawingml/2006/main">
              <a:ext uri="{FF2B5EF4-FFF2-40B4-BE49-F238E27FC236}">
                <a16:creationId xmlns:a16="http://schemas.microsoft.com/office/drawing/2014/main" id="{10DA3BE0-85C3-4184-95C0-CFC2C75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588149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与建立速度</a:t>
            </a:r>
          </a:p>
        </p:txBody>
      </p:sp>
      <p:sp>
        <p:nvSpPr>
          <p:cNvPr id="40" name="p32-文本-0040">
            <a:extLst xmlns:a="http://schemas.openxmlformats.org/drawingml/2006/main">
              <a:ext uri="{FF2B5EF4-FFF2-40B4-BE49-F238E27FC236}">
                <a16:creationId xmlns:a16="http://schemas.microsoft.com/office/drawing/2014/main" id="{2F13F97D-9AB0-44EE-98DB-6AD53ED0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94057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共同变化</a:t>
            </a:r>
          </a:p>
        </p:txBody>
      </p:sp>
      <p:sp>
        <p:nvSpPr>
          <p:cNvPr id="41" name="p32-文本-0041">
            <a:extLst xmlns:a="http://schemas.openxmlformats.org/drawingml/2006/main">
              <a:ext uri="{FF2B5EF4-FFF2-40B4-BE49-F238E27FC236}">
                <a16:creationId xmlns:a16="http://schemas.microsoft.com/office/drawing/2014/main" id="{DB935B65-1FC7-42C5-975C-A9A213EC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0352"/>
            <a:ext cx="30443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完整时序保留启动过程与稳定区段</a:t>
            </a:r>
          </a:p>
        </p:txBody>
      </p:sp>
      <p:sp>
        <p:nvSpPr>
          <p:cNvPr id="42" name="p32-矩形-0042">
            <a:extLst xmlns:a="http://schemas.openxmlformats.org/drawingml/2006/main">
              <a:ext uri="{FF2B5EF4-FFF2-40B4-BE49-F238E27FC236}">
                <a16:creationId xmlns:a16="http://schemas.microsoft.com/office/drawing/2014/main" id="{D184B480-DB56-4C1F-8FB5-47287ABF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00175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3" name="p32-文本-0043">
            <a:extLst xmlns:a="http://schemas.openxmlformats.org/drawingml/2006/main">
              <a:ext uri="{FF2B5EF4-FFF2-40B4-BE49-F238E27FC236}">
                <a16:creationId xmlns:a16="http://schemas.microsoft.com/office/drawing/2014/main" id="{994E3D26-79A2-4A21-A33F-01FAD015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997" y="1421699"/>
            <a:ext cx="20442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主要证据二：循环保持</a:t>
            </a:r>
          </a:p>
        </p:txBody>
      </p:sp>
      <p:sp>
        <p:nvSpPr>
          <p:cNvPr id="44" name="p32-线-0044">
            <a:extLst xmlns:a="http://schemas.openxmlformats.org/drawingml/2006/main">
              <a:ext uri="{FF2B5EF4-FFF2-40B4-BE49-F238E27FC236}">
                <a16:creationId xmlns:a16="http://schemas.microsoft.com/office/drawing/2014/main" id="{2527491D-C142-48EC-A286-4FDCEBB8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971925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45" name="p32-线-0045">
            <a:extLst xmlns:a="http://schemas.openxmlformats.org/drawingml/2006/main">
              <a:ext uri="{FF2B5EF4-FFF2-40B4-BE49-F238E27FC236}">
                <a16:creationId xmlns:a16="http://schemas.microsoft.com/office/drawing/2014/main" id="{24D3C2E5-92AD-4C9C-8E8B-CBBB9910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95550"/>
            <a:ext cx="95" cy="1476375"/>
          </a:xfrm>
          <a:custGeom xmlns:a="http://schemas.openxmlformats.org/drawingml/2006/main">
            <a:pathLst>
              <a:path w="95" h="1476375">
                <a:moveTo>
                  <a:pt x="0" y="0"/>
                </a:moveTo>
                <a:lnTo>
                  <a:pt x="0" y="14763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46" name="p32-线-0046">
            <a:extLst xmlns:a="http://schemas.openxmlformats.org/drawingml/2006/main">
              <a:ext uri="{FF2B5EF4-FFF2-40B4-BE49-F238E27FC236}">
                <a16:creationId xmlns:a16="http://schemas.microsoft.com/office/drawing/2014/main" id="{369CBA45-4BC1-4C4C-AE76-7D391C6A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971925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7" name="p32-文本-0047">
            <a:extLst xmlns:a="http://schemas.openxmlformats.org/drawingml/2006/main">
              <a:ext uri="{FF2B5EF4-FFF2-40B4-BE49-F238E27FC236}">
                <a16:creationId xmlns:a16="http://schemas.microsoft.com/office/drawing/2014/main" id="{2CEB274D-04D3-49F6-8B65-F1A4C249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9775" y="387845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8" name="p32-线-0048">
            <a:extLst xmlns:a="http://schemas.openxmlformats.org/drawingml/2006/main">
              <a:ext uri="{FF2B5EF4-FFF2-40B4-BE49-F238E27FC236}">
                <a16:creationId xmlns:a16="http://schemas.microsoft.com/office/drawing/2014/main" id="{39D820DB-9143-49E0-84D7-AEC3864B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233738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9" name="p32-文本-0049">
            <a:extLst xmlns:a="http://schemas.openxmlformats.org/drawingml/2006/main">
              <a:ext uri="{FF2B5EF4-FFF2-40B4-BE49-F238E27FC236}">
                <a16:creationId xmlns:a16="http://schemas.microsoft.com/office/drawing/2014/main" id="{011E14C9-8F30-4831-B9CD-E6709EE2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475" y="3140264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50" name="p32-线-0050">
            <a:extLst xmlns:a="http://schemas.openxmlformats.org/drawingml/2006/main">
              <a:ext uri="{FF2B5EF4-FFF2-40B4-BE49-F238E27FC236}">
                <a16:creationId xmlns:a16="http://schemas.microsoft.com/office/drawing/2014/main" id="{B35F7C99-1A9A-4A54-A735-162954F4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95550"/>
            <a:ext cx="2705100" cy="95"/>
          </a:xfrm>
          <a:custGeom xmlns:a="http://schemas.openxmlformats.org/drawingml/2006/main">
            <a:pathLst>
              <a:path w="2705100" h="95">
                <a:moveTo>
                  <a:pt x="0" y="0"/>
                </a:moveTo>
                <a:lnTo>
                  <a:pt x="2705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1" name="p32-文本-0051">
            <a:extLst xmlns:a="http://schemas.openxmlformats.org/drawingml/2006/main">
              <a:ext uri="{FF2B5EF4-FFF2-40B4-BE49-F238E27FC236}">
                <a16:creationId xmlns:a16="http://schemas.microsoft.com/office/drawing/2014/main" id="{E9D140A3-5734-428D-8FA5-BBCF0ABB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9775" y="240207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2" name="p32-路径-0052">
            <a:extLst xmlns:a="http://schemas.openxmlformats.org/drawingml/2006/main">
              <a:ext uri="{FF2B5EF4-FFF2-40B4-BE49-F238E27FC236}">
                <a16:creationId xmlns:a16="http://schemas.microsoft.com/office/drawing/2014/main" id="{FF77632E-780F-4B4D-A669-A5E6F007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82240"/>
            <a:ext cx="2705100" cy="581025"/>
          </a:xfrm>
          <a:custGeom xmlns:a="http://schemas.openxmlformats.org/drawingml/2006/main">
            <a:pathLst>
              <a:path w="2705100" h="581025">
                <a:moveTo>
                  <a:pt x="0" y="4763"/>
                </a:moveTo>
                <a:lnTo>
                  <a:pt x="44768" y="1905"/>
                </a:lnTo>
                <a:lnTo>
                  <a:pt x="90488" y="0"/>
                </a:lnTo>
                <a:lnTo>
                  <a:pt x="135255" y="1905"/>
                </a:lnTo>
                <a:lnTo>
                  <a:pt x="180022" y="9525"/>
                </a:lnTo>
                <a:lnTo>
                  <a:pt x="225743" y="20955"/>
                </a:lnTo>
                <a:lnTo>
                  <a:pt x="270510" y="38100"/>
                </a:lnTo>
                <a:lnTo>
                  <a:pt x="315278" y="58102"/>
                </a:lnTo>
                <a:lnTo>
                  <a:pt x="360997" y="80010"/>
                </a:lnTo>
                <a:lnTo>
                  <a:pt x="405765" y="101917"/>
                </a:lnTo>
                <a:lnTo>
                  <a:pt x="450532" y="120967"/>
                </a:lnTo>
                <a:lnTo>
                  <a:pt x="496253" y="136207"/>
                </a:lnTo>
                <a:lnTo>
                  <a:pt x="541020" y="146685"/>
                </a:lnTo>
                <a:lnTo>
                  <a:pt x="585788" y="152400"/>
                </a:lnTo>
                <a:lnTo>
                  <a:pt x="631507" y="153352"/>
                </a:lnTo>
                <a:lnTo>
                  <a:pt x="676275" y="150495"/>
                </a:lnTo>
                <a:lnTo>
                  <a:pt x="721043" y="146685"/>
                </a:lnTo>
                <a:lnTo>
                  <a:pt x="766763" y="143827"/>
                </a:lnTo>
                <a:lnTo>
                  <a:pt x="811530" y="142875"/>
                </a:lnTo>
                <a:lnTo>
                  <a:pt x="856297" y="146685"/>
                </a:lnTo>
                <a:lnTo>
                  <a:pt x="902018" y="155257"/>
                </a:lnTo>
                <a:lnTo>
                  <a:pt x="946785" y="168592"/>
                </a:lnTo>
                <a:lnTo>
                  <a:pt x="991553" y="186690"/>
                </a:lnTo>
                <a:lnTo>
                  <a:pt x="1037272" y="207645"/>
                </a:lnTo>
                <a:lnTo>
                  <a:pt x="1082040" y="229552"/>
                </a:lnTo>
                <a:lnTo>
                  <a:pt x="1126807" y="250507"/>
                </a:lnTo>
                <a:lnTo>
                  <a:pt x="1172528" y="268605"/>
                </a:lnTo>
                <a:lnTo>
                  <a:pt x="1217295" y="282892"/>
                </a:lnTo>
                <a:lnTo>
                  <a:pt x="1262063" y="292417"/>
                </a:lnTo>
                <a:lnTo>
                  <a:pt x="1307782" y="296227"/>
                </a:lnTo>
                <a:lnTo>
                  <a:pt x="1352550" y="296227"/>
                </a:lnTo>
                <a:lnTo>
                  <a:pt x="1397318" y="292417"/>
                </a:lnTo>
                <a:lnTo>
                  <a:pt x="1443038" y="288607"/>
                </a:lnTo>
                <a:lnTo>
                  <a:pt x="1487805" y="286702"/>
                </a:lnTo>
                <a:lnTo>
                  <a:pt x="1532572" y="286702"/>
                </a:lnTo>
                <a:lnTo>
                  <a:pt x="1578293" y="291465"/>
                </a:lnTo>
                <a:lnTo>
                  <a:pt x="1623060" y="301942"/>
                </a:lnTo>
                <a:lnTo>
                  <a:pt x="1667828" y="316230"/>
                </a:lnTo>
                <a:lnTo>
                  <a:pt x="1713547" y="335280"/>
                </a:lnTo>
                <a:lnTo>
                  <a:pt x="1758315" y="357188"/>
                </a:lnTo>
                <a:lnTo>
                  <a:pt x="1803082" y="379095"/>
                </a:lnTo>
                <a:lnTo>
                  <a:pt x="1848803" y="399097"/>
                </a:lnTo>
                <a:lnTo>
                  <a:pt x="1893570" y="416242"/>
                </a:lnTo>
                <a:lnTo>
                  <a:pt x="1938338" y="429577"/>
                </a:lnTo>
                <a:lnTo>
                  <a:pt x="1984057" y="436245"/>
                </a:lnTo>
                <a:lnTo>
                  <a:pt x="2028825" y="439102"/>
                </a:lnTo>
                <a:lnTo>
                  <a:pt x="2073593" y="438150"/>
                </a:lnTo>
                <a:lnTo>
                  <a:pt x="2119313" y="434340"/>
                </a:lnTo>
                <a:lnTo>
                  <a:pt x="2164080" y="431482"/>
                </a:lnTo>
                <a:lnTo>
                  <a:pt x="2208848" y="429577"/>
                </a:lnTo>
                <a:lnTo>
                  <a:pt x="2254568" y="430530"/>
                </a:lnTo>
                <a:lnTo>
                  <a:pt x="2299335" y="437197"/>
                </a:lnTo>
                <a:lnTo>
                  <a:pt x="2344103" y="448627"/>
                </a:lnTo>
                <a:lnTo>
                  <a:pt x="2389823" y="464820"/>
                </a:lnTo>
                <a:lnTo>
                  <a:pt x="2434590" y="484822"/>
                </a:lnTo>
                <a:lnTo>
                  <a:pt x="2479357" y="506730"/>
                </a:lnTo>
                <a:lnTo>
                  <a:pt x="2525078" y="527685"/>
                </a:lnTo>
                <a:lnTo>
                  <a:pt x="2569845" y="547688"/>
                </a:lnTo>
                <a:lnTo>
                  <a:pt x="2614613" y="563880"/>
                </a:lnTo>
                <a:lnTo>
                  <a:pt x="2660332" y="575310"/>
                </a:lnTo>
                <a:lnTo>
                  <a:pt x="2705100" y="58102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53" name="p32-椭圆-0053">
            <a:extLst xmlns:a="http://schemas.openxmlformats.org/drawingml/2006/main">
              <a:ext uri="{FF2B5EF4-FFF2-40B4-BE49-F238E27FC236}">
                <a16:creationId xmlns:a16="http://schemas.microsoft.com/office/drawing/2014/main" id="{DD547BBD-EC01-4D0D-ADFA-41EBF498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798" y="265795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4" name="p32-椭圆-0054">
            <a:extLst xmlns:a="http://schemas.openxmlformats.org/drawingml/2006/main">
              <a:ext uri="{FF2B5EF4-FFF2-40B4-BE49-F238E27FC236}">
                <a16:creationId xmlns:a16="http://schemas.microsoft.com/office/drawing/2014/main" id="{F4384E7E-6205-42E5-BAA2-D64C3068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817" y="279955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5" name="p32-椭圆-0055">
            <a:extLst xmlns:a="http://schemas.openxmlformats.org/drawingml/2006/main">
              <a:ext uri="{FF2B5EF4-FFF2-40B4-BE49-F238E27FC236}">
                <a16:creationId xmlns:a16="http://schemas.microsoft.com/office/drawing/2014/main" id="{4FF70654-5AF2-45FB-83D1-49E72242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3838" y="288211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6" name="p32-椭圆-0056">
            <a:extLst xmlns:a="http://schemas.openxmlformats.org/drawingml/2006/main">
              <a:ext uri="{FF2B5EF4-FFF2-40B4-BE49-F238E27FC236}">
                <a16:creationId xmlns:a16="http://schemas.microsoft.com/office/drawing/2014/main" id="{A9AAED2A-AFA7-4B75-ACA9-43C2673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4858" y="295434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7" name="p32-椭圆-0057">
            <a:extLst xmlns:a="http://schemas.openxmlformats.org/drawingml/2006/main">
              <a:ext uri="{FF2B5EF4-FFF2-40B4-BE49-F238E27FC236}">
                <a16:creationId xmlns:a16="http://schemas.microsoft.com/office/drawing/2014/main" id="{3CDB2E14-444C-4DB7-9066-3D55B51A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878" y="308380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8" name="p32-椭圆-0058">
            <a:extLst xmlns:a="http://schemas.openxmlformats.org/drawingml/2006/main">
              <a:ext uri="{FF2B5EF4-FFF2-40B4-BE49-F238E27FC236}">
                <a16:creationId xmlns:a16="http://schemas.microsoft.com/office/drawing/2014/main" id="{30D8E7B6-07E9-49BF-BFEF-B255F7EB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6898" y="323362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9" name="p32-路径-0059">
            <a:extLst xmlns:a="http://schemas.openxmlformats.org/drawingml/2006/main">
              <a:ext uri="{FF2B5EF4-FFF2-40B4-BE49-F238E27FC236}">
                <a16:creationId xmlns:a16="http://schemas.microsoft.com/office/drawing/2014/main" id="{738346D8-D61F-45ED-9A3D-7D6690F4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62238"/>
            <a:ext cx="2705100" cy="159067"/>
          </a:xfrm>
          <a:custGeom xmlns:a="http://schemas.openxmlformats.org/drawingml/2006/main">
            <a:pathLst>
              <a:path w="2705100" h="159067">
                <a:moveTo>
                  <a:pt x="0" y="24765"/>
                </a:moveTo>
                <a:lnTo>
                  <a:pt x="44768" y="14288"/>
                </a:lnTo>
                <a:lnTo>
                  <a:pt x="90488" y="5715"/>
                </a:lnTo>
                <a:lnTo>
                  <a:pt x="135255" y="0"/>
                </a:lnTo>
                <a:lnTo>
                  <a:pt x="180022" y="0"/>
                </a:lnTo>
                <a:lnTo>
                  <a:pt x="225743" y="4763"/>
                </a:lnTo>
                <a:lnTo>
                  <a:pt x="270510" y="13335"/>
                </a:lnTo>
                <a:lnTo>
                  <a:pt x="315278" y="26670"/>
                </a:lnTo>
                <a:lnTo>
                  <a:pt x="360997" y="40958"/>
                </a:lnTo>
                <a:lnTo>
                  <a:pt x="405765" y="55245"/>
                </a:lnTo>
                <a:lnTo>
                  <a:pt x="450532" y="66675"/>
                </a:lnTo>
                <a:lnTo>
                  <a:pt x="496253" y="75247"/>
                </a:lnTo>
                <a:lnTo>
                  <a:pt x="541020" y="78105"/>
                </a:lnTo>
                <a:lnTo>
                  <a:pt x="585788" y="76200"/>
                </a:lnTo>
                <a:lnTo>
                  <a:pt x="631507" y="69533"/>
                </a:lnTo>
                <a:lnTo>
                  <a:pt x="676275" y="60008"/>
                </a:lnTo>
                <a:lnTo>
                  <a:pt x="721043" y="48578"/>
                </a:lnTo>
                <a:lnTo>
                  <a:pt x="766763" y="38100"/>
                </a:lnTo>
                <a:lnTo>
                  <a:pt x="811530" y="30480"/>
                </a:lnTo>
                <a:lnTo>
                  <a:pt x="856297" y="26670"/>
                </a:lnTo>
                <a:lnTo>
                  <a:pt x="902018" y="27622"/>
                </a:lnTo>
                <a:lnTo>
                  <a:pt x="946785" y="33338"/>
                </a:lnTo>
                <a:lnTo>
                  <a:pt x="991553" y="43815"/>
                </a:lnTo>
                <a:lnTo>
                  <a:pt x="1037272" y="57150"/>
                </a:lnTo>
                <a:lnTo>
                  <a:pt x="1082040" y="72390"/>
                </a:lnTo>
                <a:lnTo>
                  <a:pt x="1126807" y="85725"/>
                </a:lnTo>
                <a:lnTo>
                  <a:pt x="1172528" y="97155"/>
                </a:lnTo>
                <a:lnTo>
                  <a:pt x="1217295" y="103822"/>
                </a:lnTo>
                <a:lnTo>
                  <a:pt x="1262063" y="105728"/>
                </a:lnTo>
                <a:lnTo>
                  <a:pt x="1307782" y="101917"/>
                </a:lnTo>
                <a:lnTo>
                  <a:pt x="1352550" y="94297"/>
                </a:lnTo>
                <a:lnTo>
                  <a:pt x="1397318" y="83820"/>
                </a:lnTo>
                <a:lnTo>
                  <a:pt x="1443038" y="72390"/>
                </a:lnTo>
                <a:lnTo>
                  <a:pt x="1487805" y="62865"/>
                </a:lnTo>
                <a:lnTo>
                  <a:pt x="1532572" y="56197"/>
                </a:lnTo>
                <a:lnTo>
                  <a:pt x="1578293" y="53340"/>
                </a:lnTo>
                <a:lnTo>
                  <a:pt x="1623060" y="56197"/>
                </a:lnTo>
                <a:lnTo>
                  <a:pt x="1667828" y="63817"/>
                </a:lnTo>
                <a:lnTo>
                  <a:pt x="1713547" y="75247"/>
                </a:lnTo>
                <a:lnTo>
                  <a:pt x="1758315" y="88583"/>
                </a:lnTo>
                <a:lnTo>
                  <a:pt x="1803082" y="103822"/>
                </a:lnTo>
                <a:lnTo>
                  <a:pt x="1848803" y="116205"/>
                </a:lnTo>
                <a:lnTo>
                  <a:pt x="1893570" y="126683"/>
                </a:lnTo>
                <a:lnTo>
                  <a:pt x="1938338" y="131445"/>
                </a:lnTo>
                <a:lnTo>
                  <a:pt x="1984057" y="131445"/>
                </a:lnTo>
                <a:lnTo>
                  <a:pt x="2028825" y="126683"/>
                </a:lnTo>
                <a:lnTo>
                  <a:pt x="2073593" y="119063"/>
                </a:lnTo>
                <a:lnTo>
                  <a:pt x="2119313" y="107633"/>
                </a:lnTo>
                <a:lnTo>
                  <a:pt x="2164080" y="97155"/>
                </a:lnTo>
                <a:lnTo>
                  <a:pt x="2208848" y="87630"/>
                </a:lnTo>
                <a:lnTo>
                  <a:pt x="2254568" y="81915"/>
                </a:lnTo>
                <a:lnTo>
                  <a:pt x="2299335" y="80963"/>
                </a:lnTo>
                <a:lnTo>
                  <a:pt x="2344103" y="84772"/>
                </a:lnTo>
                <a:lnTo>
                  <a:pt x="2389823" y="93345"/>
                </a:lnTo>
                <a:lnTo>
                  <a:pt x="2434590" y="105728"/>
                </a:lnTo>
                <a:lnTo>
                  <a:pt x="2479357" y="120015"/>
                </a:lnTo>
                <a:lnTo>
                  <a:pt x="2525078" y="134303"/>
                </a:lnTo>
                <a:lnTo>
                  <a:pt x="2569845" y="146685"/>
                </a:lnTo>
                <a:lnTo>
                  <a:pt x="2614613" y="155258"/>
                </a:lnTo>
                <a:lnTo>
                  <a:pt x="2660332" y="159067"/>
                </a:lnTo>
                <a:lnTo>
                  <a:pt x="2705100" y="15811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60" name="p32-椭圆-0060">
            <a:extLst xmlns:a="http://schemas.openxmlformats.org/drawingml/2006/main">
              <a:ext uri="{FF2B5EF4-FFF2-40B4-BE49-F238E27FC236}">
                <a16:creationId xmlns:a16="http://schemas.microsoft.com/office/drawing/2014/main" id="{B75E81D7-17A9-4B86-9C2D-CE9014A8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1798" y="265795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1" name="p32-椭圆-0061">
            <a:extLst xmlns:a="http://schemas.openxmlformats.org/drawingml/2006/main">
              <a:ext uri="{FF2B5EF4-FFF2-40B4-BE49-F238E27FC236}">
                <a16:creationId xmlns:a16="http://schemas.microsoft.com/office/drawing/2014/main" id="{3382CEF6-A45A-41BC-B43A-60D2E3A3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817" y="271097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2" name="p32-椭圆-0062">
            <a:extLst xmlns:a="http://schemas.openxmlformats.org/drawingml/2006/main">
              <a:ext uri="{FF2B5EF4-FFF2-40B4-BE49-F238E27FC236}">
                <a16:creationId xmlns:a16="http://schemas.microsoft.com/office/drawing/2014/main" id="{CFB05C23-49F3-45AF-B5A0-B3DA77C3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3838" y="270495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3" name="p32-椭圆-0063">
            <a:extLst xmlns:a="http://schemas.openxmlformats.org/drawingml/2006/main">
              <a:ext uri="{FF2B5EF4-FFF2-40B4-BE49-F238E27FC236}">
                <a16:creationId xmlns:a16="http://schemas.microsoft.com/office/drawing/2014/main" id="{A746318D-8B58-4802-954D-2EC2434D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4858" y="268859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4" name="p32-椭圆-0064">
            <a:extLst xmlns:a="http://schemas.openxmlformats.org/drawingml/2006/main">
              <a:ext uri="{FF2B5EF4-FFF2-40B4-BE49-F238E27FC236}">
                <a16:creationId xmlns:a16="http://schemas.microsoft.com/office/drawing/2014/main" id="{36378319-296E-4A37-8A8A-C43A91F3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878" y="272947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5" name="p32-椭圆-0065">
            <a:extLst xmlns:a="http://schemas.openxmlformats.org/drawingml/2006/main">
              <a:ext uri="{FF2B5EF4-FFF2-40B4-BE49-F238E27FC236}">
                <a16:creationId xmlns:a16="http://schemas.microsoft.com/office/drawing/2014/main" id="{A2479096-2C9E-41CF-9139-9E09234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6898" y="2790711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6" name="p32-文本-0066">
            <a:extLst xmlns:a="http://schemas.openxmlformats.org/drawingml/2006/main">
              <a:ext uri="{FF2B5EF4-FFF2-40B4-BE49-F238E27FC236}">
                <a16:creationId xmlns:a16="http://schemas.microsoft.com/office/drawing/2014/main" id="{697BC1B8-3D9A-42CA-8180-D8683839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92416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67" name="p32-文本-0067">
            <a:extLst xmlns:a="http://schemas.openxmlformats.org/drawingml/2006/main">
              <a:ext uri="{FF2B5EF4-FFF2-40B4-BE49-F238E27FC236}">
                <a16:creationId xmlns:a16="http://schemas.microsoft.com/office/drawing/2014/main" id="{8132B74B-DD49-4220-A7A4-00D3712C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816"/>
            <a:ext cx="10096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归一化循环数</a:t>
            </a:r>
          </a:p>
        </p:txBody>
      </p:sp>
      <p:sp>
        <p:nvSpPr>
          <p:cNvPr id="68" name="p32-文本-0068">
            <a:extLst xmlns:a="http://schemas.openxmlformats.org/drawingml/2006/main">
              <a:ext uri="{FF2B5EF4-FFF2-40B4-BE49-F238E27FC236}">
                <a16:creationId xmlns:a16="http://schemas.microsoft.com/office/drawing/2014/main" id="{0F8C2E0F-94AC-4B8C-AA7F-EE8F898F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5985" y="4012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9" name="p32-文本-0069">
            <a:extLst xmlns:a="http://schemas.openxmlformats.org/drawingml/2006/main">
              <a:ext uri="{FF2B5EF4-FFF2-40B4-BE49-F238E27FC236}">
                <a16:creationId xmlns:a16="http://schemas.microsoft.com/office/drawing/2014/main" id="{49C6A4A0-8C98-4D04-B1CA-B1AFEF7C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085" y="40123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0" name="p32-线-0070">
            <a:extLst xmlns:a="http://schemas.openxmlformats.org/drawingml/2006/main">
              <a:ext uri="{FF2B5EF4-FFF2-40B4-BE49-F238E27FC236}">
                <a16:creationId xmlns:a16="http://schemas.microsoft.com/office/drawing/2014/main" id="{20B69CC0-2B97-4FC5-B6B1-70AB6B90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526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71" name="p32-文本-0071">
            <a:extLst xmlns:a="http://schemas.openxmlformats.org/drawingml/2006/main">
              <a:ext uri="{FF2B5EF4-FFF2-40B4-BE49-F238E27FC236}">
                <a16:creationId xmlns:a16="http://schemas.microsoft.com/office/drawing/2014/main" id="{5ABACB7A-B85F-4A65-8D08-23BC1F61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23849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72" name="p32-线-0072">
            <a:extLst xmlns:a="http://schemas.openxmlformats.org/drawingml/2006/main">
              <a:ext uri="{FF2B5EF4-FFF2-40B4-BE49-F238E27FC236}">
                <a16:creationId xmlns:a16="http://schemas.microsoft.com/office/drawing/2014/main" id="{C7091660-43E5-4702-9AA8-919F69E2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5267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73" name="p32-文本-0073">
            <a:extLst xmlns:a="http://schemas.openxmlformats.org/drawingml/2006/main">
              <a:ext uri="{FF2B5EF4-FFF2-40B4-BE49-F238E27FC236}">
                <a16:creationId xmlns:a16="http://schemas.microsoft.com/office/drawing/2014/main" id="{740698C2-FACB-441D-BEF5-7C89D90B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3849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改性</a:t>
            </a:r>
          </a:p>
        </p:txBody>
      </p:sp>
      <p:sp>
        <p:nvSpPr>
          <p:cNvPr id="74" name="p32-文本-0074">
            <a:extLst xmlns:a="http://schemas.openxmlformats.org/drawingml/2006/main">
              <a:ext uri="{FF2B5EF4-FFF2-40B4-BE49-F238E27FC236}">
                <a16:creationId xmlns:a16="http://schemas.microsoft.com/office/drawing/2014/main" id="{9CC707E5-3D90-40E3-B443-A2EFDA04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35724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同步监测</a:t>
            </a:r>
          </a:p>
        </p:txBody>
      </p:sp>
      <p:sp>
        <p:nvSpPr>
          <p:cNvPr id="75" name="p32-文本-0075">
            <a:extLst xmlns:a="http://schemas.openxmlformats.org/drawingml/2006/main">
              <a:ext uri="{FF2B5EF4-FFF2-40B4-BE49-F238E27FC236}">
                <a16:creationId xmlns:a16="http://schemas.microsoft.com/office/drawing/2014/main" id="{E4AAECEF-3179-4119-B3FF-37B68653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88149"/>
            <a:ext cx="8843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基线漂移</a:t>
            </a:r>
          </a:p>
        </p:txBody>
      </p:sp>
      <p:sp>
        <p:nvSpPr>
          <p:cNvPr id="76" name="p32-文本-0076">
            <a:extLst xmlns:a="http://schemas.openxmlformats.org/drawingml/2006/main">
              <a:ext uri="{FF2B5EF4-FFF2-40B4-BE49-F238E27FC236}">
                <a16:creationId xmlns:a16="http://schemas.microsoft.com/office/drawing/2014/main" id="{5B404528-6051-4F66-8C5A-82C124DB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40574"/>
            <a:ext cx="10938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与衰减趋势</a:t>
            </a:r>
          </a:p>
        </p:txBody>
      </p:sp>
      <p:sp>
        <p:nvSpPr>
          <p:cNvPr id="77" name="p32-文本-0077">
            <a:extLst xmlns:a="http://schemas.openxmlformats.org/drawingml/2006/main">
              <a:ext uri="{FF2B5EF4-FFF2-40B4-BE49-F238E27FC236}">
                <a16:creationId xmlns:a16="http://schemas.microsoft.com/office/drawing/2014/main" id="{2C2F9C34-3DB7-4C72-A554-47F5F9D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60352"/>
            <a:ext cx="26443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以相同参照条件比较持续表现</a:t>
            </a:r>
          </a:p>
        </p:txBody>
      </p:sp>
      <p:sp>
        <p:nvSpPr>
          <p:cNvPr id="78" name="p32-线-0078">
            <a:extLst xmlns:a="http://schemas.openxmlformats.org/drawingml/2006/main">
              <a:ext uri="{FF2B5EF4-FFF2-40B4-BE49-F238E27FC236}">
                <a16:creationId xmlns:a16="http://schemas.microsoft.com/office/drawing/2014/main" id="{FAA87735-D888-4554-8565-520BDF2C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48225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79" name="p32-文本-0079">
            <a:extLst xmlns:a="http://schemas.openxmlformats.org/drawingml/2006/main">
              <a:ext uri="{FF2B5EF4-FFF2-40B4-BE49-F238E27FC236}">
                <a16:creationId xmlns:a16="http://schemas.microsoft.com/office/drawing/2014/main" id="{F46FDC84-FC5C-4350-B046-6F641AD5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6867"/>
            <a:ext cx="964692" cy="336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拓展证据</a:t>
            </a:r>
          </a:p>
        </p:txBody>
      </p:sp>
      <p:sp>
        <p:nvSpPr>
          <p:cNvPr id="80" name="p32-线-0080">
            <a:extLst xmlns:a="http://schemas.openxmlformats.org/drawingml/2006/main">
              <a:ext uri="{FF2B5EF4-FFF2-40B4-BE49-F238E27FC236}">
                <a16:creationId xmlns:a16="http://schemas.microsoft.com/office/drawing/2014/main" id="{555F0981-1168-4EC5-A5F5-EB9D288E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43575"/>
            <a:ext cx="2886075" cy="95"/>
          </a:xfrm>
          <a:custGeom xmlns:a="http://schemas.openxmlformats.org/drawingml/2006/main">
            <a:pathLst>
              <a:path w="2886075" h="95">
                <a:moveTo>
                  <a:pt x="0" y="0"/>
                </a:moveTo>
                <a:lnTo>
                  <a:pt x="2886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81" name="p32-路径-0081">
            <a:extLst xmlns:a="http://schemas.openxmlformats.org/drawingml/2006/main">
              <a:ext uri="{FF2B5EF4-FFF2-40B4-BE49-F238E27FC236}">
                <a16:creationId xmlns:a16="http://schemas.microsoft.com/office/drawing/2014/main" id="{E38D76C6-5289-476B-89F5-FA4ED68E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54015"/>
            <a:ext cx="2886075" cy="217170"/>
          </a:xfrm>
          <a:custGeom xmlns:a="http://schemas.openxmlformats.org/drawingml/2006/main">
            <a:pathLst>
              <a:path w="2886075" h="217170">
                <a:moveTo>
                  <a:pt x="0" y="217170"/>
                </a:moveTo>
                <a:lnTo>
                  <a:pt x="19050" y="217170"/>
                </a:lnTo>
                <a:lnTo>
                  <a:pt x="38100" y="217170"/>
                </a:lnTo>
                <a:lnTo>
                  <a:pt x="58102" y="217170"/>
                </a:lnTo>
                <a:lnTo>
                  <a:pt x="77152" y="217170"/>
                </a:lnTo>
                <a:lnTo>
                  <a:pt x="96202" y="217170"/>
                </a:lnTo>
                <a:lnTo>
                  <a:pt x="115252" y="217170"/>
                </a:lnTo>
                <a:lnTo>
                  <a:pt x="134302" y="217170"/>
                </a:lnTo>
                <a:lnTo>
                  <a:pt x="154305" y="217170"/>
                </a:lnTo>
                <a:lnTo>
                  <a:pt x="173355" y="217170"/>
                </a:lnTo>
                <a:lnTo>
                  <a:pt x="192405" y="217170"/>
                </a:lnTo>
                <a:lnTo>
                  <a:pt x="211455" y="217170"/>
                </a:lnTo>
                <a:lnTo>
                  <a:pt x="230505" y="217170"/>
                </a:lnTo>
                <a:lnTo>
                  <a:pt x="250508" y="217170"/>
                </a:lnTo>
                <a:lnTo>
                  <a:pt x="269558" y="217170"/>
                </a:lnTo>
                <a:lnTo>
                  <a:pt x="288608" y="217170"/>
                </a:lnTo>
                <a:lnTo>
                  <a:pt x="307658" y="217170"/>
                </a:lnTo>
                <a:lnTo>
                  <a:pt x="326708" y="217170"/>
                </a:lnTo>
                <a:lnTo>
                  <a:pt x="346710" y="217170"/>
                </a:lnTo>
                <a:lnTo>
                  <a:pt x="365760" y="217170"/>
                </a:lnTo>
                <a:lnTo>
                  <a:pt x="384810" y="217170"/>
                </a:lnTo>
                <a:lnTo>
                  <a:pt x="403860" y="217170"/>
                </a:lnTo>
                <a:lnTo>
                  <a:pt x="422910" y="217170"/>
                </a:lnTo>
                <a:lnTo>
                  <a:pt x="442913" y="217170"/>
                </a:lnTo>
                <a:lnTo>
                  <a:pt x="461963" y="217170"/>
                </a:lnTo>
                <a:lnTo>
                  <a:pt x="481013" y="217170"/>
                </a:lnTo>
                <a:lnTo>
                  <a:pt x="500063" y="213360"/>
                </a:lnTo>
                <a:lnTo>
                  <a:pt x="519113" y="198120"/>
                </a:lnTo>
                <a:lnTo>
                  <a:pt x="539115" y="157163"/>
                </a:lnTo>
                <a:lnTo>
                  <a:pt x="558165" y="98107"/>
                </a:lnTo>
                <a:lnTo>
                  <a:pt x="577215" y="67628"/>
                </a:lnTo>
                <a:lnTo>
                  <a:pt x="596265" y="98107"/>
                </a:lnTo>
                <a:lnTo>
                  <a:pt x="615315" y="157163"/>
                </a:lnTo>
                <a:lnTo>
                  <a:pt x="635317" y="198120"/>
                </a:lnTo>
                <a:lnTo>
                  <a:pt x="654367" y="213360"/>
                </a:lnTo>
                <a:lnTo>
                  <a:pt x="673417" y="217170"/>
                </a:lnTo>
                <a:lnTo>
                  <a:pt x="692467" y="217170"/>
                </a:lnTo>
                <a:lnTo>
                  <a:pt x="711517" y="217170"/>
                </a:lnTo>
                <a:lnTo>
                  <a:pt x="731520" y="217170"/>
                </a:lnTo>
                <a:lnTo>
                  <a:pt x="750570" y="217170"/>
                </a:lnTo>
                <a:lnTo>
                  <a:pt x="769620" y="217170"/>
                </a:lnTo>
                <a:lnTo>
                  <a:pt x="788670" y="217170"/>
                </a:lnTo>
                <a:lnTo>
                  <a:pt x="807720" y="217170"/>
                </a:lnTo>
                <a:lnTo>
                  <a:pt x="827722" y="217170"/>
                </a:lnTo>
                <a:lnTo>
                  <a:pt x="846772" y="217170"/>
                </a:lnTo>
                <a:lnTo>
                  <a:pt x="865822" y="217170"/>
                </a:lnTo>
                <a:lnTo>
                  <a:pt x="884872" y="217170"/>
                </a:lnTo>
                <a:lnTo>
                  <a:pt x="903922" y="217170"/>
                </a:lnTo>
                <a:lnTo>
                  <a:pt x="923925" y="217170"/>
                </a:lnTo>
                <a:lnTo>
                  <a:pt x="942975" y="217170"/>
                </a:lnTo>
                <a:lnTo>
                  <a:pt x="962025" y="217170"/>
                </a:lnTo>
                <a:lnTo>
                  <a:pt x="981075" y="217170"/>
                </a:lnTo>
                <a:lnTo>
                  <a:pt x="1000125" y="217170"/>
                </a:lnTo>
                <a:lnTo>
                  <a:pt x="1020128" y="217170"/>
                </a:lnTo>
                <a:lnTo>
                  <a:pt x="1039178" y="217170"/>
                </a:lnTo>
                <a:lnTo>
                  <a:pt x="1058228" y="217170"/>
                </a:lnTo>
                <a:lnTo>
                  <a:pt x="1077278" y="217170"/>
                </a:lnTo>
                <a:lnTo>
                  <a:pt x="1096328" y="217170"/>
                </a:lnTo>
                <a:lnTo>
                  <a:pt x="1116330" y="217170"/>
                </a:lnTo>
                <a:lnTo>
                  <a:pt x="1135380" y="217170"/>
                </a:lnTo>
                <a:lnTo>
                  <a:pt x="1154430" y="215265"/>
                </a:lnTo>
                <a:lnTo>
                  <a:pt x="1173480" y="211455"/>
                </a:lnTo>
                <a:lnTo>
                  <a:pt x="1192530" y="200025"/>
                </a:lnTo>
                <a:lnTo>
                  <a:pt x="1212533" y="177165"/>
                </a:lnTo>
                <a:lnTo>
                  <a:pt x="1231583" y="138113"/>
                </a:lnTo>
                <a:lnTo>
                  <a:pt x="1250633" y="86678"/>
                </a:lnTo>
                <a:lnTo>
                  <a:pt x="1269683" y="33338"/>
                </a:lnTo>
                <a:lnTo>
                  <a:pt x="1288733" y="0"/>
                </a:lnTo>
                <a:lnTo>
                  <a:pt x="1308735" y="0"/>
                </a:lnTo>
                <a:lnTo>
                  <a:pt x="1327785" y="33338"/>
                </a:lnTo>
                <a:lnTo>
                  <a:pt x="1346835" y="86678"/>
                </a:lnTo>
                <a:lnTo>
                  <a:pt x="1365885" y="138113"/>
                </a:lnTo>
                <a:lnTo>
                  <a:pt x="1384935" y="177165"/>
                </a:lnTo>
                <a:lnTo>
                  <a:pt x="1404938" y="200025"/>
                </a:lnTo>
                <a:lnTo>
                  <a:pt x="1423988" y="211455"/>
                </a:lnTo>
                <a:lnTo>
                  <a:pt x="1443038" y="215265"/>
                </a:lnTo>
                <a:lnTo>
                  <a:pt x="1462088" y="217170"/>
                </a:lnTo>
                <a:lnTo>
                  <a:pt x="1481138" y="217170"/>
                </a:lnTo>
                <a:lnTo>
                  <a:pt x="1501140" y="217170"/>
                </a:lnTo>
                <a:lnTo>
                  <a:pt x="1520190" y="217170"/>
                </a:lnTo>
                <a:lnTo>
                  <a:pt x="1539240" y="217170"/>
                </a:lnTo>
                <a:lnTo>
                  <a:pt x="1558290" y="217170"/>
                </a:lnTo>
                <a:lnTo>
                  <a:pt x="1577340" y="217170"/>
                </a:lnTo>
                <a:lnTo>
                  <a:pt x="1597343" y="217170"/>
                </a:lnTo>
                <a:lnTo>
                  <a:pt x="1616393" y="217170"/>
                </a:lnTo>
                <a:lnTo>
                  <a:pt x="1635443" y="217170"/>
                </a:lnTo>
                <a:lnTo>
                  <a:pt x="1654493" y="217170"/>
                </a:lnTo>
                <a:lnTo>
                  <a:pt x="1673543" y="217170"/>
                </a:lnTo>
                <a:lnTo>
                  <a:pt x="1693545" y="217170"/>
                </a:lnTo>
                <a:lnTo>
                  <a:pt x="1712595" y="217170"/>
                </a:lnTo>
                <a:lnTo>
                  <a:pt x="1731645" y="217170"/>
                </a:lnTo>
                <a:lnTo>
                  <a:pt x="1750695" y="217170"/>
                </a:lnTo>
                <a:lnTo>
                  <a:pt x="1769745" y="217170"/>
                </a:lnTo>
                <a:lnTo>
                  <a:pt x="1789747" y="217170"/>
                </a:lnTo>
                <a:lnTo>
                  <a:pt x="1808797" y="217170"/>
                </a:lnTo>
                <a:lnTo>
                  <a:pt x="1827847" y="217170"/>
                </a:lnTo>
                <a:lnTo>
                  <a:pt x="1846897" y="217170"/>
                </a:lnTo>
                <a:lnTo>
                  <a:pt x="1865947" y="217170"/>
                </a:lnTo>
                <a:lnTo>
                  <a:pt x="1885950" y="217170"/>
                </a:lnTo>
                <a:lnTo>
                  <a:pt x="1905000" y="217170"/>
                </a:lnTo>
                <a:lnTo>
                  <a:pt x="1924050" y="217170"/>
                </a:lnTo>
                <a:lnTo>
                  <a:pt x="1943100" y="217170"/>
                </a:lnTo>
                <a:lnTo>
                  <a:pt x="1962150" y="217170"/>
                </a:lnTo>
                <a:lnTo>
                  <a:pt x="1982153" y="217170"/>
                </a:lnTo>
                <a:lnTo>
                  <a:pt x="2001203" y="209550"/>
                </a:lnTo>
                <a:lnTo>
                  <a:pt x="2020253" y="171450"/>
                </a:lnTo>
                <a:lnTo>
                  <a:pt x="2039303" y="104775"/>
                </a:lnTo>
                <a:lnTo>
                  <a:pt x="2058353" y="104775"/>
                </a:lnTo>
                <a:lnTo>
                  <a:pt x="2078355" y="171450"/>
                </a:lnTo>
                <a:lnTo>
                  <a:pt x="2097405" y="209550"/>
                </a:lnTo>
                <a:lnTo>
                  <a:pt x="2116455" y="217170"/>
                </a:lnTo>
                <a:lnTo>
                  <a:pt x="2135505" y="217170"/>
                </a:lnTo>
                <a:lnTo>
                  <a:pt x="2154555" y="217170"/>
                </a:lnTo>
                <a:lnTo>
                  <a:pt x="2174558" y="217170"/>
                </a:lnTo>
                <a:lnTo>
                  <a:pt x="2193608" y="217170"/>
                </a:lnTo>
                <a:lnTo>
                  <a:pt x="2212658" y="217170"/>
                </a:lnTo>
                <a:lnTo>
                  <a:pt x="2231708" y="217170"/>
                </a:lnTo>
                <a:lnTo>
                  <a:pt x="2250758" y="217170"/>
                </a:lnTo>
                <a:lnTo>
                  <a:pt x="2270760" y="217170"/>
                </a:lnTo>
                <a:lnTo>
                  <a:pt x="2289810" y="217170"/>
                </a:lnTo>
                <a:lnTo>
                  <a:pt x="2308860" y="217170"/>
                </a:lnTo>
                <a:lnTo>
                  <a:pt x="2327910" y="217170"/>
                </a:lnTo>
                <a:lnTo>
                  <a:pt x="2346960" y="217170"/>
                </a:lnTo>
                <a:lnTo>
                  <a:pt x="2366963" y="217170"/>
                </a:lnTo>
                <a:lnTo>
                  <a:pt x="2386013" y="217170"/>
                </a:lnTo>
                <a:lnTo>
                  <a:pt x="2405063" y="216217"/>
                </a:lnTo>
                <a:lnTo>
                  <a:pt x="2424113" y="212407"/>
                </a:lnTo>
                <a:lnTo>
                  <a:pt x="2443163" y="200978"/>
                </a:lnTo>
                <a:lnTo>
                  <a:pt x="2463165" y="179070"/>
                </a:lnTo>
                <a:lnTo>
                  <a:pt x="2482215" y="151447"/>
                </a:lnTo>
                <a:lnTo>
                  <a:pt x="2501265" y="130492"/>
                </a:lnTo>
                <a:lnTo>
                  <a:pt x="2520315" y="130492"/>
                </a:lnTo>
                <a:lnTo>
                  <a:pt x="2539365" y="151447"/>
                </a:lnTo>
                <a:lnTo>
                  <a:pt x="2559368" y="179070"/>
                </a:lnTo>
                <a:lnTo>
                  <a:pt x="2578418" y="200978"/>
                </a:lnTo>
                <a:lnTo>
                  <a:pt x="2597468" y="212407"/>
                </a:lnTo>
                <a:lnTo>
                  <a:pt x="2616518" y="216217"/>
                </a:lnTo>
                <a:lnTo>
                  <a:pt x="2635568" y="217170"/>
                </a:lnTo>
                <a:lnTo>
                  <a:pt x="2655570" y="217170"/>
                </a:lnTo>
                <a:lnTo>
                  <a:pt x="2674620" y="217170"/>
                </a:lnTo>
                <a:lnTo>
                  <a:pt x="2693670" y="217170"/>
                </a:lnTo>
                <a:lnTo>
                  <a:pt x="2712720" y="217170"/>
                </a:lnTo>
                <a:lnTo>
                  <a:pt x="2731770" y="217170"/>
                </a:lnTo>
                <a:lnTo>
                  <a:pt x="2751773" y="217170"/>
                </a:lnTo>
                <a:lnTo>
                  <a:pt x="2770823" y="217170"/>
                </a:lnTo>
                <a:lnTo>
                  <a:pt x="2789873" y="217170"/>
                </a:lnTo>
                <a:lnTo>
                  <a:pt x="2808923" y="217170"/>
                </a:lnTo>
                <a:lnTo>
                  <a:pt x="2827973" y="217170"/>
                </a:lnTo>
                <a:lnTo>
                  <a:pt x="2847975" y="217170"/>
                </a:lnTo>
                <a:lnTo>
                  <a:pt x="2867025" y="217170"/>
                </a:lnTo>
                <a:lnTo>
                  <a:pt x="2886075" y="21717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82" name="p32-路径-0082">
            <a:extLst xmlns:a="http://schemas.openxmlformats.org/drawingml/2006/main">
              <a:ext uri="{FF2B5EF4-FFF2-40B4-BE49-F238E27FC236}">
                <a16:creationId xmlns:a16="http://schemas.microsoft.com/office/drawing/2014/main" id="{A87CB987-9964-4CDF-9BE2-904EE55C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354955"/>
            <a:ext cx="2886075" cy="220980"/>
          </a:xfrm>
          <a:custGeom xmlns:a="http://schemas.openxmlformats.org/drawingml/2006/main">
            <a:pathLst>
              <a:path w="2886075" h="220980">
                <a:moveTo>
                  <a:pt x="0" y="220980"/>
                </a:moveTo>
                <a:lnTo>
                  <a:pt x="19050" y="220980"/>
                </a:lnTo>
                <a:lnTo>
                  <a:pt x="38100" y="220980"/>
                </a:lnTo>
                <a:lnTo>
                  <a:pt x="58102" y="220980"/>
                </a:lnTo>
                <a:lnTo>
                  <a:pt x="77152" y="220980"/>
                </a:lnTo>
                <a:lnTo>
                  <a:pt x="96202" y="220980"/>
                </a:lnTo>
                <a:lnTo>
                  <a:pt x="115252" y="220980"/>
                </a:lnTo>
                <a:lnTo>
                  <a:pt x="134302" y="220980"/>
                </a:lnTo>
                <a:lnTo>
                  <a:pt x="154305" y="220980"/>
                </a:lnTo>
                <a:lnTo>
                  <a:pt x="173355" y="220980"/>
                </a:lnTo>
                <a:lnTo>
                  <a:pt x="192405" y="220980"/>
                </a:lnTo>
                <a:lnTo>
                  <a:pt x="211455" y="220980"/>
                </a:lnTo>
                <a:lnTo>
                  <a:pt x="230505" y="220980"/>
                </a:lnTo>
                <a:lnTo>
                  <a:pt x="250508" y="220980"/>
                </a:lnTo>
                <a:lnTo>
                  <a:pt x="269558" y="220980"/>
                </a:lnTo>
                <a:lnTo>
                  <a:pt x="288608" y="220980"/>
                </a:lnTo>
                <a:lnTo>
                  <a:pt x="307658" y="220980"/>
                </a:lnTo>
                <a:lnTo>
                  <a:pt x="326708" y="220980"/>
                </a:lnTo>
                <a:lnTo>
                  <a:pt x="346710" y="220980"/>
                </a:lnTo>
                <a:lnTo>
                  <a:pt x="365760" y="220980"/>
                </a:lnTo>
                <a:lnTo>
                  <a:pt x="384810" y="220980"/>
                </a:lnTo>
                <a:lnTo>
                  <a:pt x="403860" y="220980"/>
                </a:lnTo>
                <a:lnTo>
                  <a:pt x="422910" y="220980"/>
                </a:lnTo>
                <a:lnTo>
                  <a:pt x="442913" y="220980"/>
                </a:lnTo>
                <a:lnTo>
                  <a:pt x="461963" y="220980"/>
                </a:lnTo>
                <a:lnTo>
                  <a:pt x="481013" y="220980"/>
                </a:lnTo>
                <a:lnTo>
                  <a:pt x="500063" y="220027"/>
                </a:lnTo>
                <a:lnTo>
                  <a:pt x="519113" y="218122"/>
                </a:lnTo>
                <a:lnTo>
                  <a:pt x="539115" y="205740"/>
                </a:lnTo>
                <a:lnTo>
                  <a:pt x="558165" y="170497"/>
                </a:lnTo>
                <a:lnTo>
                  <a:pt x="577215" y="112395"/>
                </a:lnTo>
                <a:lnTo>
                  <a:pt x="596265" y="72390"/>
                </a:lnTo>
                <a:lnTo>
                  <a:pt x="615315" y="90488"/>
                </a:lnTo>
                <a:lnTo>
                  <a:pt x="635317" y="148590"/>
                </a:lnTo>
                <a:lnTo>
                  <a:pt x="654367" y="195263"/>
                </a:lnTo>
                <a:lnTo>
                  <a:pt x="673417" y="215265"/>
                </a:lnTo>
                <a:lnTo>
                  <a:pt x="692467" y="220027"/>
                </a:lnTo>
                <a:lnTo>
                  <a:pt x="711517" y="220980"/>
                </a:lnTo>
                <a:lnTo>
                  <a:pt x="731520" y="220980"/>
                </a:lnTo>
                <a:lnTo>
                  <a:pt x="750570" y="220980"/>
                </a:lnTo>
                <a:lnTo>
                  <a:pt x="769620" y="220980"/>
                </a:lnTo>
                <a:lnTo>
                  <a:pt x="788670" y="220980"/>
                </a:lnTo>
                <a:lnTo>
                  <a:pt x="807720" y="220980"/>
                </a:lnTo>
                <a:lnTo>
                  <a:pt x="827722" y="220980"/>
                </a:lnTo>
                <a:lnTo>
                  <a:pt x="846772" y="220980"/>
                </a:lnTo>
                <a:lnTo>
                  <a:pt x="865822" y="220980"/>
                </a:lnTo>
                <a:lnTo>
                  <a:pt x="884872" y="220980"/>
                </a:lnTo>
                <a:lnTo>
                  <a:pt x="903922" y="220980"/>
                </a:lnTo>
                <a:lnTo>
                  <a:pt x="923925" y="220980"/>
                </a:lnTo>
                <a:lnTo>
                  <a:pt x="942975" y="220980"/>
                </a:lnTo>
                <a:lnTo>
                  <a:pt x="962025" y="220980"/>
                </a:lnTo>
                <a:lnTo>
                  <a:pt x="981075" y="220980"/>
                </a:lnTo>
                <a:lnTo>
                  <a:pt x="1000125" y="220980"/>
                </a:lnTo>
                <a:lnTo>
                  <a:pt x="1020128" y="220980"/>
                </a:lnTo>
                <a:lnTo>
                  <a:pt x="1039178" y="220980"/>
                </a:lnTo>
                <a:lnTo>
                  <a:pt x="1058228" y="220980"/>
                </a:lnTo>
                <a:lnTo>
                  <a:pt x="1077278" y="220980"/>
                </a:lnTo>
                <a:lnTo>
                  <a:pt x="1096328" y="220980"/>
                </a:lnTo>
                <a:lnTo>
                  <a:pt x="1116330" y="220980"/>
                </a:lnTo>
                <a:lnTo>
                  <a:pt x="1135380" y="220980"/>
                </a:lnTo>
                <a:lnTo>
                  <a:pt x="1154430" y="220027"/>
                </a:lnTo>
                <a:lnTo>
                  <a:pt x="1173480" y="219075"/>
                </a:lnTo>
                <a:lnTo>
                  <a:pt x="1192530" y="215265"/>
                </a:lnTo>
                <a:lnTo>
                  <a:pt x="1212533" y="205740"/>
                </a:lnTo>
                <a:lnTo>
                  <a:pt x="1231583" y="185738"/>
                </a:lnTo>
                <a:lnTo>
                  <a:pt x="1250633" y="150495"/>
                </a:lnTo>
                <a:lnTo>
                  <a:pt x="1269683" y="100013"/>
                </a:lnTo>
                <a:lnTo>
                  <a:pt x="1288733" y="46672"/>
                </a:lnTo>
                <a:lnTo>
                  <a:pt x="1308735" y="7620"/>
                </a:lnTo>
                <a:lnTo>
                  <a:pt x="1327785" y="0"/>
                </a:lnTo>
                <a:lnTo>
                  <a:pt x="1346835" y="27622"/>
                </a:lnTo>
                <a:lnTo>
                  <a:pt x="1365885" y="78105"/>
                </a:lnTo>
                <a:lnTo>
                  <a:pt x="1384935" y="131445"/>
                </a:lnTo>
                <a:lnTo>
                  <a:pt x="1404938" y="173355"/>
                </a:lnTo>
                <a:lnTo>
                  <a:pt x="1423988" y="200025"/>
                </a:lnTo>
                <a:lnTo>
                  <a:pt x="1443038" y="212407"/>
                </a:lnTo>
                <a:lnTo>
                  <a:pt x="1462088" y="218122"/>
                </a:lnTo>
                <a:lnTo>
                  <a:pt x="1481138" y="220027"/>
                </a:lnTo>
                <a:lnTo>
                  <a:pt x="1501140" y="220027"/>
                </a:lnTo>
                <a:lnTo>
                  <a:pt x="1520190" y="220980"/>
                </a:lnTo>
                <a:lnTo>
                  <a:pt x="1539240" y="220980"/>
                </a:lnTo>
                <a:lnTo>
                  <a:pt x="1558290" y="220980"/>
                </a:lnTo>
                <a:lnTo>
                  <a:pt x="1577340" y="220980"/>
                </a:lnTo>
                <a:lnTo>
                  <a:pt x="1597343" y="220980"/>
                </a:lnTo>
                <a:lnTo>
                  <a:pt x="1616393" y="220980"/>
                </a:lnTo>
                <a:lnTo>
                  <a:pt x="1635443" y="220980"/>
                </a:lnTo>
                <a:lnTo>
                  <a:pt x="1654493" y="220980"/>
                </a:lnTo>
                <a:lnTo>
                  <a:pt x="1673543" y="220980"/>
                </a:lnTo>
                <a:lnTo>
                  <a:pt x="1693545" y="220980"/>
                </a:lnTo>
                <a:lnTo>
                  <a:pt x="1712595" y="220980"/>
                </a:lnTo>
                <a:lnTo>
                  <a:pt x="1731645" y="220980"/>
                </a:lnTo>
                <a:lnTo>
                  <a:pt x="1750695" y="220980"/>
                </a:lnTo>
                <a:lnTo>
                  <a:pt x="1769745" y="220980"/>
                </a:lnTo>
                <a:lnTo>
                  <a:pt x="1789747" y="220980"/>
                </a:lnTo>
                <a:lnTo>
                  <a:pt x="1808797" y="220980"/>
                </a:lnTo>
                <a:lnTo>
                  <a:pt x="1827847" y="220980"/>
                </a:lnTo>
                <a:lnTo>
                  <a:pt x="1846897" y="220980"/>
                </a:lnTo>
                <a:lnTo>
                  <a:pt x="1865947" y="220980"/>
                </a:lnTo>
                <a:lnTo>
                  <a:pt x="1885950" y="220980"/>
                </a:lnTo>
                <a:lnTo>
                  <a:pt x="1905000" y="220980"/>
                </a:lnTo>
                <a:lnTo>
                  <a:pt x="1924050" y="220980"/>
                </a:lnTo>
                <a:lnTo>
                  <a:pt x="1943100" y="220980"/>
                </a:lnTo>
                <a:lnTo>
                  <a:pt x="1962150" y="220980"/>
                </a:lnTo>
                <a:lnTo>
                  <a:pt x="1982153" y="220980"/>
                </a:lnTo>
                <a:lnTo>
                  <a:pt x="2001203" y="220027"/>
                </a:lnTo>
                <a:lnTo>
                  <a:pt x="2020253" y="215265"/>
                </a:lnTo>
                <a:lnTo>
                  <a:pt x="2039303" y="185738"/>
                </a:lnTo>
                <a:lnTo>
                  <a:pt x="2058353" y="119063"/>
                </a:lnTo>
                <a:lnTo>
                  <a:pt x="2078355" y="99060"/>
                </a:lnTo>
                <a:lnTo>
                  <a:pt x="2097405" y="160972"/>
                </a:lnTo>
                <a:lnTo>
                  <a:pt x="2116455" y="208597"/>
                </a:lnTo>
                <a:lnTo>
                  <a:pt x="2135505" y="220027"/>
                </a:lnTo>
                <a:lnTo>
                  <a:pt x="2154555" y="220980"/>
                </a:lnTo>
                <a:lnTo>
                  <a:pt x="2174558" y="220980"/>
                </a:lnTo>
                <a:lnTo>
                  <a:pt x="2193608" y="220980"/>
                </a:lnTo>
                <a:lnTo>
                  <a:pt x="2212658" y="220980"/>
                </a:lnTo>
                <a:lnTo>
                  <a:pt x="2231708" y="220980"/>
                </a:lnTo>
                <a:lnTo>
                  <a:pt x="2250758" y="220980"/>
                </a:lnTo>
                <a:lnTo>
                  <a:pt x="2270760" y="220980"/>
                </a:lnTo>
                <a:lnTo>
                  <a:pt x="2289810" y="220980"/>
                </a:lnTo>
                <a:lnTo>
                  <a:pt x="2308860" y="220980"/>
                </a:lnTo>
                <a:lnTo>
                  <a:pt x="2327910" y="220980"/>
                </a:lnTo>
                <a:lnTo>
                  <a:pt x="2346960" y="220980"/>
                </a:lnTo>
                <a:lnTo>
                  <a:pt x="2366963" y="220980"/>
                </a:lnTo>
                <a:lnTo>
                  <a:pt x="2386013" y="220980"/>
                </a:lnTo>
                <a:lnTo>
                  <a:pt x="2405063" y="220027"/>
                </a:lnTo>
                <a:lnTo>
                  <a:pt x="2424113" y="220027"/>
                </a:lnTo>
                <a:lnTo>
                  <a:pt x="2443163" y="216217"/>
                </a:lnTo>
                <a:lnTo>
                  <a:pt x="2463165" y="206692"/>
                </a:lnTo>
                <a:lnTo>
                  <a:pt x="2482215" y="187642"/>
                </a:lnTo>
                <a:lnTo>
                  <a:pt x="2501265" y="160020"/>
                </a:lnTo>
                <a:lnTo>
                  <a:pt x="2520315" y="136207"/>
                </a:lnTo>
                <a:lnTo>
                  <a:pt x="2539365" y="131445"/>
                </a:lnTo>
                <a:lnTo>
                  <a:pt x="2559368" y="149542"/>
                </a:lnTo>
                <a:lnTo>
                  <a:pt x="2578418" y="177165"/>
                </a:lnTo>
                <a:lnTo>
                  <a:pt x="2597468" y="200025"/>
                </a:lnTo>
                <a:lnTo>
                  <a:pt x="2616518" y="213360"/>
                </a:lnTo>
                <a:lnTo>
                  <a:pt x="2635568" y="219075"/>
                </a:lnTo>
                <a:lnTo>
                  <a:pt x="2655570" y="220027"/>
                </a:lnTo>
                <a:lnTo>
                  <a:pt x="2674620" y="220980"/>
                </a:lnTo>
                <a:lnTo>
                  <a:pt x="2693670" y="220980"/>
                </a:lnTo>
                <a:lnTo>
                  <a:pt x="2712720" y="220980"/>
                </a:lnTo>
                <a:lnTo>
                  <a:pt x="2731770" y="220980"/>
                </a:lnTo>
                <a:lnTo>
                  <a:pt x="2751773" y="220980"/>
                </a:lnTo>
                <a:lnTo>
                  <a:pt x="2770823" y="220980"/>
                </a:lnTo>
                <a:lnTo>
                  <a:pt x="2789873" y="220980"/>
                </a:lnTo>
                <a:lnTo>
                  <a:pt x="2808923" y="220980"/>
                </a:lnTo>
                <a:lnTo>
                  <a:pt x="2827973" y="220980"/>
                </a:lnTo>
                <a:lnTo>
                  <a:pt x="2847975" y="220980"/>
                </a:lnTo>
                <a:lnTo>
                  <a:pt x="2867025" y="220980"/>
                </a:lnTo>
                <a:lnTo>
                  <a:pt x="2886075" y="22098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83" name="p32-路径-0083">
            <a:extLst xmlns:a="http://schemas.openxmlformats.org/drawingml/2006/main">
              <a:ext uri="{FF2B5EF4-FFF2-40B4-BE49-F238E27FC236}">
                <a16:creationId xmlns:a16="http://schemas.microsoft.com/office/drawing/2014/main" id="{51745C09-816F-439C-8F4C-CB7B772C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57800"/>
            <a:ext cx="2886075" cy="221932"/>
          </a:xfrm>
          <a:custGeom xmlns:a="http://schemas.openxmlformats.org/drawingml/2006/main">
            <a:pathLst>
              <a:path w="2886075" h="221932">
                <a:moveTo>
                  <a:pt x="0" y="221932"/>
                </a:moveTo>
                <a:lnTo>
                  <a:pt x="19050" y="221932"/>
                </a:lnTo>
                <a:lnTo>
                  <a:pt x="38100" y="221932"/>
                </a:lnTo>
                <a:lnTo>
                  <a:pt x="58102" y="221932"/>
                </a:lnTo>
                <a:lnTo>
                  <a:pt x="77152" y="221932"/>
                </a:lnTo>
                <a:lnTo>
                  <a:pt x="96202" y="221932"/>
                </a:lnTo>
                <a:lnTo>
                  <a:pt x="115252" y="221932"/>
                </a:lnTo>
                <a:lnTo>
                  <a:pt x="134302" y="221932"/>
                </a:lnTo>
                <a:lnTo>
                  <a:pt x="154305" y="221932"/>
                </a:lnTo>
                <a:lnTo>
                  <a:pt x="173355" y="221932"/>
                </a:lnTo>
                <a:lnTo>
                  <a:pt x="192405" y="221932"/>
                </a:lnTo>
                <a:lnTo>
                  <a:pt x="211455" y="221932"/>
                </a:lnTo>
                <a:lnTo>
                  <a:pt x="230505" y="221932"/>
                </a:lnTo>
                <a:lnTo>
                  <a:pt x="250508" y="221932"/>
                </a:lnTo>
                <a:lnTo>
                  <a:pt x="269558" y="221932"/>
                </a:lnTo>
                <a:lnTo>
                  <a:pt x="288608" y="221932"/>
                </a:lnTo>
                <a:lnTo>
                  <a:pt x="307658" y="221932"/>
                </a:lnTo>
                <a:lnTo>
                  <a:pt x="326708" y="221932"/>
                </a:lnTo>
                <a:lnTo>
                  <a:pt x="346710" y="221932"/>
                </a:lnTo>
                <a:lnTo>
                  <a:pt x="365760" y="221932"/>
                </a:lnTo>
                <a:lnTo>
                  <a:pt x="384810" y="221932"/>
                </a:lnTo>
                <a:lnTo>
                  <a:pt x="403860" y="221932"/>
                </a:lnTo>
                <a:lnTo>
                  <a:pt x="422910" y="221932"/>
                </a:lnTo>
                <a:lnTo>
                  <a:pt x="442913" y="221932"/>
                </a:lnTo>
                <a:lnTo>
                  <a:pt x="461963" y="221932"/>
                </a:lnTo>
                <a:lnTo>
                  <a:pt x="481013" y="221932"/>
                </a:lnTo>
                <a:lnTo>
                  <a:pt x="500063" y="221932"/>
                </a:lnTo>
                <a:lnTo>
                  <a:pt x="519113" y="221932"/>
                </a:lnTo>
                <a:lnTo>
                  <a:pt x="539115" y="220028"/>
                </a:lnTo>
                <a:lnTo>
                  <a:pt x="558165" y="210503"/>
                </a:lnTo>
                <a:lnTo>
                  <a:pt x="577215" y="180975"/>
                </a:lnTo>
                <a:lnTo>
                  <a:pt x="596265" y="125730"/>
                </a:lnTo>
                <a:lnTo>
                  <a:pt x="615315" y="77153"/>
                </a:lnTo>
                <a:lnTo>
                  <a:pt x="635317" y="83820"/>
                </a:lnTo>
                <a:lnTo>
                  <a:pt x="654367" y="138113"/>
                </a:lnTo>
                <a:lnTo>
                  <a:pt x="673417" y="189547"/>
                </a:lnTo>
                <a:lnTo>
                  <a:pt x="692467" y="213360"/>
                </a:lnTo>
                <a:lnTo>
                  <a:pt x="711517" y="220980"/>
                </a:lnTo>
                <a:lnTo>
                  <a:pt x="731520" y="221932"/>
                </a:lnTo>
                <a:lnTo>
                  <a:pt x="750570" y="221932"/>
                </a:lnTo>
                <a:lnTo>
                  <a:pt x="769620" y="221932"/>
                </a:lnTo>
                <a:lnTo>
                  <a:pt x="788670" y="221932"/>
                </a:lnTo>
                <a:lnTo>
                  <a:pt x="807720" y="221932"/>
                </a:lnTo>
                <a:lnTo>
                  <a:pt x="827722" y="221932"/>
                </a:lnTo>
                <a:lnTo>
                  <a:pt x="846772" y="221932"/>
                </a:lnTo>
                <a:lnTo>
                  <a:pt x="865822" y="221932"/>
                </a:lnTo>
                <a:lnTo>
                  <a:pt x="884872" y="221932"/>
                </a:lnTo>
                <a:lnTo>
                  <a:pt x="903922" y="221932"/>
                </a:lnTo>
                <a:lnTo>
                  <a:pt x="923925" y="221932"/>
                </a:lnTo>
                <a:lnTo>
                  <a:pt x="942975" y="221932"/>
                </a:lnTo>
                <a:lnTo>
                  <a:pt x="962025" y="221932"/>
                </a:lnTo>
                <a:lnTo>
                  <a:pt x="981075" y="221932"/>
                </a:lnTo>
                <a:lnTo>
                  <a:pt x="1000125" y="221932"/>
                </a:lnTo>
                <a:lnTo>
                  <a:pt x="1020128" y="221932"/>
                </a:lnTo>
                <a:lnTo>
                  <a:pt x="1039178" y="221932"/>
                </a:lnTo>
                <a:lnTo>
                  <a:pt x="1058228" y="221932"/>
                </a:lnTo>
                <a:lnTo>
                  <a:pt x="1077278" y="221932"/>
                </a:lnTo>
                <a:lnTo>
                  <a:pt x="1096328" y="221932"/>
                </a:lnTo>
                <a:lnTo>
                  <a:pt x="1116330" y="221932"/>
                </a:lnTo>
                <a:lnTo>
                  <a:pt x="1135380" y="221932"/>
                </a:lnTo>
                <a:lnTo>
                  <a:pt x="1154430" y="221932"/>
                </a:lnTo>
                <a:lnTo>
                  <a:pt x="1173480" y="220980"/>
                </a:lnTo>
                <a:lnTo>
                  <a:pt x="1192530" y="220980"/>
                </a:lnTo>
                <a:lnTo>
                  <a:pt x="1212533" y="218122"/>
                </a:lnTo>
                <a:lnTo>
                  <a:pt x="1231583" y="209550"/>
                </a:lnTo>
                <a:lnTo>
                  <a:pt x="1250633" y="192405"/>
                </a:lnTo>
                <a:lnTo>
                  <a:pt x="1269683" y="160020"/>
                </a:lnTo>
                <a:lnTo>
                  <a:pt x="1288733" y="112395"/>
                </a:lnTo>
                <a:lnTo>
                  <a:pt x="1308735" y="58103"/>
                </a:lnTo>
                <a:lnTo>
                  <a:pt x="1327785" y="14288"/>
                </a:lnTo>
                <a:lnTo>
                  <a:pt x="1346835" y="0"/>
                </a:lnTo>
                <a:lnTo>
                  <a:pt x="1365885" y="20955"/>
                </a:lnTo>
                <a:lnTo>
                  <a:pt x="1384935" y="68580"/>
                </a:lnTo>
                <a:lnTo>
                  <a:pt x="1404938" y="122872"/>
                </a:lnTo>
                <a:lnTo>
                  <a:pt x="1423988" y="167640"/>
                </a:lnTo>
                <a:lnTo>
                  <a:pt x="1443038" y="197168"/>
                </a:lnTo>
                <a:lnTo>
                  <a:pt x="1462088" y="212407"/>
                </a:lnTo>
                <a:lnTo>
                  <a:pt x="1481138" y="218122"/>
                </a:lnTo>
                <a:lnTo>
                  <a:pt x="1501140" y="220980"/>
                </a:lnTo>
                <a:lnTo>
                  <a:pt x="1520190" y="221932"/>
                </a:lnTo>
                <a:lnTo>
                  <a:pt x="1539240" y="221932"/>
                </a:lnTo>
                <a:lnTo>
                  <a:pt x="1558290" y="221932"/>
                </a:lnTo>
                <a:lnTo>
                  <a:pt x="1577340" y="221932"/>
                </a:lnTo>
                <a:lnTo>
                  <a:pt x="1597343" y="221932"/>
                </a:lnTo>
                <a:lnTo>
                  <a:pt x="1616393" y="221932"/>
                </a:lnTo>
                <a:lnTo>
                  <a:pt x="1635443" y="221932"/>
                </a:lnTo>
                <a:lnTo>
                  <a:pt x="1654493" y="221932"/>
                </a:lnTo>
                <a:lnTo>
                  <a:pt x="1673543" y="221932"/>
                </a:lnTo>
                <a:lnTo>
                  <a:pt x="1693545" y="221932"/>
                </a:lnTo>
                <a:lnTo>
                  <a:pt x="1712595" y="221932"/>
                </a:lnTo>
                <a:lnTo>
                  <a:pt x="1731645" y="221932"/>
                </a:lnTo>
                <a:lnTo>
                  <a:pt x="1750695" y="221932"/>
                </a:lnTo>
                <a:lnTo>
                  <a:pt x="1769745" y="221932"/>
                </a:lnTo>
                <a:lnTo>
                  <a:pt x="1789747" y="221932"/>
                </a:lnTo>
                <a:lnTo>
                  <a:pt x="1808797" y="221932"/>
                </a:lnTo>
                <a:lnTo>
                  <a:pt x="1827847" y="221932"/>
                </a:lnTo>
                <a:lnTo>
                  <a:pt x="1846897" y="221932"/>
                </a:lnTo>
                <a:lnTo>
                  <a:pt x="1865947" y="221932"/>
                </a:lnTo>
                <a:lnTo>
                  <a:pt x="1885950" y="221932"/>
                </a:lnTo>
                <a:lnTo>
                  <a:pt x="1905000" y="221932"/>
                </a:lnTo>
                <a:lnTo>
                  <a:pt x="1924050" y="221932"/>
                </a:lnTo>
                <a:lnTo>
                  <a:pt x="1943100" y="221932"/>
                </a:lnTo>
                <a:lnTo>
                  <a:pt x="1962150" y="221932"/>
                </a:lnTo>
                <a:lnTo>
                  <a:pt x="1982153" y="221932"/>
                </a:lnTo>
                <a:lnTo>
                  <a:pt x="2001203" y="221932"/>
                </a:lnTo>
                <a:lnTo>
                  <a:pt x="2020253" y="221932"/>
                </a:lnTo>
                <a:lnTo>
                  <a:pt x="2039303" y="219075"/>
                </a:lnTo>
                <a:lnTo>
                  <a:pt x="2058353" y="196215"/>
                </a:lnTo>
                <a:lnTo>
                  <a:pt x="2078355" y="133350"/>
                </a:lnTo>
                <a:lnTo>
                  <a:pt x="2097405" y="96203"/>
                </a:lnTo>
                <a:lnTo>
                  <a:pt x="2116455" y="148590"/>
                </a:lnTo>
                <a:lnTo>
                  <a:pt x="2135505" y="203835"/>
                </a:lnTo>
                <a:lnTo>
                  <a:pt x="2154555" y="220028"/>
                </a:lnTo>
                <a:lnTo>
                  <a:pt x="2174558" y="221932"/>
                </a:lnTo>
                <a:lnTo>
                  <a:pt x="2193608" y="221932"/>
                </a:lnTo>
                <a:lnTo>
                  <a:pt x="2212658" y="221932"/>
                </a:lnTo>
                <a:lnTo>
                  <a:pt x="2231708" y="221932"/>
                </a:lnTo>
                <a:lnTo>
                  <a:pt x="2250758" y="221932"/>
                </a:lnTo>
                <a:lnTo>
                  <a:pt x="2270760" y="221932"/>
                </a:lnTo>
                <a:lnTo>
                  <a:pt x="2289810" y="221932"/>
                </a:lnTo>
                <a:lnTo>
                  <a:pt x="2308860" y="221932"/>
                </a:lnTo>
                <a:lnTo>
                  <a:pt x="2327910" y="221932"/>
                </a:lnTo>
                <a:lnTo>
                  <a:pt x="2346960" y="221932"/>
                </a:lnTo>
                <a:lnTo>
                  <a:pt x="2366963" y="221932"/>
                </a:lnTo>
                <a:lnTo>
                  <a:pt x="2386013" y="221932"/>
                </a:lnTo>
                <a:lnTo>
                  <a:pt x="2405063" y="221932"/>
                </a:lnTo>
                <a:lnTo>
                  <a:pt x="2424113" y="221932"/>
                </a:lnTo>
                <a:lnTo>
                  <a:pt x="2443163" y="220980"/>
                </a:lnTo>
                <a:lnTo>
                  <a:pt x="2463165" y="218122"/>
                </a:lnTo>
                <a:lnTo>
                  <a:pt x="2482215" y="210503"/>
                </a:lnTo>
                <a:lnTo>
                  <a:pt x="2501265" y="193357"/>
                </a:lnTo>
                <a:lnTo>
                  <a:pt x="2520315" y="166688"/>
                </a:lnTo>
                <a:lnTo>
                  <a:pt x="2539365" y="140970"/>
                </a:lnTo>
                <a:lnTo>
                  <a:pt x="2559368" y="131445"/>
                </a:lnTo>
                <a:lnTo>
                  <a:pt x="2578418" y="145732"/>
                </a:lnTo>
                <a:lnTo>
                  <a:pt x="2597468" y="172403"/>
                </a:lnTo>
                <a:lnTo>
                  <a:pt x="2616518" y="198120"/>
                </a:lnTo>
                <a:lnTo>
                  <a:pt x="2635568" y="212407"/>
                </a:lnTo>
                <a:lnTo>
                  <a:pt x="2655570" y="219075"/>
                </a:lnTo>
                <a:lnTo>
                  <a:pt x="2674620" y="220980"/>
                </a:lnTo>
                <a:lnTo>
                  <a:pt x="2693670" y="221932"/>
                </a:lnTo>
                <a:lnTo>
                  <a:pt x="2712720" y="221932"/>
                </a:lnTo>
                <a:lnTo>
                  <a:pt x="2731770" y="221932"/>
                </a:lnTo>
                <a:lnTo>
                  <a:pt x="2751773" y="221932"/>
                </a:lnTo>
                <a:lnTo>
                  <a:pt x="2770823" y="221932"/>
                </a:lnTo>
                <a:lnTo>
                  <a:pt x="2789873" y="221932"/>
                </a:lnTo>
                <a:lnTo>
                  <a:pt x="2808923" y="221932"/>
                </a:lnTo>
                <a:lnTo>
                  <a:pt x="2827973" y="221932"/>
                </a:lnTo>
                <a:lnTo>
                  <a:pt x="2847975" y="221932"/>
                </a:lnTo>
                <a:lnTo>
                  <a:pt x="2867025" y="221932"/>
                </a:lnTo>
                <a:lnTo>
                  <a:pt x="2886075" y="22193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84" name="p32-文本-0084">
            <a:extLst xmlns:a="http://schemas.openxmlformats.org/drawingml/2006/main">
              <a:ext uri="{FF2B5EF4-FFF2-40B4-BE49-F238E27FC236}">
                <a16:creationId xmlns:a16="http://schemas.microsoft.com/office/drawing/2014/main" id="{717D76A8-7BEC-41D6-B9B9-EB76568D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77" y="5792977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85" name="p32-文本-0085">
            <a:extLst xmlns:a="http://schemas.openxmlformats.org/drawingml/2006/main">
              <a:ext uri="{FF2B5EF4-FFF2-40B4-BE49-F238E27FC236}">
                <a16:creationId xmlns:a16="http://schemas.microsoft.com/office/drawing/2014/main" id="{8DB06C06-A9D4-4F56-AECF-002F21EB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5064649"/>
            <a:ext cx="42371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改变外部介质后，核对特征谱形与响应方向。</a:t>
            </a:r>
          </a:p>
        </p:txBody>
      </p:sp>
      <p:sp>
        <p:nvSpPr>
          <p:cNvPr id="86" name="p32-文本-0086">
            <a:extLst xmlns:a="http://schemas.openxmlformats.org/drawingml/2006/main">
              <a:ext uri="{FF2B5EF4-FFF2-40B4-BE49-F238E27FC236}">
                <a16:creationId xmlns:a16="http://schemas.microsoft.com/office/drawing/2014/main" id="{971479BA-8441-4B69-8147-18278385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5445649"/>
            <a:ext cx="36084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保留条件标签，用于界定可迁移范围。</a:t>
            </a:r>
          </a:p>
        </p:txBody>
      </p:sp>
      <p:sp>
        <p:nvSpPr>
          <p:cNvPr id="87" name="p32-文本-0087">
            <a:extLst xmlns:a="http://schemas.openxmlformats.org/drawingml/2006/main">
              <a:ext uri="{FF2B5EF4-FFF2-40B4-BE49-F238E27FC236}">
                <a16:creationId xmlns:a16="http://schemas.microsoft.com/office/drawing/2014/main" id="{E81EEE07-6019-49E5-A457-7E6E068D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436" y="6062007"/>
            <a:ext cx="674312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响应更强、维持更久和可迁移范围，是三个不同的检验问题</a:t>
            </a:r>
          </a:p>
        </p:txBody>
      </p:sp>
      <p:sp>
        <p:nvSpPr>
          <p:cNvPr id="88" name="p32-文本-0088">
            <a:extLst xmlns:a="http://schemas.openxmlformats.org/drawingml/2006/main">
              <a:ext uri="{FF2B5EF4-FFF2-40B4-BE49-F238E27FC236}">
                <a16:creationId xmlns:a16="http://schemas.microsoft.com/office/drawing/2014/main" id="{6F87A2AD-241D-411D-A9F3-7790143C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2024114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5" name="p33-矩形-0001">
            <a:extLst xmlns:a="http://schemas.openxmlformats.org/drawingml/2006/main">
              <a:ext uri="{FF2B5EF4-FFF2-40B4-BE49-F238E27FC236}">
                <a16:creationId xmlns:a16="http://schemas.microsoft.com/office/drawing/2014/main" id="{D4F625AF-80A7-4E9D-8852-8BDFC84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3-矩形-0002">
            <a:extLst xmlns:a="http://schemas.openxmlformats.org/drawingml/2006/main">
              <a:ext uri="{FF2B5EF4-FFF2-40B4-BE49-F238E27FC236}">
                <a16:creationId xmlns:a16="http://schemas.microsoft.com/office/drawing/2014/main" id="{7B8193F5-2B7D-4790-BE32-70F6FCF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3-文本-0003">
            <a:extLst xmlns:a="http://schemas.openxmlformats.org/drawingml/2006/main">
              <a:ext uri="{FF2B5EF4-FFF2-40B4-BE49-F238E27FC236}">
                <a16:creationId xmlns:a16="http://schemas.microsoft.com/office/drawing/2014/main" id="{05ECEF7B-7748-452C-8CDE-4709DB61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62243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测量场景与分析界面共同说明平台如何工作</a:t>
            </a:r>
          </a:p>
        </p:txBody>
      </p:sp>
      <p:sp>
        <p:nvSpPr>
          <p:cNvPr id="4" name="p33-文本-0004">
            <a:extLst xmlns:a="http://schemas.openxmlformats.org/drawingml/2006/main">
              <a:ext uri="{FF2B5EF4-FFF2-40B4-BE49-F238E27FC236}">
                <a16:creationId xmlns:a16="http://schemas.microsoft.com/office/drawing/2014/main" id="{1FE60C6A-CC43-4925-AE31-145F092E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5641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样本与测量记录进入分析工作区，结构与响应按条件追溯</a:t>
            </a:r>
          </a:p>
        </p:txBody>
      </p:sp>
      <p:sp>
        <p:nvSpPr>
          <p:cNvPr id="5" name="p33-线-0005">
            <a:extLst xmlns:a="http://schemas.openxmlformats.org/drawingml/2006/main">
              <a:ext uri="{FF2B5EF4-FFF2-40B4-BE49-F238E27FC236}">
                <a16:creationId xmlns:a16="http://schemas.microsoft.com/office/drawing/2014/main" id="{3CDFA908-A628-4D5C-BEEB-1F81234E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3-矩形-0006">
            <a:extLst xmlns:a="http://schemas.openxmlformats.org/drawingml/2006/main">
              <a:ext uri="{FF2B5EF4-FFF2-40B4-BE49-F238E27FC236}">
                <a16:creationId xmlns:a16="http://schemas.microsoft.com/office/drawing/2014/main" id="{3E7BFCC3-55E0-4C00-B7E2-319B38DB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90650"/>
            <a:ext cx="3057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33-文本-0007">
            <a:extLst xmlns:a="http://schemas.openxmlformats.org/drawingml/2006/main">
              <a:ext uri="{FF2B5EF4-FFF2-40B4-BE49-F238E27FC236}">
                <a16:creationId xmlns:a16="http://schemas.microsoft.com/office/drawing/2014/main" id="{1FA20D73-67C3-47A1-BC7E-BB56F958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947" y="1412174"/>
            <a:ext cx="104413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测量与样本</a:t>
            </a:r>
          </a:p>
        </p:txBody>
      </p:sp>
      <p:sp>
        <p:nvSpPr>
          <p:cNvPr id="8" name="p33-矩形-0008">
            <a:extLst xmlns:a="http://schemas.openxmlformats.org/drawingml/2006/main">
              <a:ext uri="{FF2B5EF4-FFF2-40B4-BE49-F238E27FC236}">
                <a16:creationId xmlns:a16="http://schemas.microsoft.com/office/drawing/2014/main" id="{979ED7FA-0674-4A47-BDAF-12E07400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" y="3574542"/>
            <a:ext cx="1726883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" name="p33-路径-0009">
            <a:extLst xmlns:a="http://schemas.openxmlformats.org/drawingml/2006/main">
              <a:ext uri="{FF2B5EF4-FFF2-40B4-BE49-F238E27FC236}">
                <a16:creationId xmlns:a16="http://schemas.microsoft.com/office/drawing/2014/main" id="{DD60EC12-5052-4BBF-AB6C-885148FC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3058" y="2494624"/>
            <a:ext cx="876356" cy="1079918"/>
          </a:xfrm>
          <a:custGeom xmlns:a="http://schemas.openxmlformats.org/drawingml/2006/main">
            <a:pathLst>
              <a:path w="876356" h="1079918">
                <a:moveTo>
                  <a:pt x="793433" y="1079918"/>
                </a:moveTo>
                <a:lnTo>
                  <a:pt x="817517" y="1002736"/>
                </a:lnTo>
                <a:lnTo>
                  <a:pt x="837336" y="927895"/>
                </a:lnTo>
                <a:lnTo>
                  <a:pt x="853002" y="855460"/>
                </a:lnTo>
                <a:lnTo>
                  <a:pt x="864626" y="785493"/>
                </a:lnTo>
                <a:lnTo>
                  <a:pt x="872319" y="718060"/>
                </a:lnTo>
                <a:lnTo>
                  <a:pt x="876192" y="653224"/>
                </a:lnTo>
                <a:lnTo>
                  <a:pt x="876356" y="591049"/>
                </a:lnTo>
                <a:lnTo>
                  <a:pt x="872922" y="531600"/>
                </a:lnTo>
                <a:lnTo>
                  <a:pt x="866001" y="474940"/>
                </a:lnTo>
                <a:lnTo>
                  <a:pt x="855704" y="421133"/>
                </a:lnTo>
                <a:lnTo>
                  <a:pt x="842143" y="370245"/>
                </a:lnTo>
                <a:lnTo>
                  <a:pt x="825429" y="322337"/>
                </a:lnTo>
                <a:lnTo>
                  <a:pt x="805672" y="277475"/>
                </a:lnTo>
                <a:lnTo>
                  <a:pt x="782984" y="235723"/>
                </a:lnTo>
                <a:lnTo>
                  <a:pt x="757475" y="197144"/>
                </a:lnTo>
                <a:lnTo>
                  <a:pt x="729258" y="161804"/>
                </a:lnTo>
                <a:lnTo>
                  <a:pt x="698442" y="129765"/>
                </a:lnTo>
                <a:lnTo>
                  <a:pt x="665140" y="101091"/>
                </a:lnTo>
                <a:lnTo>
                  <a:pt x="629462" y="75848"/>
                </a:lnTo>
                <a:lnTo>
                  <a:pt x="591519" y="54098"/>
                </a:lnTo>
                <a:lnTo>
                  <a:pt x="551423" y="35907"/>
                </a:lnTo>
                <a:lnTo>
                  <a:pt x="509284" y="21337"/>
                </a:lnTo>
                <a:lnTo>
                  <a:pt x="465214" y="10453"/>
                </a:lnTo>
                <a:lnTo>
                  <a:pt x="419323" y="3320"/>
                </a:lnTo>
                <a:lnTo>
                  <a:pt x="371724" y="0"/>
                </a:lnTo>
                <a:lnTo>
                  <a:pt x="322526" y="559"/>
                </a:lnTo>
                <a:lnTo>
                  <a:pt x="271841" y="5059"/>
                </a:lnTo>
                <a:lnTo>
                  <a:pt x="219780" y="13566"/>
                </a:lnTo>
                <a:lnTo>
                  <a:pt x="166455" y="26144"/>
                </a:lnTo>
                <a:lnTo>
                  <a:pt x="111975" y="42855"/>
                </a:lnTo>
                <a:lnTo>
                  <a:pt x="56453" y="63765"/>
                </a:lnTo>
                <a:lnTo>
                  <a:pt x="0" y="88937"/>
                </a:lnTo>
              </a:path>
            </a:pathLst>
          </a:custGeom>
          <a:noFill xmlns:a="http://schemas.openxmlformats.org/drawingml/2006/main"/>
          <a:ln xmlns:a="http://schemas.openxmlformats.org/drawingml/2006/main" w="123825">
            <a:solidFill>
              <a:srgbClr val="365F85"/>
            </a:solidFill>
          </a:ln>
        </p:spPr>
      </p:sp>
      <p:sp>
        <p:nvSpPr>
          <p:cNvPr id="10" name="p33-路径-0010">
            <a:extLst xmlns:a="http://schemas.openxmlformats.org/drawingml/2006/main">
              <a:ext uri="{FF2B5EF4-FFF2-40B4-BE49-F238E27FC236}">
                <a16:creationId xmlns:a16="http://schemas.microsoft.com/office/drawing/2014/main" id="{2DCBF6D3-7A87-4585-8195-9DBA1EC9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" y="2408682"/>
            <a:ext cx="606742" cy="524637"/>
          </a:xfrm>
          <a:custGeom xmlns:a="http://schemas.openxmlformats.org/drawingml/2006/main">
            <a:pathLst>
              <a:path w="606742" h="524637">
                <a:moveTo>
                  <a:pt x="256699" y="0"/>
                </a:moveTo>
                <a:lnTo>
                  <a:pt x="606742" y="272034"/>
                </a:lnTo>
                <a:lnTo>
                  <a:pt x="350044" y="524637"/>
                </a:lnTo>
                <a:lnTo>
                  <a:pt x="0" y="252603"/>
                </a:lnTo>
                <a:close/>
              </a:path>
            </a:pathLst>
          </a:custGeom>
          <a:solidFill xmlns:a="http://schemas.openxmlformats.org/drawingml/2006/main">
            <a:srgbClr val="9BB0BD"/>
          </a:solidFill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11" name="p33-线-0011">
            <a:extLst xmlns:a="http://schemas.openxmlformats.org/drawingml/2006/main">
              <a:ext uri="{FF2B5EF4-FFF2-40B4-BE49-F238E27FC236}">
                <a16:creationId xmlns:a16="http://schemas.microsoft.com/office/drawing/2014/main" id="{0E409BAF-5E78-45D4-94BF-D59F5499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" y="3147060"/>
            <a:ext cx="956786" cy="95"/>
          </a:xfrm>
          <a:custGeom xmlns:a="http://schemas.openxmlformats.org/drawingml/2006/main">
            <a:pathLst>
              <a:path w="956786" h="95">
                <a:moveTo>
                  <a:pt x="0" y="0"/>
                </a:moveTo>
                <a:lnTo>
                  <a:pt x="956786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365F85"/>
            </a:solidFill>
          </a:ln>
        </p:spPr>
      </p:sp>
      <p:sp>
        <p:nvSpPr>
          <p:cNvPr id="12" name="p33-矩形-0012">
            <a:extLst xmlns:a="http://schemas.openxmlformats.org/drawingml/2006/main">
              <a:ext uri="{FF2B5EF4-FFF2-40B4-BE49-F238E27FC236}">
                <a16:creationId xmlns:a16="http://schemas.microsoft.com/office/drawing/2014/main" id="{096C3E44-60FB-40E1-B735-03283DD8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385" y="3069336"/>
            <a:ext cx="373380" cy="485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3" name="p33-文本-0013">
            <a:extLst xmlns:a="http://schemas.openxmlformats.org/drawingml/2006/main">
              <a:ext uri="{FF2B5EF4-FFF2-40B4-BE49-F238E27FC236}">
                <a16:creationId xmlns:a16="http://schemas.microsoft.com/office/drawing/2014/main" id="{F2AE24F3-9925-4569-94E2-740DF0BA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1699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记录实验条件与样本</a:t>
            </a:r>
          </a:p>
        </p:txBody>
      </p:sp>
      <p:sp>
        <p:nvSpPr>
          <p:cNvPr id="14" name="p33-文本-0014">
            <a:extLst xmlns:a="http://schemas.openxmlformats.org/drawingml/2006/main">
              <a:ext uri="{FF2B5EF4-FFF2-40B4-BE49-F238E27FC236}">
                <a16:creationId xmlns:a16="http://schemas.microsoft.com/office/drawing/2014/main" id="{199C8A28-C625-4F76-9490-A3000DF6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2699"/>
            <a:ext cx="193205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导出结构及响应数据</a:t>
            </a:r>
          </a:p>
        </p:txBody>
      </p:sp>
      <p:sp>
        <p:nvSpPr>
          <p:cNvPr id="15" name="p33-文本-0015">
            <a:extLst xmlns:a="http://schemas.openxmlformats.org/drawingml/2006/main">
              <a:ext uri="{FF2B5EF4-FFF2-40B4-BE49-F238E27FC236}">
                <a16:creationId xmlns:a16="http://schemas.microsoft.com/office/drawing/2014/main" id="{6EA8FEEF-BD3B-421B-B8D1-976F8FCA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3699"/>
            <a:ext cx="1722501" cy="30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保留数据处理版本</a:t>
            </a:r>
          </a:p>
        </p:txBody>
      </p:sp>
      <p:sp>
        <p:nvSpPr>
          <p:cNvPr id="16" name="p33-路径-0016">
            <a:extLst xmlns:a="http://schemas.openxmlformats.org/drawingml/2006/main">
              <a:ext uri="{FF2B5EF4-FFF2-40B4-BE49-F238E27FC236}">
                <a16:creationId xmlns:a16="http://schemas.microsoft.com/office/drawing/2014/main" id="{883421CB-47DD-4B6C-A389-F6E2AE60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0687"/>
            <a:ext cx="419100" cy="188976"/>
          </a:xfrm>
          <a:custGeom xmlns:a="http://schemas.openxmlformats.org/drawingml/2006/main">
            <a:pathLst>
              <a:path w="419100" h="188976">
                <a:moveTo>
                  <a:pt x="0" y="142113"/>
                </a:moveTo>
                <a:lnTo>
                  <a:pt x="266700" y="142113"/>
                </a:lnTo>
                <a:lnTo>
                  <a:pt x="266700" y="188976"/>
                </a:lnTo>
                <a:lnTo>
                  <a:pt x="419100" y="94488"/>
                </a:lnTo>
                <a:lnTo>
                  <a:pt x="266700" y="0"/>
                </a:lnTo>
                <a:lnTo>
                  <a:pt x="266700" y="46863"/>
                </a:lnTo>
                <a:lnTo>
                  <a:pt x="0" y="46863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" name="p33-矩形-0017">
            <a:extLst xmlns:a="http://schemas.openxmlformats.org/drawingml/2006/main">
              <a:ext uri="{FF2B5EF4-FFF2-40B4-BE49-F238E27FC236}">
                <a16:creationId xmlns:a16="http://schemas.microsoft.com/office/drawing/2014/main" id="{D1EACEA9-3BE6-4DD1-85ED-E88922D6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419225"/>
            <a:ext cx="7391400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18" name="p33-矩形-0018">
            <a:extLst xmlns:a="http://schemas.openxmlformats.org/drawingml/2006/main">
              <a:ext uri="{FF2B5EF4-FFF2-40B4-BE49-F238E27FC236}">
                <a16:creationId xmlns:a16="http://schemas.microsoft.com/office/drawing/2014/main" id="{9EBCF188-8545-47CB-9411-3FD346EB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419225"/>
            <a:ext cx="7391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33-文本-0019">
            <a:extLst xmlns:a="http://schemas.openxmlformats.org/drawingml/2006/main">
              <a:ext uri="{FF2B5EF4-FFF2-40B4-BE49-F238E27FC236}">
                <a16:creationId xmlns:a16="http://schemas.microsoft.com/office/drawing/2014/main" id="{4E5E6951-CCB1-40FE-9652-C026D703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456334"/>
            <a:ext cx="23924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分析工作区（原创界面示意）</a:t>
            </a:r>
          </a:p>
        </p:txBody>
      </p:sp>
      <p:sp>
        <p:nvSpPr>
          <p:cNvPr id="20" name="p33-矩形-0020">
            <a:extLst xmlns:a="http://schemas.openxmlformats.org/drawingml/2006/main">
              <a:ext uri="{FF2B5EF4-FFF2-40B4-BE49-F238E27FC236}">
                <a16:creationId xmlns:a16="http://schemas.microsoft.com/office/drawing/2014/main" id="{6CD4CFE3-7C93-4CFC-BCF0-5666527B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943100"/>
            <a:ext cx="1371600" cy="3686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1" name="p33-文本-0021">
            <a:extLst xmlns:a="http://schemas.openxmlformats.org/drawingml/2006/main">
              <a:ext uri="{FF2B5EF4-FFF2-40B4-BE49-F238E27FC236}">
                <a16:creationId xmlns:a16="http://schemas.microsoft.com/office/drawing/2014/main" id="{2A64C4AC-58BC-40DC-952D-7BAE9F38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04034"/>
            <a:ext cx="92335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1 结构定位</a:t>
            </a:r>
          </a:p>
        </p:txBody>
      </p:sp>
      <p:sp>
        <p:nvSpPr>
          <p:cNvPr id="22" name="p33-文本-0022">
            <a:extLst xmlns:a="http://schemas.openxmlformats.org/drawingml/2006/main">
              <a:ext uri="{FF2B5EF4-FFF2-40B4-BE49-F238E27FC236}">
                <a16:creationId xmlns:a16="http://schemas.microsoft.com/office/drawing/2014/main" id="{17C26052-17DB-417D-AE11-48F74227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70759"/>
            <a:ext cx="92335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2 响应比较</a:t>
            </a:r>
          </a:p>
        </p:txBody>
      </p:sp>
      <p:sp>
        <p:nvSpPr>
          <p:cNvPr id="23" name="p33-文本-0023">
            <a:extLst xmlns:a="http://schemas.openxmlformats.org/drawingml/2006/main">
              <a:ext uri="{FF2B5EF4-FFF2-40B4-BE49-F238E27FC236}">
                <a16:creationId xmlns:a16="http://schemas.microsoft.com/office/drawing/2014/main" id="{F32A761F-6D8B-473A-8E78-DD69C903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37484"/>
            <a:ext cx="92335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3 条件矩阵</a:t>
            </a:r>
          </a:p>
        </p:txBody>
      </p:sp>
      <p:sp>
        <p:nvSpPr>
          <p:cNvPr id="24" name="p33-文本-0024">
            <a:extLst xmlns:a="http://schemas.openxmlformats.org/drawingml/2006/main">
              <a:ext uri="{FF2B5EF4-FFF2-40B4-BE49-F238E27FC236}">
                <a16:creationId xmlns:a16="http://schemas.microsoft.com/office/drawing/2014/main" id="{DCC35FE9-85A0-4981-94A9-FA43464B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04209"/>
            <a:ext cx="92335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4 预测复核</a:t>
            </a:r>
          </a:p>
        </p:txBody>
      </p:sp>
      <p:sp>
        <p:nvSpPr>
          <p:cNvPr id="25" name="p33-文本-0025">
            <a:extLst xmlns:a="http://schemas.openxmlformats.org/drawingml/2006/main">
              <a:ext uri="{FF2B5EF4-FFF2-40B4-BE49-F238E27FC236}">
                <a16:creationId xmlns:a16="http://schemas.microsoft.com/office/drawing/2014/main" id="{BFDBD5D1-02C2-4452-AB5B-D319CD0D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70934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结果导出</a:t>
            </a:r>
          </a:p>
        </p:txBody>
      </p:sp>
      <p:sp>
        <p:nvSpPr>
          <p:cNvPr id="26" name="p33-矩形-0026">
            <a:extLst xmlns:a="http://schemas.openxmlformats.org/drawingml/2006/main">
              <a:ext uri="{FF2B5EF4-FFF2-40B4-BE49-F238E27FC236}">
                <a16:creationId xmlns:a16="http://schemas.microsoft.com/office/drawing/2014/main" id="{EDFA9932-0073-4FB3-8D7D-5F94766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26860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27" name="p33-线-0027">
            <a:extLst xmlns:a="http://schemas.openxmlformats.org/drawingml/2006/main">
              <a:ext uri="{FF2B5EF4-FFF2-40B4-BE49-F238E27FC236}">
                <a16:creationId xmlns:a16="http://schemas.microsoft.com/office/drawing/2014/main" id="{DB2FF046-F0C8-4C48-80A4-7342B496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8" name="p33-线-0028">
            <a:extLst xmlns:a="http://schemas.openxmlformats.org/drawingml/2006/main">
              <a:ext uri="{FF2B5EF4-FFF2-40B4-BE49-F238E27FC236}">
                <a16:creationId xmlns:a16="http://schemas.microsoft.com/office/drawing/2014/main" id="{4A309031-B248-4959-B568-0AC23416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9" name="p33-线-0029">
            <a:extLst xmlns:a="http://schemas.openxmlformats.org/drawingml/2006/main">
              <a:ext uri="{FF2B5EF4-FFF2-40B4-BE49-F238E27FC236}">
                <a16:creationId xmlns:a16="http://schemas.microsoft.com/office/drawing/2014/main" id="{237D678F-C6F0-4CAD-9210-EAAD5128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0" name="p33-线-0030">
            <a:extLst xmlns:a="http://schemas.openxmlformats.org/drawingml/2006/main">
              <a:ext uri="{FF2B5EF4-FFF2-40B4-BE49-F238E27FC236}">
                <a16:creationId xmlns:a16="http://schemas.microsoft.com/office/drawing/2014/main" id="{B984A284-B6CF-4E0C-86FA-DAE5E34C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1" name="p33-线-0031">
            <a:extLst xmlns:a="http://schemas.openxmlformats.org/drawingml/2006/main">
              <a:ext uri="{FF2B5EF4-FFF2-40B4-BE49-F238E27FC236}">
                <a16:creationId xmlns:a16="http://schemas.microsoft.com/office/drawing/2014/main" id="{7C77F760-D853-40D5-8C22-74B0E726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2" name="p33-线-0032">
            <a:extLst xmlns:a="http://schemas.openxmlformats.org/drawingml/2006/main">
              <a:ext uri="{FF2B5EF4-FFF2-40B4-BE49-F238E27FC236}">
                <a16:creationId xmlns:a16="http://schemas.microsoft.com/office/drawing/2014/main" id="{E917D859-4126-4785-AA92-E3A7C9DF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3" name="p33-线-0033">
            <a:extLst xmlns:a="http://schemas.openxmlformats.org/drawingml/2006/main">
              <a:ext uri="{FF2B5EF4-FFF2-40B4-BE49-F238E27FC236}">
                <a16:creationId xmlns:a16="http://schemas.microsoft.com/office/drawing/2014/main" id="{8C7B5177-561D-4AEC-8792-FD12889E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4" name="p33-线-0034">
            <a:extLst xmlns:a="http://schemas.openxmlformats.org/drawingml/2006/main">
              <a:ext uri="{FF2B5EF4-FFF2-40B4-BE49-F238E27FC236}">
                <a16:creationId xmlns:a16="http://schemas.microsoft.com/office/drawing/2014/main" id="{92AE3EE5-34C0-405B-85C3-832CA656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5" name="p33-线-0035">
            <a:extLst xmlns:a="http://schemas.openxmlformats.org/drawingml/2006/main">
              <a:ext uri="{FF2B5EF4-FFF2-40B4-BE49-F238E27FC236}">
                <a16:creationId xmlns:a16="http://schemas.microsoft.com/office/drawing/2014/main" id="{7A0925C7-24B1-490F-A149-DC14534F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6" name="p33-线-0036">
            <a:extLst xmlns:a="http://schemas.openxmlformats.org/drawingml/2006/main">
              <a:ext uri="{FF2B5EF4-FFF2-40B4-BE49-F238E27FC236}">
                <a16:creationId xmlns:a16="http://schemas.microsoft.com/office/drawing/2014/main" id="{BD3FDC09-0053-4E4C-9AE0-6A1A6A9C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7" name="p33-线-0037">
            <a:extLst xmlns:a="http://schemas.openxmlformats.org/drawingml/2006/main">
              <a:ext uri="{FF2B5EF4-FFF2-40B4-BE49-F238E27FC236}">
                <a16:creationId xmlns:a16="http://schemas.microsoft.com/office/drawing/2014/main" id="{CB4E6B16-90DD-4675-830E-3C52723C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38" name="p33-线-0038">
            <a:extLst xmlns:a="http://schemas.openxmlformats.org/drawingml/2006/main">
              <a:ext uri="{FF2B5EF4-FFF2-40B4-BE49-F238E27FC236}">
                <a16:creationId xmlns:a16="http://schemas.microsoft.com/office/drawing/2014/main" id="{8DA677ED-D1C2-4AED-AC71-0FFAD225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39" name="p33-线-0039">
            <a:extLst xmlns:a="http://schemas.openxmlformats.org/drawingml/2006/main">
              <a:ext uri="{FF2B5EF4-FFF2-40B4-BE49-F238E27FC236}">
                <a16:creationId xmlns:a16="http://schemas.microsoft.com/office/drawing/2014/main" id="{58982B7D-2DC4-4BF3-82DB-AFC9DF04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0" name="p33-线-0040">
            <a:extLst xmlns:a="http://schemas.openxmlformats.org/drawingml/2006/main">
              <a:ext uri="{FF2B5EF4-FFF2-40B4-BE49-F238E27FC236}">
                <a16:creationId xmlns:a16="http://schemas.microsoft.com/office/drawing/2014/main" id="{548162DC-C280-4553-AF8B-90C3EAB0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1" name="p33-线-0041">
            <a:extLst xmlns:a="http://schemas.openxmlformats.org/drawingml/2006/main">
              <a:ext uri="{FF2B5EF4-FFF2-40B4-BE49-F238E27FC236}">
                <a16:creationId xmlns:a16="http://schemas.microsoft.com/office/drawing/2014/main" id="{7ADCD154-8D73-463A-AFC0-20E9A64E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2" name="p33-线-0042">
            <a:extLst xmlns:a="http://schemas.openxmlformats.org/drawingml/2006/main">
              <a:ext uri="{FF2B5EF4-FFF2-40B4-BE49-F238E27FC236}">
                <a16:creationId xmlns:a16="http://schemas.microsoft.com/office/drawing/2014/main" id="{CF0F551F-A3FD-46DF-8F3A-C9437E8D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3" name="p33-线-0043">
            <a:extLst xmlns:a="http://schemas.openxmlformats.org/drawingml/2006/main">
              <a:ext uri="{FF2B5EF4-FFF2-40B4-BE49-F238E27FC236}">
                <a16:creationId xmlns:a16="http://schemas.microsoft.com/office/drawing/2014/main" id="{E18EED9A-4AD2-4EFC-A1A6-2978F24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4" name="p33-线-0044">
            <a:extLst xmlns:a="http://schemas.openxmlformats.org/drawingml/2006/main">
              <a:ext uri="{FF2B5EF4-FFF2-40B4-BE49-F238E27FC236}">
                <a16:creationId xmlns:a16="http://schemas.microsoft.com/office/drawing/2014/main" id="{BE628AB0-ADC4-4904-A5CA-EB401790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5" name="p33-线-0045">
            <a:extLst xmlns:a="http://schemas.openxmlformats.org/drawingml/2006/main">
              <a:ext uri="{FF2B5EF4-FFF2-40B4-BE49-F238E27FC236}">
                <a16:creationId xmlns:a16="http://schemas.microsoft.com/office/drawing/2014/main" id="{59E9B902-5A48-4856-BB25-938D6DE3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6" name="p33-线-0046">
            <a:extLst xmlns:a="http://schemas.openxmlformats.org/drawingml/2006/main">
              <a:ext uri="{FF2B5EF4-FFF2-40B4-BE49-F238E27FC236}">
                <a16:creationId xmlns:a16="http://schemas.microsoft.com/office/drawing/2014/main" id="{80E11BC5-1745-44DE-8493-06FD7DC2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7" name="p33-线-0047">
            <a:extLst xmlns:a="http://schemas.openxmlformats.org/drawingml/2006/main">
              <a:ext uri="{FF2B5EF4-FFF2-40B4-BE49-F238E27FC236}">
                <a16:creationId xmlns:a16="http://schemas.microsoft.com/office/drawing/2014/main" id="{14483E2F-1FFB-4DF4-B565-457F74BB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48" name="p33-线-0048">
            <a:extLst xmlns:a="http://schemas.openxmlformats.org/drawingml/2006/main">
              <a:ext uri="{FF2B5EF4-FFF2-40B4-BE49-F238E27FC236}">
                <a16:creationId xmlns:a16="http://schemas.microsoft.com/office/drawing/2014/main" id="{7EC8E707-8D10-4840-B3CD-421A3D4F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49" name="p33-线-0049">
            <a:extLst xmlns:a="http://schemas.openxmlformats.org/drawingml/2006/main">
              <a:ext uri="{FF2B5EF4-FFF2-40B4-BE49-F238E27FC236}">
                <a16:creationId xmlns:a16="http://schemas.microsoft.com/office/drawing/2014/main" id="{112439E2-E71A-4200-8EC2-8650C56F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0" name="p33-线-0050">
            <a:extLst xmlns:a="http://schemas.openxmlformats.org/drawingml/2006/main">
              <a:ext uri="{FF2B5EF4-FFF2-40B4-BE49-F238E27FC236}">
                <a16:creationId xmlns:a16="http://schemas.microsoft.com/office/drawing/2014/main" id="{2D69723F-646E-4765-AEA5-6B485E2B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1" name="p33-线-0051">
            <a:extLst xmlns:a="http://schemas.openxmlformats.org/drawingml/2006/main">
              <a:ext uri="{FF2B5EF4-FFF2-40B4-BE49-F238E27FC236}">
                <a16:creationId xmlns:a16="http://schemas.microsoft.com/office/drawing/2014/main" id="{357ED19F-839C-4D02-81FF-B5688077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2" name="p33-线-0052">
            <a:extLst xmlns:a="http://schemas.openxmlformats.org/drawingml/2006/main">
              <a:ext uri="{FF2B5EF4-FFF2-40B4-BE49-F238E27FC236}">
                <a16:creationId xmlns:a16="http://schemas.microsoft.com/office/drawing/2014/main" id="{FADC2910-C6E0-4DE4-8BDB-8EAC80BD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3" name="p33-线-0053">
            <a:extLst xmlns:a="http://schemas.openxmlformats.org/drawingml/2006/main">
              <a:ext uri="{FF2B5EF4-FFF2-40B4-BE49-F238E27FC236}">
                <a16:creationId xmlns:a16="http://schemas.microsoft.com/office/drawing/2014/main" id="{D37CDCC8-232F-4455-809F-5EFB55B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4" name="p33-线-0054">
            <a:extLst xmlns:a="http://schemas.openxmlformats.org/drawingml/2006/main">
              <a:ext uri="{FF2B5EF4-FFF2-40B4-BE49-F238E27FC236}">
                <a16:creationId xmlns:a16="http://schemas.microsoft.com/office/drawing/2014/main" id="{59472949-2AE1-435A-95FF-6AA284A7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195262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5" name="p33-线-0055">
            <a:extLst xmlns:a="http://schemas.openxmlformats.org/drawingml/2006/main">
              <a:ext uri="{FF2B5EF4-FFF2-40B4-BE49-F238E27FC236}">
                <a16:creationId xmlns:a16="http://schemas.microsoft.com/office/drawing/2014/main" id="{23DF7831-513E-4F61-9D8A-B74F4F27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6" name="p33-线-0056">
            <a:extLst xmlns:a="http://schemas.openxmlformats.org/drawingml/2006/main">
              <a:ext uri="{FF2B5EF4-FFF2-40B4-BE49-F238E27FC236}">
                <a16:creationId xmlns:a16="http://schemas.microsoft.com/office/drawing/2014/main" id="{25CDC84A-3743-4BBB-909D-726F6485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195262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57" name="p33-线-0057">
            <a:extLst xmlns:a="http://schemas.openxmlformats.org/drawingml/2006/main">
              <a:ext uri="{FF2B5EF4-FFF2-40B4-BE49-F238E27FC236}">
                <a16:creationId xmlns:a16="http://schemas.microsoft.com/office/drawing/2014/main" id="{66662F4C-7372-4291-ACD3-5922EEB8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5262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8" name="p33-线-0058">
            <a:extLst xmlns:a="http://schemas.openxmlformats.org/drawingml/2006/main">
              <a:ext uri="{FF2B5EF4-FFF2-40B4-BE49-F238E27FC236}">
                <a16:creationId xmlns:a16="http://schemas.microsoft.com/office/drawing/2014/main" id="{8FC12255-2DC2-43AA-8FC5-D2F884C7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33-线-0059">
            <a:extLst xmlns:a="http://schemas.openxmlformats.org/drawingml/2006/main">
              <a:ext uri="{FF2B5EF4-FFF2-40B4-BE49-F238E27FC236}">
                <a16:creationId xmlns:a16="http://schemas.microsoft.com/office/drawing/2014/main" id="{91D49448-135A-4E4E-B60E-63CE1E89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33-线-0060">
            <a:extLst xmlns:a="http://schemas.openxmlformats.org/drawingml/2006/main">
              <a:ext uri="{FF2B5EF4-FFF2-40B4-BE49-F238E27FC236}">
                <a16:creationId xmlns:a16="http://schemas.microsoft.com/office/drawing/2014/main" id="{1BF23B1A-A366-4DD8-891A-E3494DE5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33-线-0061">
            <a:extLst xmlns:a="http://schemas.openxmlformats.org/drawingml/2006/main">
              <a:ext uri="{FF2B5EF4-FFF2-40B4-BE49-F238E27FC236}">
                <a16:creationId xmlns:a16="http://schemas.microsoft.com/office/drawing/2014/main" id="{68CC8DE1-975B-463F-B843-E9E2C0C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33-线-0062">
            <a:extLst xmlns:a="http://schemas.openxmlformats.org/drawingml/2006/main">
              <a:ext uri="{FF2B5EF4-FFF2-40B4-BE49-F238E27FC236}">
                <a16:creationId xmlns:a16="http://schemas.microsoft.com/office/drawing/2014/main" id="{A2C98CE6-5DC3-4787-A5F8-87D32F99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33-线-0063">
            <a:extLst xmlns:a="http://schemas.openxmlformats.org/drawingml/2006/main">
              <a:ext uri="{FF2B5EF4-FFF2-40B4-BE49-F238E27FC236}">
                <a16:creationId xmlns:a16="http://schemas.microsoft.com/office/drawing/2014/main" id="{D4805FD5-225B-4CDB-B4DB-E944C130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33-线-0064">
            <a:extLst xmlns:a="http://schemas.openxmlformats.org/drawingml/2006/main">
              <a:ext uri="{FF2B5EF4-FFF2-40B4-BE49-F238E27FC236}">
                <a16:creationId xmlns:a16="http://schemas.microsoft.com/office/drawing/2014/main" id="{CEE339D9-B216-4909-90A5-C38CCCC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33-线-0065">
            <a:extLst xmlns:a="http://schemas.openxmlformats.org/drawingml/2006/main">
              <a:ext uri="{FF2B5EF4-FFF2-40B4-BE49-F238E27FC236}">
                <a16:creationId xmlns:a16="http://schemas.microsoft.com/office/drawing/2014/main" id="{55C95A12-B3C8-4403-96B6-222ECC3F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33-线-0066">
            <a:extLst xmlns:a="http://schemas.openxmlformats.org/drawingml/2006/main">
              <a:ext uri="{FF2B5EF4-FFF2-40B4-BE49-F238E27FC236}">
                <a16:creationId xmlns:a16="http://schemas.microsoft.com/office/drawing/2014/main" id="{9D003DA7-C65D-4D6C-AB77-B65F511B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7" name="p33-线-0067">
            <a:extLst xmlns:a="http://schemas.openxmlformats.org/drawingml/2006/main">
              <a:ext uri="{FF2B5EF4-FFF2-40B4-BE49-F238E27FC236}">
                <a16:creationId xmlns:a16="http://schemas.microsoft.com/office/drawing/2014/main" id="{D84E16BF-CB24-4358-BBC1-E6170DAB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33-线-0068">
            <a:extLst xmlns:a="http://schemas.openxmlformats.org/drawingml/2006/main">
              <a:ext uri="{FF2B5EF4-FFF2-40B4-BE49-F238E27FC236}">
                <a16:creationId xmlns:a16="http://schemas.microsoft.com/office/drawing/2014/main" id="{5F731B5B-EA7F-4A37-9C8E-47340A0F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33-线-0069">
            <a:extLst xmlns:a="http://schemas.openxmlformats.org/drawingml/2006/main">
              <a:ext uri="{FF2B5EF4-FFF2-40B4-BE49-F238E27FC236}">
                <a16:creationId xmlns:a16="http://schemas.microsoft.com/office/drawing/2014/main" id="{56BC27BB-0D2F-4642-B690-3D4AF7B8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33-线-0070">
            <a:extLst xmlns:a="http://schemas.openxmlformats.org/drawingml/2006/main">
              <a:ext uri="{FF2B5EF4-FFF2-40B4-BE49-F238E27FC236}">
                <a16:creationId xmlns:a16="http://schemas.microsoft.com/office/drawing/2014/main" id="{8E53190E-CD4E-4BD6-8637-1C5228F1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33-线-0071">
            <a:extLst xmlns:a="http://schemas.openxmlformats.org/drawingml/2006/main">
              <a:ext uri="{FF2B5EF4-FFF2-40B4-BE49-F238E27FC236}">
                <a16:creationId xmlns:a16="http://schemas.microsoft.com/office/drawing/2014/main" id="{CDF901CB-00C5-4D20-A5C4-C7FB6C2D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33-线-0072">
            <a:extLst xmlns:a="http://schemas.openxmlformats.org/drawingml/2006/main">
              <a:ext uri="{FF2B5EF4-FFF2-40B4-BE49-F238E27FC236}">
                <a16:creationId xmlns:a16="http://schemas.microsoft.com/office/drawing/2014/main" id="{FB5A67EA-48C6-482F-8B55-B4A26E93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3" name="p33-线-0073">
            <a:extLst xmlns:a="http://schemas.openxmlformats.org/drawingml/2006/main">
              <a:ext uri="{FF2B5EF4-FFF2-40B4-BE49-F238E27FC236}">
                <a16:creationId xmlns:a16="http://schemas.microsoft.com/office/drawing/2014/main" id="{99B29F76-BA01-46DC-A2C4-7C594241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33-线-0074">
            <a:extLst xmlns:a="http://schemas.openxmlformats.org/drawingml/2006/main">
              <a:ext uri="{FF2B5EF4-FFF2-40B4-BE49-F238E27FC236}">
                <a16:creationId xmlns:a16="http://schemas.microsoft.com/office/drawing/2014/main" id="{83808FDB-819E-47A4-882F-BEBEACB9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33-线-0075">
            <a:extLst xmlns:a="http://schemas.openxmlformats.org/drawingml/2006/main">
              <a:ext uri="{FF2B5EF4-FFF2-40B4-BE49-F238E27FC236}">
                <a16:creationId xmlns:a16="http://schemas.microsoft.com/office/drawing/2014/main" id="{4048A5BD-3887-44BA-A833-8AFAF472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6" name="p33-线-0076">
            <a:extLst xmlns:a="http://schemas.openxmlformats.org/drawingml/2006/main">
              <a:ext uri="{FF2B5EF4-FFF2-40B4-BE49-F238E27FC236}">
                <a16:creationId xmlns:a16="http://schemas.microsoft.com/office/drawing/2014/main" id="{F380DF0D-9549-4B1F-BA51-ADC7AE75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33-线-0077">
            <a:extLst xmlns:a="http://schemas.openxmlformats.org/drawingml/2006/main">
              <a:ext uri="{FF2B5EF4-FFF2-40B4-BE49-F238E27FC236}">
                <a16:creationId xmlns:a16="http://schemas.microsoft.com/office/drawing/2014/main" id="{D36878C8-E6DA-4FC4-BD81-869AFC9A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33-线-0078">
            <a:extLst xmlns:a="http://schemas.openxmlformats.org/drawingml/2006/main">
              <a:ext uri="{FF2B5EF4-FFF2-40B4-BE49-F238E27FC236}">
                <a16:creationId xmlns:a16="http://schemas.microsoft.com/office/drawing/2014/main" id="{A9A6CF53-8CCC-4662-85A9-A04C38D3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9" name="p33-线-0079">
            <a:extLst xmlns:a="http://schemas.openxmlformats.org/drawingml/2006/main">
              <a:ext uri="{FF2B5EF4-FFF2-40B4-BE49-F238E27FC236}">
                <a16:creationId xmlns:a16="http://schemas.microsoft.com/office/drawing/2014/main" id="{B14E28E4-BB8F-4C48-926C-A550683D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33-线-0080">
            <a:extLst xmlns:a="http://schemas.openxmlformats.org/drawingml/2006/main">
              <a:ext uri="{FF2B5EF4-FFF2-40B4-BE49-F238E27FC236}">
                <a16:creationId xmlns:a16="http://schemas.microsoft.com/office/drawing/2014/main" id="{A0AD97C2-85D8-4A3E-B878-75BBABFC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33-线-0081">
            <a:extLst xmlns:a="http://schemas.openxmlformats.org/drawingml/2006/main">
              <a:ext uri="{FF2B5EF4-FFF2-40B4-BE49-F238E27FC236}">
                <a16:creationId xmlns:a16="http://schemas.microsoft.com/office/drawing/2014/main" id="{69E46927-A07D-4E3E-9163-9A485ECD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2" name="p33-线-0082">
            <a:extLst xmlns:a="http://schemas.openxmlformats.org/drawingml/2006/main">
              <a:ext uri="{FF2B5EF4-FFF2-40B4-BE49-F238E27FC236}">
                <a16:creationId xmlns:a16="http://schemas.microsoft.com/office/drawing/2014/main" id="{75806B86-5ECD-4921-8F6E-3221D83C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33-线-0083">
            <a:extLst xmlns:a="http://schemas.openxmlformats.org/drawingml/2006/main">
              <a:ext uri="{FF2B5EF4-FFF2-40B4-BE49-F238E27FC236}">
                <a16:creationId xmlns:a16="http://schemas.microsoft.com/office/drawing/2014/main" id="{640F4AE3-84EC-4C3B-884E-9308310E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33-线-0084">
            <a:extLst xmlns:a="http://schemas.openxmlformats.org/drawingml/2006/main">
              <a:ext uri="{FF2B5EF4-FFF2-40B4-BE49-F238E27FC236}">
                <a16:creationId xmlns:a16="http://schemas.microsoft.com/office/drawing/2014/main" id="{1D9D57FA-5B7F-4A0E-8512-5E298B4C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5" name="p33-线-0085">
            <a:extLst xmlns:a="http://schemas.openxmlformats.org/drawingml/2006/main">
              <a:ext uri="{FF2B5EF4-FFF2-40B4-BE49-F238E27FC236}">
                <a16:creationId xmlns:a16="http://schemas.microsoft.com/office/drawing/2014/main" id="{32B7DF23-508F-49E1-872B-E2D8F48A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25266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33-线-0086">
            <a:extLst xmlns:a="http://schemas.openxmlformats.org/drawingml/2006/main">
              <a:ext uri="{FF2B5EF4-FFF2-40B4-BE49-F238E27FC236}">
                <a16:creationId xmlns:a16="http://schemas.microsoft.com/office/drawing/2014/main" id="{C5F0ADCC-5F4A-4832-A7E2-C36E4E99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33-线-0087">
            <a:extLst xmlns:a="http://schemas.openxmlformats.org/drawingml/2006/main">
              <a:ext uri="{FF2B5EF4-FFF2-40B4-BE49-F238E27FC236}">
                <a16:creationId xmlns:a16="http://schemas.microsoft.com/office/drawing/2014/main" id="{E55A7B0F-E867-436A-9C38-FE0AAA41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25266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8" name="p33-线-0088">
            <a:extLst xmlns:a="http://schemas.openxmlformats.org/drawingml/2006/main">
              <a:ext uri="{FF2B5EF4-FFF2-40B4-BE49-F238E27FC236}">
                <a16:creationId xmlns:a16="http://schemas.microsoft.com/office/drawing/2014/main" id="{5587EE41-82E8-413B-B225-8D389049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25266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33-线-0089">
            <a:extLst xmlns:a="http://schemas.openxmlformats.org/drawingml/2006/main">
              <a:ext uri="{FF2B5EF4-FFF2-40B4-BE49-F238E27FC236}">
                <a16:creationId xmlns:a16="http://schemas.microsoft.com/office/drawing/2014/main" id="{46733270-7062-4FF0-B75D-CA0E885E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33-线-0090">
            <a:extLst xmlns:a="http://schemas.openxmlformats.org/drawingml/2006/main">
              <a:ext uri="{FF2B5EF4-FFF2-40B4-BE49-F238E27FC236}">
                <a16:creationId xmlns:a16="http://schemas.microsoft.com/office/drawing/2014/main" id="{9D4B656B-9E5B-4760-B6D5-138C90A0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33-线-0091">
            <a:extLst xmlns:a="http://schemas.openxmlformats.org/drawingml/2006/main">
              <a:ext uri="{FF2B5EF4-FFF2-40B4-BE49-F238E27FC236}">
                <a16:creationId xmlns:a16="http://schemas.microsoft.com/office/drawing/2014/main" id="{655630DB-BB0B-4FF2-8C47-0DD54F6C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33-线-0092">
            <a:extLst xmlns:a="http://schemas.openxmlformats.org/drawingml/2006/main">
              <a:ext uri="{FF2B5EF4-FFF2-40B4-BE49-F238E27FC236}">
                <a16:creationId xmlns:a16="http://schemas.microsoft.com/office/drawing/2014/main" id="{FB0D16A2-CD40-48D1-9FD9-EAEFA3B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33-线-0093">
            <a:extLst xmlns:a="http://schemas.openxmlformats.org/drawingml/2006/main">
              <a:ext uri="{FF2B5EF4-FFF2-40B4-BE49-F238E27FC236}">
                <a16:creationId xmlns:a16="http://schemas.microsoft.com/office/drawing/2014/main" id="{2C07FCD8-DB89-47F5-B782-CB33E9B5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33-线-0094">
            <a:extLst xmlns:a="http://schemas.openxmlformats.org/drawingml/2006/main">
              <a:ext uri="{FF2B5EF4-FFF2-40B4-BE49-F238E27FC236}">
                <a16:creationId xmlns:a16="http://schemas.microsoft.com/office/drawing/2014/main" id="{93A0285C-242B-4B4E-9815-65E6BB30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33-线-0095">
            <a:extLst xmlns:a="http://schemas.openxmlformats.org/drawingml/2006/main">
              <a:ext uri="{FF2B5EF4-FFF2-40B4-BE49-F238E27FC236}">
                <a16:creationId xmlns:a16="http://schemas.microsoft.com/office/drawing/2014/main" id="{93B86E59-7040-4BF8-A119-CA5B52C3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33-线-0096">
            <a:extLst xmlns:a="http://schemas.openxmlformats.org/drawingml/2006/main">
              <a:ext uri="{FF2B5EF4-FFF2-40B4-BE49-F238E27FC236}">
                <a16:creationId xmlns:a16="http://schemas.microsoft.com/office/drawing/2014/main" id="{754EE3F1-F916-4582-BA72-CA4B6743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33-线-0097">
            <a:extLst xmlns:a="http://schemas.openxmlformats.org/drawingml/2006/main">
              <a:ext uri="{FF2B5EF4-FFF2-40B4-BE49-F238E27FC236}">
                <a16:creationId xmlns:a16="http://schemas.microsoft.com/office/drawing/2014/main" id="{4001E979-8A66-48BD-8DE0-1E3CFF4A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33-线-0098">
            <a:extLst xmlns:a="http://schemas.openxmlformats.org/drawingml/2006/main">
              <a:ext uri="{FF2B5EF4-FFF2-40B4-BE49-F238E27FC236}">
                <a16:creationId xmlns:a16="http://schemas.microsoft.com/office/drawing/2014/main" id="{D4120AFE-7894-472F-BAF6-C515F054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33-线-0099">
            <a:extLst xmlns:a="http://schemas.openxmlformats.org/drawingml/2006/main">
              <a:ext uri="{FF2B5EF4-FFF2-40B4-BE49-F238E27FC236}">
                <a16:creationId xmlns:a16="http://schemas.microsoft.com/office/drawing/2014/main" id="{E39B83E8-0AAF-47E1-B091-B7F118DA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33-线-0100">
            <a:extLst xmlns:a="http://schemas.openxmlformats.org/drawingml/2006/main">
              <a:ext uri="{FF2B5EF4-FFF2-40B4-BE49-F238E27FC236}">
                <a16:creationId xmlns:a16="http://schemas.microsoft.com/office/drawing/2014/main" id="{39B605D3-0FFE-4424-88B9-5D985DB1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33-线-0101">
            <a:extLst xmlns:a="http://schemas.openxmlformats.org/drawingml/2006/main">
              <a:ext uri="{FF2B5EF4-FFF2-40B4-BE49-F238E27FC236}">
                <a16:creationId xmlns:a16="http://schemas.microsoft.com/office/drawing/2014/main" id="{AC5877AE-D9C5-43C9-A9CD-501D04E9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33-线-0102">
            <a:extLst xmlns:a="http://schemas.openxmlformats.org/drawingml/2006/main">
              <a:ext uri="{FF2B5EF4-FFF2-40B4-BE49-F238E27FC236}">
                <a16:creationId xmlns:a16="http://schemas.microsoft.com/office/drawing/2014/main" id="{86287534-7DC7-44AC-8CA4-53CAF05F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33-线-0103">
            <a:extLst xmlns:a="http://schemas.openxmlformats.org/drawingml/2006/main">
              <a:ext uri="{FF2B5EF4-FFF2-40B4-BE49-F238E27FC236}">
                <a16:creationId xmlns:a16="http://schemas.microsoft.com/office/drawing/2014/main" id="{C1CCCF76-407D-4755-8699-DCE5044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33-线-0104">
            <a:extLst xmlns:a="http://schemas.openxmlformats.org/drawingml/2006/main">
              <a:ext uri="{FF2B5EF4-FFF2-40B4-BE49-F238E27FC236}">
                <a16:creationId xmlns:a16="http://schemas.microsoft.com/office/drawing/2014/main" id="{B4A0C605-1B15-49C8-A693-17E5DE18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33-线-0105">
            <a:extLst xmlns:a="http://schemas.openxmlformats.org/drawingml/2006/main">
              <a:ext uri="{FF2B5EF4-FFF2-40B4-BE49-F238E27FC236}">
                <a16:creationId xmlns:a16="http://schemas.microsoft.com/office/drawing/2014/main" id="{01AC19A2-BC1C-4087-BF96-43001A3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33-线-0106">
            <a:extLst xmlns:a="http://schemas.openxmlformats.org/drawingml/2006/main">
              <a:ext uri="{FF2B5EF4-FFF2-40B4-BE49-F238E27FC236}">
                <a16:creationId xmlns:a16="http://schemas.microsoft.com/office/drawing/2014/main" id="{ED771B38-D912-4FD1-B8B4-626F817E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33-线-0107">
            <a:extLst xmlns:a="http://schemas.openxmlformats.org/drawingml/2006/main">
              <a:ext uri="{FF2B5EF4-FFF2-40B4-BE49-F238E27FC236}">
                <a16:creationId xmlns:a16="http://schemas.microsoft.com/office/drawing/2014/main" id="{53EA76BF-D253-4605-A0EC-7B8EB800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33-线-0108">
            <a:extLst xmlns:a="http://schemas.openxmlformats.org/drawingml/2006/main">
              <a:ext uri="{FF2B5EF4-FFF2-40B4-BE49-F238E27FC236}">
                <a16:creationId xmlns:a16="http://schemas.microsoft.com/office/drawing/2014/main" id="{B73886A3-AC12-4505-AE9A-ED03FC2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33-线-0109">
            <a:extLst xmlns:a="http://schemas.openxmlformats.org/drawingml/2006/main">
              <a:ext uri="{FF2B5EF4-FFF2-40B4-BE49-F238E27FC236}">
                <a16:creationId xmlns:a16="http://schemas.microsoft.com/office/drawing/2014/main" id="{4FB2A26E-1F33-45DD-8CB6-3062FCEF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33-线-0110">
            <a:extLst xmlns:a="http://schemas.openxmlformats.org/drawingml/2006/main">
              <a:ext uri="{FF2B5EF4-FFF2-40B4-BE49-F238E27FC236}">
                <a16:creationId xmlns:a16="http://schemas.microsoft.com/office/drawing/2014/main" id="{D6C57513-F07C-4186-8C7E-C0AEA5B0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33-线-0111">
            <a:extLst xmlns:a="http://schemas.openxmlformats.org/drawingml/2006/main">
              <a:ext uri="{FF2B5EF4-FFF2-40B4-BE49-F238E27FC236}">
                <a16:creationId xmlns:a16="http://schemas.microsoft.com/office/drawing/2014/main" id="{153AFB2B-18C2-45F1-9FD5-4B14EE21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33-线-0112">
            <a:extLst xmlns:a="http://schemas.openxmlformats.org/drawingml/2006/main">
              <a:ext uri="{FF2B5EF4-FFF2-40B4-BE49-F238E27FC236}">
                <a16:creationId xmlns:a16="http://schemas.microsoft.com/office/drawing/2014/main" id="{88BC802B-E00E-41D6-A5CE-473B53AA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33-线-0113">
            <a:extLst xmlns:a="http://schemas.openxmlformats.org/drawingml/2006/main">
              <a:ext uri="{FF2B5EF4-FFF2-40B4-BE49-F238E27FC236}">
                <a16:creationId xmlns:a16="http://schemas.microsoft.com/office/drawing/2014/main" id="{EE2388A8-69E5-433D-8084-81881956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33-线-0114">
            <a:extLst xmlns:a="http://schemas.openxmlformats.org/drawingml/2006/main">
              <a:ext uri="{FF2B5EF4-FFF2-40B4-BE49-F238E27FC236}">
                <a16:creationId xmlns:a16="http://schemas.microsoft.com/office/drawing/2014/main" id="{B867B013-83A0-415E-9048-77F013F0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33-线-0115">
            <a:extLst xmlns:a="http://schemas.openxmlformats.org/drawingml/2006/main">
              <a:ext uri="{FF2B5EF4-FFF2-40B4-BE49-F238E27FC236}">
                <a16:creationId xmlns:a16="http://schemas.microsoft.com/office/drawing/2014/main" id="{E52A2379-C1E7-4129-A214-172594A0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6" name="p33-线-0116">
            <a:extLst xmlns:a="http://schemas.openxmlformats.org/drawingml/2006/main">
              <a:ext uri="{FF2B5EF4-FFF2-40B4-BE49-F238E27FC236}">
                <a16:creationId xmlns:a16="http://schemas.microsoft.com/office/drawing/2014/main" id="{D4371EFD-D05B-44D4-8E98-3EED0C0F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55270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33-线-0117">
            <a:extLst xmlns:a="http://schemas.openxmlformats.org/drawingml/2006/main">
              <a:ext uri="{FF2B5EF4-FFF2-40B4-BE49-F238E27FC236}">
                <a16:creationId xmlns:a16="http://schemas.microsoft.com/office/drawing/2014/main" id="{0F26B97D-F5A2-4612-8A2A-F552A0B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33-线-0118">
            <a:extLst xmlns:a="http://schemas.openxmlformats.org/drawingml/2006/main">
              <a:ext uri="{FF2B5EF4-FFF2-40B4-BE49-F238E27FC236}">
                <a16:creationId xmlns:a16="http://schemas.microsoft.com/office/drawing/2014/main" id="{69C90DE4-F087-49CD-836D-20592660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552700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9" name="p33-线-0119">
            <a:extLst xmlns:a="http://schemas.openxmlformats.org/drawingml/2006/main">
              <a:ext uri="{FF2B5EF4-FFF2-40B4-BE49-F238E27FC236}">
                <a16:creationId xmlns:a16="http://schemas.microsoft.com/office/drawing/2014/main" id="{AB000F79-8EE1-4D28-B1E7-060B1220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33-线-0120">
            <a:extLst xmlns:a="http://schemas.openxmlformats.org/drawingml/2006/main">
              <a:ext uri="{FF2B5EF4-FFF2-40B4-BE49-F238E27FC236}">
                <a16:creationId xmlns:a16="http://schemas.microsoft.com/office/drawing/2014/main" id="{3C65193D-FE70-4F70-ACD0-80BB7B3A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33-线-0121">
            <a:extLst xmlns:a="http://schemas.openxmlformats.org/drawingml/2006/main">
              <a:ext uri="{FF2B5EF4-FFF2-40B4-BE49-F238E27FC236}">
                <a16:creationId xmlns:a16="http://schemas.microsoft.com/office/drawing/2014/main" id="{B260B923-CFF3-4A90-B3A3-6709AE92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33-线-0122">
            <a:extLst xmlns:a="http://schemas.openxmlformats.org/drawingml/2006/main">
              <a:ext uri="{FF2B5EF4-FFF2-40B4-BE49-F238E27FC236}">
                <a16:creationId xmlns:a16="http://schemas.microsoft.com/office/drawing/2014/main" id="{24C0CFFD-7F19-45C1-A2AB-7EABE544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33-线-0123">
            <a:extLst xmlns:a="http://schemas.openxmlformats.org/drawingml/2006/main">
              <a:ext uri="{FF2B5EF4-FFF2-40B4-BE49-F238E27FC236}">
                <a16:creationId xmlns:a16="http://schemas.microsoft.com/office/drawing/2014/main" id="{9E25FA9C-86CD-408B-9A08-32431D5F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33-线-0124">
            <a:extLst xmlns:a="http://schemas.openxmlformats.org/drawingml/2006/main">
              <a:ext uri="{FF2B5EF4-FFF2-40B4-BE49-F238E27FC236}">
                <a16:creationId xmlns:a16="http://schemas.microsoft.com/office/drawing/2014/main" id="{AC7398EA-56E1-4DE1-8001-EB694D4F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33-线-0125">
            <a:extLst xmlns:a="http://schemas.openxmlformats.org/drawingml/2006/main">
              <a:ext uri="{FF2B5EF4-FFF2-40B4-BE49-F238E27FC236}">
                <a16:creationId xmlns:a16="http://schemas.microsoft.com/office/drawing/2014/main" id="{2CF68396-833F-4C54-8D26-AFF0D3E3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33-线-0126">
            <a:extLst xmlns:a="http://schemas.openxmlformats.org/drawingml/2006/main">
              <a:ext uri="{FF2B5EF4-FFF2-40B4-BE49-F238E27FC236}">
                <a16:creationId xmlns:a16="http://schemas.microsoft.com/office/drawing/2014/main" id="{499E1B53-E4E8-4973-A906-7899FBBD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33-线-0127">
            <a:extLst xmlns:a="http://schemas.openxmlformats.org/drawingml/2006/main">
              <a:ext uri="{FF2B5EF4-FFF2-40B4-BE49-F238E27FC236}">
                <a16:creationId xmlns:a16="http://schemas.microsoft.com/office/drawing/2014/main" id="{6DF7B2EE-7F92-414D-9538-17BEEEA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33-线-0128">
            <a:extLst xmlns:a="http://schemas.openxmlformats.org/drawingml/2006/main">
              <a:ext uri="{FF2B5EF4-FFF2-40B4-BE49-F238E27FC236}">
                <a16:creationId xmlns:a16="http://schemas.microsoft.com/office/drawing/2014/main" id="{D0D31D15-615D-47D0-A695-B4C59D4B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33-线-0129">
            <a:extLst xmlns:a="http://schemas.openxmlformats.org/drawingml/2006/main">
              <a:ext uri="{FF2B5EF4-FFF2-40B4-BE49-F238E27FC236}">
                <a16:creationId xmlns:a16="http://schemas.microsoft.com/office/drawing/2014/main" id="{932FE5F2-F21C-4045-84FB-02671D8B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33-线-0130">
            <a:extLst xmlns:a="http://schemas.openxmlformats.org/drawingml/2006/main">
              <a:ext uri="{FF2B5EF4-FFF2-40B4-BE49-F238E27FC236}">
                <a16:creationId xmlns:a16="http://schemas.microsoft.com/office/drawing/2014/main" id="{017D787F-83A0-44C7-896C-91E6B5E6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33-线-0131">
            <a:extLst xmlns:a="http://schemas.openxmlformats.org/drawingml/2006/main">
              <a:ext uri="{FF2B5EF4-FFF2-40B4-BE49-F238E27FC236}">
                <a16:creationId xmlns:a16="http://schemas.microsoft.com/office/drawing/2014/main" id="{9B7F050F-08AD-44F6-9804-F08A9BAA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33-线-0132">
            <a:extLst xmlns:a="http://schemas.openxmlformats.org/drawingml/2006/main">
              <a:ext uri="{FF2B5EF4-FFF2-40B4-BE49-F238E27FC236}">
                <a16:creationId xmlns:a16="http://schemas.microsoft.com/office/drawing/2014/main" id="{FC217C39-7239-46F8-AAE3-0474B23A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33-线-0133">
            <a:extLst xmlns:a="http://schemas.openxmlformats.org/drawingml/2006/main">
              <a:ext uri="{FF2B5EF4-FFF2-40B4-BE49-F238E27FC236}">
                <a16:creationId xmlns:a16="http://schemas.microsoft.com/office/drawing/2014/main" id="{51F68878-B8FB-4631-95BD-7068572D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33-线-0134">
            <a:extLst xmlns:a="http://schemas.openxmlformats.org/drawingml/2006/main">
              <a:ext uri="{FF2B5EF4-FFF2-40B4-BE49-F238E27FC236}">
                <a16:creationId xmlns:a16="http://schemas.microsoft.com/office/drawing/2014/main" id="{13489609-F32D-47E9-822B-5FCA7EE2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33-线-0135">
            <a:extLst xmlns:a="http://schemas.openxmlformats.org/drawingml/2006/main">
              <a:ext uri="{FF2B5EF4-FFF2-40B4-BE49-F238E27FC236}">
                <a16:creationId xmlns:a16="http://schemas.microsoft.com/office/drawing/2014/main" id="{08973E1D-CF9A-4023-922C-5B1CDEF6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33-线-0136">
            <a:extLst xmlns:a="http://schemas.openxmlformats.org/drawingml/2006/main">
              <a:ext uri="{FF2B5EF4-FFF2-40B4-BE49-F238E27FC236}">
                <a16:creationId xmlns:a16="http://schemas.microsoft.com/office/drawing/2014/main" id="{08B61FE7-1E8F-4ABA-B66B-57C85A7E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33-线-0137">
            <a:extLst xmlns:a="http://schemas.openxmlformats.org/drawingml/2006/main">
              <a:ext uri="{FF2B5EF4-FFF2-40B4-BE49-F238E27FC236}">
                <a16:creationId xmlns:a16="http://schemas.microsoft.com/office/drawing/2014/main" id="{D3E045C8-34EC-4382-8CE2-3CB39589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33-线-0138">
            <a:extLst xmlns:a="http://schemas.openxmlformats.org/drawingml/2006/main">
              <a:ext uri="{FF2B5EF4-FFF2-40B4-BE49-F238E27FC236}">
                <a16:creationId xmlns:a16="http://schemas.microsoft.com/office/drawing/2014/main" id="{B6D734B3-D347-4ACB-92EA-0A3E3F15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33-线-0139">
            <a:extLst xmlns:a="http://schemas.openxmlformats.org/drawingml/2006/main">
              <a:ext uri="{FF2B5EF4-FFF2-40B4-BE49-F238E27FC236}">
                <a16:creationId xmlns:a16="http://schemas.microsoft.com/office/drawing/2014/main" id="{353C8392-1C9D-486C-A775-C9F161C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33-线-0140">
            <a:extLst xmlns:a="http://schemas.openxmlformats.org/drawingml/2006/main">
              <a:ext uri="{FF2B5EF4-FFF2-40B4-BE49-F238E27FC236}">
                <a16:creationId xmlns:a16="http://schemas.microsoft.com/office/drawing/2014/main" id="{29E657E2-4B44-41B9-BAB2-7F80BCD7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33-线-0141">
            <a:extLst xmlns:a="http://schemas.openxmlformats.org/drawingml/2006/main">
              <a:ext uri="{FF2B5EF4-FFF2-40B4-BE49-F238E27FC236}">
                <a16:creationId xmlns:a16="http://schemas.microsoft.com/office/drawing/2014/main" id="{5FE1D13C-7A8C-4E0F-8DEC-A77EE5EB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33-线-0142">
            <a:extLst xmlns:a="http://schemas.openxmlformats.org/drawingml/2006/main">
              <a:ext uri="{FF2B5EF4-FFF2-40B4-BE49-F238E27FC236}">
                <a16:creationId xmlns:a16="http://schemas.microsoft.com/office/drawing/2014/main" id="{A8CAB781-71FF-4627-A31C-9913924F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33-线-0143">
            <a:extLst xmlns:a="http://schemas.openxmlformats.org/drawingml/2006/main">
              <a:ext uri="{FF2B5EF4-FFF2-40B4-BE49-F238E27FC236}">
                <a16:creationId xmlns:a16="http://schemas.microsoft.com/office/drawing/2014/main" id="{7CCAE120-1710-4990-8FAE-6AD995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33-线-0144">
            <a:extLst xmlns:a="http://schemas.openxmlformats.org/drawingml/2006/main">
              <a:ext uri="{FF2B5EF4-FFF2-40B4-BE49-F238E27FC236}">
                <a16:creationId xmlns:a16="http://schemas.microsoft.com/office/drawing/2014/main" id="{95014562-E84D-4CC0-8516-2BD0777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33-线-0145">
            <a:extLst xmlns:a="http://schemas.openxmlformats.org/drawingml/2006/main">
              <a:ext uri="{FF2B5EF4-FFF2-40B4-BE49-F238E27FC236}">
                <a16:creationId xmlns:a16="http://schemas.microsoft.com/office/drawing/2014/main" id="{36DCA970-457E-45F8-A287-93AD3508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33-线-0146">
            <a:extLst xmlns:a="http://schemas.openxmlformats.org/drawingml/2006/main">
              <a:ext uri="{FF2B5EF4-FFF2-40B4-BE49-F238E27FC236}">
                <a16:creationId xmlns:a16="http://schemas.microsoft.com/office/drawing/2014/main" id="{69D02F25-9DC6-4ED2-9657-213A56D6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7" name="p33-线-0147">
            <a:extLst xmlns:a="http://schemas.openxmlformats.org/drawingml/2006/main">
              <a:ext uri="{FF2B5EF4-FFF2-40B4-BE49-F238E27FC236}">
                <a16:creationId xmlns:a16="http://schemas.microsoft.com/office/drawing/2014/main" id="{A3D1239E-1E73-444D-87D9-932A6E2A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852738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33-线-0148">
            <a:extLst xmlns:a="http://schemas.openxmlformats.org/drawingml/2006/main">
              <a:ext uri="{FF2B5EF4-FFF2-40B4-BE49-F238E27FC236}">
                <a16:creationId xmlns:a16="http://schemas.microsoft.com/office/drawing/2014/main" id="{51F63B50-D8EA-4879-AEFB-449D528B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33-线-0149">
            <a:extLst xmlns:a="http://schemas.openxmlformats.org/drawingml/2006/main">
              <a:ext uri="{FF2B5EF4-FFF2-40B4-BE49-F238E27FC236}">
                <a16:creationId xmlns:a16="http://schemas.microsoft.com/office/drawing/2014/main" id="{8F92685B-9659-4658-BB41-A1C7737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2852738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0" name="p33-线-0150">
            <a:extLst xmlns:a="http://schemas.openxmlformats.org/drawingml/2006/main">
              <a:ext uri="{FF2B5EF4-FFF2-40B4-BE49-F238E27FC236}">
                <a16:creationId xmlns:a16="http://schemas.microsoft.com/office/drawing/2014/main" id="{5E2A0CF7-DC40-4161-ACA0-5816BBEC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2738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33-线-0151">
            <a:extLst xmlns:a="http://schemas.openxmlformats.org/drawingml/2006/main">
              <a:ext uri="{FF2B5EF4-FFF2-40B4-BE49-F238E27FC236}">
                <a16:creationId xmlns:a16="http://schemas.microsoft.com/office/drawing/2014/main" id="{A6A10516-CA6E-4C9C-AED4-BEA1B973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33-线-0152">
            <a:extLst xmlns:a="http://schemas.openxmlformats.org/drawingml/2006/main">
              <a:ext uri="{FF2B5EF4-FFF2-40B4-BE49-F238E27FC236}">
                <a16:creationId xmlns:a16="http://schemas.microsoft.com/office/drawing/2014/main" id="{776BD598-42AD-4F9A-9C32-CC4AF860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33-线-0153">
            <a:extLst xmlns:a="http://schemas.openxmlformats.org/drawingml/2006/main">
              <a:ext uri="{FF2B5EF4-FFF2-40B4-BE49-F238E27FC236}">
                <a16:creationId xmlns:a16="http://schemas.microsoft.com/office/drawing/2014/main" id="{4D240BC7-4E7C-4E99-ACFF-D1FDE92D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33-线-0154">
            <a:extLst xmlns:a="http://schemas.openxmlformats.org/drawingml/2006/main">
              <a:ext uri="{FF2B5EF4-FFF2-40B4-BE49-F238E27FC236}">
                <a16:creationId xmlns:a16="http://schemas.microsoft.com/office/drawing/2014/main" id="{06E9F3DE-A819-4F83-8C65-504B2B7F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33-线-0155">
            <a:extLst xmlns:a="http://schemas.openxmlformats.org/drawingml/2006/main">
              <a:ext uri="{FF2B5EF4-FFF2-40B4-BE49-F238E27FC236}">
                <a16:creationId xmlns:a16="http://schemas.microsoft.com/office/drawing/2014/main" id="{4A35F641-92E2-45E4-B3DD-93CD05C2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33-线-0156">
            <a:extLst xmlns:a="http://schemas.openxmlformats.org/drawingml/2006/main">
              <a:ext uri="{FF2B5EF4-FFF2-40B4-BE49-F238E27FC236}">
                <a16:creationId xmlns:a16="http://schemas.microsoft.com/office/drawing/2014/main" id="{B6278554-ED5A-46F6-BCC2-DF4C656C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33-线-0157">
            <a:extLst xmlns:a="http://schemas.openxmlformats.org/drawingml/2006/main">
              <a:ext uri="{FF2B5EF4-FFF2-40B4-BE49-F238E27FC236}">
                <a16:creationId xmlns:a16="http://schemas.microsoft.com/office/drawing/2014/main" id="{46727A69-0BFF-4467-8AEA-F24329D2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33-线-0158">
            <a:extLst xmlns:a="http://schemas.openxmlformats.org/drawingml/2006/main">
              <a:ext uri="{FF2B5EF4-FFF2-40B4-BE49-F238E27FC236}">
                <a16:creationId xmlns:a16="http://schemas.microsoft.com/office/drawing/2014/main" id="{172DE133-AB1E-417A-82B1-126D2B0A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33-线-0159">
            <a:extLst xmlns:a="http://schemas.openxmlformats.org/drawingml/2006/main">
              <a:ext uri="{FF2B5EF4-FFF2-40B4-BE49-F238E27FC236}">
                <a16:creationId xmlns:a16="http://schemas.microsoft.com/office/drawing/2014/main" id="{6204F82B-DFB0-4B66-AE3E-8FB9389D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33-线-0160">
            <a:extLst xmlns:a="http://schemas.openxmlformats.org/drawingml/2006/main">
              <a:ext uri="{FF2B5EF4-FFF2-40B4-BE49-F238E27FC236}">
                <a16:creationId xmlns:a16="http://schemas.microsoft.com/office/drawing/2014/main" id="{7A471B4C-C65A-4020-9FE3-DFAC5CB3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33-线-0161">
            <a:extLst xmlns:a="http://schemas.openxmlformats.org/drawingml/2006/main">
              <a:ext uri="{FF2B5EF4-FFF2-40B4-BE49-F238E27FC236}">
                <a16:creationId xmlns:a16="http://schemas.microsoft.com/office/drawing/2014/main" id="{E174F3AC-37FE-404D-9EFC-1AC73B39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33-线-0162">
            <a:extLst xmlns:a="http://schemas.openxmlformats.org/drawingml/2006/main">
              <a:ext uri="{FF2B5EF4-FFF2-40B4-BE49-F238E27FC236}">
                <a16:creationId xmlns:a16="http://schemas.microsoft.com/office/drawing/2014/main" id="{2CD9F292-D902-4B40-A006-CFBF6656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33-线-0163">
            <a:extLst xmlns:a="http://schemas.openxmlformats.org/drawingml/2006/main">
              <a:ext uri="{FF2B5EF4-FFF2-40B4-BE49-F238E27FC236}">
                <a16:creationId xmlns:a16="http://schemas.microsoft.com/office/drawing/2014/main" id="{693F0A34-9277-425F-8533-BC97B2FD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33-线-0164">
            <a:extLst xmlns:a="http://schemas.openxmlformats.org/drawingml/2006/main">
              <a:ext uri="{FF2B5EF4-FFF2-40B4-BE49-F238E27FC236}">
                <a16:creationId xmlns:a16="http://schemas.microsoft.com/office/drawing/2014/main" id="{1C40D467-684E-42EF-BDFF-17F71EA3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33-线-0165">
            <a:extLst xmlns:a="http://schemas.openxmlformats.org/drawingml/2006/main">
              <a:ext uri="{FF2B5EF4-FFF2-40B4-BE49-F238E27FC236}">
                <a16:creationId xmlns:a16="http://schemas.microsoft.com/office/drawing/2014/main" id="{5D301F42-1AEC-4FDD-94F3-A06DD073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33-线-0166">
            <a:extLst xmlns:a="http://schemas.openxmlformats.org/drawingml/2006/main">
              <a:ext uri="{FF2B5EF4-FFF2-40B4-BE49-F238E27FC236}">
                <a16:creationId xmlns:a16="http://schemas.microsoft.com/office/drawing/2014/main" id="{F95C4C00-F0EA-4D24-9EAF-FE0F9BF2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33-线-0167">
            <a:extLst xmlns:a="http://schemas.openxmlformats.org/drawingml/2006/main">
              <a:ext uri="{FF2B5EF4-FFF2-40B4-BE49-F238E27FC236}">
                <a16:creationId xmlns:a16="http://schemas.microsoft.com/office/drawing/2014/main" id="{F718A249-4137-43F8-BB25-4AF100B5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33-线-0168">
            <a:extLst xmlns:a="http://schemas.openxmlformats.org/drawingml/2006/main">
              <a:ext uri="{FF2B5EF4-FFF2-40B4-BE49-F238E27FC236}">
                <a16:creationId xmlns:a16="http://schemas.microsoft.com/office/drawing/2014/main" id="{1269B17C-29BE-4B55-AF5C-91479463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33-线-0169">
            <a:extLst xmlns:a="http://schemas.openxmlformats.org/drawingml/2006/main">
              <a:ext uri="{FF2B5EF4-FFF2-40B4-BE49-F238E27FC236}">
                <a16:creationId xmlns:a16="http://schemas.microsoft.com/office/drawing/2014/main" id="{C00BAEC9-12A4-45BF-9502-9BF5EB25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33-线-0170">
            <a:extLst xmlns:a="http://schemas.openxmlformats.org/drawingml/2006/main">
              <a:ext uri="{FF2B5EF4-FFF2-40B4-BE49-F238E27FC236}">
                <a16:creationId xmlns:a16="http://schemas.microsoft.com/office/drawing/2014/main" id="{921DDFAC-D661-48AC-9D37-D2B97606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33-线-0171">
            <a:extLst xmlns:a="http://schemas.openxmlformats.org/drawingml/2006/main">
              <a:ext uri="{FF2B5EF4-FFF2-40B4-BE49-F238E27FC236}">
                <a16:creationId xmlns:a16="http://schemas.microsoft.com/office/drawing/2014/main" id="{21754A97-394C-4FFB-AAE3-C6996391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33-线-0172">
            <a:extLst xmlns:a="http://schemas.openxmlformats.org/drawingml/2006/main">
              <a:ext uri="{FF2B5EF4-FFF2-40B4-BE49-F238E27FC236}">
                <a16:creationId xmlns:a16="http://schemas.microsoft.com/office/drawing/2014/main" id="{30B43871-DDF2-4745-8D69-109D619B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33-线-0173">
            <a:extLst xmlns:a="http://schemas.openxmlformats.org/drawingml/2006/main">
              <a:ext uri="{FF2B5EF4-FFF2-40B4-BE49-F238E27FC236}">
                <a16:creationId xmlns:a16="http://schemas.microsoft.com/office/drawing/2014/main" id="{DA3E19C1-780C-440B-BA8D-847647C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33-线-0174">
            <a:extLst xmlns:a="http://schemas.openxmlformats.org/drawingml/2006/main">
              <a:ext uri="{FF2B5EF4-FFF2-40B4-BE49-F238E27FC236}">
                <a16:creationId xmlns:a16="http://schemas.microsoft.com/office/drawing/2014/main" id="{82137008-5438-4134-A75D-177447E7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33-线-0175">
            <a:extLst xmlns:a="http://schemas.openxmlformats.org/drawingml/2006/main">
              <a:ext uri="{FF2B5EF4-FFF2-40B4-BE49-F238E27FC236}">
                <a16:creationId xmlns:a16="http://schemas.microsoft.com/office/drawing/2014/main" id="{11673F01-99EC-4D56-BE40-7559287F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33-线-0176">
            <a:extLst xmlns:a="http://schemas.openxmlformats.org/drawingml/2006/main">
              <a:ext uri="{FF2B5EF4-FFF2-40B4-BE49-F238E27FC236}">
                <a16:creationId xmlns:a16="http://schemas.microsoft.com/office/drawing/2014/main" id="{9EC2C45A-6EFA-4E7E-A86C-6DEEF801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33-线-0177">
            <a:extLst xmlns:a="http://schemas.openxmlformats.org/drawingml/2006/main">
              <a:ext uri="{FF2B5EF4-FFF2-40B4-BE49-F238E27FC236}">
                <a16:creationId xmlns:a16="http://schemas.microsoft.com/office/drawing/2014/main" id="{9C112DCA-3C27-486D-AB7E-86E21AA3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8" name="p33-线-0178">
            <a:extLst xmlns:a="http://schemas.openxmlformats.org/drawingml/2006/main">
              <a:ext uri="{FF2B5EF4-FFF2-40B4-BE49-F238E27FC236}">
                <a16:creationId xmlns:a16="http://schemas.microsoft.com/office/drawing/2014/main" id="{5356B5AE-CBF6-4DB7-AB03-881976BA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152775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33-线-0179">
            <a:extLst xmlns:a="http://schemas.openxmlformats.org/drawingml/2006/main">
              <a:ext uri="{FF2B5EF4-FFF2-40B4-BE49-F238E27FC236}">
                <a16:creationId xmlns:a16="http://schemas.microsoft.com/office/drawing/2014/main" id="{9CDF969C-951F-4772-A53E-D83475E7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33-线-0180">
            <a:extLst xmlns:a="http://schemas.openxmlformats.org/drawingml/2006/main">
              <a:ext uri="{FF2B5EF4-FFF2-40B4-BE49-F238E27FC236}">
                <a16:creationId xmlns:a16="http://schemas.microsoft.com/office/drawing/2014/main" id="{9586A56B-0E32-4279-8FF5-F96B1D8C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152775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1" name="p33-线-0181">
            <a:extLst xmlns:a="http://schemas.openxmlformats.org/drawingml/2006/main">
              <a:ext uri="{FF2B5EF4-FFF2-40B4-BE49-F238E27FC236}">
                <a16:creationId xmlns:a16="http://schemas.microsoft.com/office/drawing/2014/main" id="{A97CED71-7904-4DF2-9888-4F1F6CA8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52775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33-线-0182">
            <a:extLst xmlns:a="http://schemas.openxmlformats.org/drawingml/2006/main">
              <a:ext uri="{FF2B5EF4-FFF2-40B4-BE49-F238E27FC236}">
                <a16:creationId xmlns:a16="http://schemas.microsoft.com/office/drawing/2014/main" id="{15395D2A-D6A4-4939-8752-4D56CCF0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33-线-0183">
            <a:extLst xmlns:a="http://schemas.openxmlformats.org/drawingml/2006/main">
              <a:ext uri="{FF2B5EF4-FFF2-40B4-BE49-F238E27FC236}">
                <a16:creationId xmlns:a16="http://schemas.microsoft.com/office/drawing/2014/main" id="{4245203F-D927-4B7E-A9F9-D940E61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33-线-0184">
            <a:extLst xmlns:a="http://schemas.openxmlformats.org/drawingml/2006/main">
              <a:ext uri="{FF2B5EF4-FFF2-40B4-BE49-F238E27FC236}">
                <a16:creationId xmlns:a16="http://schemas.microsoft.com/office/drawing/2014/main" id="{C4D31ACF-0105-4032-9C16-CD1C47CD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33-线-0185">
            <a:extLst xmlns:a="http://schemas.openxmlformats.org/drawingml/2006/main">
              <a:ext uri="{FF2B5EF4-FFF2-40B4-BE49-F238E27FC236}">
                <a16:creationId xmlns:a16="http://schemas.microsoft.com/office/drawing/2014/main" id="{8EEBD243-C17D-4DA8-B68F-AD1093F2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33-线-0186">
            <a:extLst xmlns:a="http://schemas.openxmlformats.org/drawingml/2006/main">
              <a:ext uri="{FF2B5EF4-FFF2-40B4-BE49-F238E27FC236}">
                <a16:creationId xmlns:a16="http://schemas.microsoft.com/office/drawing/2014/main" id="{3EDE34BD-ABA3-45E5-A733-0489332F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33-线-0187">
            <a:extLst xmlns:a="http://schemas.openxmlformats.org/drawingml/2006/main">
              <a:ext uri="{FF2B5EF4-FFF2-40B4-BE49-F238E27FC236}">
                <a16:creationId xmlns:a16="http://schemas.microsoft.com/office/drawing/2014/main" id="{BD5F8850-F99A-46CA-B37D-2AC515BB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33-线-0188">
            <a:extLst xmlns:a="http://schemas.openxmlformats.org/drawingml/2006/main">
              <a:ext uri="{FF2B5EF4-FFF2-40B4-BE49-F238E27FC236}">
                <a16:creationId xmlns:a16="http://schemas.microsoft.com/office/drawing/2014/main" id="{3176444F-C4C2-4FD5-B503-D9054BDF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33-线-0189">
            <a:extLst xmlns:a="http://schemas.openxmlformats.org/drawingml/2006/main">
              <a:ext uri="{FF2B5EF4-FFF2-40B4-BE49-F238E27FC236}">
                <a16:creationId xmlns:a16="http://schemas.microsoft.com/office/drawing/2014/main" id="{737169ED-7C91-49BC-A8B9-5717E652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33-线-0190">
            <a:extLst xmlns:a="http://schemas.openxmlformats.org/drawingml/2006/main">
              <a:ext uri="{FF2B5EF4-FFF2-40B4-BE49-F238E27FC236}">
                <a16:creationId xmlns:a16="http://schemas.microsoft.com/office/drawing/2014/main" id="{680FB934-88A9-4245-8639-C54B76A0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33-线-0191">
            <a:extLst xmlns:a="http://schemas.openxmlformats.org/drawingml/2006/main">
              <a:ext uri="{FF2B5EF4-FFF2-40B4-BE49-F238E27FC236}">
                <a16:creationId xmlns:a16="http://schemas.microsoft.com/office/drawing/2014/main" id="{93CF846A-9234-452B-92F3-E9913C11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33-线-0192">
            <a:extLst xmlns:a="http://schemas.openxmlformats.org/drawingml/2006/main">
              <a:ext uri="{FF2B5EF4-FFF2-40B4-BE49-F238E27FC236}">
                <a16:creationId xmlns:a16="http://schemas.microsoft.com/office/drawing/2014/main" id="{2C5586B9-D3D3-49A7-8B39-3D940B7C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33-线-0193">
            <a:extLst xmlns:a="http://schemas.openxmlformats.org/drawingml/2006/main">
              <a:ext uri="{FF2B5EF4-FFF2-40B4-BE49-F238E27FC236}">
                <a16:creationId xmlns:a16="http://schemas.microsoft.com/office/drawing/2014/main" id="{B85C5F4B-E4C8-41BE-972F-690C4244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33-线-0194">
            <a:extLst xmlns:a="http://schemas.openxmlformats.org/drawingml/2006/main">
              <a:ext uri="{FF2B5EF4-FFF2-40B4-BE49-F238E27FC236}">
                <a16:creationId xmlns:a16="http://schemas.microsoft.com/office/drawing/2014/main" id="{A5C17CD4-AAF8-4EFB-BC82-5A8A1FF1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33-线-0195">
            <a:extLst xmlns:a="http://schemas.openxmlformats.org/drawingml/2006/main">
              <a:ext uri="{FF2B5EF4-FFF2-40B4-BE49-F238E27FC236}">
                <a16:creationId xmlns:a16="http://schemas.microsoft.com/office/drawing/2014/main" id="{27A3D3EC-8026-4861-BB8E-C2A642C6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33-线-0196">
            <a:extLst xmlns:a="http://schemas.openxmlformats.org/drawingml/2006/main">
              <a:ext uri="{FF2B5EF4-FFF2-40B4-BE49-F238E27FC236}">
                <a16:creationId xmlns:a16="http://schemas.microsoft.com/office/drawing/2014/main" id="{A769A3A0-24C0-4573-8F73-0FCA23F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7" name="p33-线-0197">
            <a:extLst xmlns:a="http://schemas.openxmlformats.org/drawingml/2006/main">
              <a:ext uri="{FF2B5EF4-FFF2-40B4-BE49-F238E27FC236}">
                <a16:creationId xmlns:a16="http://schemas.microsoft.com/office/drawing/2014/main" id="{B1FB22CF-E664-4E8C-845C-0CD41348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33-线-0198">
            <a:extLst xmlns:a="http://schemas.openxmlformats.org/drawingml/2006/main">
              <a:ext uri="{FF2B5EF4-FFF2-40B4-BE49-F238E27FC236}">
                <a16:creationId xmlns:a16="http://schemas.microsoft.com/office/drawing/2014/main" id="{901BACA8-613C-4AF6-84F5-51F69B1A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33-线-0199">
            <a:extLst xmlns:a="http://schemas.openxmlformats.org/drawingml/2006/main">
              <a:ext uri="{FF2B5EF4-FFF2-40B4-BE49-F238E27FC236}">
                <a16:creationId xmlns:a16="http://schemas.microsoft.com/office/drawing/2014/main" id="{45DD0082-04F9-42E3-A208-47A1A4E1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0" name="p33-线-0200">
            <a:extLst xmlns:a="http://schemas.openxmlformats.org/drawingml/2006/main">
              <a:ext uri="{FF2B5EF4-FFF2-40B4-BE49-F238E27FC236}">
                <a16:creationId xmlns:a16="http://schemas.microsoft.com/office/drawing/2014/main" id="{4403B5ED-0CD8-43A1-A56E-E0369296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33-线-0201">
            <a:extLst xmlns:a="http://schemas.openxmlformats.org/drawingml/2006/main">
              <a:ext uri="{FF2B5EF4-FFF2-40B4-BE49-F238E27FC236}">
                <a16:creationId xmlns:a16="http://schemas.microsoft.com/office/drawing/2014/main" id="{65645889-B51A-4B2E-83D0-39E1F5EE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33-线-0202">
            <a:extLst xmlns:a="http://schemas.openxmlformats.org/drawingml/2006/main">
              <a:ext uri="{FF2B5EF4-FFF2-40B4-BE49-F238E27FC236}">
                <a16:creationId xmlns:a16="http://schemas.microsoft.com/office/drawing/2014/main" id="{D8D2186E-BC5F-43BD-A0CB-26CCDAD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3" name="p33-线-0203">
            <a:extLst xmlns:a="http://schemas.openxmlformats.org/drawingml/2006/main">
              <a:ext uri="{FF2B5EF4-FFF2-40B4-BE49-F238E27FC236}">
                <a16:creationId xmlns:a16="http://schemas.microsoft.com/office/drawing/2014/main" id="{4FBDB873-23C7-47D1-96B1-0495F9D1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33-线-0204">
            <a:extLst xmlns:a="http://schemas.openxmlformats.org/drawingml/2006/main">
              <a:ext uri="{FF2B5EF4-FFF2-40B4-BE49-F238E27FC236}">
                <a16:creationId xmlns:a16="http://schemas.microsoft.com/office/drawing/2014/main" id="{29187778-6910-4392-A7C3-E77A22B8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33-线-0205">
            <a:extLst xmlns:a="http://schemas.openxmlformats.org/drawingml/2006/main">
              <a:ext uri="{FF2B5EF4-FFF2-40B4-BE49-F238E27FC236}">
                <a16:creationId xmlns:a16="http://schemas.microsoft.com/office/drawing/2014/main" id="{95DBF2E0-E668-43D9-8960-78731C1F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6" name="p33-线-0206">
            <a:extLst xmlns:a="http://schemas.openxmlformats.org/drawingml/2006/main">
              <a:ext uri="{FF2B5EF4-FFF2-40B4-BE49-F238E27FC236}">
                <a16:creationId xmlns:a16="http://schemas.microsoft.com/office/drawing/2014/main" id="{34D68329-E398-41D4-8457-2A41165F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33-线-0207">
            <a:extLst xmlns:a="http://schemas.openxmlformats.org/drawingml/2006/main">
              <a:ext uri="{FF2B5EF4-FFF2-40B4-BE49-F238E27FC236}">
                <a16:creationId xmlns:a16="http://schemas.microsoft.com/office/drawing/2014/main" id="{9DEDFC12-934D-4ED7-A3C2-C86D05EF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33-线-0208">
            <a:extLst xmlns:a="http://schemas.openxmlformats.org/drawingml/2006/main">
              <a:ext uri="{FF2B5EF4-FFF2-40B4-BE49-F238E27FC236}">
                <a16:creationId xmlns:a16="http://schemas.microsoft.com/office/drawing/2014/main" id="{0E68486D-5A47-469B-A9B6-F5EE5361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9" name="p33-线-0209">
            <a:extLst xmlns:a="http://schemas.openxmlformats.org/drawingml/2006/main">
              <a:ext uri="{FF2B5EF4-FFF2-40B4-BE49-F238E27FC236}">
                <a16:creationId xmlns:a16="http://schemas.microsoft.com/office/drawing/2014/main" id="{29A8AF0F-474C-4150-9A0D-08F80F6D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452813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33-线-0210">
            <a:extLst xmlns:a="http://schemas.openxmlformats.org/drawingml/2006/main">
              <a:ext uri="{FF2B5EF4-FFF2-40B4-BE49-F238E27FC236}">
                <a16:creationId xmlns:a16="http://schemas.microsoft.com/office/drawing/2014/main" id="{F7A4255B-AE7F-4EBC-8B1D-42979EB3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33-线-0211">
            <a:extLst xmlns:a="http://schemas.openxmlformats.org/drawingml/2006/main">
              <a:ext uri="{FF2B5EF4-FFF2-40B4-BE49-F238E27FC236}">
                <a16:creationId xmlns:a16="http://schemas.microsoft.com/office/drawing/2014/main" id="{2A505ECE-DACB-423F-BA15-71BB5C98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452813"/>
            <a:ext cx="268605" cy="300038"/>
          </a:xfrm>
          <a:custGeom xmlns:a="http://schemas.openxmlformats.org/drawingml/2006/main">
            <a:pathLst>
              <a:path w="268605" h="300038">
                <a:moveTo>
                  <a:pt x="0" y="0"/>
                </a:moveTo>
                <a:lnTo>
                  <a:pt x="268605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2" name="p33-线-0212">
            <a:extLst xmlns:a="http://schemas.openxmlformats.org/drawingml/2006/main">
              <a:ext uri="{FF2B5EF4-FFF2-40B4-BE49-F238E27FC236}">
                <a16:creationId xmlns:a16="http://schemas.microsoft.com/office/drawing/2014/main" id="{CAC79FC6-2A4A-4D1B-9D18-FD1C34E5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52813"/>
            <a:ext cx="95" cy="300038"/>
          </a:xfrm>
          <a:custGeom xmlns:a="http://schemas.openxmlformats.org/drawingml/2006/main">
            <a:pathLst>
              <a:path w="95" h="300038">
                <a:moveTo>
                  <a:pt x="0" y="0"/>
                </a:moveTo>
                <a:lnTo>
                  <a:pt x="0" y="300038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33-线-0213">
            <a:extLst xmlns:a="http://schemas.openxmlformats.org/drawingml/2006/main">
              <a:ext uri="{FF2B5EF4-FFF2-40B4-BE49-F238E27FC236}">
                <a16:creationId xmlns:a16="http://schemas.microsoft.com/office/drawing/2014/main" id="{6CF4A2B5-A4C3-4B31-9052-29535693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33-线-0214">
            <a:extLst xmlns:a="http://schemas.openxmlformats.org/drawingml/2006/main">
              <a:ext uri="{FF2B5EF4-FFF2-40B4-BE49-F238E27FC236}">
                <a16:creationId xmlns:a16="http://schemas.microsoft.com/office/drawing/2014/main" id="{D3DE7952-8C11-4870-B832-724BE99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405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33-线-0215">
            <a:extLst xmlns:a="http://schemas.openxmlformats.org/drawingml/2006/main">
              <a:ext uri="{FF2B5EF4-FFF2-40B4-BE49-F238E27FC236}">
                <a16:creationId xmlns:a16="http://schemas.microsoft.com/office/drawing/2014/main" id="{7800B736-3A3E-4F12-8C92-8FAF47BF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10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6" name="p33-线-0216">
            <a:extLst xmlns:a="http://schemas.openxmlformats.org/drawingml/2006/main">
              <a:ext uri="{FF2B5EF4-FFF2-40B4-BE49-F238E27FC236}">
                <a16:creationId xmlns:a16="http://schemas.microsoft.com/office/drawing/2014/main" id="{C7FB1596-8396-4001-9907-02D150C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33-线-0217">
            <a:extLst xmlns:a="http://schemas.openxmlformats.org/drawingml/2006/main">
              <a:ext uri="{FF2B5EF4-FFF2-40B4-BE49-F238E27FC236}">
                <a16:creationId xmlns:a16="http://schemas.microsoft.com/office/drawing/2014/main" id="{9C06C892-49B7-498B-959B-0AE24060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33-线-0218">
            <a:extLst xmlns:a="http://schemas.openxmlformats.org/drawingml/2006/main">
              <a:ext uri="{FF2B5EF4-FFF2-40B4-BE49-F238E27FC236}">
                <a16:creationId xmlns:a16="http://schemas.microsoft.com/office/drawing/2014/main" id="{FD5C8D03-FEE3-41E8-B999-9C51563D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9" name="p33-线-0219">
            <a:extLst xmlns:a="http://schemas.openxmlformats.org/drawingml/2006/main">
              <a:ext uri="{FF2B5EF4-FFF2-40B4-BE49-F238E27FC236}">
                <a16:creationId xmlns:a16="http://schemas.microsoft.com/office/drawing/2014/main" id="{5C8CC2C2-1671-4355-8047-C813A871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430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0" name="p33-线-0220">
            <a:extLst xmlns:a="http://schemas.openxmlformats.org/drawingml/2006/main">
              <a:ext uri="{FF2B5EF4-FFF2-40B4-BE49-F238E27FC236}">
                <a16:creationId xmlns:a16="http://schemas.microsoft.com/office/drawing/2014/main" id="{3FFEA985-1508-441B-9200-15D35A6C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035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1" name="p33-线-0221">
            <a:extLst xmlns:a="http://schemas.openxmlformats.org/drawingml/2006/main">
              <a:ext uri="{FF2B5EF4-FFF2-40B4-BE49-F238E27FC236}">
                <a16:creationId xmlns:a16="http://schemas.microsoft.com/office/drawing/2014/main" id="{160153B4-6D80-4768-847F-5D1C3775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2" name="p33-线-0222">
            <a:extLst xmlns:a="http://schemas.openxmlformats.org/drawingml/2006/main">
              <a:ext uri="{FF2B5EF4-FFF2-40B4-BE49-F238E27FC236}">
                <a16:creationId xmlns:a16="http://schemas.microsoft.com/office/drawing/2014/main" id="{8680EE25-D8F1-4098-9646-BFD6A2C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245" y="3752850"/>
            <a:ext cx="268605" cy="95"/>
          </a:xfrm>
          <a:custGeom xmlns:a="http://schemas.openxmlformats.org/drawingml/2006/main">
            <a:pathLst>
              <a:path w="268605" h="95">
                <a:moveTo>
                  <a:pt x="0" y="0"/>
                </a:moveTo>
                <a:lnTo>
                  <a:pt x="2686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3" name="p33-椭圆-0223">
            <a:extLst xmlns:a="http://schemas.openxmlformats.org/drawingml/2006/main">
              <a:ext uri="{FF2B5EF4-FFF2-40B4-BE49-F238E27FC236}">
                <a16:creationId xmlns:a16="http://schemas.microsoft.com/office/drawing/2014/main" id="{E634DE9F-8A9B-4C14-BF60-749CE32F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493" y="2434370"/>
            <a:ext cx="295825" cy="2366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4" name="p33-椭圆-0224">
            <a:extLst xmlns:a="http://schemas.openxmlformats.org/drawingml/2006/main">
              <a:ext uri="{FF2B5EF4-FFF2-40B4-BE49-F238E27FC236}">
                <a16:creationId xmlns:a16="http://schemas.microsoft.com/office/drawing/2014/main" id="{E3A598CA-89D8-4681-964E-13B997C2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041" y="2452241"/>
            <a:ext cx="251149" cy="2009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5" name="p33-椭圆-0225">
            <a:extLst xmlns:a="http://schemas.openxmlformats.org/drawingml/2006/main">
              <a:ext uri="{FF2B5EF4-FFF2-40B4-BE49-F238E27FC236}">
                <a16:creationId xmlns:a16="http://schemas.microsoft.com/office/drawing/2014/main" id="{7FBCC80B-4320-4495-9979-E8BDAC42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437" y="2425990"/>
            <a:ext cx="316776" cy="25342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6" name="p33-椭圆-0226">
            <a:extLst xmlns:a="http://schemas.openxmlformats.org/drawingml/2006/main">
              <a:ext uri="{FF2B5EF4-FFF2-40B4-BE49-F238E27FC236}">
                <a16:creationId xmlns:a16="http://schemas.microsoft.com/office/drawing/2014/main" id="{8F3EFBAE-B857-4FBF-A76D-4902DBF9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620" y="2429968"/>
            <a:ext cx="306831" cy="2454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7" name="p33-椭圆-0227">
            <a:extLst xmlns:a="http://schemas.openxmlformats.org/drawingml/2006/main">
              <a:ext uri="{FF2B5EF4-FFF2-40B4-BE49-F238E27FC236}">
                <a16:creationId xmlns:a16="http://schemas.microsoft.com/office/drawing/2014/main" id="{B4E2BB62-6B22-4DED-AF5D-3E3DA270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505" y="2452908"/>
            <a:ext cx="249481" cy="199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8" name="p33-椭圆-0228">
            <a:extLst xmlns:a="http://schemas.openxmlformats.org/drawingml/2006/main">
              <a:ext uri="{FF2B5EF4-FFF2-40B4-BE49-F238E27FC236}">
                <a16:creationId xmlns:a16="http://schemas.microsoft.com/office/drawing/2014/main" id="{D8439378-A085-4680-8CDA-E72386CE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831" y="3052316"/>
            <a:ext cx="251149" cy="2009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29" name="p33-椭圆-0229">
            <a:extLst xmlns:a="http://schemas.openxmlformats.org/drawingml/2006/main">
              <a:ext uri="{FF2B5EF4-FFF2-40B4-BE49-F238E27FC236}">
                <a16:creationId xmlns:a16="http://schemas.microsoft.com/office/drawing/2014/main" id="{07225C71-6FE7-4F2A-B23B-BACE4BCB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27" y="3026065"/>
            <a:ext cx="316776" cy="25342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0" name="p33-椭圆-0230">
            <a:extLst xmlns:a="http://schemas.openxmlformats.org/drawingml/2006/main">
              <a:ext uri="{FF2B5EF4-FFF2-40B4-BE49-F238E27FC236}">
                <a16:creationId xmlns:a16="http://schemas.microsoft.com/office/drawing/2014/main" id="{929BAE8E-9FD6-4FDE-B234-79B12150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9410" y="3030043"/>
            <a:ext cx="306831" cy="2454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1" name="p33-椭圆-0231">
            <a:extLst xmlns:a="http://schemas.openxmlformats.org/drawingml/2006/main">
              <a:ext uri="{FF2B5EF4-FFF2-40B4-BE49-F238E27FC236}">
                <a16:creationId xmlns:a16="http://schemas.microsoft.com/office/drawing/2014/main" id="{78088A68-B62C-4EA7-9771-B8484378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295" y="3052983"/>
            <a:ext cx="249481" cy="1995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2" name="p33-椭圆-0232">
            <a:extLst xmlns:a="http://schemas.openxmlformats.org/drawingml/2006/main">
              <a:ext uri="{FF2B5EF4-FFF2-40B4-BE49-F238E27FC236}">
                <a16:creationId xmlns:a16="http://schemas.microsoft.com/office/drawing/2014/main" id="{BE24D8E8-D744-419E-B260-AE38338B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3666" y="3029912"/>
            <a:ext cx="307158" cy="245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33" name="p33-路径-0233">
            <a:extLst xmlns:a="http://schemas.openxmlformats.org/drawingml/2006/main">
              <a:ext uri="{FF2B5EF4-FFF2-40B4-BE49-F238E27FC236}">
                <a16:creationId xmlns:a16="http://schemas.microsoft.com/office/drawing/2014/main" id="{949CEA5A-0430-40E3-A480-116865DA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6278"/>
            <a:ext cx="2533650" cy="317791"/>
          </a:xfrm>
          <a:custGeom xmlns:a="http://schemas.openxmlformats.org/drawingml/2006/main">
            <a:pathLst>
              <a:path w="2533650" h="317791">
                <a:moveTo>
                  <a:pt x="0" y="130455"/>
                </a:moveTo>
                <a:lnTo>
                  <a:pt x="34354" y="108039"/>
                </a:lnTo>
                <a:lnTo>
                  <a:pt x="69009" y="87995"/>
                </a:lnTo>
                <a:lnTo>
                  <a:pt x="103960" y="70240"/>
                </a:lnTo>
                <a:lnTo>
                  <a:pt x="139200" y="54692"/>
                </a:lnTo>
                <a:lnTo>
                  <a:pt x="174721" y="41271"/>
                </a:lnTo>
                <a:lnTo>
                  <a:pt x="210518" y="29894"/>
                </a:lnTo>
                <a:lnTo>
                  <a:pt x="246584" y="20480"/>
                </a:lnTo>
                <a:lnTo>
                  <a:pt x="282913" y="12948"/>
                </a:lnTo>
                <a:lnTo>
                  <a:pt x="319497" y="7215"/>
                </a:lnTo>
                <a:lnTo>
                  <a:pt x="356331" y="3201"/>
                </a:lnTo>
                <a:lnTo>
                  <a:pt x="430720" y="0"/>
                </a:lnTo>
                <a:lnTo>
                  <a:pt x="506027" y="2693"/>
                </a:lnTo>
                <a:lnTo>
                  <a:pt x="582201" y="10627"/>
                </a:lnTo>
                <a:lnTo>
                  <a:pt x="659188" y="23150"/>
                </a:lnTo>
                <a:lnTo>
                  <a:pt x="736935" y="39608"/>
                </a:lnTo>
                <a:lnTo>
                  <a:pt x="815391" y="59350"/>
                </a:lnTo>
                <a:lnTo>
                  <a:pt x="894504" y="81722"/>
                </a:lnTo>
                <a:lnTo>
                  <a:pt x="1054486" y="131747"/>
                </a:lnTo>
                <a:lnTo>
                  <a:pt x="1216462" y="184462"/>
                </a:lnTo>
                <a:lnTo>
                  <a:pt x="1380011" y="234645"/>
                </a:lnTo>
                <a:lnTo>
                  <a:pt x="1462245" y="257155"/>
                </a:lnTo>
                <a:lnTo>
                  <a:pt x="1544715" y="277075"/>
                </a:lnTo>
                <a:lnTo>
                  <a:pt x="1627368" y="293751"/>
                </a:lnTo>
                <a:lnTo>
                  <a:pt x="1710153" y="306530"/>
                </a:lnTo>
                <a:lnTo>
                  <a:pt x="1793015" y="314761"/>
                </a:lnTo>
                <a:lnTo>
                  <a:pt x="1875904" y="317791"/>
                </a:lnTo>
                <a:lnTo>
                  <a:pt x="1958766" y="314966"/>
                </a:lnTo>
                <a:lnTo>
                  <a:pt x="2000171" y="311154"/>
                </a:lnTo>
                <a:lnTo>
                  <a:pt x="2041550" y="305634"/>
                </a:lnTo>
                <a:lnTo>
                  <a:pt x="2082895" y="298324"/>
                </a:lnTo>
                <a:lnTo>
                  <a:pt x="2124201" y="289142"/>
                </a:lnTo>
                <a:lnTo>
                  <a:pt x="2165461" y="278008"/>
                </a:lnTo>
                <a:lnTo>
                  <a:pt x="2206669" y="264839"/>
                </a:lnTo>
                <a:lnTo>
                  <a:pt x="2247817" y="249553"/>
                </a:lnTo>
                <a:lnTo>
                  <a:pt x="2288900" y="232070"/>
                </a:lnTo>
                <a:lnTo>
                  <a:pt x="2329911" y="212308"/>
                </a:lnTo>
                <a:lnTo>
                  <a:pt x="2370842" y="190184"/>
                </a:lnTo>
                <a:lnTo>
                  <a:pt x="2411689" y="165618"/>
                </a:lnTo>
                <a:lnTo>
                  <a:pt x="2452443" y="138527"/>
                </a:lnTo>
                <a:lnTo>
                  <a:pt x="2493099" y="108831"/>
                </a:lnTo>
                <a:lnTo>
                  <a:pt x="2533650" y="7644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34" name="p33-文本-0234">
            <a:extLst xmlns:a="http://schemas.openxmlformats.org/drawingml/2006/main">
              <a:ext uri="{FF2B5EF4-FFF2-40B4-BE49-F238E27FC236}">
                <a16:creationId xmlns:a16="http://schemas.microsoft.com/office/drawing/2014/main" id="{1CD58417-AEB8-47B9-8897-04AF0A55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93535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235" name="p33-线-0235">
            <a:extLst xmlns:a="http://schemas.openxmlformats.org/drawingml/2006/main">
              <a:ext uri="{FF2B5EF4-FFF2-40B4-BE49-F238E27FC236}">
                <a16:creationId xmlns:a16="http://schemas.microsoft.com/office/drawing/2014/main" id="{7CF4F5F5-1ABA-4E51-AF7A-825E48CC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629025"/>
            <a:ext cx="2314575" cy="95"/>
          </a:xfrm>
          <a:custGeom xmlns:a="http://schemas.openxmlformats.org/drawingml/2006/main">
            <a:pathLst>
              <a:path w="2314575" h="95">
                <a:moveTo>
                  <a:pt x="0" y="0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6" name="p33-线-0236">
            <a:extLst xmlns:a="http://schemas.openxmlformats.org/drawingml/2006/main">
              <a:ext uri="{FF2B5EF4-FFF2-40B4-BE49-F238E27FC236}">
                <a16:creationId xmlns:a16="http://schemas.microsoft.com/office/drawing/2014/main" id="{92D3D557-7ABA-4793-AA2C-5B4E6074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400300"/>
            <a:ext cx="95" cy="1228725"/>
          </a:xfrm>
          <a:custGeom xmlns:a="http://schemas.openxmlformats.org/drawingml/2006/main">
            <a:pathLst>
              <a:path w="95" h="1228725">
                <a:moveTo>
                  <a:pt x="0" y="0"/>
                </a:moveTo>
                <a:lnTo>
                  <a:pt x="0" y="12287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37" name="p33-线-0237">
            <a:extLst xmlns:a="http://schemas.openxmlformats.org/drawingml/2006/main">
              <a:ext uri="{FF2B5EF4-FFF2-40B4-BE49-F238E27FC236}">
                <a16:creationId xmlns:a16="http://schemas.microsoft.com/office/drawing/2014/main" id="{396F2077-576A-4244-8D65-3529B620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707481"/>
            <a:ext cx="2314575" cy="95"/>
          </a:xfrm>
          <a:custGeom xmlns:a="http://schemas.openxmlformats.org/drawingml/2006/main">
            <a:pathLst>
              <a:path w="2314575" h="95">
                <a:moveTo>
                  <a:pt x="0" y="0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8" name="p33-线-0238">
            <a:extLst xmlns:a="http://schemas.openxmlformats.org/drawingml/2006/main">
              <a:ext uri="{FF2B5EF4-FFF2-40B4-BE49-F238E27FC236}">
                <a16:creationId xmlns:a16="http://schemas.microsoft.com/office/drawing/2014/main" id="{1E68D0AD-D736-4EB9-A5B8-A7F0FAA9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014663"/>
            <a:ext cx="2314575" cy="95"/>
          </a:xfrm>
          <a:custGeom xmlns:a="http://schemas.openxmlformats.org/drawingml/2006/main">
            <a:pathLst>
              <a:path w="2314575" h="95">
                <a:moveTo>
                  <a:pt x="0" y="0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9" name="p33-线-0239">
            <a:extLst xmlns:a="http://schemas.openxmlformats.org/drawingml/2006/main">
              <a:ext uri="{FF2B5EF4-FFF2-40B4-BE49-F238E27FC236}">
                <a16:creationId xmlns:a16="http://schemas.microsoft.com/office/drawing/2014/main" id="{B6F2C2D2-D141-4F11-8B60-DDD317F9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321844"/>
            <a:ext cx="2314575" cy="95"/>
          </a:xfrm>
          <a:custGeom xmlns:a="http://schemas.openxmlformats.org/drawingml/2006/main">
            <a:pathLst>
              <a:path w="2314575" h="95">
                <a:moveTo>
                  <a:pt x="0" y="0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0" name="p33-路径-0240">
            <a:extLst xmlns:a="http://schemas.openxmlformats.org/drawingml/2006/main">
              <a:ext uri="{FF2B5EF4-FFF2-40B4-BE49-F238E27FC236}">
                <a16:creationId xmlns:a16="http://schemas.microsoft.com/office/drawing/2014/main" id="{D421B8EE-24B7-444E-803C-4344E5AC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08898"/>
            <a:ext cx="2314575" cy="690563"/>
          </a:xfrm>
          <a:custGeom xmlns:a="http://schemas.openxmlformats.org/drawingml/2006/main">
            <a:pathLst>
              <a:path w="2314575" h="690563">
                <a:moveTo>
                  <a:pt x="0" y="0"/>
                </a:moveTo>
                <a:lnTo>
                  <a:pt x="77153" y="51435"/>
                </a:lnTo>
                <a:lnTo>
                  <a:pt x="154305" y="100013"/>
                </a:lnTo>
                <a:lnTo>
                  <a:pt x="231457" y="144780"/>
                </a:lnTo>
                <a:lnTo>
                  <a:pt x="308610" y="187643"/>
                </a:lnTo>
                <a:lnTo>
                  <a:pt x="385763" y="226695"/>
                </a:lnTo>
                <a:lnTo>
                  <a:pt x="462915" y="263843"/>
                </a:lnTo>
                <a:lnTo>
                  <a:pt x="540068" y="298133"/>
                </a:lnTo>
                <a:lnTo>
                  <a:pt x="617220" y="330518"/>
                </a:lnTo>
                <a:lnTo>
                  <a:pt x="694372" y="360998"/>
                </a:lnTo>
                <a:lnTo>
                  <a:pt x="771525" y="388620"/>
                </a:lnTo>
                <a:lnTo>
                  <a:pt x="848677" y="415290"/>
                </a:lnTo>
                <a:lnTo>
                  <a:pt x="925830" y="440055"/>
                </a:lnTo>
                <a:lnTo>
                  <a:pt x="1002982" y="462915"/>
                </a:lnTo>
                <a:lnTo>
                  <a:pt x="1080135" y="484823"/>
                </a:lnTo>
                <a:lnTo>
                  <a:pt x="1157288" y="504825"/>
                </a:lnTo>
                <a:lnTo>
                  <a:pt x="1234440" y="523875"/>
                </a:lnTo>
                <a:lnTo>
                  <a:pt x="1311593" y="541973"/>
                </a:lnTo>
                <a:lnTo>
                  <a:pt x="1388745" y="558165"/>
                </a:lnTo>
                <a:lnTo>
                  <a:pt x="1465898" y="574358"/>
                </a:lnTo>
                <a:lnTo>
                  <a:pt x="1543050" y="588645"/>
                </a:lnTo>
                <a:lnTo>
                  <a:pt x="1620202" y="601980"/>
                </a:lnTo>
                <a:lnTo>
                  <a:pt x="1697355" y="614363"/>
                </a:lnTo>
                <a:lnTo>
                  <a:pt x="1774507" y="626745"/>
                </a:lnTo>
                <a:lnTo>
                  <a:pt x="1851660" y="638175"/>
                </a:lnTo>
                <a:lnTo>
                  <a:pt x="1928813" y="647700"/>
                </a:lnTo>
                <a:lnTo>
                  <a:pt x="2005965" y="658178"/>
                </a:lnTo>
                <a:lnTo>
                  <a:pt x="2083118" y="666750"/>
                </a:lnTo>
                <a:lnTo>
                  <a:pt x="2160270" y="675323"/>
                </a:lnTo>
                <a:lnTo>
                  <a:pt x="2237423" y="682943"/>
                </a:lnTo>
                <a:lnTo>
                  <a:pt x="2314575" y="69056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41" name="p33-椭圆-0241">
            <a:extLst xmlns:a="http://schemas.openxmlformats.org/drawingml/2006/main">
              <a:ext uri="{FF2B5EF4-FFF2-40B4-BE49-F238E27FC236}">
                <a16:creationId xmlns:a16="http://schemas.microsoft.com/office/drawing/2014/main" id="{DF38B4D4-7EE6-4597-8D83-BB450B70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05" y="258251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2" name="p33-椭圆-0242">
            <a:extLst xmlns:a="http://schemas.openxmlformats.org/drawingml/2006/main">
              <a:ext uri="{FF2B5EF4-FFF2-40B4-BE49-F238E27FC236}">
                <a16:creationId xmlns:a16="http://schemas.microsoft.com/office/drawing/2014/main" id="{30B47919-2D3B-4E94-A8D7-33DA576C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4520" y="284581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3" name="p33-椭圆-0243">
            <a:extLst xmlns:a="http://schemas.openxmlformats.org/drawingml/2006/main">
              <a:ext uri="{FF2B5EF4-FFF2-40B4-BE49-F238E27FC236}">
                <a16:creationId xmlns:a16="http://schemas.microsoft.com/office/drawing/2014/main" id="{E45022B9-F460-4270-A282-88C08106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435" y="302231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4" name="p33-椭圆-0244">
            <a:extLst xmlns:a="http://schemas.openxmlformats.org/drawingml/2006/main">
              <a:ext uri="{FF2B5EF4-FFF2-40B4-BE49-F238E27FC236}">
                <a16:creationId xmlns:a16="http://schemas.microsoft.com/office/drawing/2014/main" id="{E35E3B37-F9D4-4D11-BEDC-A38E5113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1406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5" name="p33-椭圆-0245">
            <a:extLst xmlns:a="http://schemas.openxmlformats.org/drawingml/2006/main">
              <a:ext uri="{FF2B5EF4-FFF2-40B4-BE49-F238E27FC236}">
                <a16:creationId xmlns:a16="http://schemas.microsoft.com/office/drawing/2014/main" id="{537BCDAD-6B7C-4B1A-9403-18005F33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3265" y="321993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6" name="p33-椭圆-0246">
            <a:extLst xmlns:a="http://schemas.openxmlformats.org/drawingml/2006/main">
              <a:ext uri="{FF2B5EF4-FFF2-40B4-BE49-F238E27FC236}">
                <a16:creationId xmlns:a16="http://schemas.microsoft.com/office/drawing/2014/main" id="{A429F623-8FB7-4C39-A94D-AE76A6B4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27309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7" name="p33-路径-0247">
            <a:extLst xmlns:a="http://schemas.openxmlformats.org/drawingml/2006/main">
              <a:ext uri="{FF2B5EF4-FFF2-40B4-BE49-F238E27FC236}">
                <a16:creationId xmlns:a16="http://schemas.microsoft.com/office/drawing/2014/main" id="{CD65F40E-4A90-48BC-BBD7-444EC5D0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08898"/>
            <a:ext cx="2314575" cy="759143"/>
          </a:xfrm>
          <a:custGeom xmlns:a="http://schemas.openxmlformats.org/drawingml/2006/main">
            <a:pathLst>
              <a:path w="2314575" h="759143">
                <a:moveTo>
                  <a:pt x="0" y="0"/>
                </a:moveTo>
                <a:lnTo>
                  <a:pt x="77153" y="76200"/>
                </a:lnTo>
                <a:lnTo>
                  <a:pt x="154305" y="144780"/>
                </a:lnTo>
                <a:lnTo>
                  <a:pt x="231457" y="207645"/>
                </a:lnTo>
                <a:lnTo>
                  <a:pt x="308610" y="263843"/>
                </a:lnTo>
                <a:lnTo>
                  <a:pt x="385763" y="314325"/>
                </a:lnTo>
                <a:lnTo>
                  <a:pt x="462915" y="360998"/>
                </a:lnTo>
                <a:lnTo>
                  <a:pt x="540068" y="401955"/>
                </a:lnTo>
                <a:lnTo>
                  <a:pt x="617220" y="440055"/>
                </a:lnTo>
                <a:lnTo>
                  <a:pt x="694372" y="474345"/>
                </a:lnTo>
                <a:lnTo>
                  <a:pt x="771525" y="504825"/>
                </a:lnTo>
                <a:lnTo>
                  <a:pt x="848677" y="533400"/>
                </a:lnTo>
                <a:lnTo>
                  <a:pt x="925830" y="558165"/>
                </a:lnTo>
                <a:lnTo>
                  <a:pt x="1002982" y="581025"/>
                </a:lnTo>
                <a:lnTo>
                  <a:pt x="1080135" y="601980"/>
                </a:lnTo>
                <a:lnTo>
                  <a:pt x="1157288" y="621030"/>
                </a:lnTo>
                <a:lnTo>
                  <a:pt x="1234440" y="638175"/>
                </a:lnTo>
                <a:lnTo>
                  <a:pt x="1311593" y="653415"/>
                </a:lnTo>
                <a:lnTo>
                  <a:pt x="1388745" y="666750"/>
                </a:lnTo>
                <a:lnTo>
                  <a:pt x="1465898" y="679133"/>
                </a:lnTo>
                <a:lnTo>
                  <a:pt x="1543050" y="690563"/>
                </a:lnTo>
                <a:lnTo>
                  <a:pt x="1620202" y="701040"/>
                </a:lnTo>
                <a:lnTo>
                  <a:pt x="1697355" y="710565"/>
                </a:lnTo>
                <a:lnTo>
                  <a:pt x="1774507" y="719138"/>
                </a:lnTo>
                <a:lnTo>
                  <a:pt x="1851660" y="726758"/>
                </a:lnTo>
                <a:lnTo>
                  <a:pt x="1928813" y="733425"/>
                </a:lnTo>
                <a:lnTo>
                  <a:pt x="2005965" y="740093"/>
                </a:lnTo>
                <a:lnTo>
                  <a:pt x="2083118" y="744855"/>
                </a:lnTo>
                <a:lnTo>
                  <a:pt x="2160270" y="750570"/>
                </a:lnTo>
                <a:lnTo>
                  <a:pt x="2237423" y="755333"/>
                </a:lnTo>
                <a:lnTo>
                  <a:pt x="2314575" y="75914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248" name="p33-椭圆-0248">
            <a:extLst xmlns:a="http://schemas.openxmlformats.org/drawingml/2006/main">
              <a:ext uri="{FF2B5EF4-FFF2-40B4-BE49-F238E27FC236}">
                <a16:creationId xmlns:a16="http://schemas.microsoft.com/office/drawing/2014/main" id="{61C92542-9CB5-4697-BA55-FB0E9CB7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05" y="258251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49" name="p33-椭圆-0249">
            <a:extLst xmlns:a="http://schemas.openxmlformats.org/drawingml/2006/main">
              <a:ext uri="{FF2B5EF4-FFF2-40B4-BE49-F238E27FC236}">
                <a16:creationId xmlns:a16="http://schemas.microsoft.com/office/drawing/2014/main" id="{67426ED8-44BF-4FA2-A167-F17DE793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4520" y="294286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0" name="p33-椭圆-0250">
            <a:extLst xmlns:a="http://schemas.openxmlformats.org/drawingml/2006/main">
              <a:ext uri="{FF2B5EF4-FFF2-40B4-BE49-F238E27FC236}">
                <a16:creationId xmlns:a16="http://schemas.microsoft.com/office/drawing/2014/main" id="{4D51829E-4027-499C-8383-FF625B00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435" y="31406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1" name="p33-椭圆-0251">
            <a:extLst xmlns:a="http://schemas.openxmlformats.org/drawingml/2006/main">
              <a:ext uri="{FF2B5EF4-FFF2-40B4-BE49-F238E27FC236}">
                <a16:creationId xmlns:a16="http://schemas.microsoft.com/office/drawing/2014/main" id="{8F400502-0A97-44C8-B00B-D5579589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24916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2" name="p33-椭圆-0252">
            <a:extLst xmlns:a="http://schemas.openxmlformats.org/drawingml/2006/main">
              <a:ext uri="{FF2B5EF4-FFF2-40B4-BE49-F238E27FC236}">
                <a16:creationId xmlns:a16="http://schemas.microsoft.com/office/drawing/2014/main" id="{A852061A-56DD-4ACA-B94D-C9D74743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3265" y="330873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3" name="p33-椭圆-0253">
            <a:extLst xmlns:a="http://schemas.openxmlformats.org/drawingml/2006/main">
              <a:ext uri="{FF2B5EF4-FFF2-40B4-BE49-F238E27FC236}">
                <a16:creationId xmlns:a16="http://schemas.microsoft.com/office/drawing/2014/main" id="{7CFACA11-5386-4BCD-B1A2-D875AD2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34142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54" name="p33-路径-0254">
            <a:extLst xmlns:a="http://schemas.openxmlformats.org/drawingml/2006/main">
              <a:ext uri="{FF2B5EF4-FFF2-40B4-BE49-F238E27FC236}">
                <a16:creationId xmlns:a16="http://schemas.microsoft.com/office/drawing/2014/main" id="{95A7721F-F649-46D9-BA39-847A6848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08898"/>
            <a:ext cx="2314575" cy="783908"/>
          </a:xfrm>
          <a:custGeom xmlns:a="http://schemas.openxmlformats.org/drawingml/2006/main">
            <a:pathLst>
              <a:path w="2314575" h="783908">
                <a:moveTo>
                  <a:pt x="0" y="0"/>
                </a:moveTo>
                <a:lnTo>
                  <a:pt x="77153" y="100013"/>
                </a:lnTo>
                <a:lnTo>
                  <a:pt x="154305" y="187643"/>
                </a:lnTo>
                <a:lnTo>
                  <a:pt x="231457" y="263843"/>
                </a:lnTo>
                <a:lnTo>
                  <a:pt x="308610" y="330518"/>
                </a:lnTo>
                <a:lnTo>
                  <a:pt x="385763" y="388620"/>
                </a:lnTo>
                <a:lnTo>
                  <a:pt x="462915" y="440055"/>
                </a:lnTo>
                <a:lnTo>
                  <a:pt x="540068" y="484823"/>
                </a:lnTo>
                <a:lnTo>
                  <a:pt x="617220" y="523875"/>
                </a:lnTo>
                <a:lnTo>
                  <a:pt x="694372" y="558165"/>
                </a:lnTo>
                <a:lnTo>
                  <a:pt x="771525" y="588645"/>
                </a:lnTo>
                <a:lnTo>
                  <a:pt x="848677" y="614363"/>
                </a:lnTo>
                <a:lnTo>
                  <a:pt x="925830" y="638175"/>
                </a:lnTo>
                <a:lnTo>
                  <a:pt x="1002982" y="658178"/>
                </a:lnTo>
                <a:lnTo>
                  <a:pt x="1080135" y="675323"/>
                </a:lnTo>
                <a:lnTo>
                  <a:pt x="1157288" y="690563"/>
                </a:lnTo>
                <a:lnTo>
                  <a:pt x="1234440" y="703898"/>
                </a:lnTo>
                <a:lnTo>
                  <a:pt x="1311593" y="716280"/>
                </a:lnTo>
                <a:lnTo>
                  <a:pt x="1388745" y="726758"/>
                </a:lnTo>
                <a:lnTo>
                  <a:pt x="1465898" y="735330"/>
                </a:lnTo>
                <a:lnTo>
                  <a:pt x="1543050" y="743903"/>
                </a:lnTo>
                <a:lnTo>
                  <a:pt x="1620202" y="750570"/>
                </a:lnTo>
                <a:lnTo>
                  <a:pt x="1697355" y="756285"/>
                </a:lnTo>
                <a:lnTo>
                  <a:pt x="1774507" y="762000"/>
                </a:lnTo>
                <a:lnTo>
                  <a:pt x="1851660" y="766763"/>
                </a:lnTo>
                <a:lnTo>
                  <a:pt x="1928813" y="770573"/>
                </a:lnTo>
                <a:lnTo>
                  <a:pt x="2005965" y="774383"/>
                </a:lnTo>
                <a:lnTo>
                  <a:pt x="2083118" y="777240"/>
                </a:lnTo>
                <a:lnTo>
                  <a:pt x="2160270" y="780098"/>
                </a:lnTo>
                <a:lnTo>
                  <a:pt x="2237423" y="782003"/>
                </a:lnTo>
                <a:lnTo>
                  <a:pt x="2314575" y="78390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255" name="p33-椭圆-0255">
            <a:extLst xmlns:a="http://schemas.openxmlformats.org/drawingml/2006/main">
              <a:ext uri="{FF2B5EF4-FFF2-40B4-BE49-F238E27FC236}">
                <a16:creationId xmlns:a16="http://schemas.microsoft.com/office/drawing/2014/main" id="{88EF1A0B-0DC3-4AFE-A8BD-52D5EA51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05" y="258251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6" name="p33-椭圆-0256">
            <a:extLst xmlns:a="http://schemas.openxmlformats.org/drawingml/2006/main">
              <a:ext uri="{FF2B5EF4-FFF2-40B4-BE49-F238E27FC236}">
                <a16:creationId xmlns:a16="http://schemas.microsoft.com/office/drawing/2014/main" id="{A6A37F06-CB1B-452B-8D89-EDFC3FE1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4520" y="302231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7" name="p33-椭圆-0257">
            <a:extLst xmlns:a="http://schemas.openxmlformats.org/drawingml/2006/main">
              <a:ext uri="{FF2B5EF4-FFF2-40B4-BE49-F238E27FC236}">
                <a16:creationId xmlns:a16="http://schemas.microsoft.com/office/drawing/2014/main" id="{9AC05A62-F229-4CE1-84F9-C9B360B0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435" y="321993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8" name="p33-椭圆-0258">
            <a:extLst xmlns:a="http://schemas.openxmlformats.org/drawingml/2006/main">
              <a:ext uri="{FF2B5EF4-FFF2-40B4-BE49-F238E27FC236}">
                <a16:creationId xmlns:a16="http://schemas.microsoft.com/office/drawing/2014/main" id="{8D409C88-B41C-4300-BEEC-CE3636DA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30873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59" name="p33-椭圆-0259">
            <a:extLst xmlns:a="http://schemas.openxmlformats.org/drawingml/2006/main">
              <a:ext uri="{FF2B5EF4-FFF2-40B4-BE49-F238E27FC236}">
                <a16:creationId xmlns:a16="http://schemas.microsoft.com/office/drawing/2014/main" id="{A60D87C2-253C-44E7-826F-B45EF081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3265" y="3348629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0" name="p33-椭圆-0260">
            <a:extLst xmlns:a="http://schemas.openxmlformats.org/drawingml/2006/main">
              <a:ext uri="{FF2B5EF4-FFF2-40B4-BE49-F238E27FC236}">
                <a16:creationId xmlns:a16="http://schemas.microsoft.com/office/drawing/2014/main" id="{2B1D4CE5-D6B4-4976-A3C9-016A2327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6180" y="336655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261" name="p33-文本-0261">
            <a:extLst xmlns:a="http://schemas.openxmlformats.org/drawingml/2006/main">
              <a:ext uri="{FF2B5EF4-FFF2-40B4-BE49-F238E27FC236}">
                <a16:creationId xmlns:a16="http://schemas.microsoft.com/office/drawing/2014/main" id="{6154B0F4-38DF-4E17-B301-A0D093AB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3138" y="372605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262" name="p33-线-0262">
            <a:extLst xmlns:a="http://schemas.openxmlformats.org/drawingml/2006/main">
              <a:ext uri="{FF2B5EF4-FFF2-40B4-BE49-F238E27FC236}">
                <a16:creationId xmlns:a16="http://schemas.microsoft.com/office/drawing/2014/main" id="{27126A2C-DCC9-4060-A4E4-BEEC4B72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2383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63" name="p33-文本-0263">
            <a:extLst xmlns:a="http://schemas.openxmlformats.org/drawingml/2006/main">
              <a:ext uri="{FF2B5EF4-FFF2-40B4-BE49-F238E27FC236}">
                <a16:creationId xmlns:a16="http://schemas.microsoft.com/office/drawing/2014/main" id="{D801BA6E-473C-4C10-AC88-C38D77A8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14545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4" name="p33-线-0264">
            <a:extLst xmlns:a="http://schemas.openxmlformats.org/drawingml/2006/main">
              <a:ext uri="{FF2B5EF4-FFF2-40B4-BE49-F238E27FC236}">
                <a16:creationId xmlns:a16="http://schemas.microsoft.com/office/drawing/2014/main" id="{0511D1CF-7D11-4508-90A1-CB22354B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2383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65" name="p33-文本-0265">
            <a:extLst xmlns:a="http://schemas.openxmlformats.org/drawingml/2006/main">
              <a:ext uri="{FF2B5EF4-FFF2-40B4-BE49-F238E27FC236}">
                <a16:creationId xmlns:a16="http://schemas.microsoft.com/office/drawing/2014/main" id="{644F8A27-22A7-4DA0-A045-030F9A29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14545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6" name="p33-线-0266">
            <a:extLst xmlns:a="http://schemas.openxmlformats.org/drawingml/2006/main">
              <a:ext uri="{FF2B5EF4-FFF2-40B4-BE49-F238E27FC236}">
                <a16:creationId xmlns:a16="http://schemas.microsoft.com/office/drawing/2014/main" id="{3B6182EB-8857-4EAA-80B1-A19C557A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223837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267" name="p33-文本-0267">
            <a:extLst xmlns:a="http://schemas.openxmlformats.org/drawingml/2006/main">
              <a:ext uri="{FF2B5EF4-FFF2-40B4-BE49-F238E27FC236}">
                <a16:creationId xmlns:a16="http://schemas.microsoft.com/office/drawing/2014/main" id="{F21FA7BC-AA68-450B-A1F3-5A1A29E9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214545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68" name="p33-矩形-0268">
            <a:extLst xmlns:a="http://schemas.openxmlformats.org/drawingml/2006/main">
              <a:ext uri="{FF2B5EF4-FFF2-40B4-BE49-F238E27FC236}">
                <a16:creationId xmlns:a16="http://schemas.microsoft.com/office/drawing/2014/main" id="{3181DFFC-7BE3-40B1-A1D7-A7B4CA6A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69" name="p33-矩形-0269">
            <a:extLst xmlns:a="http://schemas.openxmlformats.org/drawingml/2006/main">
              <a:ext uri="{FF2B5EF4-FFF2-40B4-BE49-F238E27FC236}">
                <a16:creationId xmlns:a16="http://schemas.microsoft.com/office/drawing/2014/main" id="{9C1E3F20-69D9-4422-BBF4-CC586AC9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0" name="p33-矩形-0270">
            <a:extLst xmlns:a="http://schemas.openxmlformats.org/drawingml/2006/main">
              <a:ext uri="{FF2B5EF4-FFF2-40B4-BE49-F238E27FC236}">
                <a16:creationId xmlns:a16="http://schemas.microsoft.com/office/drawing/2014/main" id="{ED873395-AA09-4626-9A46-21513AD4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1" name="p33-矩形-0271">
            <a:extLst xmlns:a="http://schemas.openxmlformats.org/drawingml/2006/main">
              <a:ext uri="{FF2B5EF4-FFF2-40B4-BE49-F238E27FC236}">
                <a16:creationId xmlns:a16="http://schemas.microsoft.com/office/drawing/2014/main" id="{1C9137B0-529B-499D-88E0-3F476528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72" name="p33-矩形-0272">
            <a:extLst xmlns:a="http://schemas.openxmlformats.org/drawingml/2006/main">
              <a:ext uri="{FF2B5EF4-FFF2-40B4-BE49-F238E27FC236}">
                <a16:creationId xmlns:a16="http://schemas.microsoft.com/office/drawing/2014/main" id="{CF84234E-DFB2-4B0C-89F0-E6DDAF6E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73" name="p33-矩形-0273">
            <a:extLst xmlns:a="http://schemas.openxmlformats.org/drawingml/2006/main">
              <a:ext uri="{FF2B5EF4-FFF2-40B4-BE49-F238E27FC236}">
                <a16:creationId xmlns:a16="http://schemas.microsoft.com/office/drawing/2014/main" id="{FF1E447C-4E2D-4565-8C3B-E71E0E52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74" name="p33-矩形-0274">
            <a:extLst xmlns:a="http://schemas.openxmlformats.org/drawingml/2006/main">
              <a:ext uri="{FF2B5EF4-FFF2-40B4-BE49-F238E27FC236}">
                <a16:creationId xmlns:a16="http://schemas.microsoft.com/office/drawing/2014/main" id="{E057179C-5029-443A-AF6F-205D7A7E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75" name="p33-矩形-0275">
            <a:extLst xmlns:a="http://schemas.openxmlformats.org/drawingml/2006/main">
              <a:ext uri="{FF2B5EF4-FFF2-40B4-BE49-F238E27FC236}">
                <a16:creationId xmlns:a16="http://schemas.microsoft.com/office/drawing/2014/main" id="{13EFC085-10E8-4310-88D7-FABDF8EC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76" name="p33-矩形-0276">
            <a:extLst xmlns:a="http://schemas.openxmlformats.org/drawingml/2006/main">
              <a:ext uri="{FF2B5EF4-FFF2-40B4-BE49-F238E27FC236}">
                <a16:creationId xmlns:a16="http://schemas.microsoft.com/office/drawing/2014/main" id="{85575D7B-0FEE-46E7-9CE2-FE503164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77" name="p33-矩形-0277">
            <a:extLst xmlns:a="http://schemas.openxmlformats.org/drawingml/2006/main">
              <a:ext uri="{FF2B5EF4-FFF2-40B4-BE49-F238E27FC236}">
                <a16:creationId xmlns:a16="http://schemas.microsoft.com/office/drawing/2014/main" id="{D30DDAA8-8A71-4099-B4B9-C4F55819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78" name="p33-矩形-0278">
            <a:extLst xmlns:a="http://schemas.openxmlformats.org/drawingml/2006/main">
              <a:ext uri="{FF2B5EF4-FFF2-40B4-BE49-F238E27FC236}">
                <a16:creationId xmlns:a16="http://schemas.microsoft.com/office/drawing/2014/main" id="{D5E7024E-87D9-47B8-9419-9F0DCE64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79" name="p33-矩形-0279">
            <a:extLst xmlns:a="http://schemas.openxmlformats.org/drawingml/2006/main">
              <a:ext uri="{FF2B5EF4-FFF2-40B4-BE49-F238E27FC236}">
                <a16:creationId xmlns:a16="http://schemas.microsoft.com/office/drawing/2014/main" id="{753CE809-EA76-49D2-9CDB-6E872864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80" name="p33-矩形-0280">
            <a:extLst xmlns:a="http://schemas.openxmlformats.org/drawingml/2006/main">
              <a:ext uri="{FF2B5EF4-FFF2-40B4-BE49-F238E27FC236}">
                <a16:creationId xmlns:a16="http://schemas.microsoft.com/office/drawing/2014/main" id="{BDCCD923-498A-4C86-9599-4B526EEE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81" name="p33-矩形-0281">
            <a:extLst xmlns:a="http://schemas.openxmlformats.org/drawingml/2006/main">
              <a:ext uri="{FF2B5EF4-FFF2-40B4-BE49-F238E27FC236}">
                <a16:creationId xmlns:a16="http://schemas.microsoft.com/office/drawing/2014/main" id="{4DCC0B53-5F61-49A3-8735-823B7C51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03860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82" name="p33-矩形-0282">
            <a:extLst xmlns:a="http://schemas.openxmlformats.org/drawingml/2006/main">
              <a:ext uri="{FF2B5EF4-FFF2-40B4-BE49-F238E27FC236}">
                <a16:creationId xmlns:a16="http://schemas.microsoft.com/office/drawing/2014/main" id="{57E75393-6A6B-4537-8971-BBD325B0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83" name="p33-矩形-0283">
            <a:extLst xmlns:a="http://schemas.openxmlformats.org/drawingml/2006/main">
              <a:ext uri="{FF2B5EF4-FFF2-40B4-BE49-F238E27FC236}">
                <a16:creationId xmlns:a16="http://schemas.microsoft.com/office/drawing/2014/main" id="{08BDF3A9-BB87-4833-945D-41FDFBB1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4" name="p33-矩形-0284">
            <a:extLst xmlns:a="http://schemas.openxmlformats.org/drawingml/2006/main">
              <a:ext uri="{FF2B5EF4-FFF2-40B4-BE49-F238E27FC236}">
                <a16:creationId xmlns:a16="http://schemas.microsoft.com/office/drawing/2014/main" id="{C43FD431-D8D9-46A5-AF6E-A3F83948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5" name="p33-矩形-0285">
            <a:extLst xmlns:a="http://schemas.openxmlformats.org/drawingml/2006/main">
              <a:ext uri="{FF2B5EF4-FFF2-40B4-BE49-F238E27FC236}">
                <a16:creationId xmlns:a16="http://schemas.microsoft.com/office/drawing/2014/main" id="{8C480EC1-0D78-4A6F-94D6-9B4C3AC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6" name="p33-矩形-0286">
            <a:extLst xmlns:a="http://schemas.openxmlformats.org/drawingml/2006/main">
              <a:ext uri="{FF2B5EF4-FFF2-40B4-BE49-F238E27FC236}">
                <a16:creationId xmlns:a16="http://schemas.microsoft.com/office/drawing/2014/main" id="{22C12B77-D660-462C-8A6F-E5357A0A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87" name="p33-矩形-0287">
            <a:extLst xmlns:a="http://schemas.openxmlformats.org/drawingml/2006/main">
              <a:ext uri="{FF2B5EF4-FFF2-40B4-BE49-F238E27FC236}">
                <a16:creationId xmlns:a16="http://schemas.microsoft.com/office/drawing/2014/main" id="{21A2AB68-993A-43D6-A382-B7302F91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88" name="p33-矩形-0288">
            <a:extLst xmlns:a="http://schemas.openxmlformats.org/drawingml/2006/main">
              <a:ext uri="{FF2B5EF4-FFF2-40B4-BE49-F238E27FC236}">
                <a16:creationId xmlns:a16="http://schemas.microsoft.com/office/drawing/2014/main" id="{C94E9DC7-C8A3-4DE9-A757-85800607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89" name="p33-矩形-0289">
            <a:extLst xmlns:a="http://schemas.openxmlformats.org/drawingml/2006/main">
              <a:ext uri="{FF2B5EF4-FFF2-40B4-BE49-F238E27FC236}">
                <a16:creationId xmlns:a16="http://schemas.microsoft.com/office/drawing/2014/main" id="{DCDED1FC-F442-4E37-9553-C442761E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0" name="p33-矩形-0290">
            <a:extLst xmlns:a="http://schemas.openxmlformats.org/drawingml/2006/main">
              <a:ext uri="{FF2B5EF4-FFF2-40B4-BE49-F238E27FC236}">
                <a16:creationId xmlns:a16="http://schemas.microsoft.com/office/drawing/2014/main" id="{D3469F55-395D-4D3C-9D13-A88DE615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1" name="p33-矩形-0291">
            <a:extLst xmlns:a="http://schemas.openxmlformats.org/drawingml/2006/main">
              <a:ext uri="{FF2B5EF4-FFF2-40B4-BE49-F238E27FC236}">
                <a16:creationId xmlns:a16="http://schemas.microsoft.com/office/drawing/2014/main" id="{985308C0-FC9A-4996-9291-F8258FB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2" name="p33-矩形-0292">
            <a:extLst xmlns:a="http://schemas.openxmlformats.org/drawingml/2006/main">
              <a:ext uri="{FF2B5EF4-FFF2-40B4-BE49-F238E27FC236}">
                <a16:creationId xmlns:a16="http://schemas.microsoft.com/office/drawing/2014/main" id="{48CF61E4-F2F8-495A-B5D8-15DEC4DF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3" name="p33-矩形-0293">
            <a:extLst xmlns:a="http://schemas.openxmlformats.org/drawingml/2006/main">
              <a:ext uri="{FF2B5EF4-FFF2-40B4-BE49-F238E27FC236}">
                <a16:creationId xmlns:a16="http://schemas.microsoft.com/office/drawing/2014/main" id="{47004DC9-2894-4677-B4D0-C63897FC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4" name="p33-矩形-0294">
            <a:extLst xmlns:a="http://schemas.openxmlformats.org/drawingml/2006/main">
              <a:ext uri="{FF2B5EF4-FFF2-40B4-BE49-F238E27FC236}">
                <a16:creationId xmlns:a16="http://schemas.microsoft.com/office/drawing/2014/main" id="{6E6C7B93-76A4-44D0-98CD-5EA0BDCB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5" name="p33-矩形-0295">
            <a:extLst xmlns:a="http://schemas.openxmlformats.org/drawingml/2006/main">
              <a:ext uri="{FF2B5EF4-FFF2-40B4-BE49-F238E27FC236}">
                <a16:creationId xmlns:a16="http://schemas.microsoft.com/office/drawing/2014/main" id="{0A8BACE7-FF74-4DA3-980E-426F883B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20528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6" name="p33-矩形-0296">
            <a:extLst xmlns:a="http://schemas.openxmlformats.org/drawingml/2006/main">
              <a:ext uri="{FF2B5EF4-FFF2-40B4-BE49-F238E27FC236}">
                <a16:creationId xmlns:a16="http://schemas.microsoft.com/office/drawing/2014/main" id="{2D03F7F3-BB6C-41DA-99A2-383995EE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7" name="p33-矩形-0297">
            <a:extLst xmlns:a="http://schemas.openxmlformats.org/drawingml/2006/main">
              <a:ext uri="{FF2B5EF4-FFF2-40B4-BE49-F238E27FC236}">
                <a16:creationId xmlns:a16="http://schemas.microsoft.com/office/drawing/2014/main" id="{E039CE7B-3684-4626-BFD2-DD64EE87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8" name="p33-矩形-0298">
            <a:extLst xmlns:a="http://schemas.openxmlformats.org/drawingml/2006/main">
              <a:ext uri="{FF2B5EF4-FFF2-40B4-BE49-F238E27FC236}">
                <a16:creationId xmlns:a16="http://schemas.microsoft.com/office/drawing/2014/main" id="{63306EFC-3081-4F3D-928B-F80FAA01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9" name="p33-矩形-0299">
            <a:extLst xmlns:a="http://schemas.openxmlformats.org/drawingml/2006/main">
              <a:ext uri="{FF2B5EF4-FFF2-40B4-BE49-F238E27FC236}">
                <a16:creationId xmlns:a16="http://schemas.microsoft.com/office/drawing/2014/main" id="{D8525BF1-8DA3-4F0D-A3B9-A30E764D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0" name="p33-矩形-0300">
            <a:extLst xmlns:a="http://schemas.openxmlformats.org/drawingml/2006/main">
              <a:ext uri="{FF2B5EF4-FFF2-40B4-BE49-F238E27FC236}">
                <a16:creationId xmlns:a16="http://schemas.microsoft.com/office/drawing/2014/main" id="{0E12FFA8-D552-4CC0-8CB1-30D6715B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1" name="p33-矩形-0301">
            <a:extLst xmlns:a="http://schemas.openxmlformats.org/drawingml/2006/main">
              <a:ext uri="{FF2B5EF4-FFF2-40B4-BE49-F238E27FC236}">
                <a16:creationId xmlns:a16="http://schemas.microsoft.com/office/drawing/2014/main" id="{BDEC120D-692A-4EDE-9527-BF7653A0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2" name="p33-矩形-0302">
            <a:extLst xmlns:a="http://schemas.openxmlformats.org/drawingml/2006/main">
              <a:ext uri="{FF2B5EF4-FFF2-40B4-BE49-F238E27FC236}">
                <a16:creationId xmlns:a16="http://schemas.microsoft.com/office/drawing/2014/main" id="{54B49F42-E9D9-4FBD-AD53-33FE20C0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3" name="p33-矩形-0303">
            <a:extLst xmlns:a="http://schemas.openxmlformats.org/drawingml/2006/main">
              <a:ext uri="{FF2B5EF4-FFF2-40B4-BE49-F238E27FC236}">
                <a16:creationId xmlns:a16="http://schemas.microsoft.com/office/drawing/2014/main" id="{1A507AF2-61B9-47F6-9788-ED01F74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4" name="p33-矩形-0304">
            <a:extLst xmlns:a="http://schemas.openxmlformats.org/drawingml/2006/main">
              <a:ext uri="{FF2B5EF4-FFF2-40B4-BE49-F238E27FC236}">
                <a16:creationId xmlns:a16="http://schemas.microsoft.com/office/drawing/2014/main" id="{3349C9BD-9766-4A74-B0BD-67B832F1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5" name="p33-矩形-0305">
            <a:extLst xmlns:a="http://schemas.openxmlformats.org/drawingml/2006/main">
              <a:ext uri="{FF2B5EF4-FFF2-40B4-BE49-F238E27FC236}">
                <a16:creationId xmlns:a16="http://schemas.microsoft.com/office/drawing/2014/main" id="{8B630CBE-9DD3-4ED7-9D6C-D110189F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6" name="p33-矩形-0306">
            <a:extLst xmlns:a="http://schemas.openxmlformats.org/drawingml/2006/main">
              <a:ext uri="{FF2B5EF4-FFF2-40B4-BE49-F238E27FC236}">
                <a16:creationId xmlns:a16="http://schemas.microsoft.com/office/drawing/2014/main" id="{B9F731C0-63A4-4FA4-9872-3DDD82E9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7" name="p33-矩形-0307">
            <a:extLst xmlns:a="http://schemas.openxmlformats.org/drawingml/2006/main">
              <a:ext uri="{FF2B5EF4-FFF2-40B4-BE49-F238E27FC236}">
                <a16:creationId xmlns:a16="http://schemas.microsoft.com/office/drawing/2014/main" id="{48895246-9C9C-4F3A-A735-32011F8C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8" name="p33-矩形-0308">
            <a:extLst xmlns:a="http://schemas.openxmlformats.org/drawingml/2006/main">
              <a:ext uri="{FF2B5EF4-FFF2-40B4-BE49-F238E27FC236}">
                <a16:creationId xmlns:a16="http://schemas.microsoft.com/office/drawing/2014/main" id="{9513C897-D151-4683-BBCA-F366C717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9" name="p33-矩形-0309">
            <a:extLst xmlns:a="http://schemas.openxmlformats.org/drawingml/2006/main">
              <a:ext uri="{FF2B5EF4-FFF2-40B4-BE49-F238E27FC236}">
                <a16:creationId xmlns:a16="http://schemas.microsoft.com/office/drawing/2014/main" id="{091CEE09-22D6-4DE5-A94D-81DFF2EE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37197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0" name="p33-矩形-0310">
            <a:extLst xmlns:a="http://schemas.openxmlformats.org/drawingml/2006/main">
              <a:ext uri="{FF2B5EF4-FFF2-40B4-BE49-F238E27FC236}">
                <a16:creationId xmlns:a16="http://schemas.microsoft.com/office/drawing/2014/main" id="{B49A1B50-C8A2-401A-AB7B-6F3F4C1F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1" name="p33-矩形-0311">
            <a:extLst xmlns:a="http://schemas.openxmlformats.org/drawingml/2006/main">
              <a:ext uri="{FF2B5EF4-FFF2-40B4-BE49-F238E27FC236}">
                <a16:creationId xmlns:a16="http://schemas.microsoft.com/office/drawing/2014/main" id="{DD3CEB7D-EEC2-4736-A657-D88CA351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2" name="p33-矩形-0312">
            <a:extLst xmlns:a="http://schemas.openxmlformats.org/drawingml/2006/main">
              <a:ext uri="{FF2B5EF4-FFF2-40B4-BE49-F238E27FC236}">
                <a16:creationId xmlns:a16="http://schemas.microsoft.com/office/drawing/2014/main" id="{E15D3489-F272-4411-A6B0-B2370351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3" name="p33-矩形-0313">
            <a:extLst xmlns:a="http://schemas.openxmlformats.org/drawingml/2006/main">
              <a:ext uri="{FF2B5EF4-FFF2-40B4-BE49-F238E27FC236}">
                <a16:creationId xmlns:a16="http://schemas.microsoft.com/office/drawing/2014/main" id="{975377CF-2854-4763-9F7C-F3E449F0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4" name="p33-矩形-0314">
            <a:extLst xmlns:a="http://schemas.openxmlformats.org/drawingml/2006/main">
              <a:ext uri="{FF2B5EF4-FFF2-40B4-BE49-F238E27FC236}">
                <a16:creationId xmlns:a16="http://schemas.microsoft.com/office/drawing/2014/main" id="{81EA5947-A2C6-4E66-A1C7-2901928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15" name="p33-矩形-0315">
            <a:extLst xmlns:a="http://schemas.openxmlformats.org/drawingml/2006/main">
              <a:ext uri="{FF2B5EF4-FFF2-40B4-BE49-F238E27FC236}">
                <a16:creationId xmlns:a16="http://schemas.microsoft.com/office/drawing/2014/main" id="{63CF5E51-754F-41CE-ABC1-E66590AC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16" name="p33-矩形-0316">
            <a:extLst xmlns:a="http://schemas.openxmlformats.org/drawingml/2006/main">
              <a:ext uri="{FF2B5EF4-FFF2-40B4-BE49-F238E27FC236}">
                <a16:creationId xmlns:a16="http://schemas.microsoft.com/office/drawing/2014/main" id="{40563F6B-4412-4CD5-AE82-8D67E527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17" name="p33-矩形-0317">
            <a:extLst xmlns:a="http://schemas.openxmlformats.org/drawingml/2006/main">
              <a:ext uri="{FF2B5EF4-FFF2-40B4-BE49-F238E27FC236}">
                <a16:creationId xmlns:a16="http://schemas.microsoft.com/office/drawing/2014/main" id="{C1FD8B48-4B77-4804-8994-B7D5BC59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8" name="p33-矩形-0318">
            <a:extLst xmlns:a="http://schemas.openxmlformats.org/drawingml/2006/main">
              <a:ext uri="{FF2B5EF4-FFF2-40B4-BE49-F238E27FC236}">
                <a16:creationId xmlns:a16="http://schemas.microsoft.com/office/drawing/2014/main" id="{FCBABE34-312E-46B8-BC5B-139B0D4F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9" name="p33-矩形-0319">
            <a:extLst xmlns:a="http://schemas.openxmlformats.org/drawingml/2006/main">
              <a:ext uri="{FF2B5EF4-FFF2-40B4-BE49-F238E27FC236}">
                <a16:creationId xmlns:a16="http://schemas.microsoft.com/office/drawing/2014/main" id="{87BAFB33-BC46-4B7A-A83F-D5DDFB8E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0" name="p33-矩形-0320">
            <a:extLst xmlns:a="http://schemas.openxmlformats.org/drawingml/2006/main">
              <a:ext uri="{FF2B5EF4-FFF2-40B4-BE49-F238E27FC236}">
                <a16:creationId xmlns:a16="http://schemas.microsoft.com/office/drawing/2014/main" id="{68DFB14B-C103-462F-A8C1-A950C2D2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1" name="p33-矩形-0321">
            <a:extLst xmlns:a="http://schemas.openxmlformats.org/drawingml/2006/main">
              <a:ext uri="{FF2B5EF4-FFF2-40B4-BE49-F238E27FC236}">
                <a16:creationId xmlns:a16="http://schemas.microsoft.com/office/drawing/2014/main" id="{274830D5-83E5-4426-8DF7-D4782A26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2" name="p33-矩形-0322">
            <a:extLst xmlns:a="http://schemas.openxmlformats.org/drawingml/2006/main">
              <a:ext uri="{FF2B5EF4-FFF2-40B4-BE49-F238E27FC236}">
                <a16:creationId xmlns:a16="http://schemas.microsoft.com/office/drawing/2014/main" id="{861296F9-4A00-489F-8CBC-3C8F1642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3" name="p33-矩形-0323">
            <a:extLst xmlns:a="http://schemas.openxmlformats.org/drawingml/2006/main">
              <a:ext uri="{FF2B5EF4-FFF2-40B4-BE49-F238E27FC236}">
                <a16:creationId xmlns:a16="http://schemas.microsoft.com/office/drawing/2014/main" id="{9D962AC2-C062-4106-ACEF-C3C643F9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53866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4" name="p33-矩形-0324">
            <a:extLst xmlns:a="http://schemas.openxmlformats.org/drawingml/2006/main">
              <a:ext uri="{FF2B5EF4-FFF2-40B4-BE49-F238E27FC236}">
                <a16:creationId xmlns:a16="http://schemas.microsoft.com/office/drawing/2014/main" id="{F4A5652D-37B8-4A93-BEA1-1758141D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5" name="p33-矩形-0325">
            <a:extLst xmlns:a="http://schemas.openxmlformats.org/drawingml/2006/main">
              <a:ext uri="{FF2B5EF4-FFF2-40B4-BE49-F238E27FC236}">
                <a16:creationId xmlns:a16="http://schemas.microsoft.com/office/drawing/2014/main" id="{D2C77994-EA9A-463E-91ED-0DF83AA1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6" name="p33-矩形-0326">
            <a:extLst xmlns:a="http://schemas.openxmlformats.org/drawingml/2006/main">
              <a:ext uri="{FF2B5EF4-FFF2-40B4-BE49-F238E27FC236}">
                <a16:creationId xmlns:a16="http://schemas.microsoft.com/office/drawing/2014/main" id="{B7551314-F10B-459B-9D3C-A415C26C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7" name="p33-矩形-0327">
            <a:extLst xmlns:a="http://schemas.openxmlformats.org/drawingml/2006/main">
              <a:ext uri="{FF2B5EF4-FFF2-40B4-BE49-F238E27FC236}">
                <a16:creationId xmlns:a16="http://schemas.microsoft.com/office/drawing/2014/main" id="{6F2A714C-8A00-41EF-B37C-C94EBA45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28" name="p33-矩形-0328">
            <a:extLst xmlns:a="http://schemas.openxmlformats.org/drawingml/2006/main">
              <a:ext uri="{FF2B5EF4-FFF2-40B4-BE49-F238E27FC236}">
                <a16:creationId xmlns:a16="http://schemas.microsoft.com/office/drawing/2014/main" id="{13273C52-0765-40DA-8DA5-78578C2D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29" name="p33-矩形-0329">
            <a:extLst xmlns:a="http://schemas.openxmlformats.org/drawingml/2006/main">
              <a:ext uri="{FF2B5EF4-FFF2-40B4-BE49-F238E27FC236}">
                <a16:creationId xmlns:a16="http://schemas.microsoft.com/office/drawing/2014/main" id="{5CEA50F7-8EC1-4FCF-AFF5-D193E983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30" name="p33-矩形-0330">
            <a:extLst xmlns:a="http://schemas.openxmlformats.org/drawingml/2006/main">
              <a:ext uri="{FF2B5EF4-FFF2-40B4-BE49-F238E27FC236}">
                <a16:creationId xmlns:a16="http://schemas.microsoft.com/office/drawing/2014/main" id="{21C2C8F1-AE8C-45F8-984D-45EE0BC2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31" name="p33-矩形-0331">
            <a:extLst xmlns:a="http://schemas.openxmlformats.org/drawingml/2006/main">
              <a:ext uri="{FF2B5EF4-FFF2-40B4-BE49-F238E27FC236}">
                <a16:creationId xmlns:a16="http://schemas.microsoft.com/office/drawing/2014/main" id="{BB70FFD5-7A1F-410F-9E7D-CAD48FC8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2" name="p33-矩形-0332">
            <a:extLst xmlns:a="http://schemas.openxmlformats.org/drawingml/2006/main">
              <a:ext uri="{FF2B5EF4-FFF2-40B4-BE49-F238E27FC236}">
                <a16:creationId xmlns:a16="http://schemas.microsoft.com/office/drawing/2014/main" id="{FBAEF3F2-C724-4399-AA68-F4063041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3" name="p33-矩形-0333">
            <a:extLst xmlns:a="http://schemas.openxmlformats.org/drawingml/2006/main">
              <a:ext uri="{FF2B5EF4-FFF2-40B4-BE49-F238E27FC236}">
                <a16:creationId xmlns:a16="http://schemas.microsoft.com/office/drawing/2014/main" id="{AA29026A-ED68-459A-BA30-45CA01B3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4" name="p33-矩形-0334">
            <a:extLst xmlns:a="http://schemas.openxmlformats.org/drawingml/2006/main">
              <a:ext uri="{FF2B5EF4-FFF2-40B4-BE49-F238E27FC236}">
                <a16:creationId xmlns:a16="http://schemas.microsoft.com/office/drawing/2014/main" id="{3EA92DCC-BF60-405D-97D2-5807D65A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5" name="p33-矩形-0335">
            <a:extLst xmlns:a="http://schemas.openxmlformats.org/drawingml/2006/main">
              <a:ext uri="{FF2B5EF4-FFF2-40B4-BE49-F238E27FC236}">
                <a16:creationId xmlns:a16="http://schemas.microsoft.com/office/drawing/2014/main" id="{9897EC57-2683-450C-9B65-FB99B57E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6" name="p33-矩形-0336">
            <a:extLst xmlns:a="http://schemas.openxmlformats.org/drawingml/2006/main">
              <a:ext uri="{FF2B5EF4-FFF2-40B4-BE49-F238E27FC236}">
                <a16:creationId xmlns:a16="http://schemas.microsoft.com/office/drawing/2014/main" id="{CF55159E-7473-44BD-9F01-F2C7C015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7" name="p33-矩形-0337">
            <a:extLst xmlns:a="http://schemas.openxmlformats.org/drawingml/2006/main">
              <a:ext uri="{FF2B5EF4-FFF2-40B4-BE49-F238E27FC236}">
                <a16:creationId xmlns:a16="http://schemas.microsoft.com/office/drawing/2014/main" id="{DF8CDF33-DF75-4B39-A1E1-D6A1ABFA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705350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38" name="p33-矩形-0338">
            <a:extLst xmlns:a="http://schemas.openxmlformats.org/drawingml/2006/main">
              <a:ext uri="{FF2B5EF4-FFF2-40B4-BE49-F238E27FC236}">
                <a16:creationId xmlns:a16="http://schemas.microsoft.com/office/drawing/2014/main" id="{19AB67DD-611B-4CB5-BCDC-4726B683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9" name="p33-矩形-0339">
            <a:extLst xmlns:a="http://schemas.openxmlformats.org/drawingml/2006/main">
              <a:ext uri="{FF2B5EF4-FFF2-40B4-BE49-F238E27FC236}">
                <a16:creationId xmlns:a16="http://schemas.microsoft.com/office/drawing/2014/main" id="{D1FE3471-4B24-45B6-84B6-8440FEF3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0" name="p33-矩形-0340">
            <a:extLst xmlns:a="http://schemas.openxmlformats.org/drawingml/2006/main">
              <a:ext uri="{FF2B5EF4-FFF2-40B4-BE49-F238E27FC236}">
                <a16:creationId xmlns:a16="http://schemas.microsoft.com/office/drawing/2014/main" id="{47E333B4-570B-470F-AC44-565D06F5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41" name="p33-矩形-0341">
            <a:extLst xmlns:a="http://schemas.openxmlformats.org/drawingml/2006/main">
              <a:ext uri="{FF2B5EF4-FFF2-40B4-BE49-F238E27FC236}">
                <a16:creationId xmlns:a16="http://schemas.microsoft.com/office/drawing/2014/main" id="{E6E29ED1-D99E-4A36-A599-CDCDBEE0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2" name="p33-矩形-0342">
            <a:extLst xmlns:a="http://schemas.openxmlformats.org/drawingml/2006/main">
              <a:ext uri="{FF2B5EF4-FFF2-40B4-BE49-F238E27FC236}">
                <a16:creationId xmlns:a16="http://schemas.microsoft.com/office/drawing/2014/main" id="{62A86759-0879-4F0D-8009-441FD254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43" name="p33-矩形-0343">
            <a:extLst xmlns:a="http://schemas.openxmlformats.org/drawingml/2006/main">
              <a:ext uri="{FF2B5EF4-FFF2-40B4-BE49-F238E27FC236}">
                <a16:creationId xmlns:a16="http://schemas.microsoft.com/office/drawing/2014/main" id="{F5D6AD85-206C-4B4D-97CF-F5FF8099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44" name="p33-矩形-0344">
            <a:extLst xmlns:a="http://schemas.openxmlformats.org/drawingml/2006/main">
              <a:ext uri="{FF2B5EF4-FFF2-40B4-BE49-F238E27FC236}">
                <a16:creationId xmlns:a16="http://schemas.microsoft.com/office/drawing/2014/main" id="{160B895C-BBB1-4EF8-BA23-0CC90250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5" name="p33-矩形-0345">
            <a:extLst xmlns:a="http://schemas.openxmlformats.org/drawingml/2006/main">
              <a:ext uri="{FF2B5EF4-FFF2-40B4-BE49-F238E27FC236}">
                <a16:creationId xmlns:a16="http://schemas.microsoft.com/office/drawing/2014/main" id="{AFBDDCF0-D449-4309-8EEE-3081E2A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6" name="p33-矩形-0346">
            <a:extLst xmlns:a="http://schemas.openxmlformats.org/drawingml/2006/main">
              <a:ext uri="{FF2B5EF4-FFF2-40B4-BE49-F238E27FC236}">
                <a16:creationId xmlns:a16="http://schemas.microsoft.com/office/drawing/2014/main" id="{1ADA47F4-BE2E-447C-B5F8-C526791D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7" name="p33-矩形-0347">
            <a:extLst xmlns:a="http://schemas.openxmlformats.org/drawingml/2006/main">
              <a:ext uri="{FF2B5EF4-FFF2-40B4-BE49-F238E27FC236}">
                <a16:creationId xmlns:a16="http://schemas.microsoft.com/office/drawing/2014/main" id="{DB8CFE7D-C28E-49AC-9970-6154795C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48" name="p33-矩形-0348">
            <a:extLst xmlns:a="http://schemas.openxmlformats.org/drawingml/2006/main">
              <a:ext uri="{FF2B5EF4-FFF2-40B4-BE49-F238E27FC236}">
                <a16:creationId xmlns:a16="http://schemas.microsoft.com/office/drawing/2014/main" id="{66B58712-EFCE-4831-8D0D-33A32EE1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9" name="p33-矩形-0349">
            <a:extLst xmlns:a="http://schemas.openxmlformats.org/drawingml/2006/main">
              <a:ext uri="{FF2B5EF4-FFF2-40B4-BE49-F238E27FC236}">
                <a16:creationId xmlns:a16="http://schemas.microsoft.com/office/drawing/2014/main" id="{A4DB5BB3-FC86-45C4-8842-E72F6727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0" name="p33-矩形-0350">
            <a:extLst xmlns:a="http://schemas.openxmlformats.org/drawingml/2006/main">
              <a:ext uri="{FF2B5EF4-FFF2-40B4-BE49-F238E27FC236}">
                <a16:creationId xmlns:a16="http://schemas.microsoft.com/office/drawing/2014/main" id="{EB590301-3EB2-49E7-B714-BADE1A90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1" name="p33-矩形-0351">
            <a:extLst xmlns:a="http://schemas.openxmlformats.org/drawingml/2006/main">
              <a:ext uri="{FF2B5EF4-FFF2-40B4-BE49-F238E27FC236}">
                <a16:creationId xmlns:a16="http://schemas.microsoft.com/office/drawing/2014/main" id="{FFBDA378-8695-45C0-AC82-9EA37424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4872038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2" name="p33-矩形-0352">
            <a:extLst xmlns:a="http://schemas.openxmlformats.org/drawingml/2006/main">
              <a:ext uri="{FF2B5EF4-FFF2-40B4-BE49-F238E27FC236}">
                <a16:creationId xmlns:a16="http://schemas.microsoft.com/office/drawing/2014/main" id="{E2495C85-B113-4D30-8091-CF892016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3" name="p33-矩形-0353">
            <a:extLst xmlns:a="http://schemas.openxmlformats.org/drawingml/2006/main">
              <a:ext uri="{FF2B5EF4-FFF2-40B4-BE49-F238E27FC236}">
                <a16:creationId xmlns:a16="http://schemas.microsoft.com/office/drawing/2014/main" id="{87A6B505-D529-4B5E-AA26-D6DC1BA6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4" name="p33-矩形-0354">
            <a:extLst xmlns:a="http://schemas.openxmlformats.org/drawingml/2006/main">
              <a:ext uri="{FF2B5EF4-FFF2-40B4-BE49-F238E27FC236}">
                <a16:creationId xmlns:a16="http://schemas.microsoft.com/office/drawing/2014/main" id="{0C70460D-6AF2-45D7-85FD-98A7D2EF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5" name="p33-矩形-0355">
            <a:extLst xmlns:a="http://schemas.openxmlformats.org/drawingml/2006/main">
              <a:ext uri="{FF2B5EF4-FFF2-40B4-BE49-F238E27FC236}">
                <a16:creationId xmlns:a16="http://schemas.microsoft.com/office/drawing/2014/main" id="{C46FF03C-613F-491F-9CB5-C748F081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56" name="p33-矩形-0356">
            <a:extLst xmlns:a="http://schemas.openxmlformats.org/drawingml/2006/main">
              <a:ext uri="{FF2B5EF4-FFF2-40B4-BE49-F238E27FC236}">
                <a16:creationId xmlns:a16="http://schemas.microsoft.com/office/drawing/2014/main" id="{64857B5C-51FF-48DB-BD5D-50E74AF7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57" name="p33-矩形-0357">
            <a:extLst xmlns:a="http://schemas.openxmlformats.org/drawingml/2006/main">
              <a:ext uri="{FF2B5EF4-FFF2-40B4-BE49-F238E27FC236}">
                <a16:creationId xmlns:a16="http://schemas.microsoft.com/office/drawing/2014/main" id="{EDCFC78D-01BF-43F0-826E-CFE39A32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58" name="p33-矩形-0358">
            <a:extLst xmlns:a="http://schemas.openxmlformats.org/drawingml/2006/main">
              <a:ext uri="{FF2B5EF4-FFF2-40B4-BE49-F238E27FC236}">
                <a16:creationId xmlns:a16="http://schemas.microsoft.com/office/drawing/2014/main" id="{26B21FB0-D642-4BB1-B440-9B1379E2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9" name="p33-矩形-0359">
            <a:extLst xmlns:a="http://schemas.openxmlformats.org/drawingml/2006/main">
              <a:ext uri="{FF2B5EF4-FFF2-40B4-BE49-F238E27FC236}">
                <a16:creationId xmlns:a16="http://schemas.microsoft.com/office/drawing/2014/main" id="{CB982CCB-E73D-4055-B98F-2D3B8473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0" name="p33-矩形-0360">
            <a:extLst xmlns:a="http://schemas.openxmlformats.org/drawingml/2006/main">
              <a:ext uri="{FF2B5EF4-FFF2-40B4-BE49-F238E27FC236}">
                <a16:creationId xmlns:a16="http://schemas.microsoft.com/office/drawing/2014/main" id="{98237CB7-8EF6-477D-AEAD-2E940334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1" name="p33-矩形-0361">
            <a:extLst xmlns:a="http://schemas.openxmlformats.org/drawingml/2006/main">
              <a:ext uri="{FF2B5EF4-FFF2-40B4-BE49-F238E27FC236}">
                <a16:creationId xmlns:a16="http://schemas.microsoft.com/office/drawing/2014/main" id="{D38F79CF-0618-4232-9E8C-FA57954F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2" name="p33-矩形-0362">
            <a:extLst xmlns:a="http://schemas.openxmlformats.org/drawingml/2006/main">
              <a:ext uri="{FF2B5EF4-FFF2-40B4-BE49-F238E27FC236}">
                <a16:creationId xmlns:a16="http://schemas.microsoft.com/office/drawing/2014/main" id="{A5322ED8-B6D3-48E5-A580-FAC24E30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3" name="p33-矩形-0363">
            <a:extLst xmlns:a="http://schemas.openxmlformats.org/drawingml/2006/main">
              <a:ext uri="{FF2B5EF4-FFF2-40B4-BE49-F238E27FC236}">
                <a16:creationId xmlns:a16="http://schemas.microsoft.com/office/drawing/2014/main" id="{B5B6726B-8836-4994-BC26-4BD4A38F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4" name="p33-矩形-0364">
            <a:extLst xmlns:a="http://schemas.openxmlformats.org/drawingml/2006/main">
              <a:ext uri="{FF2B5EF4-FFF2-40B4-BE49-F238E27FC236}">
                <a16:creationId xmlns:a16="http://schemas.microsoft.com/office/drawing/2014/main" id="{7CE14FA4-1967-4CC9-84AD-AA95780E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5" name="p33-矩形-0365">
            <a:extLst xmlns:a="http://schemas.openxmlformats.org/drawingml/2006/main">
              <a:ext uri="{FF2B5EF4-FFF2-40B4-BE49-F238E27FC236}">
                <a16:creationId xmlns:a16="http://schemas.microsoft.com/office/drawing/2014/main" id="{3424DFB2-0E04-48BC-AA40-75B7E515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5038725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6" name="p33-矩形-0366">
            <a:extLst xmlns:a="http://schemas.openxmlformats.org/drawingml/2006/main">
              <a:ext uri="{FF2B5EF4-FFF2-40B4-BE49-F238E27FC236}">
                <a16:creationId xmlns:a16="http://schemas.microsoft.com/office/drawing/2014/main" id="{D7A2A5FE-3379-4F3F-BC97-196A5698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7" name="p33-矩形-0367">
            <a:extLst xmlns:a="http://schemas.openxmlformats.org/drawingml/2006/main">
              <a:ext uri="{FF2B5EF4-FFF2-40B4-BE49-F238E27FC236}">
                <a16:creationId xmlns:a16="http://schemas.microsoft.com/office/drawing/2014/main" id="{798F63D4-BCCC-4A53-98B1-F968A32D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661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8" name="p33-矩形-0368">
            <a:extLst xmlns:a="http://schemas.openxmlformats.org/drawingml/2006/main">
              <a:ext uri="{FF2B5EF4-FFF2-40B4-BE49-F238E27FC236}">
                <a16:creationId xmlns:a16="http://schemas.microsoft.com/office/drawing/2014/main" id="{1676ABD8-55C4-477F-B09B-6AFC88E0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521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9" name="p33-矩形-0369">
            <a:extLst xmlns:a="http://schemas.openxmlformats.org/drawingml/2006/main">
              <a:ext uri="{FF2B5EF4-FFF2-40B4-BE49-F238E27FC236}">
                <a16:creationId xmlns:a16="http://schemas.microsoft.com/office/drawing/2014/main" id="{B98FBB3C-B560-4749-A2B8-D7012624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5382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0" name="p33-矩形-0370">
            <a:extLst xmlns:a="http://schemas.openxmlformats.org/drawingml/2006/main">
              <a:ext uri="{FF2B5EF4-FFF2-40B4-BE49-F238E27FC236}">
                <a16:creationId xmlns:a16="http://schemas.microsoft.com/office/drawing/2014/main" id="{2FA00DC8-6227-4905-A6A2-96E4380C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7243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1" name="p33-矩形-0371">
            <a:extLst xmlns:a="http://schemas.openxmlformats.org/drawingml/2006/main">
              <a:ext uri="{FF2B5EF4-FFF2-40B4-BE49-F238E27FC236}">
                <a16:creationId xmlns:a16="http://schemas.microsoft.com/office/drawing/2014/main" id="{07AA449D-7084-4600-B77E-FA96C00E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2" name="p33-矩形-0372">
            <a:extLst xmlns:a="http://schemas.openxmlformats.org/drawingml/2006/main">
              <a:ext uri="{FF2B5EF4-FFF2-40B4-BE49-F238E27FC236}">
                <a16:creationId xmlns:a16="http://schemas.microsoft.com/office/drawing/2014/main" id="{7CD98A08-D3ED-43D1-B721-EFC0C84C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964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3" name="p33-矩形-0373">
            <a:extLst xmlns:a="http://schemas.openxmlformats.org/drawingml/2006/main">
              <a:ext uri="{FF2B5EF4-FFF2-40B4-BE49-F238E27FC236}">
                <a16:creationId xmlns:a16="http://schemas.microsoft.com/office/drawing/2014/main" id="{0C282438-5A41-44C8-B545-9C671482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4" name="p33-矩形-0374">
            <a:extLst xmlns:a="http://schemas.openxmlformats.org/drawingml/2006/main">
              <a:ext uri="{FF2B5EF4-FFF2-40B4-BE49-F238E27FC236}">
                <a16:creationId xmlns:a16="http://schemas.microsoft.com/office/drawing/2014/main" id="{72CCDDBF-42C0-4FA8-93E7-103E2909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686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5" name="p33-矩形-0375">
            <a:extLst xmlns:a="http://schemas.openxmlformats.org/drawingml/2006/main">
              <a:ext uri="{FF2B5EF4-FFF2-40B4-BE49-F238E27FC236}">
                <a16:creationId xmlns:a16="http://schemas.microsoft.com/office/drawing/2014/main" id="{9AA3F8BF-F1C2-43FF-A1E9-7B3D77BF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546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6" name="p33-矩形-0376">
            <a:extLst xmlns:a="http://schemas.openxmlformats.org/drawingml/2006/main">
              <a:ext uri="{FF2B5EF4-FFF2-40B4-BE49-F238E27FC236}">
                <a16:creationId xmlns:a16="http://schemas.microsoft.com/office/drawing/2014/main" id="{7C94050A-FDD4-49A7-B4DA-CA7479F7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407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7" name="p33-矩形-0377">
            <a:extLst xmlns:a="http://schemas.openxmlformats.org/drawingml/2006/main">
              <a:ext uri="{FF2B5EF4-FFF2-40B4-BE49-F238E27FC236}">
                <a16:creationId xmlns:a16="http://schemas.microsoft.com/office/drawing/2014/main" id="{7ADA862E-4CAD-405F-92D3-3083176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268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8" name="p33-矩形-0378">
            <a:extLst xmlns:a="http://schemas.openxmlformats.org/drawingml/2006/main">
              <a:ext uri="{FF2B5EF4-FFF2-40B4-BE49-F238E27FC236}">
                <a16:creationId xmlns:a16="http://schemas.microsoft.com/office/drawing/2014/main" id="{776A5406-1F6F-4708-BDB0-8ADB4D57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129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9" name="p33-矩形-0379">
            <a:extLst xmlns:a="http://schemas.openxmlformats.org/drawingml/2006/main">
              <a:ext uri="{FF2B5EF4-FFF2-40B4-BE49-F238E27FC236}">
                <a16:creationId xmlns:a16="http://schemas.microsoft.com/office/drawing/2014/main" id="{3DDF2E2E-764D-4CBD-BDB8-88F4D2AD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989" y="5205413"/>
            <a:ext cx="182336" cy="1571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0" name="p33-文本-0380">
            <a:extLst xmlns:a="http://schemas.openxmlformats.org/drawingml/2006/main">
              <a:ext uri="{FF2B5EF4-FFF2-40B4-BE49-F238E27FC236}">
                <a16:creationId xmlns:a16="http://schemas.microsoft.com/office/drawing/2014/main" id="{4785A5AD-73AB-4DCF-AB60-739884C7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0390" y="54220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81" name="p33-文本-0381">
            <a:extLst xmlns:a="http://schemas.openxmlformats.org/drawingml/2006/main">
              <a:ext uri="{FF2B5EF4-FFF2-40B4-BE49-F238E27FC236}">
                <a16:creationId xmlns:a16="http://schemas.microsoft.com/office/drawing/2014/main" id="{D9292574-63C5-4DDD-8F35-8B515503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415" y="54220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82" name="p33-文本-0382">
            <a:extLst xmlns:a="http://schemas.openxmlformats.org/drawingml/2006/main">
              <a:ext uri="{FF2B5EF4-FFF2-40B4-BE49-F238E27FC236}">
                <a16:creationId xmlns:a16="http://schemas.microsoft.com/office/drawing/2014/main" id="{544E6DCC-A840-4C3E-8458-77C9ED2A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8242" y="5422055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83" name="p33-文本-0383">
            <a:extLst xmlns:a="http://schemas.openxmlformats.org/drawingml/2006/main">
              <a:ext uri="{FF2B5EF4-FFF2-40B4-BE49-F238E27FC236}">
                <a16:creationId xmlns:a16="http://schemas.microsoft.com/office/drawing/2014/main" id="{BF3BEA5A-0CDD-4D25-82B6-882BCEC5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445" y="4019261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84" name="p33-文本-0384">
            <a:extLst xmlns:a="http://schemas.openxmlformats.org/drawingml/2006/main">
              <a:ext uri="{FF2B5EF4-FFF2-40B4-BE49-F238E27FC236}">
                <a16:creationId xmlns:a16="http://schemas.microsoft.com/office/drawing/2014/main" id="{C72B429E-4866-4255-AF74-7C6B66EF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445" y="5186073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85" name="p33-线-0385">
            <a:extLst xmlns:a="http://schemas.openxmlformats.org/drawingml/2006/main">
              <a:ext uri="{FF2B5EF4-FFF2-40B4-BE49-F238E27FC236}">
                <a16:creationId xmlns:a16="http://schemas.microsoft.com/office/drawing/2014/main" id="{CBDA1EBB-1015-44BC-AD2F-7F0C82D8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286375"/>
            <a:ext cx="2314575" cy="95"/>
          </a:xfrm>
          <a:custGeom xmlns:a="http://schemas.openxmlformats.org/drawingml/2006/main">
            <a:pathLst>
              <a:path w="2314575" h="95">
                <a:moveTo>
                  <a:pt x="0" y="0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386" name="p33-线-0386">
            <a:extLst xmlns:a="http://schemas.openxmlformats.org/drawingml/2006/main">
              <a:ext uri="{FF2B5EF4-FFF2-40B4-BE49-F238E27FC236}">
                <a16:creationId xmlns:a16="http://schemas.microsoft.com/office/drawing/2014/main" id="{0A01A71F-D511-4DF6-BBC7-C126A8CF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133850"/>
            <a:ext cx="95" cy="1152525"/>
          </a:xfrm>
          <a:custGeom xmlns:a="http://schemas.openxmlformats.org/drawingml/2006/main">
            <a:pathLst>
              <a:path w="95" h="1152525">
                <a:moveTo>
                  <a:pt x="0" y="0"/>
                </a:moveTo>
                <a:lnTo>
                  <a:pt x="0" y="115252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387" name="p33-线-0387">
            <a:extLst xmlns:a="http://schemas.openxmlformats.org/drawingml/2006/main">
              <a:ext uri="{FF2B5EF4-FFF2-40B4-BE49-F238E27FC236}">
                <a16:creationId xmlns:a16="http://schemas.microsoft.com/office/drawing/2014/main" id="{6EC52017-00D4-487C-8833-40B10031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133850"/>
            <a:ext cx="2314575" cy="1152525"/>
          </a:xfrm>
          <a:custGeom xmlns:a="http://schemas.openxmlformats.org/drawingml/2006/main">
            <a:pathLst>
              <a:path w="2314575" h="1152525">
                <a:moveTo>
                  <a:pt x="0" y="1152525"/>
                </a:moveTo>
                <a:lnTo>
                  <a:pt x="2314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388" name="p33-椭圆-0388">
            <a:extLst xmlns:a="http://schemas.openxmlformats.org/drawingml/2006/main">
              <a:ext uri="{FF2B5EF4-FFF2-40B4-BE49-F238E27FC236}">
                <a16:creationId xmlns:a16="http://schemas.microsoft.com/office/drawing/2014/main" id="{8D7D36E2-11B4-4FE0-8CDC-6A8D771F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7795" y="52213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89" name="p33-椭圆-0389">
            <a:extLst xmlns:a="http://schemas.openxmlformats.org/drawingml/2006/main">
              <a:ext uri="{FF2B5EF4-FFF2-40B4-BE49-F238E27FC236}">
                <a16:creationId xmlns:a16="http://schemas.microsoft.com/office/drawing/2014/main" id="{BC665096-9A1B-4D4C-8787-EE2BDB42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281" y="441932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0" name="p33-椭圆-0390">
            <a:extLst xmlns:a="http://schemas.openxmlformats.org/drawingml/2006/main">
              <a:ext uri="{FF2B5EF4-FFF2-40B4-BE49-F238E27FC236}">
                <a16:creationId xmlns:a16="http://schemas.microsoft.com/office/drawing/2014/main" id="{573605AE-09CC-40AE-A6B8-623B939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4192" y="503300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1" name="p33-椭圆-0391">
            <a:extLst xmlns:a="http://schemas.openxmlformats.org/drawingml/2006/main">
              <a:ext uri="{FF2B5EF4-FFF2-40B4-BE49-F238E27FC236}">
                <a16:creationId xmlns:a16="http://schemas.microsoft.com/office/drawing/2014/main" id="{EC5827B5-A466-4E7B-93FD-76BF9E6D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4678" y="43763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2" name="p33-椭圆-0392">
            <a:extLst xmlns:a="http://schemas.openxmlformats.org/drawingml/2006/main">
              <a:ext uri="{FF2B5EF4-FFF2-40B4-BE49-F238E27FC236}">
                <a16:creationId xmlns:a16="http://schemas.microsoft.com/office/drawing/2014/main" id="{5FCACA56-144E-4B4A-9402-6AFA5D98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589" y="462108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93" name="p33-椭圆-0393">
            <a:extLst xmlns:a="http://schemas.openxmlformats.org/drawingml/2006/main">
              <a:ext uri="{FF2B5EF4-FFF2-40B4-BE49-F238E27FC236}">
                <a16:creationId xmlns:a16="http://schemas.microsoft.com/office/drawing/2014/main" id="{A2AEB769-38B7-4F4C-B009-975772BA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6500" y="508304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4" name="p33-椭圆-0394">
            <a:extLst xmlns:a="http://schemas.openxmlformats.org/drawingml/2006/main">
              <a:ext uri="{FF2B5EF4-FFF2-40B4-BE49-F238E27FC236}">
                <a16:creationId xmlns:a16="http://schemas.microsoft.com/office/drawing/2014/main" id="{A97B4FBC-7322-4A50-B2B0-86315CB2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986" y="455761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5" name="p33-椭圆-0395">
            <a:extLst xmlns:a="http://schemas.openxmlformats.org/drawingml/2006/main">
              <a:ext uri="{FF2B5EF4-FFF2-40B4-BE49-F238E27FC236}">
                <a16:creationId xmlns:a16="http://schemas.microsoft.com/office/drawing/2014/main" id="{3D143260-728E-4866-BCAE-86A78FEA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897" y="49021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6" name="p33-椭圆-0396">
            <a:extLst xmlns:a="http://schemas.openxmlformats.org/drawingml/2006/main">
              <a:ext uri="{FF2B5EF4-FFF2-40B4-BE49-F238E27FC236}">
                <a16:creationId xmlns:a16="http://schemas.microsoft.com/office/drawing/2014/main" id="{646FD0B6-5213-4D67-8BA1-B2698555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3383" y="4137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97" name="p33-椭圆-0397">
            <a:extLst xmlns:a="http://schemas.openxmlformats.org/drawingml/2006/main">
              <a:ext uri="{FF2B5EF4-FFF2-40B4-BE49-F238E27FC236}">
                <a16:creationId xmlns:a16="http://schemas.microsoft.com/office/drawing/2014/main" id="{6003A4D1-648F-4B49-86D6-3AAB8CE7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94" y="463574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8" name="p33-椭圆-0398">
            <a:extLst xmlns:a="http://schemas.openxmlformats.org/drawingml/2006/main">
              <a:ext uri="{FF2B5EF4-FFF2-40B4-BE49-F238E27FC236}">
                <a16:creationId xmlns:a16="http://schemas.microsoft.com/office/drawing/2014/main" id="{D791F112-75D5-439B-BF72-F1B2D9FA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205" y="516374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99" name="p33-椭圆-0399">
            <a:extLst xmlns:a="http://schemas.openxmlformats.org/drawingml/2006/main">
              <a:ext uri="{FF2B5EF4-FFF2-40B4-BE49-F238E27FC236}">
                <a16:creationId xmlns:a16="http://schemas.microsoft.com/office/drawing/2014/main" id="{AA0E4547-E8B5-4EE8-9EFF-3EB5F266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5691" y="42620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0" name="p33-椭圆-0400">
            <a:extLst xmlns:a="http://schemas.openxmlformats.org/drawingml/2006/main">
              <a:ext uri="{FF2B5EF4-FFF2-40B4-BE49-F238E27FC236}">
                <a16:creationId xmlns:a16="http://schemas.microsoft.com/office/drawing/2014/main" id="{041E8270-80DD-4287-B4FC-178C7ABD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602" y="468945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01" name="p33-椭圆-0401">
            <a:extLst xmlns:a="http://schemas.openxmlformats.org/drawingml/2006/main">
              <a:ext uri="{FF2B5EF4-FFF2-40B4-BE49-F238E27FC236}">
                <a16:creationId xmlns:a16="http://schemas.microsoft.com/office/drawing/2014/main" id="{74ACDAE0-BC69-4F51-ABCF-30424022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513" y="52213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2" name="p33-椭圆-0402">
            <a:extLst xmlns:a="http://schemas.openxmlformats.org/drawingml/2006/main">
              <a:ext uri="{FF2B5EF4-FFF2-40B4-BE49-F238E27FC236}">
                <a16:creationId xmlns:a16="http://schemas.microsoft.com/office/drawing/2014/main" id="{42874EAF-F02F-4C56-AA8D-A6F21A32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7999" y="454769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3" name="p33-椭圆-0403">
            <a:extLst xmlns:a="http://schemas.openxmlformats.org/drawingml/2006/main">
              <a:ext uri="{FF2B5EF4-FFF2-40B4-BE49-F238E27FC236}">
                <a16:creationId xmlns:a16="http://schemas.microsoft.com/office/drawing/2014/main" id="{CB2E5152-BD70-4F94-9E51-DB4B0634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3910" y="481883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4" name="p33-椭圆-0404">
            <a:extLst xmlns:a="http://schemas.openxmlformats.org/drawingml/2006/main">
              <a:ext uri="{FF2B5EF4-FFF2-40B4-BE49-F238E27FC236}">
                <a16:creationId xmlns:a16="http://schemas.microsoft.com/office/drawing/2014/main" id="{2BAE0DAB-7247-4CD8-B4FB-09E44389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4396" y="423761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05" name="p33-椭圆-0405">
            <a:extLst xmlns:a="http://schemas.openxmlformats.org/drawingml/2006/main">
              <a:ext uri="{FF2B5EF4-FFF2-40B4-BE49-F238E27FC236}">
                <a16:creationId xmlns:a16="http://schemas.microsoft.com/office/drawing/2014/main" id="{E92E27FA-ABCF-401C-9B9C-4F49386F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0307" y="47950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6" name="p33-椭圆-0406">
            <a:extLst xmlns:a="http://schemas.openxmlformats.org/drawingml/2006/main">
              <a:ext uri="{FF2B5EF4-FFF2-40B4-BE49-F238E27FC236}">
                <a16:creationId xmlns:a16="http://schemas.microsoft.com/office/drawing/2014/main" id="{65583D30-57E1-4642-A65A-56E91222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6218" y="505781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7" name="p33-椭圆-0407">
            <a:extLst xmlns:a="http://schemas.openxmlformats.org/drawingml/2006/main">
              <a:ext uri="{FF2B5EF4-FFF2-40B4-BE49-F238E27FC236}">
                <a16:creationId xmlns:a16="http://schemas.microsoft.com/office/drawing/2014/main" id="{E27E7E7A-350A-4BE3-A733-ABB5F909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704" y="429853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8" name="p33-椭圆-0408">
            <a:extLst xmlns:a="http://schemas.openxmlformats.org/drawingml/2006/main">
              <a:ext uri="{FF2B5EF4-FFF2-40B4-BE49-F238E27FC236}">
                <a16:creationId xmlns:a16="http://schemas.microsoft.com/office/drawing/2014/main" id="{7FC0066F-89FD-45FE-AAEA-62677E38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2615" y="49348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09" name="p33-椭圆-0409">
            <a:extLst xmlns:a="http://schemas.openxmlformats.org/drawingml/2006/main">
              <a:ext uri="{FF2B5EF4-FFF2-40B4-BE49-F238E27FC236}">
                <a16:creationId xmlns:a16="http://schemas.microsoft.com/office/drawing/2014/main" id="{01022849-AC9D-45C9-99C1-B5470B8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3101" y="419189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0" name="p33-椭圆-0410">
            <a:extLst xmlns:a="http://schemas.openxmlformats.org/drawingml/2006/main">
              <a:ext uri="{FF2B5EF4-FFF2-40B4-BE49-F238E27FC236}">
                <a16:creationId xmlns:a16="http://schemas.microsoft.com/office/drawing/2014/main" id="{946BC04A-79E1-458E-B447-9D5B8082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9012" y="444818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1" name="p33-椭圆-0411">
            <a:extLst xmlns:a="http://schemas.openxmlformats.org/drawingml/2006/main">
              <a:ext uri="{FF2B5EF4-FFF2-40B4-BE49-F238E27FC236}">
                <a16:creationId xmlns:a16="http://schemas.microsoft.com/office/drawing/2014/main" id="{1612070E-83E6-4B39-A606-64E37D4B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923" y="499183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2" name="p33-椭圆-0412">
            <a:extLst xmlns:a="http://schemas.openxmlformats.org/drawingml/2006/main">
              <a:ext uri="{FF2B5EF4-FFF2-40B4-BE49-F238E27FC236}">
                <a16:creationId xmlns:a16="http://schemas.microsoft.com/office/drawing/2014/main" id="{A921B242-1FCE-4558-8CCC-86734C36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5409" y="442253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13" name="p33-椭圆-0413">
            <a:extLst xmlns:a="http://schemas.openxmlformats.org/drawingml/2006/main">
              <a:ext uri="{FF2B5EF4-FFF2-40B4-BE49-F238E27FC236}">
                <a16:creationId xmlns:a16="http://schemas.microsoft.com/office/drawing/2014/main" id="{EEAB094A-8039-430A-98FD-C579B65F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320" y="47027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4" name="p33-椭圆-0414">
            <a:extLst xmlns:a="http://schemas.openxmlformats.org/drawingml/2006/main">
              <a:ext uri="{FF2B5EF4-FFF2-40B4-BE49-F238E27FC236}">
                <a16:creationId xmlns:a16="http://schemas.microsoft.com/office/drawing/2014/main" id="{F4CD8BFE-BF96-4209-9A8C-7A0F1544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7232" y="50632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5" name="p33-椭圆-0415">
            <a:extLst xmlns:a="http://schemas.openxmlformats.org/drawingml/2006/main">
              <a:ext uri="{FF2B5EF4-FFF2-40B4-BE49-F238E27FC236}">
                <a16:creationId xmlns:a16="http://schemas.microsoft.com/office/drawing/2014/main" id="{E54A9FF6-6254-4803-895A-B887E552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718" y="45425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6" name="p33-椭圆-0416">
            <a:extLst xmlns:a="http://schemas.openxmlformats.org/drawingml/2006/main">
              <a:ext uri="{FF2B5EF4-FFF2-40B4-BE49-F238E27FC236}">
                <a16:creationId xmlns:a16="http://schemas.microsoft.com/office/drawing/2014/main" id="{DE550213-AA5B-4E4F-9114-B8DDDFDC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3629" y="498663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17" name="p33-椭圆-0417">
            <a:extLst xmlns:a="http://schemas.openxmlformats.org/drawingml/2006/main">
              <a:ext uri="{FF2B5EF4-FFF2-40B4-BE49-F238E27FC236}">
                <a16:creationId xmlns:a16="http://schemas.microsoft.com/office/drawing/2014/main" id="{6E740068-EA1C-4187-B18B-9B5CF995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4115" y="41379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8" name="p33-椭圆-0418">
            <a:extLst xmlns:a="http://schemas.openxmlformats.org/drawingml/2006/main">
              <a:ext uri="{FF2B5EF4-FFF2-40B4-BE49-F238E27FC236}">
                <a16:creationId xmlns:a16="http://schemas.microsoft.com/office/drawing/2014/main" id="{6097FC75-4ED1-426C-85F6-0BEC662A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0026" y="459403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19" name="p33-椭圆-0419">
            <a:extLst xmlns:a="http://schemas.openxmlformats.org/drawingml/2006/main">
              <a:ext uri="{FF2B5EF4-FFF2-40B4-BE49-F238E27FC236}">
                <a16:creationId xmlns:a16="http://schemas.microsoft.com/office/drawing/2014/main" id="{E5F18329-066A-430B-AB05-4C235251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937" y="51986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0" name="p33-椭圆-0420">
            <a:extLst xmlns:a="http://schemas.openxmlformats.org/drawingml/2006/main">
              <a:ext uri="{FF2B5EF4-FFF2-40B4-BE49-F238E27FC236}">
                <a16:creationId xmlns:a16="http://schemas.microsoft.com/office/drawing/2014/main" id="{0E24A624-752A-434E-A5CA-4040B3A2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6423" y="43487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21" name="p33-椭圆-0421">
            <a:extLst xmlns:a="http://schemas.openxmlformats.org/drawingml/2006/main">
              <a:ext uri="{FF2B5EF4-FFF2-40B4-BE49-F238E27FC236}">
                <a16:creationId xmlns:a16="http://schemas.microsoft.com/office/drawing/2014/main" id="{6F9563A8-5A90-4B88-9620-CCADB83C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2334" y="467904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2" name="p33-椭圆-0422">
            <a:extLst xmlns:a="http://schemas.openxmlformats.org/drawingml/2006/main">
              <a:ext uri="{FF2B5EF4-FFF2-40B4-BE49-F238E27FC236}">
                <a16:creationId xmlns:a16="http://schemas.microsoft.com/office/drawing/2014/main" id="{4D3B58A6-9ABC-427B-80A9-80ED431B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45" y="522131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3" name="p33-椭圆-0423">
            <a:extLst xmlns:a="http://schemas.openxmlformats.org/drawingml/2006/main">
              <a:ext uri="{FF2B5EF4-FFF2-40B4-BE49-F238E27FC236}">
                <a16:creationId xmlns:a16="http://schemas.microsoft.com/office/drawing/2014/main" id="{2553E01E-2E08-4863-8921-AFC16D8B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8731" y="462629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4" name="p33-椭圆-0424">
            <a:extLst xmlns:a="http://schemas.openxmlformats.org/drawingml/2006/main">
              <a:ext uri="{FF2B5EF4-FFF2-40B4-BE49-F238E27FC236}">
                <a16:creationId xmlns:a16="http://schemas.microsoft.com/office/drawing/2014/main" id="{24301021-9EF5-4390-A5E7-E8A1487B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4642" y="487029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25" name="p33-椭圆-0425">
            <a:extLst xmlns:a="http://schemas.openxmlformats.org/drawingml/2006/main">
              <a:ext uri="{FF2B5EF4-FFF2-40B4-BE49-F238E27FC236}">
                <a16:creationId xmlns:a16="http://schemas.microsoft.com/office/drawing/2014/main" id="{9EA6531A-19E7-444F-88BE-3C853485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128" y="41974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6" name="p33-椭圆-0426">
            <a:extLst xmlns:a="http://schemas.openxmlformats.org/drawingml/2006/main">
              <a:ext uri="{FF2B5EF4-FFF2-40B4-BE49-F238E27FC236}">
                <a16:creationId xmlns:a16="http://schemas.microsoft.com/office/drawing/2014/main" id="{77D15C00-122A-4F11-B05A-7E6BF742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039" y="481827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7" name="p33-椭圆-0427">
            <a:extLst xmlns:a="http://schemas.openxmlformats.org/drawingml/2006/main">
              <a:ext uri="{FF2B5EF4-FFF2-40B4-BE49-F238E27FC236}">
                <a16:creationId xmlns:a16="http://schemas.microsoft.com/office/drawing/2014/main" id="{04BC4873-10C9-4695-833C-7AD54257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6950" y="51475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28" name="p33-椭圆-0428">
            <a:extLst xmlns:a="http://schemas.openxmlformats.org/drawingml/2006/main">
              <a:ext uri="{FF2B5EF4-FFF2-40B4-BE49-F238E27FC236}">
                <a16:creationId xmlns:a16="http://schemas.microsoft.com/office/drawing/2014/main" id="{35AB44CD-F05D-48B7-8689-292DDD56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7436" y="429855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29" name="p33-椭圆-0429">
            <a:extLst xmlns:a="http://schemas.openxmlformats.org/drawingml/2006/main">
              <a:ext uri="{FF2B5EF4-FFF2-40B4-BE49-F238E27FC236}">
                <a16:creationId xmlns:a16="http://schemas.microsoft.com/office/drawing/2014/main" id="{92201F56-D3DD-4641-B6CC-FDE16AD0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347" y="490381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30" name="p33-椭圆-0430">
            <a:extLst xmlns:a="http://schemas.openxmlformats.org/drawingml/2006/main">
              <a:ext uri="{FF2B5EF4-FFF2-40B4-BE49-F238E27FC236}">
                <a16:creationId xmlns:a16="http://schemas.microsoft.com/office/drawing/2014/main" id="{E6BC6D9E-2D98-4EA9-BEC0-84C2F75C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3833" y="426292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31" name="p33-椭圆-0431">
            <a:extLst xmlns:a="http://schemas.openxmlformats.org/drawingml/2006/main">
              <a:ext uri="{FF2B5EF4-FFF2-40B4-BE49-F238E27FC236}">
                <a16:creationId xmlns:a16="http://schemas.microsoft.com/office/drawing/2014/main" id="{22DF8704-157C-4B38-8F14-C2B3443A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9744" y="450985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32" name="p33-椭圆-0432">
            <a:extLst xmlns:a="http://schemas.openxmlformats.org/drawingml/2006/main">
              <a:ext uri="{FF2B5EF4-FFF2-40B4-BE49-F238E27FC236}">
                <a16:creationId xmlns:a16="http://schemas.microsoft.com/office/drawing/2014/main" id="{645C701B-7FF8-457B-A72E-BD59089A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655" y="495517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33" name="p33-文本-0433">
            <a:extLst xmlns:a="http://schemas.openxmlformats.org/drawingml/2006/main">
              <a:ext uri="{FF2B5EF4-FFF2-40B4-BE49-F238E27FC236}">
                <a16:creationId xmlns:a16="http://schemas.microsoft.com/office/drawing/2014/main" id="{20EC281D-7182-4499-9856-7F4779B2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6488" y="53643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434" name="p33-文本-0434">
            <a:extLst xmlns:a="http://schemas.openxmlformats.org/drawingml/2006/main">
              <a:ext uri="{FF2B5EF4-FFF2-40B4-BE49-F238E27FC236}">
                <a16:creationId xmlns:a16="http://schemas.microsoft.com/office/drawing/2014/main" id="{8B82BA7C-8CBA-4240-878B-7ADB901B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9750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435" name="p33-椭圆-0435">
            <a:extLst xmlns:a="http://schemas.openxmlformats.org/drawingml/2006/main">
              <a:ext uri="{FF2B5EF4-FFF2-40B4-BE49-F238E27FC236}">
                <a16:creationId xmlns:a16="http://schemas.microsoft.com/office/drawing/2014/main" id="{A54D88E6-415E-4CA3-8B90-189DA2F5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8954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36" name="p33-文本-0436">
            <a:extLst xmlns:a="http://schemas.openxmlformats.org/drawingml/2006/main">
              <a:ext uri="{FF2B5EF4-FFF2-40B4-BE49-F238E27FC236}">
                <a16:creationId xmlns:a16="http://schemas.microsoft.com/office/drawing/2014/main" id="{38E4D392-A13F-4B37-89D3-5AB0A4E5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397" y="1915748"/>
            <a:ext cx="126206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37" name="p33-椭圆-0437">
            <a:extLst xmlns:a="http://schemas.openxmlformats.org/drawingml/2006/main">
              <a:ext uri="{FF2B5EF4-FFF2-40B4-BE49-F238E27FC236}">
                <a16:creationId xmlns:a16="http://schemas.microsoft.com/office/drawing/2014/main" id="{80804529-3B96-4787-B072-1B8F3CC0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14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38" name="p33-文本-0438">
            <a:extLst xmlns:a="http://schemas.openxmlformats.org/drawingml/2006/main">
              <a:ext uri="{FF2B5EF4-FFF2-40B4-BE49-F238E27FC236}">
                <a16:creationId xmlns:a16="http://schemas.microsoft.com/office/drawing/2014/main" id="{B9DA3FD5-37D9-46E5-A66F-DA8E5AA7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1322" y="1934798"/>
            <a:ext cx="126206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9" name="p33-椭圆-0439">
            <a:extLst xmlns:a="http://schemas.openxmlformats.org/drawingml/2006/main">
              <a:ext uri="{FF2B5EF4-FFF2-40B4-BE49-F238E27FC236}">
                <a16:creationId xmlns:a16="http://schemas.microsoft.com/office/drawing/2014/main" id="{6B2D2B89-C277-49A7-ACEB-83206BC2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7433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40" name="p33-文本-0440">
            <a:extLst xmlns:a="http://schemas.openxmlformats.org/drawingml/2006/main">
              <a:ext uri="{FF2B5EF4-FFF2-40B4-BE49-F238E27FC236}">
                <a16:creationId xmlns:a16="http://schemas.microsoft.com/office/drawing/2014/main" id="{9185150E-20ED-4CA2-A2C0-51FFCB3C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397" y="3763598"/>
            <a:ext cx="126206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1" name="p33-椭圆-0441">
            <a:extLst xmlns:a="http://schemas.openxmlformats.org/drawingml/2006/main">
              <a:ext uri="{FF2B5EF4-FFF2-40B4-BE49-F238E27FC236}">
                <a16:creationId xmlns:a16="http://schemas.microsoft.com/office/drawing/2014/main" id="{CDD70E30-7AB3-44A5-9B90-2E06986E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76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442" name="p33-文本-0442">
            <a:extLst xmlns:a="http://schemas.openxmlformats.org/drawingml/2006/main">
              <a:ext uri="{FF2B5EF4-FFF2-40B4-BE49-F238E27FC236}">
                <a16:creationId xmlns:a16="http://schemas.microsoft.com/office/drawing/2014/main" id="{44B2E356-A8C2-4FAA-BC3F-E2A8D9CC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0847" y="4096973"/>
            <a:ext cx="126206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43" name="p33-文本-0443">
            <a:extLst xmlns:a="http://schemas.openxmlformats.org/drawingml/2006/main">
              <a:ext uri="{FF2B5EF4-FFF2-40B4-BE49-F238E27FC236}">
                <a16:creationId xmlns:a16="http://schemas.microsoft.com/office/drawing/2014/main" id="{6F9E2BCD-AE56-4F98-8132-86753201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198" y="6062007"/>
            <a:ext cx="597160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样本、测量与分析结果关联，支持追溯数据处理过程</a:t>
            </a:r>
          </a:p>
        </p:txBody>
      </p:sp>
      <p:sp>
        <p:nvSpPr>
          <p:cNvPr id="444" name="p33-文本-0444">
            <a:extLst xmlns:a="http://schemas.openxmlformats.org/drawingml/2006/main">
              <a:ext uri="{FF2B5EF4-FFF2-40B4-BE49-F238E27FC236}">
                <a16:creationId xmlns:a16="http://schemas.microsoft.com/office/drawing/2014/main" id="{FB5E5BE7-33D7-45BB-B08B-4FC384D3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23288853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p34-矩形-0001">
            <a:extLst xmlns:a="http://schemas.openxmlformats.org/drawingml/2006/main">
              <a:ext uri="{FF2B5EF4-FFF2-40B4-BE49-F238E27FC236}">
                <a16:creationId xmlns:a16="http://schemas.microsoft.com/office/drawing/2014/main" id="{2B839776-3721-4EEF-AD8A-EDE409C8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4-矩形-0002">
            <a:extLst xmlns:a="http://schemas.openxmlformats.org/drawingml/2006/main">
              <a:ext uri="{FF2B5EF4-FFF2-40B4-BE49-F238E27FC236}">
                <a16:creationId xmlns:a16="http://schemas.microsoft.com/office/drawing/2014/main" id="{9BCC4812-A4C8-4D00-B418-9DCD70DE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4-文本-0003">
            <a:extLst xmlns:a="http://schemas.openxmlformats.org/drawingml/2006/main">
              <a:ext uri="{FF2B5EF4-FFF2-40B4-BE49-F238E27FC236}">
                <a16:creationId xmlns:a16="http://schemas.microsoft.com/office/drawing/2014/main" id="{E5E62703-523E-49AD-A285-0EDA843C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实验记录支撑测量复核与验证追溯</a:t>
            </a:r>
          </a:p>
        </p:txBody>
      </p:sp>
      <p:sp>
        <p:nvSpPr>
          <p:cNvPr id="4" name="p34-文本-0004">
            <a:extLst xmlns:a="http://schemas.openxmlformats.org/drawingml/2006/main">
              <a:ext uri="{FF2B5EF4-FFF2-40B4-BE49-F238E27FC236}">
                <a16:creationId xmlns:a16="http://schemas.microsoft.com/office/drawing/2014/main" id="{8AAB6859-B41F-4958-88AF-5079DC16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34783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两份不同类型记录对应两项可以核查的判断</a:t>
            </a:r>
          </a:p>
        </p:txBody>
      </p:sp>
      <p:sp>
        <p:nvSpPr>
          <p:cNvPr id="5" name="p34-线-0005">
            <a:extLst xmlns:a="http://schemas.openxmlformats.org/drawingml/2006/main">
              <a:ext uri="{FF2B5EF4-FFF2-40B4-BE49-F238E27FC236}">
                <a16:creationId xmlns:a16="http://schemas.microsoft.com/office/drawing/2014/main" id="{5238AB96-9E07-49E9-A014-3E8FCB4D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4-矩形-0006">
            <a:extLst xmlns:a="http://schemas.openxmlformats.org/drawingml/2006/main">
              <a:ext uri="{FF2B5EF4-FFF2-40B4-BE49-F238E27FC236}">
                <a16:creationId xmlns:a16="http://schemas.microsoft.com/office/drawing/2014/main" id="{C0029AA5-D919-4F9B-93C3-C7EFBB28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09700"/>
            <a:ext cx="535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34-文本-0007">
            <a:extLst xmlns:a="http://schemas.openxmlformats.org/drawingml/2006/main">
              <a:ext uri="{FF2B5EF4-FFF2-40B4-BE49-F238E27FC236}">
                <a16:creationId xmlns:a16="http://schemas.microsoft.com/office/drawing/2014/main" id="{4CF75DD2-BA24-4CBD-B5C3-DF984412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0722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测量记录</a:t>
            </a:r>
          </a:p>
        </p:txBody>
      </p:sp>
      <p:sp>
        <p:nvSpPr>
          <p:cNvPr id="8" name="p34-矩形-0008">
            <a:extLst xmlns:a="http://schemas.openxmlformats.org/drawingml/2006/main">
              <a:ext uri="{FF2B5EF4-FFF2-40B4-BE49-F238E27FC236}">
                <a16:creationId xmlns:a16="http://schemas.microsoft.com/office/drawing/2014/main" id="{8A7EE4F8-FB0C-433D-AB6D-2BDE78B9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2524125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9" name="p34-文本-0009">
            <a:extLst xmlns:a="http://schemas.openxmlformats.org/drawingml/2006/main">
              <a:ext uri="{FF2B5EF4-FFF2-40B4-BE49-F238E27FC236}">
                <a16:creationId xmlns:a16="http://schemas.microsoft.com/office/drawing/2014/main" id="{D2216C1C-03C8-42D6-BF71-5B19A7DD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28388"/>
            <a:ext cx="1587151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实验记录 · 合成样张</a:t>
            </a:r>
          </a:p>
        </p:txBody>
      </p:sp>
      <p:sp>
        <p:nvSpPr>
          <p:cNvPr id="10" name="p34-线-0010">
            <a:extLst xmlns:a="http://schemas.openxmlformats.org/drawingml/2006/main">
              <a:ext uri="{FF2B5EF4-FFF2-40B4-BE49-F238E27FC236}">
                <a16:creationId xmlns:a16="http://schemas.microsoft.com/office/drawing/2014/main" id="{6E398A4B-E3DF-4B5D-8DBE-8F223B80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098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1" name="p34-线-0011">
            <a:extLst xmlns:a="http://schemas.openxmlformats.org/drawingml/2006/main">
              <a:ext uri="{FF2B5EF4-FFF2-40B4-BE49-F238E27FC236}">
                <a16:creationId xmlns:a16="http://schemas.microsoft.com/office/drawing/2014/main" id="{B49080FB-8764-4A5D-A64D-EACFCBD0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431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2" name="p34-线-0012">
            <a:extLst xmlns:a="http://schemas.openxmlformats.org/drawingml/2006/main">
              <a:ext uri="{FF2B5EF4-FFF2-40B4-BE49-F238E27FC236}">
                <a16:creationId xmlns:a16="http://schemas.microsoft.com/office/drawing/2014/main" id="{1BF57031-45E0-4312-8484-C2507C43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6765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3" name="p34-线-0013">
            <a:extLst xmlns:a="http://schemas.openxmlformats.org/drawingml/2006/main">
              <a:ext uri="{FF2B5EF4-FFF2-40B4-BE49-F238E27FC236}">
                <a16:creationId xmlns:a16="http://schemas.microsoft.com/office/drawing/2014/main" id="{61CA70C0-EBB0-4A24-A5FB-7895FC0C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2195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4" name="p34-线-0014">
            <a:extLst xmlns:a="http://schemas.openxmlformats.org/drawingml/2006/main">
              <a:ext uri="{FF2B5EF4-FFF2-40B4-BE49-F238E27FC236}">
                <a16:creationId xmlns:a16="http://schemas.microsoft.com/office/drawing/2014/main" id="{26F65A8B-1752-456C-8210-8FB0DC4C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529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5" name="p34-线-0015">
            <a:extLst xmlns:a="http://schemas.openxmlformats.org/drawingml/2006/main">
              <a:ext uri="{FF2B5EF4-FFF2-40B4-BE49-F238E27FC236}">
                <a16:creationId xmlns:a16="http://schemas.microsoft.com/office/drawing/2014/main" id="{324CA8BC-4580-47C1-B065-78A4ABAB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4862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6" name="p34-线-0016">
            <a:extLst xmlns:a="http://schemas.openxmlformats.org/drawingml/2006/main">
              <a:ext uri="{FF2B5EF4-FFF2-40B4-BE49-F238E27FC236}">
                <a16:creationId xmlns:a16="http://schemas.microsoft.com/office/drawing/2014/main" id="{D03C7068-E287-4E80-B602-7948546C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6196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7" name="p34-线-0017">
            <a:extLst xmlns:a="http://schemas.openxmlformats.org/drawingml/2006/main">
              <a:ext uri="{FF2B5EF4-FFF2-40B4-BE49-F238E27FC236}">
                <a16:creationId xmlns:a16="http://schemas.microsoft.com/office/drawing/2014/main" id="{58E4D2A5-7485-4C1B-9365-5BD3077C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7529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18" name="p34-文本-0018">
            <a:extLst xmlns:a="http://schemas.openxmlformats.org/drawingml/2006/main">
              <a:ext uri="{FF2B5EF4-FFF2-40B4-BE49-F238E27FC236}">
                <a16:creationId xmlns:a16="http://schemas.microsoft.com/office/drawing/2014/main" id="{988FF903-342D-4ABA-9C7D-928DA5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687827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19" name="p34-线-0019">
            <a:extLst xmlns:a="http://schemas.openxmlformats.org/drawingml/2006/main">
              <a:ext uri="{FF2B5EF4-FFF2-40B4-BE49-F238E27FC236}">
                <a16:creationId xmlns:a16="http://schemas.microsoft.com/office/drawing/2014/main" id="{4678B273-DDE2-414A-B9C5-1B2BEEB2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876675"/>
            <a:ext cx="1866900" cy="95"/>
          </a:xfrm>
          <a:custGeom xmlns:a="http://schemas.openxmlformats.org/drawingml/2006/main">
            <a:pathLst>
              <a:path w="1866900" h="95">
                <a:moveTo>
                  <a:pt x="0" y="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0" name="p34-线-0020">
            <a:extLst xmlns:a="http://schemas.openxmlformats.org/drawingml/2006/main">
              <a:ext uri="{FF2B5EF4-FFF2-40B4-BE49-F238E27FC236}">
                <a16:creationId xmlns:a16="http://schemas.microsoft.com/office/drawing/2014/main" id="{6B147134-C9AA-482C-B0A8-BA966A36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52775"/>
            <a:ext cx="95" cy="723900"/>
          </a:xfrm>
          <a:custGeom xmlns:a="http://schemas.openxmlformats.org/drawingml/2006/main">
            <a:pathLst>
              <a:path w="95" h="723900">
                <a:moveTo>
                  <a:pt x="0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1" name="p34-线-0021">
            <a:extLst xmlns:a="http://schemas.openxmlformats.org/drawingml/2006/main">
              <a:ext uri="{FF2B5EF4-FFF2-40B4-BE49-F238E27FC236}">
                <a16:creationId xmlns:a16="http://schemas.microsoft.com/office/drawing/2014/main" id="{011B1EA4-3AB5-4BFD-81EC-0768CD0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333750"/>
            <a:ext cx="1866900" cy="95"/>
          </a:xfrm>
          <a:custGeom xmlns:a="http://schemas.openxmlformats.org/drawingml/2006/main">
            <a:pathLst>
              <a:path w="1866900" h="95">
                <a:moveTo>
                  <a:pt x="0" y="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2" name="p34-线-0022">
            <a:extLst xmlns:a="http://schemas.openxmlformats.org/drawingml/2006/main">
              <a:ext uri="{FF2B5EF4-FFF2-40B4-BE49-F238E27FC236}">
                <a16:creationId xmlns:a16="http://schemas.microsoft.com/office/drawing/2014/main" id="{779BA19A-95EC-4191-BAB1-902EB6AD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514725"/>
            <a:ext cx="1866900" cy="95"/>
          </a:xfrm>
          <a:custGeom xmlns:a="http://schemas.openxmlformats.org/drawingml/2006/main">
            <a:pathLst>
              <a:path w="1866900" h="95">
                <a:moveTo>
                  <a:pt x="0" y="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3" name="p34-线-0023">
            <a:extLst xmlns:a="http://schemas.openxmlformats.org/drawingml/2006/main">
              <a:ext uri="{FF2B5EF4-FFF2-40B4-BE49-F238E27FC236}">
                <a16:creationId xmlns:a16="http://schemas.microsoft.com/office/drawing/2014/main" id="{384608E4-5DA6-4E0F-A7EA-6D746F1A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695700"/>
            <a:ext cx="1866900" cy="95"/>
          </a:xfrm>
          <a:custGeom xmlns:a="http://schemas.openxmlformats.org/drawingml/2006/main">
            <a:pathLst>
              <a:path w="1866900" h="95">
                <a:moveTo>
                  <a:pt x="0" y="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24" name="p34-路径-0024">
            <a:extLst xmlns:a="http://schemas.openxmlformats.org/drawingml/2006/main">
              <a:ext uri="{FF2B5EF4-FFF2-40B4-BE49-F238E27FC236}">
                <a16:creationId xmlns:a16="http://schemas.microsoft.com/office/drawing/2014/main" id="{53D89B82-E140-46BE-A949-22F7AA9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75648"/>
            <a:ext cx="1866900" cy="406718"/>
          </a:xfrm>
          <a:custGeom xmlns:a="http://schemas.openxmlformats.org/drawingml/2006/main">
            <a:pathLst>
              <a:path w="1866900" h="406718">
                <a:moveTo>
                  <a:pt x="0" y="0"/>
                </a:moveTo>
                <a:lnTo>
                  <a:pt x="61913" y="30480"/>
                </a:lnTo>
                <a:lnTo>
                  <a:pt x="124777" y="59055"/>
                </a:lnTo>
                <a:lnTo>
                  <a:pt x="186690" y="85725"/>
                </a:lnTo>
                <a:lnTo>
                  <a:pt x="248602" y="110490"/>
                </a:lnTo>
                <a:lnTo>
                  <a:pt x="311467" y="133350"/>
                </a:lnTo>
                <a:lnTo>
                  <a:pt x="373380" y="155258"/>
                </a:lnTo>
                <a:lnTo>
                  <a:pt x="435292" y="175260"/>
                </a:lnTo>
                <a:lnTo>
                  <a:pt x="498158" y="194310"/>
                </a:lnTo>
                <a:lnTo>
                  <a:pt x="560070" y="212408"/>
                </a:lnTo>
                <a:lnTo>
                  <a:pt x="621983" y="229553"/>
                </a:lnTo>
                <a:lnTo>
                  <a:pt x="684848" y="244793"/>
                </a:lnTo>
                <a:lnTo>
                  <a:pt x="746760" y="259080"/>
                </a:lnTo>
                <a:lnTo>
                  <a:pt x="808673" y="273368"/>
                </a:lnTo>
                <a:lnTo>
                  <a:pt x="871538" y="285750"/>
                </a:lnTo>
                <a:lnTo>
                  <a:pt x="933450" y="297180"/>
                </a:lnTo>
                <a:lnTo>
                  <a:pt x="995363" y="308610"/>
                </a:lnTo>
                <a:lnTo>
                  <a:pt x="1058228" y="319088"/>
                </a:lnTo>
                <a:lnTo>
                  <a:pt x="1120140" y="328613"/>
                </a:lnTo>
                <a:lnTo>
                  <a:pt x="1182053" y="338138"/>
                </a:lnTo>
                <a:lnTo>
                  <a:pt x="1244918" y="346710"/>
                </a:lnTo>
                <a:lnTo>
                  <a:pt x="1306830" y="354330"/>
                </a:lnTo>
                <a:lnTo>
                  <a:pt x="1368743" y="361950"/>
                </a:lnTo>
                <a:lnTo>
                  <a:pt x="1431608" y="369570"/>
                </a:lnTo>
                <a:lnTo>
                  <a:pt x="1493520" y="375285"/>
                </a:lnTo>
                <a:lnTo>
                  <a:pt x="1555433" y="381953"/>
                </a:lnTo>
                <a:lnTo>
                  <a:pt x="1618297" y="387668"/>
                </a:lnTo>
                <a:lnTo>
                  <a:pt x="1680210" y="393383"/>
                </a:lnTo>
                <a:lnTo>
                  <a:pt x="1742122" y="398145"/>
                </a:lnTo>
                <a:lnTo>
                  <a:pt x="1804988" y="402908"/>
                </a:lnTo>
                <a:lnTo>
                  <a:pt x="1866900" y="40671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25" name="p34-椭圆-0025">
            <a:extLst xmlns:a="http://schemas.openxmlformats.org/drawingml/2006/main">
              <a:ext uri="{FF2B5EF4-FFF2-40B4-BE49-F238E27FC236}">
                <a16:creationId xmlns:a16="http://schemas.microsoft.com/office/drawing/2014/main" id="{AAFF5D36-9593-461A-8C40-25C4090B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" y="32491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" name="p34-椭圆-0026">
            <a:extLst xmlns:a="http://schemas.openxmlformats.org/drawingml/2006/main">
              <a:ext uri="{FF2B5EF4-FFF2-40B4-BE49-F238E27FC236}">
                <a16:creationId xmlns:a16="http://schemas.microsoft.com/office/drawing/2014/main" id="{2DAAD0E1-563A-4B4A-B5BC-1489B155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" y="340429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" name="p34-椭圆-0027">
            <a:extLst xmlns:a="http://schemas.openxmlformats.org/drawingml/2006/main">
              <a:ext uri="{FF2B5EF4-FFF2-40B4-BE49-F238E27FC236}">
                <a16:creationId xmlns:a16="http://schemas.microsoft.com/office/drawing/2014/main" id="{9A51AF93-5521-46AA-A550-57AA19A6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115" y="350827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8" name="p34-椭圆-0028">
            <a:extLst xmlns:a="http://schemas.openxmlformats.org/drawingml/2006/main">
              <a:ext uri="{FF2B5EF4-FFF2-40B4-BE49-F238E27FC236}">
                <a16:creationId xmlns:a16="http://schemas.microsoft.com/office/drawing/2014/main" id="{3A35BFC3-0532-4B2B-880A-CFB91BED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5495" y="35779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9" name="p34-椭圆-0029">
            <a:extLst xmlns:a="http://schemas.openxmlformats.org/drawingml/2006/main">
              <a:ext uri="{FF2B5EF4-FFF2-40B4-BE49-F238E27FC236}">
                <a16:creationId xmlns:a16="http://schemas.microsoft.com/office/drawing/2014/main" id="{7312A823-D7E5-49CA-928C-1A9B4629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6247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0" name="p34-椭圆-0030">
            <a:extLst xmlns:a="http://schemas.openxmlformats.org/drawingml/2006/main">
              <a:ext uri="{FF2B5EF4-FFF2-40B4-BE49-F238E27FC236}">
                <a16:creationId xmlns:a16="http://schemas.microsoft.com/office/drawing/2014/main" id="{2ED76283-BFC8-40FB-89AE-BD2B110E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255" y="365602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1" name="p34-路径-0031">
            <a:extLst xmlns:a="http://schemas.openxmlformats.org/drawingml/2006/main">
              <a:ext uri="{FF2B5EF4-FFF2-40B4-BE49-F238E27FC236}">
                <a16:creationId xmlns:a16="http://schemas.microsoft.com/office/drawing/2014/main" id="{FF0300C0-C0E7-4769-8B28-12D53E04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75648"/>
            <a:ext cx="1866900" cy="447675"/>
          </a:xfrm>
          <a:custGeom xmlns:a="http://schemas.openxmlformats.org/drawingml/2006/main">
            <a:pathLst>
              <a:path w="1866900" h="447675">
                <a:moveTo>
                  <a:pt x="0" y="0"/>
                </a:moveTo>
                <a:lnTo>
                  <a:pt x="61913" y="44768"/>
                </a:lnTo>
                <a:lnTo>
                  <a:pt x="124777" y="85725"/>
                </a:lnTo>
                <a:lnTo>
                  <a:pt x="186690" y="121920"/>
                </a:lnTo>
                <a:lnTo>
                  <a:pt x="248602" y="155258"/>
                </a:lnTo>
                <a:lnTo>
                  <a:pt x="311467" y="185738"/>
                </a:lnTo>
                <a:lnTo>
                  <a:pt x="373380" y="212408"/>
                </a:lnTo>
                <a:lnTo>
                  <a:pt x="435292" y="237173"/>
                </a:lnTo>
                <a:lnTo>
                  <a:pt x="498158" y="259080"/>
                </a:lnTo>
                <a:lnTo>
                  <a:pt x="560070" y="279083"/>
                </a:lnTo>
                <a:lnTo>
                  <a:pt x="621983" y="297180"/>
                </a:lnTo>
                <a:lnTo>
                  <a:pt x="684848" y="314325"/>
                </a:lnTo>
                <a:lnTo>
                  <a:pt x="746760" y="328613"/>
                </a:lnTo>
                <a:lnTo>
                  <a:pt x="808673" y="342900"/>
                </a:lnTo>
                <a:lnTo>
                  <a:pt x="871538" y="354330"/>
                </a:lnTo>
                <a:lnTo>
                  <a:pt x="933450" y="365760"/>
                </a:lnTo>
                <a:lnTo>
                  <a:pt x="995363" y="375285"/>
                </a:lnTo>
                <a:lnTo>
                  <a:pt x="1058228" y="384810"/>
                </a:lnTo>
                <a:lnTo>
                  <a:pt x="1120140" y="393383"/>
                </a:lnTo>
                <a:lnTo>
                  <a:pt x="1182053" y="400050"/>
                </a:lnTo>
                <a:lnTo>
                  <a:pt x="1244918" y="406718"/>
                </a:lnTo>
                <a:lnTo>
                  <a:pt x="1306830" y="413385"/>
                </a:lnTo>
                <a:lnTo>
                  <a:pt x="1368743" y="418148"/>
                </a:lnTo>
                <a:lnTo>
                  <a:pt x="1431608" y="423863"/>
                </a:lnTo>
                <a:lnTo>
                  <a:pt x="1493520" y="427673"/>
                </a:lnTo>
                <a:lnTo>
                  <a:pt x="1555433" y="432435"/>
                </a:lnTo>
                <a:lnTo>
                  <a:pt x="1618297" y="436245"/>
                </a:lnTo>
                <a:lnTo>
                  <a:pt x="1680210" y="439103"/>
                </a:lnTo>
                <a:lnTo>
                  <a:pt x="1742122" y="441960"/>
                </a:lnTo>
                <a:lnTo>
                  <a:pt x="1804988" y="444818"/>
                </a:lnTo>
                <a:lnTo>
                  <a:pt x="1866900" y="44767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32" name="p34-椭圆-0032">
            <a:extLst xmlns:a="http://schemas.openxmlformats.org/drawingml/2006/main">
              <a:ext uri="{FF2B5EF4-FFF2-40B4-BE49-F238E27FC236}">
                <a16:creationId xmlns:a16="http://schemas.microsoft.com/office/drawing/2014/main" id="{F7B0267A-9B8B-4E84-9736-6D69879E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" y="32491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3" name="p34-椭圆-0033">
            <a:extLst xmlns:a="http://schemas.openxmlformats.org/drawingml/2006/main">
              <a:ext uri="{FF2B5EF4-FFF2-40B4-BE49-F238E27FC236}">
                <a16:creationId xmlns:a16="http://schemas.microsoft.com/office/drawing/2014/main" id="{F7CA5B8B-9D59-48F8-A863-E30C2DA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" y="34614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4" name="p34-椭圆-0034">
            <a:extLst xmlns:a="http://schemas.openxmlformats.org/drawingml/2006/main">
              <a:ext uri="{FF2B5EF4-FFF2-40B4-BE49-F238E27FC236}">
                <a16:creationId xmlns:a16="http://schemas.microsoft.com/office/drawing/2014/main" id="{3A2CCC6D-219E-40C6-B38A-77DE4696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115" y="3577981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5" name="p34-椭圆-0035">
            <a:extLst xmlns:a="http://schemas.openxmlformats.org/drawingml/2006/main">
              <a:ext uri="{FF2B5EF4-FFF2-40B4-BE49-F238E27FC236}">
                <a16:creationId xmlns:a16="http://schemas.microsoft.com/office/drawing/2014/main" id="{4286D179-B11A-4A47-A82E-505C7D98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5495" y="364192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6" name="p34-椭圆-0036">
            <a:extLst xmlns:a="http://schemas.openxmlformats.org/drawingml/2006/main">
              <a:ext uri="{FF2B5EF4-FFF2-40B4-BE49-F238E27FC236}">
                <a16:creationId xmlns:a16="http://schemas.microsoft.com/office/drawing/2014/main" id="{98A377DC-9EBE-4B27-870B-2F45CE07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6770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7" name="p34-椭圆-0037">
            <a:extLst xmlns:a="http://schemas.openxmlformats.org/drawingml/2006/main">
              <a:ext uri="{FF2B5EF4-FFF2-40B4-BE49-F238E27FC236}">
                <a16:creationId xmlns:a16="http://schemas.microsoft.com/office/drawing/2014/main" id="{C53ABA7F-4356-4B4C-9424-103D3244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255" y="369627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8" name="p34-路径-0038">
            <a:extLst xmlns:a="http://schemas.openxmlformats.org/drawingml/2006/main">
              <a:ext uri="{FF2B5EF4-FFF2-40B4-BE49-F238E27FC236}">
                <a16:creationId xmlns:a16="http://schemas.microsoft.com/office/drawing/2014/main" id="{4C4F2774-4928-4287-935C-1B4E87A6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75648"/>
            <a:ext cx="1866900" cy="461963"/>
          </a:xfrm>
          <a:custGeom xmlns:a="http://schemas.openxmlformats.org/drawingml/2006/main">
            <a:pathLst>
              <a:path w="1866900" h="461963">
                <a:moveTo>
                  <a:pt x="0" y="0"/>
                </a:moveTo>
                <a:lnTo>
                  <a:pt x="61913" y="59055"/>
                </a:lnTo>
                <a:lnTo>
                  <a:pt x="124777" y="110490"/>
                </a:lnTo>
                <a:lnTo>
                  <a:pt x="186690" y="155258"/>
                </a:lnTo>
                <a:lnTo>
                  <a:pt x="248602" y="194310"/>
                </a:lnTo>
                <a:lnTo>
                  <a:pt x="311467" y="229553"/>
                </a:lnTo>
                <a:lnTo>
                  <a:pt x="373380" y="259080"/>
                </a:lnTo>
                <a:lnTo>
                  <a:pt x="435292" y="285750"/>
                </a:lnTo>
                <a:lnTo>
                  <a:pt x="498158" y="308610"/>
                </a:lnTo>
                <a:lnTo>
                  <a:pt x="560070" y="328613"/>
                </a:lnTo>
                <a:lnTo>
                  <a:pt x="621983" y="346710"/>
                </a:lnTo>
                <a:lnTo>
                  <a:pt x="684848" y="361950"/>
                </a:lnTo>
                <a:lnTo>
                  <a:pt x="746760" y="375285"/>
                </a:lnTo>
                <a:lnTo>
                  <a:pt x="808673" y="387668"/>
                </a:lnTo>
                <a:lnTo>
                  <a:pt x="871538" y="398145"/>
                </a:lnTo>
                <a:lnTo>
                  <a:pt x="933450" y="406718"/>
                </a:lnTo>
                <a:lnTo>
                  <a:pt x="995363" y="415290"/>
                </a:lnTo>
                <a:lnTo>
                  <a:pt x="1058228" y="421958"/>
                </a:lnTo>
                <a:lnTo>
                  <a:pt x="1120140" y="427673"/>
                </a:lnTo>
                <a:lnTo>
                  <a:pt x="1182053" y="433388"/>
                </a:lnTo>
                <a:lnTo>
                  <a:pt x="1244918" y="438150"/>
                </a:lnTo>
                <a:lnTo>
                  <a:pt x="1306830" y="441960"/>
                </a:lnTo>
                <a:lnTo>
                  <a:pt x="1368743" y="445770"/>
                </a:lnTo>
                <a:lnTo>
                  <a:pt x="1431608" y="448628"/>
                </a:lnTo>
                <a:lnTo>
                  <a:pt x="1493520" y="451485"/>
                </a:lnTo>
                <a:lnTo>
                  <a:pt x="1555433" y="454343"/>
                </a:lnTo>
                <a:lnTo>
                  <a:pt x="1618297" y="456248"/>
                </a:lnTo>
                <a:lnTo>
                  <a:pt x="1680210" y="458153"/>
                </a:lnTo>
                <a:lnTo>
                  <a:pt x="1742122" y="459105"/>
                </a:lnTo>
                <a:lnTo>
                  <a:pt x="1804988" y="461010"/>
                </a:lnTo>
                <a:lnTo>
                  <a:pt x="1866900" y="461963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39" name="p34-椭圆-0039">
            <a:extLst xmlns:a="http://schemas.openxmlformats.org/drawingml/2006/main">
              <a:ext uri="{FF2B5EF4-FFF2-40B4-BE49-F238E27FC236}">
                <a16:creationId xmlns:a16="http://schemas.microsoft.com/office/drawing/2014/main" id="{AF014770-4259-4B15-9FE7-4B9B1714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" y="324916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0" name="p34-椭圆-0040">
            <a:extLst xmlns:a="http://schemas.openxmlformats.org/drawingml/2006/main">
              <a:ext uri="{FF2B5EF4-FFF2-40B4-BE49-F238E27FC236}">
                <a16:creationId xmlns:a16="http://schemas.microsoft.com/office/drawing/2014/main" id="{23B77F19-1B8C-4F43-A6C8-98BD8804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" y="350827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1" name="p34-椭圆-0041">
            <a:extLst xmlns:a="http://schemas.openxmlformats.org/drawingml/2006/main">
              <a:ext uri="{FF2B5EF4-FFF2-40B4-BE49-F238E27FC236}">
                <a16:creationId xmlns:a16="http://schemas.microsoft.com/office/drawing/2014/main" id="{D0C4B5AC-39C4-446A-A52F-341EDE7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115" y="362470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2" name="p34-椭圆-0042">
            <a:extLst xmlns:a="http://schemas.openxmlformats.org/drawingml/2006/main">
              <a:ext uri="{FF2B5EF4-FFF2-40B4-BE49-F238E27FC236}">
                <a16:creationId xmlns:a16="http://schemas.microsoft.com/office/drawing/2014/main" id="{21B241E6-6D85-4509-BB79-1C8DEC00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5495" y="367701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3" name="p34-椭圆-0043">
            <a:extLst xmlns:a="http://schemas.openxmlformats.org/drawingml/2006/main">
              <a:ext uri="{FF2B5EF4-FFF2-40B4-BE49-F238E27FC236}">
                <a16:creationId xmlns:a16="http://schemas.microsoft.com/office/drawing/2014/main" id="{9EBF76A3-DA7E-4349-9779-99BBD7BA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0052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4" name="p34-椭圆-0044">
            <a:extLst xmlns:a="http://schemas.openxmlformats.org/drawingml/2006/main">
              <a:ext uri="{FF2B5EF4-FFF2-40B4-BE49-F238E27FC236}">
                <a16:creationId xmlns:a16="http://schemas.microsoft.com/office/drawing/2014/main" id="{F58F5341-F7B7-472C-AFBB-203A63BC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255" y="371108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45" name="p34-文本-0045">
            <a:extLst xmlns:a="http://schemas.openxmlformats.org/drawingml/2006/main">
              <a:ext uri="{FF2B5EF4-FFF2-40B4-BE49-F238E27FC236}">
                <a16:creationId xmlns:a16="http://schemas.microsoft.com/office/drawing/2014/main" id="{89EB2582-E6AA-4825-B832-7229A3D3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73702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46" name="p34-线-0046">
            <a:extLst xmlns:a="http://schemas.openxmlformats.org/drawingml/2006/main">
              <a:ext uri="{FF2B5EF4-FFF2-40B4-BE49-F238E27FC236}">
                <a16:creationId xmlns:a16="http://schemas.microsoft.com/office/drawing/2014/main" id="{F1D890F3-A0B2-4FAE-8AA5-3D2A2450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9908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47" name="p34-文本-0047">
            <a:extLst xmlns:a="http://schemas.openxmlformats.org/drawingml/2006/main">
              <a:ext uri="{FF2B5EF4-FFF2-40B4-BE49-F238E27FC236}">
                <a16:creationId xmlns:a16="http://schemas.microsoft.com/office/drawing/2014/main" id="{C59CB375-C461-4AD3-9BFF-65BBA5EE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897930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8" name="p34-线-0048">
            <a:extLst xmlns:a="http://schemas.openxmlformats.org/drawingml/2006/main">
              <a:ext uri="{FF2B5EF4-FFF2-40B4-BE49-F238E27FC236}">
                <a16:creationId xmlns:a16="http://schemas.microsoft.com/office/drawing/2014/main" id="{A9F9B0BE-F44A-4BDB-B995-AB0D6315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75" y="29908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49" name="p34-文本-0049">
            <a:extLst xmlns:a="http://schemas.openxmlformats.org/drawingml/2006/main">
              <a:ext uri="{FF2B5EF4-FFF2-40B4-BE49-F238E27FC236}">
                <a16:creationId xmlns:a16="http://schemas.microsoft.com/office/drawing/2014/main" id="{75B12FBC-4FD1-4AD2-9F66-C801DE79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75" y="2897930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50" name="p34-线-0050">
            <a:extLst xmlns:a="http://schemas.openxmlformats.org/drawingml/2006/main">
              <a:ext uri="{FF2B5EF4-FFF2-40B4-BE49-F238E27FC236}">
                <a16:creationId xmlns:a16="http://schemas.microsoft.com/office/drawing/2014/main" id="{2389E7CF-5B1A-4DA7-8EA4-53EEFF80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3775" y="2990850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51" name="p34-文本-0051">
            <a:extLst xmlns:a="http://schemas.openxmlformats.org/drawingml/2006/main">
              <a:ext uri="{FF2B5EF4-FFF2-40B4-BE49-F238E27FC236}">
                <a16:creationId xmlns:a16="http://schemas.microsoft.com/office/drawing/2014/main" id="{88099721-1AF5-4AEB-8224-DEF654A1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2375" y="2897930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52" name="p34-矩形-0052">
            <a:extLst xmlns:a="http://schemas.openxmlformats.org/drawingml/2006/main">
              <a:ext uri="{FF2B5EF4-FFF2-40B4-BE49-F238E27FC236}">
                <a16:creationId xmlns:a16="http://schemas.microsoft.com/office/drawing/2014/main" id="{568E1305-89DE-4842-9A17-4CA589D8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28925"/>
            <a:ext cx="20574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53" name="p34-路径-0053">
            <a:extLst xmlns:a="http://schemas.openxmlformats.org/drawingml/2006/main">
              <a:ext uri="{FF2B5EF4-FFF2-40B4-BE49-F238E27FC236}">
                <a16:creationId xmlns:a16="http://schemas.microsoft.com/office/drawing/2014/main" id="{3D396594-A033-49D8-A399-2CCE3E2C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05937"/>
            <a:ext cx="409575" cy="188976"/>
          </a:xfrm>
          <a:custGeom xmlns:a="http://schemas.openxmlformats.org/drawingml/2006/main">
            <a:pathLst>
              <a:path w="409575" h="188976">
                <a:moveTo>
                  <a:pt x="0" y="137351"/>
                </a:moveTo>
                <a:lnTo>
                  <a:pt x="257175" y="137351"/>
                </a:lnTo>
                <a:lnTo>
                  <a:pt x="257175" y="188976"/>
                </a:lnTo>
                <a:lnTo>
                  <a:pt x="409575" y="94488"/>
                </a:lnTo>
                <a:lnTo>
                  <a:pt x="257175" y="0"/>
                </a:lnTo>
                <a:lnTo>
                  <a:pt x="2571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4" name="p34-文本-0054">
            <a:extLst xmlns:a="http://schemas.openxmlformats.org/drawingml/2006/main">
              <a:ext uri="{FF2B5EF4-FFF2-40B4-BE49-F238E27FC236}">
                <a16:creationId xmlns:a16="http://schemas.microsoft.com/office/drawing/2014/main" id="{3F61473E-F828-4E3A-87CE-077338EB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501871"/>
            <a:ext cx="13626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测量条件和读</a:t>
            </a:r>
          </a:p>
        </p:txBody>
      </p:sp>
      <p:sp>
        <p:nvSpPr>
          <p:cNvPr id="55" name="p34-文本-0055">
            <a:extLst xmlns:a="http://schemas.openxmlformats.org/drawingml/2006/main">
              <a:ext uri="{FF2B5EF4-FFF2-40B4-BE49-F238E27FC236}">
                <a16:creationId xmlns:a16="http://schemas.microsoft.com/office/drawing/2014/main" id="{516CBE67-3BB6-4EC1-9E13-1D5E152F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44771"/>
            <a:ext cx="9244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出可核对</a:t>
            </a:r>
          </a:p>
        </p:txBody>
      </p:sp>
      <p:sp>
        <p:nvSpPr>
          <p:cNvPr id="56" name="p34-文本-0056">
            <a:extLst xmlns:a="http://schemas.openxmlformats.org/drawingml/2006/main">
              <a:ext uri="{FF2B5EF4-FFF2-40B4-BE49-F238E27FC236}">
                <a16:creationId xmlns:a16="http://schemas.microsoft.com/office/drawing/2014/main" id="{80FA40E2-EB25-4B50-9E4B-8513CF37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966"/>
            <a:ext cx="16573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条件、单位及样本对应</a:t>
            </a:r>
          </a:p>
        </p:txBody>
      </p:sp>
      <p:sp>
        <p:nvSpPr>
          <p:cNvPr id="57" name="p34-文本-0057">
            <a:extLst xmlns:a="http://schemas.openxmlformats.org/drawingml/2006/main">
              <a:ext uri="{FF2B5EF4-FFF2-40B4-BE49-F238E27FC236}">
                <a16:creationId xmlns:a16="http://schemas.microsoft.com/office/drawing/2014/main" id="{7F0032AC-3196-4D91-BF91-873EDAC9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48241"/>
            <a:ext cx="14954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关键读出有完整记录</a:t>
            </a:r>
          </a:p>
        </p:txBody>
      </p:sp>
      <p:sp>
        <p:nvSpPr>
          <p:cNvPr id="58" name="p34-矩形-0058">
            <a:extLst xmlns:a="http://schemas.openxmlformats.org/drawingml/2006/main">
              <a:ext uri="{FF2B5EF4-FFF2-40B4-BE49-F238E27FC236}">
                <a16:creationId xmlns:a16="http://schemas.microsoft.com/office/drawing/2014/main" id="{502A1808-975C-42E1-8785-EA6BF4A5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09700"/>
            <a:ext cx="5353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9" name="p34-文本-0059">
            <a:extLst xmlns:a="http://schemas.openxmlformats.org/drawingml/2006/main">
              <a:ext uri="{FF2B5EF4-FFF2-40B4-BE49-F238E27FC236}">
                <a16:creationId xmlns:a16="http://schemas.microsoft.com/office/drawing/2014/main" id="{9A9EB811-039F-4AFF-813C-9B83729A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122" y="1431224"/>
            <a:ext cx="8441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验证记录</a:t>
            </a:r>
          </a:p>
        </p:txBody>
      </p:sp>
      <p:sp>
        <p:nvSpPr>
          <p:cNvPr id="60" name="p34-矩形-0060">
            <a:extLst xmlns:a="http://schemas.openxmlformats.org/drawingml/2006/main">
              <a:ext uri="{FF2B5EF4-FFF2-40B4-BE49-F238E27FC236}">
                <a16:creationId xmlns:a16="http://schemas.microsoft.com/office/drawing/2014/main" id="{E131EEDB-6814-4D1A-973F-F064C806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24050"/>
            <a:ext cx="2524125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383">
            <a:solidFill>
              <a:srgbClr val="CCD7DF"/>
            </a:solidFill>
          </a:ln>
        </p:spPr>
      </p:sp>
      <p:sp>
        <p:nvSpPr>
          <p:cNvPr id="61" name="p34-文本-0061">
            <a:extLst xmlns:a="http://schemas.openxmlformats.org/drawingml/2006/main">
              <a:ext uri="{FF2B5EF4-FFF2-40B4-BE49-F238E27FC236}">
                <a16:creationId xmlns:a16="http://schemas.microsoft.com/office/drawing/2014/main" id="{A2E4A25F-7577-4D9F-97E1-B3536A83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028388"/>
            <a:ext cx="1587151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实验记录 · 合成样张</a:t>
            </a:r>
          </a:p>
        </p:txBody>
      </p:sp>
      <p:sp>
        <p:nvSpPr>
          <p:cNvPr id="62" name="p34-线-0062">
            <a:extLst xmlns:a="http://schemas.openxmlformats.org/drawingml/2006/main">
              <a:ext uri="{FF2B5EF4-FFF2-40B4-BE49-F238E27FC236}">
                <a16:creationId xmlns:a16="http://schemas.microsoft.com/office/drawing/2014/main" id="{705EE5D9-4903-4806-BBD4-4232A73C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4098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3" name="p34-线-0063">
            <a:extLst xmlns:a="http://schemas.openxmlformats.org/drawingml/2006/main">
              <a:ext uri="{FF2B5EF4-FFF2-40B4-BE49-F238E27FC236}">
                <a16:creationId xmlns:a16="http://schemas.microsoft.com/office/drawing/2014/main" id="{11E5F6F8-90C2-4E54-8663-9A5805D6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5431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4" name="p34-线-0064">
            <a:extLst xmlns:a="http://schemas.openxmlformats.org/drawingml/2006/main">
              <a:ext uri="{FF2B5EF4-FFF2-40B4-BE49-F238E27FC236}">
                <a16:creationId xmlns:a16="http://schemas.microsoft.com/office/drawing/2014/main" id="{5BCDE10B-8BD1-4FCB-A163-1486EC32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6765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5" name="p34-线-0065">
            <a:extLst xmlns:a="http://schemas.openxmlformats.org/drawingml/2006/main">
              <a:ext uri="{FF2B5EF4-FFF2-40B4-BE49-F238E27FC236}">
                <a16:creationId xmlns:a16="http://schemas.microsoft.com/office/drawing/2014/main" id="{C21153DD-CAC6-4928-ADEE-07249583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2195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6" name="p34-线-0066">
            <a:extLst xmlns:a="http://schemas.openxmlformats.org/drawingml/2006/main">
              <a:ext uri="{FF2B5EF4-FFF2-40B4-BE49-F238E27FC236}">
                <a16:creationId xmlns:a16="http://schemas.microsoft.com/office/drawing/2014/main" id="{311DC0C3-3400-4E04-A111-CF644031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529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7" name="p34-线-0067">
            <a:extLst xmlns:a="http://schemas.openxmlformats.org/drawingml/2006/main">
              <a:ext uri="{FF2B5EF4-FFF2-40B4-BE49-F238E27FC236}">
                <a16:creationId xmlns:a16="http://schemas.microsoft.com/office/drawing/2014/main" id="{05CCF441-2450-46D1-B9E8-AB137FBE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862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8" name="p34-线-0068">
            <a:extLst xmlns:a="http://schemas.openxmlformats.org/drawingml/2006/main">
              <a:ext uri="{FF2B5EF4-FFF2-40B4-BE49-F238E27FC236}">
                <a16:creationId xmlns:a16="http://schemas.microsoft.com/office/drawing/2014/main" id="{9722A196-60E5-4B7F-8DE0-A1EEB9C1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61962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69" name="p34-线-0069">
            <a:extLst xmlns:a="http://schemas.openxmlformats.org/drawingml/2006/main">
              <a:ext uri="{FF2B5EF4-FFF2-40B4-BE49-F238E27FC236}">
                <a16:creationId xmlns:a16="http://schemas.microsoft.com/office/drawing/2014/main" id="{7DDD947F-150C-4D65-93FB-AD04563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752975"/>
            <a:ext cx="2124075" cy="95"/>
          </a:xfrm>
          <a:custGeom xmlns:a="http://schemas.openxmlformats.org/drawingml/2006/main">
            <a:pathLst>
              <a:path w="2124075" h="95">
                <a:moveTo>
                  <a:pt x="0" y="0"/>
                </a:moveTo>
                <a:lnTo>
                  <a:pt x="2124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CD7DF"/>
            </a:solidFill>
          </a:ln>
        </p:spPr>
      </p:sp>
      <p:sp>
        <p:nvSpPr>
          <p:cNvPr id="70" name="p34-线-0070">
            <a:extLst xmlns:a="http://schemas.openxmlformats.org/drawingml/2006/main">
              <a:ext uri="{FF2B5EF4-FFF2-40B4-BE49-F238E27FC236}">
                <a16:creationId xmlns:a16="http://schemas.microsoft.com/office/drawing/2014/main" id="{FC2BD240-E2D1-4FA2-8F0A-40144A2A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876675"/>
            <a:ext cx="1866900" cy="95"/>
          </a:xfrm>
          <a:custGeom xmlns:a="http://schemas.openxmlformats.org/drawingml/2006/main">
            <a:pathLst>
              <a:path w="1866900" h="95">
                <a:moveTo>
                  <a:pt x="0" y="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71" name="p34-线-0071">
            <a:extLst xmlns:a="http://schemas.openxmlformats.org/drawingml/2006/main">
              <a:ext uri="{FF2B5EF4-FFF2-40B4-BE49-F238E27FC236}">
                <a16:creationId xmlns:a16="http://schemas.microsoft.com/office/drawing/2014/main" id="{044DAF00-E526-4D68-8C14-8800741D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924175"/>
            <a:ext cx="95" cy="952500"/>
          </a:xfrm>
          <a:custGeom xmlns:a="http://schemas.openxmlformats.org/drawingml/2006/main">
            <a:pathLst>
              <a:path w="95" h="952500">
                <a:moveTo>
                  <a:pt x="0" y="0"/>
                </a:moveTo>
                <a:lnTo>
                  <a:pt x="0" y="9525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72" name="p34-线-0072">
            <a:extLst xmlns:a="http://schemas.openxmlformats.org/drawingml/2006/main">
              <a:ext uri="{FF2B5EF4-FFF2-40B4-BE49-F238E27FC236}">
                <a16:creationId xmlns:a16="http://schemas.microsoft.com/office/drawing/2014/main" id="{BF563E16-EEF8-4186-8F3C-2BFC3789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924175"/>
            <a:ext cx="1866900" cy="952500"/>
          </a:xfrm>
          <a:custGeom xmlns:a="http://schemas.openxmlformats.org/drawingml/2006/main">
            <a:pathLst>
              <a:path w="1866900" h="952500">
                <a:moveTo>
                  <a:pt x="0" y="952500"/>
                </a:moveTo>
                <a:lnTo>
                  <a:pt x="1866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73" name="p34-椭圆-0073">
            <a:extLst xmlns:a="http://schemas.openxmlformats.org/drawingml/2006/main">
              <a:ext uri="{FF2B5EF4-FFF2-40B4-BE49-F238E27FC236}">
                <a16:creationId xmlns:a16="http://schemas.microsoft.com/office/drawing/2014/main" id="{0359D0A0-F29C-4F03-BBC3-63BF1A94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8176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4" name="p34-椭圆-0074">
            <a:extLst xmlns:a="http://schemas.openxmlformats.org/drawingml/2006/main">
              <a:ext uri="{FF2B5EF4-FFF2-40B4-BE49-F238E27FC236}">
                <a16:creationId xmlns:a16="http://schemas.microsoft.com/office/drawing/2014/main" id="{551594BA-77A7-4911-A85B-12470A85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753" y="315481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5" name="p34-椭圆-0075">
            <a:extLst xmlns:a="http://schemas.openxmlformats.org/drawingml/2006/main">
              <a:ext uri="{FF2B5EF4-FFF2-40B4-BE49-F238E27FC236}">
                <a16:creationId xmlns:a16="http://schemas.microsoft.com/office/drawing/2014/main" id="{9B71969B-EF60-4194-A9C7-19539949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660" y="366198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6" name="p34-椭圆-0076">
            <a:extLst xmlns:a="http://schemas.openxmlformats.org/drawingml/2006/main">
              <a:ext uri="{FF2B5EF4-FFF2-40B4-BE49-F238E27FC236}">
                <a16:creationId xmlns:a16="http://schemas.microsoft.com/office/drawing/2014/main" id="{4A198620-2EEF-4B78-BCE8-470CE686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468" y="31192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7" name="p34-椭圆-0077">
            <a:extLst xmlns:a="http://schemas.openxmlformats.org/drawingml/2006/main">
              <a:ext uri="{FF2B5EF4-FFF2-40B4-BE49-F238E27FC236}">
                <a16:creationId xmlns:a16="http://schemas.microsoft.com/office/drawing/2014/main" id="{9C67522E-A341-499D-9223-7E61C8F8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376" y="332155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8" name="p34-椭圆-0078">
            <a:extLst xmlns:a="http://schemas.openxmlformats.org/drawingml/2006/main">
              <a:ext uri="{FF2B5EF4-FFF2-40B4-BE49-F238E27FC236}">
                <a16:creationId xmlns:a16="http://schemas.microsoft.com/office/drawing/2014/main" id="{497EC617-203A-491A-9AF0-B7D73C5C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283" y="37033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9" name="p34-椭圆-0079">
            <a:extLst xmlns:a="http://schemas.openxmlformats.org/drawingml/2006/main">
              <a:ext uri="{FF2B5EF4-FFF2-40B4-BE49-F238E27FC236}">
                <a16:creationId xmlns:a16="http://schemas.microsoft.com/office/drawing/2014/main" id="{7573E124-4180-4C61-9D3A-A95B64DD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1091" y="32691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0" name="p34-椭圆-0080">
            <a:extLst xmlns:a="http://schemas.openxmlformats.org/drawingml/2006/main">
              <a:ext uri="{FF2B5EF4-FFF2-40B4-BE49-F238E27FC236}">
                <a16:creationId xmlns:a16="http://schemas.microsoft.com/office/drawing/2014/main" id="{CE19F35E-4E83-48F4-ABD6-00D3CBA1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7999" y="35538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1" name="p34-椭圆-0081">
            <a:extLst xmlns:a="http://schemas.openxmlformats.org/drawingml/2006/main">
              <a:ext uri="{FF2B5EF4-FFF2-40B4-BE49-F238E27FC236}">
                <a16:creationId xmlns:a16="http://schemas.microsoft.com/office/drawing/2014/main" id="{04F20C64-EE36-4979-984E-3A2A6924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1806" y="292227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2" name="p34-椭圆-0082">
            <a:extLst xmlns:a="http://schemas.openxmlformats.org/drawingml/2006/main">
              <a:ext uri="{FF2B5EF4-FFF2-40B4-BE49-F238E27FC236}">
                <a16:creationId xmlns:a16="http://schemas.microsoft.com/office/drawing/2014/main" id="{8B676393-BF88-4875-A6B9-2CD1B8BA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714" y="333367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3" name="p34-椭圆-0083">
            <a:extLst xmlns:a="http://schemas.openxmlformats.org/drawingml/2006/main">
              <a:ext uri="{FF2B5EF4-FFF2-40B4-BE49-F238E27FC236}">
                <a16:creationId xmlns:a16="http://schemas.microsoft.com/office/drawing/2014/main" id="{53EA361A-9246-4A0B-A106-60FA6BDF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5622" y="377003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4" name="p34-椭圆-0084">
            <a:extLst xmlns:a="http://schemas.openxmlformats.org/drawingml/2006/main">
              <a:ext uri="{FF2B5EF4-FFF2-40B4-BE49-F238E27FC236}">
                <a16:creationId xmlns:a16="http://schemas.microsoft.com/office/drawing/2014/main" id="{75A6418F-82A4-4FF8-98AA-2FA32BF9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429" y="302482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5" name="p34-椭圆-0085">
            <a:extLst xmlns:a="http://schemas.openxmlformats.org/drawingml/2006/main">
              <a:ext uri="{FF2B5EF4-FFF2-40B4-BE49-F238E27FC236}">
                <a16:creationId xmlns:a16="http://schemas.microsoft.com/office/drawing/2014/main" id="{43C5C0F5-F701-4E3F-97CF-A9E7EA85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6337" y="33780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6" name="p34-椭圆-0086">
            <a:extLst xmlns:a="http://schemas.openxmlformats.org/drawingml/2006/main">
              <a:ext uri="{FF2B5EF4-FFF2-40B4-BE49-F238E27FC236}">
                <a16:creationId xmlns:a16="http://schemas.microsoft.com/office/drawing/2014/main" id="{A1ACEF94-DC34-4754-AE88-FC1BFB47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244" y="38176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7" name="p34-椭圆-0087">
            <a:extLst xmlns:a="http://schemas.openxmlformats.org/drawingml/2006/main">
              <a:ext uri="{FF2B5EF4-FFF2-40B4-BE49-F238E27FC236}">
                <a16:creationId xmlns:a16="http://schemas.microsoft.com/office/drawing/2014/main" id="{CD2995D3-A8DE-4437-88B3-313301D2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052" y="32609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34-椭圆-0088">
            <a:extLst xmlns:a="http://schemas.openxmlformats.org/drawingml/2006/main">
              <a:ext uri="{FF2B5EF4-FFF2-40B4-BE49-F238E27FC236}">
                <a16:creationId xmlns:a16="http://schemas.microsoft.com/office/drawing/2014/main" id="{CE1F076D-480C-4A1D-A3E9-4BD3C998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960" y="348499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9" name="p34-椭圆-0089">
            <a:extLst xmlns:a="http://schemas.openxmlformats.org/drawingml/2006/main">
              <a:ext uri="{FF2B5EF4-FFF2-40B4-BE49-F238E27FC236}">
                <a16:creationId xmlns:a16="http://schemas.microsoft.com/office/drawing/2014/main" id="{76089071-9758-4DC8-9831-100CB23F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7767" y="300464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0" name="p34-椭圆-0090">
            <a:extLst xmlns:a="http://schemas.openxmlformats.org/drawingml/2006/main">
              <a:ext uri="{FF2B5EF4-FFF2-40B4-BE49-F238E27FC236}">
                <a16:creationId xmlns:a16="http://schemas.microsoft.com/office/drawing/2014/main" id="{7536D1F2-5F62-48A7-B323-7BAF76DF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675" y="34653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1" name="p34-椭圆-0091">
            <a:extLst xmlns:a="http://schemas.openxmlformats.org/drawingml/2006/main">
              <a:ext uri="{FF2B5EF4-FFF2-40B4-BE49-F238E27FC236}">
                <a16:creationId xmlns:a16="http://schemas.microsoft.com/office/drawing/2014/main" id="{CD51D21D-C0F9-42ED-9BF3-01144EA7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583" y="368248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2" name="p34-椭圆-0092">
            <a:extLst xmlns:a="http://schemas.openxmlformats.org/drawingml/2006/main">
              <a:ext uri="{FF2B5EF4-FFF2-40B4-BE49-F238E27FC236}">
                <a16:creationId xmlns:a16="http://schemas.microsoft.com/office/drawing/2014/main" id="{0F413D41-DC51-4C3A-84C0-0E4F2C19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390" y="305499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3" name="p34-椭圆-0093">
            <a:extLst xmlns:a="http://schemas.openxmlformats.org/drawingml/2006/main">
              <a:ext uri="{FF2B5EF4-FFF2-40B4-BE49-F238E27FC236}">
                <a16:creationId xmlns:a16="http://schemas.microsoft.com/office/drawing/2014/main" id="{B1F27D3F-64FB-46C3-A6E3-A93EC8B2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298" y="358084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4" name="p34-椭圆-0094">
            <a:extLst xmlns:a="http://schemas.openxmlformats.org/drawingml/2006/main">
              <a:ext uri="{FF2B5EF4-FFF2-40B4-BE49-F238E27FC236}">
                <a16:creationId xmlns:a16="http://schemas.microsoft.com/office/drawing/2014/main" id="{464453C2-6C02-4BF9-9C91-561CCCAC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6106" y="296685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5" name="p34-椭圆-0095">
            <a:extLst xmlns:a="http://schemas.openxmlformats.org/drawingml/2006/main">
              <a:ext uri="{FF2B5EF4-FFF2-40B4-BE49-F238E27FC236}">
                <a16:creationId xmlns:a16="http://schemas.microsoft.com/office/drawing/2014/main" id="{FBD904A5-F0D1-495C-A8DF-E177569F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3013" y="317866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6" name="p34-椭圆-0096">
            <a:extLst xmlns:a="http://schemas.openxmlformats.org/drawingml/2006/main">
              <a:ext uri="{FF2B5EF4-FFF2-40B4-BE49-F238E27FC236}">
                <a16:creationId xmlns:a16="http://schemas.microsoft.com/office/drawing/2014/main" id="{6CAC1886-0AD9-4D2A-89F6-AF47E80B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921" y="362796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7" name="p34-椭圆-0097">
            <a:extLst xmlns:a="http://schemas.openxmlformats.org/drawingml/2006/main">
              <a:ext uri="{FF2B5EF4-FFF2-40B4-BE49-F238E27FC236}">
                <a16:creationId xmlns:a16="http://schemas.microsoft.com/office/drawing/2014/main" id="{FAF295D8-E0A7-48C0-8150-9987419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729" y="315746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8" name="p34-椭圆-0098">
            <a:extLst xmlns:a="http://schemas.openxmlformats.org/drawingml/2006/main">
              <a:ext uri="{FF2B5EF4-FFF2-40B4-BE49-F238E27FC236}">
                <a16:creationId xmlns:a16="http://schemas.microsoft.com/office/drawing/2014/main" id="{2268DA59-71D4-4D7E-A8C1-777DB539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636" y="338904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9" name="p34-椭圆-0099">
            <a:extLst xmlns:a="http://schemas.openxmlformats.org/drawingml/2006/main">
              <a:ext uri="{FF2B5EF4-FFF2-40B4-BE49-F238E27FC236}">
                <a16:creationId xmlns:a16="http://schemas.microsoft.com/office/drawing/2014/main" id="{B107DFCB-B441-40A9-91A7-F773B601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544" y="36870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34-椭圆-0100">
            <a:extLst xmlns:a="http://schemas.openxmlformats.org/drawingml/2006/main">
              <a:ext uri="{FF2B5EF4-FFF2-40B4-BE49-F238E27FC236}">
                <a16:creationId xmlns:a16="http://schemas.microsoft.com/office/drawing/2014/main" id="{C96D67FF-4311-4E4B-9FF6-8C71F4F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352" y="325665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1" name="p34-椭圆-0101">
            <a:extLst xmlns:a="http://schemas.openxmlformats.org/drawingml/2006/main">
              <a:ext uri="{FF2B5EF4-FFF2-40B4-BE49-F238E27FC236}">
                <a16:creationId xmlns:a16="http://schemas.microsoft.com/office/drawing/2014/main" id="{CE57CD34-7117-4B11-B8D9-72AEA8FA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259" y="362366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2" name="p34-椭圆-0102">
            <a:extLst xmlns:a="http://schemas.openxmlformats.org/drawingml/2006/main">
              <a:ext uri="{FF2B5EF4-FFF2-40B4-BE49-F238E27FC236}">
                <a16:creationId xmlns:a16="http://schemas.microsoft.com/office/drawing/2014/main" id="{3436F4D0-1926-41E5-9C52-9989A27D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067" y="292227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3" name="p34-椭圆-0103">
            <a:extLst xmlns:a="http://schemas.openxmlformats.org/drawingml/2006/main">
              <a:ext uri="{FF2B5EF4-FFF2-40B4-BE49-F238E27FC236}">
                <a16:creationId xmlns:a16="http://schemas.microsoft.com/office/drawing/2014/main" id="{8D96B618-0EEA-4282-BB22-888F8177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32992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4" name="p34-椭圆-0104">
            <a:extLst xmlns:a="http://schemas.openxmlformats.org/drawingml/2006/main">
              <a:ext uri="{FF2B5EF4-FFF2-40B4-BE49-F238E27FC236}">
                <a16:creationId xmlns:a16="http://schemas.microsoft.com/office/drawing/2014/main" id="{29440F74-40CA-498F-8C56-D5E962D7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882" y="37988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5" name="p34-椭圆-0105">
            <a:extLst xmlns:a="http://schemas.openxmlformats.org/drawingml/2006/main">
              <a:ext uri="{FF2B5EF4-FFF2-40B4-BE49-F238E27FC236}">
                <a16:creationId xmlns:a16="http://schemas.microsoft.com/office/drawing/2014/main" id="{CDDA30B5-4CAB-4AF4-9831-0F8964AC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690" y="309646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6" name="p34-椭圆-0106">
            <a:extLst xmlns:a="http://schemas.openxmlformats.org/drawingml/2006/main">
              <a:ext uri="{FF2B5EF4-FFF2-40B4-BE49-F238E27FC236}">
                <a16:creationId xmlns:a16="http://schemas.microsoft.com/office/drawing/2014/main" id="{B004AF0C-452D-48EB-A7E0-5C770084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6598" y="336945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7" name="p34-椭圆-0107">
            <a:extLst xmlns:a="http://schemas.openxmlformats.org/drawingml/2006/main">
              <a:ext uri="{FF2B5EF4-FFF2-40B4-BE49-F238E27FC236}">
                <a16:creationId xmlns:a16="http://schemas.microsoft.com/office/drawing/2014/main" id="{2DFAB1A8-F04C-4455-9789-F299C1CF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505" y="38176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8" name="p34-椭圆-0108">
            <a:extLst xmlns:a="http://schemas.openxmlformats.org/drawingml/2006/main">
              <a:ext uri="{FF2B5EF4-FFF2-40B4-BE49-F238E27FC236}">
                <a16:creationId xmlns:a16="http://schemas.microsoft.com/office/drawing/2014/main" id="{02008175-B51F-47E6-A5D3-15542794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313" y="332586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34-椭圆-0109">
            <a:extLst xmlns:a="http://schemas.openxmlformats.org/drawingml/2006/main">
              <a:ext uri="{FF2B5EF4-FFF2-40B4-BE49-F238E27FC236}">
                <a16:creationId xmlns:a16="http://schemas.microsoft.com/office/drawing/2014/main" id="{A11F91B7-3A7B-4B1E-AAFA-CC6EA520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221" y="352751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0" name="p34-椭圆-0110">
            <a:extLst xmlns:a="http://schemas.openxmlformats.org/drawingml/2006/main">
              <a:ext uri="{FF2B5EF4-FFF2-40B4-BE49-F238E27FC236}">
                <a16:creationId xmlns:a16="http://schemas.microsoft.com/office/drawing/2014/main" id="{910BC084-0152-4657-807A-F0001335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8028" y="29714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1" name="p34-椭圆-0111">
            <a:extLst xmlns:a="http://schemas.openxmlformats.org/drawingml/2006/main">
              <a:ext uri="{FF2B5EF4-FFF2-40B4-BE49-F238E27FC236}">
                <a16:creationId xmlns:a16="http://schemas.microsoft.com/office/drawing/2014/main" id="{663C546F-A574-41F6-B0A1-04B8CC6D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4936" y="34845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34-椭圆-0112">
            <a:extLst xmlns:a="http://schemas.openxmlformats.org/drawingml/2006/main">
              <a:ext uri="{FF2B5EF4-FFF2-40B4-BE49-F238E27FC236}">
                <a16:creationId xmlns:a16="http://schemas.microsoft.com/office/drawing/2014/main" id="{852B4854-5CC9-489F-BCBB-D3D05812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843" y="37566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3" name="p34-椭圆-0113">
            <a:extLst xmlns:a="http://schemas.openxmlformats.org/drawingml/2006/main">
              <a:ext uri="{FF2B5EF4-FFF2-40B4-BE49-F238E27FC236}">
                <a16:creationId xmlns:a16="http://schemas.microsoft.com/office/drawing/2014/main" id="{72BF9F83-6CC7-4755-BDE8-8F392E06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651" y="30550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4" name="p34-椭圆-0114">
            <a:extLst xmlns:a="http://schemas.openxmlformats.org/drawingml/2006/main">
              <a:ext uri="{FF2B5EF4-FFF2-40B4-BE49-F238E27FC236}">
                <a16:creationId xmlns:a16="http://schemas.microsoft.com/office/drawing/2014/main" id="{2B2F72DC-6076-4806-B83A-8D8542A6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559" y="355522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5" name="p34-椭圆-0115">
            <a:extLst xmlns:a="http://schemas.openxmlformats.org/drawingml/2006/main">
              <a:ext uri="{FF2B5EF4-FFF2-40B4-BE49-F238E27FC236}">
                <a16:creationId xmlns:a16="http://schemas.microsoft.com/office/drawing/2014/main" id="{C4F994E1-8505-4586-A485-6493C6AE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366" y="302555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34-椭圆-0116">
            <a:extLst xmlns:a="http://schemas.openxmlformats.org/drawingml/2006/main">
              <a:ext uri="{FF2B5EF4-FFF2-40B4-BE49-F238E27FC236}">
                <a16:creationId xmlns:a16="http://schemas.microsoft.com/office/drawing/2014/main" id="{0DD159A2-4F39-4203-A094-BC43ABCB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3274" y="322963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7" name="p34-椭圆-0117">
            <a:extLst xmlns:a="http://schemas.openxmlformats.org/drawingml/2006/main">
              <a:ext uri="{FF2B5EF4-FFF2-40B4-BE49-F238E27FC236}">
                <a16:creationId xmlns:a16="http://schemas.microsoft.com/office/drawing/2014/main" id="{1F48478F-9D83-4B31-A520-1D3CCDB6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82" y="359766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8" name="p34-文本-0118">
            <a:extLst xmlns:a="http://schemas.openxmlformats.org/drawingml/2006/main">
              <a:ext uri="{FF2B5EF4-FFF2-40B4-BE49-F238E27FC236}">
                <a16:creationId xmlns:a16="http://schemas.microsoft.com/office/drawing/2014/main" id="{7C0B5E84-5AA0-4CBE-986D-84E6CEB6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546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19" name="p34-文本-0119">
            <a:extLst xmlns:a="http://schemas.openxmlformats.org/drawingml/2006/main">
              <a:ext uri="{FF2B5EF4-FFF2-40B4-BE49-F238E27FC236}">
                <a16:creationId xmlns:a16="http://schemas.microsoft.com/office/drawing/2014/main" id="{46FB3AC6-3077-447C-849E-CBFEA3A8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68782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20" name="p34-矩形-0120">
            <a:extLst xmlns:a="http://schemas.openxmlformats.org/drawingml/2006/main">
              <a:ext uri="{FF2B5EF4-FFF2-40B4-BE49-F238E27FC236}">
                <a16:creationId xmlns:a16="http://schemas.microsoft.com/office/drawing/2014/main" id="{9A245A1D-F399-4E86-9E23-1A6B54F3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28925"/>
            <a:ext cx="20574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121" name="p34-路径-0121">
            <a:extLst xmlns:a="http://schemas.openxmlformats.org/drawingml/2006/main">
              <a:ext uri="{FF2B5EF4-FFF2-40B4-BE49-F238E27FC236}">
                <a16:creationId xmlns:a16="http://schemas.microsoft.com/office/drawing/2014/main" id="{F4032914-DB6C-47B0-A533-2C54AFE8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305937"/>
            <a:ext cx="409575" cy="188976"/>
          </a:xfrm>
          <a:custGeom xmlns:a="http://schemas.openxmlformats.org/drawingml/2006/main">
            <a:pathLst>
              <a:path w="409575" h="188976">
                <a:moveTo>
                  <a:pt x="0" y="137351"/>
                </a:moveTo>
                <a:lnTo>
                  <a:pt x="257175" y="137351"/>
                </a:lnTo>
                <a:lnTo>
                  <a:pt x="257175" y="188976"/>
                </a:lnTo>
                <a:lnTo>
                  <a:pt x="409575" y="94488"/>
                </a:lnTo>
                <a:lnTo>
                  <a:pt x="257175" y="0"/>
                </a:lnTo>
                <a:lnTo>
                  <a:pt x="257175" y="51626"/>
                </a:lnTo>
                <a:lnTo>
                  <a:pt x="0" y="51626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2" name="p34-文本-0122">
            <a:extLst xmlns:a="http://schemas.openxmlformats.org/drawingml/2006/main">
              <a:ext uri="{FF2B5EF4-FFF2-40B4-BE49-F238E27FC236}">
                <a16:creationId xmlns:a16="http://schemas.microsoft.com/office/drawing/2014/main" id="{10A0945E-B43C-4E03-BF57-A6A9A8B0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01871"/>
            <a:ext cx="136264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重复与比较依</a:t>
            </a:r>
          </a:p>
        </p:txBody>
      </p:sp>
      <p:sp>
        <p:nvSpPr>
          <p:cNvPr id="123" name="p34-文本-0123">
            <a:extLst xmlns:a="http://schemas.openxmlformats.org/drawingml/2006/main">
              <a:ext uri="{FF2B5EF4-FFF2-40B4-BE49-F238E27FC236}">
                <a16:creationId xmlns:a16="http://schemas.microsoft.com/office/drawing/2014/main" id="{55469472-D609-47EE-AF97-92D390DF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44771"/>
            <a:ext cx="924497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据可追溯</a:t>
            </a:r>
          </a:p>
        </p:txBody>
      </p:sp>
      <p:sp>
        <p:nvSpPr>
          <p:cNvPr id="124" name="p34-文本-0124">
            <a:extLst xmlns:a="http://schemas.openxmlformats.org/drawingml/2006/main">
              <a:ext uri="{FF2B5EF4-FFF2-40B4-BE49-F238E27FC236}">
                <a16:creationId xmlns:a16="http://schemas.microsoft.com/office/drawing/2014/main" id="{E2D29B62-7E65-4FE2-89C2-58477135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52966"/>
            <a:ext cx="14954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保留对象及处理过程</a:t>
            </a:r>
          </a:p>
        </p:txBody>
      </p:sp>
      <p:sp>
        <p:nvSpPr>
          <p:cNvPr id="125" name="p34-文本-0125">
            <a:extLst xmlns:a="http://schemas.openxmlformats.org/drawingml/2006/main">
              <a:ext uri="{FF2B5EF4-FFF2-40B4-BE49-F238E27FC236}">
                <a16:creationId xmlns:a16="http://schemas.microsoft.com/office/drawing/2014/main" id="{EEBC38DB-D073-4E88-BE89-B08AA8EC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48241"/>
            <a:ext cx="16573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判断对应具体证据区域</a:t>
            </a:r>
          </a:p>
        </p:txBody>
      </p:sp>
      <p:sp>
        <p:nvSpPr>
          <p:cNvPr id="126" name="p34-文本-0126">
            <a:extLst xmlns:a="http://schemas.openxmlformats.org/drawingml/2006/main">
              <a:ext uri="{FF2B5EF4-FFF2-40B4-BE49-F238E27FC236}">
                <a16:creationId xmlns:a16="http://schemas.microsoft.com/office/drawing/2014/main" id="{21761978-0E60-4946-997D-DE9EEDF2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373" y="6062007"/>
            <a:ext cx="5457254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测量与验证记录保留条件、处理过程和关键读出</a:t>
            </a:r>
          </a:p>
        </p:txBody>
      </p:sp>
      <p:sp>
        <p:nvSpPr>
          <p:cNvPr id="127" name="p34-文本-0127">
            <a:extLst xmlns:a="http://schemas.openxmlformats.org/drawingml/2006/main">
              <a:ext uri="{FF2B5EF4-FFF2-40B4-BE49-F238E27FC236}">
                <a16:creationId xmlns:a16="http://schemas.microsoft.com/office/drawing/2014/main" id="{B7847EBD-137F-417D-853B-F534C2B6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21950887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5" name="p35-矩形-0001">
            <a:extLst xmlns:a="http://schemas.openxmlformats.org/drawingml/2006/main">
              <a:ext uri="{FF2B5EF4-FFF2-40B4-BE49-F238E27FC236}">
                <a16:creationId xmlns:a16="http://schemas.microsoft.com/office/drawing/2014/main" id="{BBF5E01C-98B9-4D87-A134-38258BB5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5-矩形-0002">
            <a:extLst xmlns:a="http://schemas.openxmlformats.org/drawingml/2006/main">
              <a:ext uri="{FF2B5EF4-FFF2-40B4-BE49-F238E27FC236}">
                <a16:creationId xmlns:a16="http://schemas.microsoft.com/office/drawing/2014/main" id="{8BEB8695-BF12-4B4C-B644-B65E7503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5-文本-0003">
            <a:extLst xmlns:a="http://schemas.openxmlformats.org/drawingml/2006/main">
              <a:ext uri="{FF2B5EF4-FFF2-40B4-BE49-F238E27FC236}">
                <a16:creationId xmlns:a16="http://schemas.microsoft.com/office/drawing/2014/main" id="{879F1D71-EE04-4FFD-8328-3B0C3259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49289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按研究动作组织可调用的平台能力</a:t>
            </a:r>
          </a:p>
        </p:txBody>
      </p:sp>
      <p:sp>
        <p:nvSpPr>
          <p:cNvPr id="4" name="p35-文本-0004">
            <a:extLst xmlns:a="http://schemas.openxmlformats.org/drawingml/2006/main">
              <a:ext uri="{FF2B5EF4-FFF2-40B4-BE49-F238E27FC236}">
                <a16:creationId xmlns:a16="http://schemas.microsoft.com/office/drawing/2014/main" id="{96234DCF-1224-4A8B-A448-22A26E2C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5641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采集、结构表征、信号整理、分析、验证与输出相互衔接</a:t>
            </a:r>
          </a:p>
        </p:txBody>
      </p:sp>
      <p:sp>
        <p:nvSpPr>
          <p:cNvPr id="5" name="p35-线-0005">
            <a:extLst xmlns:a="http://schemas.openxmlformats.org/drawingml/2006/main">
              <a:ext uri="{FF2B5EF4-FFF2-40B4-BE49-F238E27FC236}">
                <a16:creationId xmlns:a16="http://schemas.microsoft.com/office/drawing/2014/main" id="{78103948-9838-4176-AC15-EA898903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5-矩形-0006">
            <a:extLst xmlns:a="http://schemas.openxmlformats.org/drawingml/2006/main">
              <a:ext uri="{FF2B5EF4-FFF2-40B4-BE49-F238E27FC236}">
                <a16:creationId xmlns:a16="http://schemas.microsoft.com/office/drawing/2014/main" id="{70E13F0D-FD5C-4350-B225-F710D6EB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35-文本-0007">
            <a:extLst xmlns:a="http://schemas.openxmlformats.org/drawingml/2006/main">
              <a:ext uri="{FF2B5EF4-FFF2-40B4-BE49-F238E27FC236}">
                <a16:creationId xmlns:a16="http://schemas.microsoft.com/office/drawing/2014/main" id="{92AFC1B0-4009-47B5-8F47-57005410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169224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</a:t>
            </a:r>
          </a:p>
        </p:txBody>
      </p:sp>
      <p:sp>
        <p:nvSpPr>
          <p:cNvPr id="8" name="p35-文本-0008">
            <a:extLst xmlns:a="http://schemas.openxmlformats.org/drawingml/2006/main">
              <a:ext uri="{FF2B5EF4-FFF2-40B4-BE49-F238E27FC236}">
                <a16:creationId xmlns:a16="http://schemas.microsoft.com/office/drawing/2014/main" id="{C510EB4D-0410-42E5-8D4C-1CC753C7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202562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</a:t>
            </a:r>
          </a:p>
        </p:txBody>
      </p:sp>
      <p:sp>
        <p:nvSpPr>
          <p:cNvPr id="9" name="p35-矩形-0009">
            <a:extLst xmlns:a="http://schemas.openxmlformats.org/drawingml/2006/main">
              <a:ext uri="{FF2B5EF4-FFF2-40B4-BE49-F238E27FC236}">
                <a16:creationId xmlns:a16="http://schemas.microsoft.com/office/drawing/2014/main" id="{FFF40710-9B24-4C62-A2A0-08374A8D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43827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10" name="p35-矩形-0010">
            <a:extLst xmlns:a="http://schemas.openxmlformats.org/drawingml/2006/main">
              <a:ext uri="{FF2B5EF4-FFF2-40B4-BE49-F238E27FC236}">
                <a16:creationId xmlns:a16="http://schemas.microsoft.com/office/drawing/2014/main" id="{6E3206CA-6B0B-4C18-BD4B-64239685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33550"/>
            <a:ext cx="17621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C33"/>
          </a:solidFill>
          <a:ln xmlns:a="http://schemas.openxmlformats.org/drawingml/2006/main" w="0">
            <a:noFill/>
          </a:ln>
        </p:spPr>
      </p:sp>
      <p:sp>
        <p:nvSpPr>
          <p:cNvPr id="11" name="p35-椭圆-0011">
            <a:extLst xmlns:a="http://schemas.openxmlformats.org/drawingml/2006/main">
              <a:ext uri="{FF2B5EF4-FFF2-40B4-BE49-F238E27FC236}">
                <a16:creationId xmlns:a16="http://schemas.microsoft.com/office/drawing/2014/main" id="{5C6DB7B0-5531-4E89-819A-41C7A01D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1800225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2" name="p35-椭圆-0012">
            <a:extLst xmlns:a="http://schemas.openxmlformats.org/drawingml/2006/main">
              <a:ext uri="{FF2B5EF4-FFF2-40B4-BE49-F238E27FC236}">
                <a16:creationId xmlns:a16="http://schemas.microsoft.com/office/drawing/2014/main" id="{2A5F0641-5124-4F3F-91B9-7855BBF2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548" y="2037490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3" name="p35-椭圆-0013">
            <a:extLst xmlns:a="http://schemas.openxmlformats.org/drawingml/2006/main">
              <a:ext uri="{FF2B5EF4-FFF2-40B4-BE49-F238E27FC236}">
                <a16:creationId xmlns:a16="http://schemas.microsoft.com/office/drawing/2014/main" id="{1BCEC960-132A-417C-9596-1DB236B0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934" y="2274754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4" name="p35-椭圆-0014">
            <a:extLst xmlns:a="http://schemas.openxmlformats.org/drawingml/2006/main">
              <a:ext uri="{FF2B5EF4-FFF2-40B4-BE49-F238E27FC236}">
                <a16:creationId xmlns:a16="http://schemas.microsoft.com/office/drawing/2014/main" id="{E98E2B06-B975-42F8-9F99-F3984583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844" y="1902419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5" name="p35-椭圆-0015">
            <a:extLst xmlns:a="http://schemas.openxmlformats.org/drawingml/2006/main">
              <a:ext uri="{FF2B5EF4-FFF2-40B4-BE49-F238E27FC236}">
                <a16:creationId xmlns:a16="http://schemas.microsoft.com/office/drawing/2014/main" id="{AEBE7895-B5EE-45AD-8D9A-57508EC8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230" y="2139683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6" name="p35-椭圆-0016">
            <a:extLst xmlns:a="http://schemas.openxmlformats.org/drawingml/2006/main">
              <a:ext uri="{FF2B5EF4-FFF2-40B4-BE49-F238E27FC236}">
                <a16:creationId xmlns:a16="http://schemas.microsoft.com/office/drawing/2014/main" id="{8D5077E5-147A-4133-AD16-0DEE95D2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15" y="1843548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7" name="p35-椭圆-0017">
            <a:extLst xmlns:a="http://schemas.openxmlformats.org/drawingml/2006/main">
              <a:ext uri="{FF2B5EF4-FFF2-40B4-BE49-F238E27FC236}">
                <a16:creationId xmlns:a16="http://schemas.microsoft.com/office/drawing/2014/main" id="{0D5CE539-FFD6-4C59-B782-CBD77717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826" y="2080813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8" name="p35-椭圆-0018">
            <a:extLst xmlns:a="http://schemas.openxmlformats.org/drawingml/2006/main">
              <a:ext uri="{FF2B5EF4-FFF2-40B4-BE49-F238E27FC236}">
                <a16:creationId xmlns:a16="http://schemas.microsoft.com/office/drawing/2014/main" id="{3E115EC2-DC91-47D2-8EB6-6C9B590C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212" y="2318077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19" name="p35-椭圆-0019">
            <a:extLst xmlns:a="http://schemas.openxmlformats.org/drawingml/2006/main">
              <a:ext uri="{FF2B5EF4-FFF2-40B4-BE49-F238E27FC236}">
                <a16:creationId xmlns:a16="http://schemas.microsoft.com/office/drawing/2014/main" id="{A0C5E958-73E0-42AB-A509-7489DC23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122" y="1945742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0" name="p35-椭圆-0020">
            <a:extLst xmlns:a="http://schemas.openxmlformats.org/drawingml/2006/main">
              <a:ext uri="{FF2B5EF4-FFF2-40B4-BE49-F238E27FC236}">
                <a16:creationId xmlns:a16="http://schemas.microsoft.com/office/drawing/2014/main" id="{23770C3F-2314-4711-8CEF-7E6E7DD8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1508" y="2183006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1" name="p35-椭圆-0021">
            <a:extLst xmlns:a="http://schemas.openxmlformats.org/drawingml/2006/main">
              <a:ext uri="{FF2B5EF4-FFF2-40B4-BE49-F238E27FC236}">
                <a16:creationId xmlns:a16="http://schemas.microsoft.com/office/drawing/2014/main" id="{476AB47D-D065-4FBE-9BD1-CECCB2CA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193" y="1886871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2" name="p35-椭圆-0022">
            <a:extLst xmlns:a="http://schemas.openxmlformats.org/drawingml/2006/main">
              <a:ext uri="{FF2B5EF4-FFF2-40B4-BE49-F238E27FC236}">
                <a16:creationId xmlns:a16="http://schemas.microsoft.com/office/drawing/2014/main" id="{2493BF7E-9570-46D7-A2CD-5D7DF414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2104" y="2124135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3" name="p35-椭圆-0023">
            <a:extLst xmlns:a="http://schemas.openxmlformats.org/drawingml/2006/main">
              <a:ext uri="{FF2B5EF4-FFF2-40B4-BE49-F238E27FC236}">
                <a16:creationId xmlns:a16="http://schemas.microsoft.com/office/drawing/2014/main" id="{CDB07C48-C4F0-4BCF-9CEC-1234B0A1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489" y="2361400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4" name="p35-椭圆-0024">
            <a:extLst xmlns:a="http://schemas.openxmlformats.org/drawingml/2006/main">
              <a:ext uri="{FF2B5EF4-FFF2-40B4-BE49-F238E27FC236}">
                <a16:creationId xmlns:a16="http://schemas.microsoft.com/office/drawing/2014/main" id="{9DAFC66A-1FE0-4B8D-9807-D02E23C4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875" y="1989065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5" name="p35-椭圆-0025">
            <a:extLst xmlns:a="http://schemas.openxmlformats.org/drawingml/2006/main">
              <a:ext uri="{FF2B5EF4-FFF2-40B4-BE49-F238E27FC236}">
                <a16:creationId xmlns:a16="http://schemas.microsoft.com/office/drawing/2014/main" id="{4247B3E3-2193-42EE-8A93-DD615AFF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786" y="2226329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6" name="p35-椭圆-0026">
            <a:extLst xmlns:a="http://schemas.openxmlformats.org/drawingml/2006/main">
              <a:ext uri="{FF2B5EF4-FFF2-40B4-BE49-F238E27FC236}">
                <a16:creationId xmlns:a16="http://schemas.microsoft.com/office/drawing/2014/main" id="{3B6C671B-6D7B-4413-811A-5836E064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471" y="1930194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7" name="p35-椭圆-0027">
            <a:extLst xmlns:a="http://schemas.openxmlformats.org/drawingml/2006/main">
              <a:ext uri="{FF2B5EF4-FFF2-40B4-BE49-F238E27FC236}">
                <a16:creationId xmlns:a16="http://schemas.microsoft.com/office/drawing/2014/main" id="{5ED61900-DF97-4CBB-AEA9-B32B206C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382" y="2167458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8" name="p35-椭圆-0028">
            <a:extLst xmlns:a="http://schemas.openxmlformats.org/drawingml/2006/main">
              <a:ext uri="{FF2B5EF4-FFF2-40B4-BE49-F238E27FC236}">
                <a16:creationId xmlns:a16="http://schemas.microsoft.com/office/drawing/2014/main" id="{89816C4F-50C6-48CB-815C-5388E280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767" y="1795123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29" name="p35-椭圆-0029">
            <a:extLst xmlns:a="http://schemas.openxmlformats.org/drawingml/2006/main">
              <a:ext uri="{FF2B5EF4-FFF2-40B4-BE49-F238E27FC236}">
                <a16:creationId xmlns:a16="http://schemas.microsoft.com/office/drawing/2014/main" id="{E78908B5-D97F-4A1D-887F-78EDFF40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153" y="2032388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0" name="p35-椭圆-0030">
            <a:extLst xmlns:a="http://schemas.openxmlformats.org/drawingml/2006/main">
              <a:ext uri="{FF2B5EF4-FFF2-40B4-BE49-F238E27FC236}">
                <a16:creationId xmlns:a16="http://schemas.microsoft.com/office/drawing/2014/main" id="{65326EB0-C68D-4804-9A7F-3CD5E9DA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063" y="2269652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1" name="p35-椭圆-0031">
            <a:extLst xmlns:a="http://schemas.openxmlformats.org/drawingml/2006/main">
              <a:ext uri="{FF2B5EF4-FFF2-40B4-BE49-F238E27FC236}">
                <a16:creationId xmlns:a16="http://schemas.microsoft.com/office/drawing/2014/main" id="{63AB6A82-75D6-4249-83F9-6A26A764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9" y="1973517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2" name="p35-椭圆-0032">
            <a:extLst xmlns:a="http://schemas.openxmlformats.org/drawingml/2006/main">
              <a:ext uri="{FF2B5EF4-FFF2-40B4-BE49-F238E27FC236}">
                <a16:creationId xmlns:a16="http://schemas.microsoft.com/office/drawing/2014/main" id="{213D8805-D763-4EA3-AE77-7A3AA9E0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660" y="2210781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3" name="p35-椭圆-0033">
            <a:extLst xmlns:a="http://schemas.openxmlformats.org/drawingml/2006/main">
              <a:ext uri="{FF2B5EF4-FFF2-40B4-BE49-F238E27FC236}">
                <a16:creationId xmlns:a16="http://schemas.microsoft.com/office/drawing/2014/main" id="{BE742934-A376-4440-ADA5-CFCC58A2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45" y="1838446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4" name="p35-椭圆-0034">
            <a:extLst xmlns:a="http://schemas.openxmlformats.org/drawingml/2006/main">
              <a:ext uri="{FF2B5EF4-FFF2-40B4-BE49-F238E27FC236}">
                <a16:creationId xmlns:a16="http://schemas.microsoft.com/office/drawing/2014/main" id="{13FFE505-E4DA-4B27-9DAE-953CCBEF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1" y="2075710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5" name="p35-椭圆-0035">
            <a:extLst xmlns:a="http://schemas.openxmlformats.org/drawingml/2006/main">
              <a:ext uri="{FF2B5EF4-FFF2-40B4-BE49-F238E27FC236}">
                <a16:creationId xmlns:a16="http://schemas.microsoft.com/office/drawing/2014/main" id="{79568D16-D196-4619-8970-920B2C14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341" y="2312975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6" name="p35-椭圆-0036">
            <a:extLst xmlns:a="http://schemas.openxmlformats.org/drawingml/2006/main">
              <a:ext uri="{FF2B5EF4-FFF2-40B4-BE49-F238E27FC236}">
                <a16:creationId xmlns:a16="http://schemas.microsoft.com/office/drawing/2014/main" id="{E9EDFAFC-1CBB-4A44-8F3D-6CAC831F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027" y="2016840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7" name="p35-椭圆-0037">
            <a:extLst xmlns:a="http://schemas.openxmlformats.org/drawingml/2006/main">
              <a:ext uri="{FF2B5EF4-FFF2-40B4-BE49-F238E27FC236}">
                <a16:creationId xmlns:a16="http://schemas.microsoft.com/office/drawing/2014/main" id="{DBBA9FA1-048F-427B-A014-2175705E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412" y="2254104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8" name="p35-椭圆-0038">
            <a:extLst xmlns:a="http://schemas.openxmlformats.org/drawingml/2006/main">
              <a:ext uri="{FF2B5EF4-FFF2-40B4-BE49-F238E27FC236}">
                <a16:creationId xmlns:a16="http://schemas.microsoft.com/office/drawing/2014/main" id="{2D40315D-23FF-4773-9039-ADAA4E5E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323" y="1881769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39" name="p35-椭圆-0039">
            <a:extLst xmlns:a="http://schemas.openxmlformats.org/drawingml/2006/main">
              <a:ext uri="{FF2B5EF4-FFF2-40B4-BE49-F238E27FC236}">
                <a16:creationId xmlns:a16="http://schemas.microsoft.com/office/drawing/2014/main" id="{A71ECF9E-B490-4D92-8BAA-906002BE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09" y="2119033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0" name="p35-椭圆-0040">
            <a:extLst xmlns:a="http://schemas.openxmlformats.org/drawingml/2006/main">
              <a:ext uri="{FF2B5EF4-FFF2-40B4-BE49-F238E27FC236}">
                <a16:creationId xmlns:a16="http://schemas.microsoft.com/office/drawing/2014/main" id="{F2FCBF3F-990F-4425-BC41-375BBB79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9" y="1746698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1" name="p35-椭圆-0041">
            <a:extLst xmlns:a="http://schemas.openxmlformats.org/drawingml/2006/main">
              <a:ext uri="{FF2B5EF4-FFF2-40B4-BE49-F238E27FC236}">
                <a16:creationId xmlns:a16="http://schemas.microsoft.com/office/drawing/2014/main" id="{24B4274F-4F46-42E4-89AF-2CE46CDC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0305" y="2060163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2" name="p35-椭圆-0042">
            <a:extLst xmlns:a="http://schemas.openxmlformats.org/drawingml/2006/main">
              <a:ext uri="{FF2B5EF4-FFF2-40B4-BE49-F238E27FC236}">
                <a16:creationId xmlns:a16="http://schemas.microsoft.com/office/drawing/2014/main" id="{E9F49134-B4C0-4280-AACF-ACD9CCB4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690" y="2297427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3" name="p35-椭圆-0043">
            <a:extLst xmlns:a="http://schemas.openxmlformats.org/drawingml/2006/main">
              <a:ext uri="{FF2B5EF4-FFF2-40B4-BE49-F238E27FC236}">
                <a16:creationId xmlns:a16="http://schemas.microsoft.com/office/drawing/2014/main" id="{309C8D67-C89D-466E-AF1B-B16DD5A6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601" y="1925092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4" name="p35-椭圆-0044">
            <a:extLst xmlns:a="http://schemas.openxmlformats.org/drawingml/2006/main">
              <a:ext uri="{FF2B5EF4-FFF2-40B4-BE49-F238E27FC236}">
                <a16:creationId xmlns:a16="http://schemas.microsoft.com/office/drawing/2014/main" id="{C917DC1F-3337-43EA-8C2E-58B758E0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986" y="2162356"/>
            <a:ext cx="222885" cy="1485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5" name="p35-椭圆-0045">
            <a:extLst xmlns:a="http://schemas.openxmlformats.org/drawingml/2006/main">
              <a:ext uri="{FF2B5EF4-FFF2-40B4-BE49-F238E27FC236}">
                <a16:creationId xmlns:a16="http://schemas.microsoft.com/office/drawing/2014/main" id="{AA1E2D45-D002-446E-B6EB-E766D135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372" y="1790021"/>
            <a:ext cx="268605" cy="1790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6" name="p35-椭圆-0046">
            <a:extLst xmlns:a="http://schemas.openxmlformats.org/drawingml/2006/main">
              <a:ext uri="{FF2B5EF4-FFF2-40B4-BE49-F238E27FC236}">
                <a16:creationId xmlns:a16="http://schemas.microsoft.com/office/drawing/2014/main" id="{97B462B2-D340-4058-9732-D7C6D005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8583" y="2103486"/>
            <a:ext cx="85725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7" name="p35-椭圆-0047">
            <a:extLst xmlns:a="http://schemas.openxmlformats.org/drawingml/2006/main">
              <a:ext uri="{FF2B5EF4-FFF2-40B4-BE49-F238E27FC236}">
                <a16:creationId xmlns:a16="http://schemas.microsoft.com/office/drawing/2014/main" id="{CEB9A8F8-054D-41BF-8417-CB081D6D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968" y="2340750"/>
            <a:ext cx="131445" cy="876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8" name="p35-椭圆-0048">
            <a:extLst xmlns:a="http://schemas.openxmlformats.org/drawingml/2006/main">
              <a:ext uri="{FF2B5EF4-FFF2-40B4-BE49-F238E27FC236}">
                <a16:creationId xmlns:a16="http://schemas.microsoft.com/office/drawing/2014/main" id="{B77119B5-1721-4AFD-BC72-BCD76DEE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4879" y="1968415"/>
            <a:ext cx="177165" cy="1181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EAC9C"/>
          </a:solidFill>
          <a:ln xmlns:a="http://schemas.openxmlformats.org/drawingml/2006/main" w="5715">
            <a:solidFill>
              <a:srgbClr val="A0C8B7"/>
            </a:solidFill>
          </a:ln>
        </p:spPr>
      </p:sp>
      <p:sp>
        <p:nvSpPr>
          <p:cNvPr id="49" name="p35-线-0049">
            <a:extLst xmlns:a="http://schemas.openxmlformats.org/drawingml/2006/main">
              <a:ext uri="{FF2B5EF4-FFF2-40B4-BE49-F238E27FC236}">
                <a16:creationId xmlns:a16="http://schemas.microsoft.com/office/drawing/2014/main" id="{EE68878F-9F4A-4D59-ADD2-F8B741FC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371725"/>
            <a:ext cx="476250" cy="95"/>
          </a:xfrm>
          <a:custGeom xmlns:a="http://schemas.openxmlformats.org/drawingml/2006/main">
            <a:pathLst>
              <a:path w="476250" h="9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50" name="p35-文本-0050">
            <a:extLst xmlns:a="http://schemas.openxmlformats.org/drawingml/2006/main">
              <a:ext uri="{FF2B5EF4-FFF2-40B4-BE49-F238E27FC236}">
                <a16:creationId xmlns:a16="http://schemas.microsoft.com/office/drawing/2014/main" id="{0EDF6A95-C653-4EC2-BDDF-357A7C72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84059"/>
            <a:ext cx="495300" cy="16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形貌示意</a:t>
            </a:r>
          </a:p>
        </p:txBody>
      </p:sp>
      <p:sp>
        <p:nvSpPr>
          <p:cNvPr id="51" name="p35-文本-0051">
            <a:extLst xmlns:a="http://schemas.openxmlformats.org/drawingml/2006/main">
              <a:ext uri="{FF2B5EF4-FFF2-40B4-BE49-F238E27FC236}">
                <a16:creationId xmlns:a16="http://schemas.microsoft.com/office/drawing/2014/main" id="{32D1D14D-956E-4757-A563-2D744D91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8860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获取原始图像</a:t>
            </a:r>
          </a:p>
        </p:txBody>
      </p:sp>
      <p:sp>
        <p:nvSpPr>
          <p:cNvPr id="52" name="p35-文本-0052">
            <a:extLst xmlns:a="http://schemas.openxmlformats.org/drawingml/2006/main">
              <a:ext uri="{FF2B5EF4-FFF2-40B4-BE49-F238E27FC236}">
                <a16:creationId xmlns:a16="http://schemas.microsoft.com/office/drawing/2014/main" id="{F1C3EDE2-D072-43A3-A898-2D2225A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4102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保留样本与条件</a:t>
            </a:r>
          </a:p>
        </p:txBody>
      </p:sp>
      <p:sp>
        <p:nvSpPr>
          <p:cNvPr id="53" name="p35-矩形-0053">
            <a:extLst xmlns:a="http://schemas.openxmlformats.org/drawingml/2006/main">
              <a:ext uri="{FF2B5EF4-FFF2-40B4-BE49-F238E27FC236}">
                <a16:creationId xmlns:a16="http://schemas.microsoft.com/office/drawing/2014/main" id="{F0D145D9-5F6B-4A98-84AF-30075F6E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3827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4" name="p35-文本-0054">
            <a:extLst xmlns:a="http://schemas.openxmlformats.org/drawingml/2006/main">
              <a:ext uri="{FF2B5EF4-FFF2-40B4-BE49-F238E27FC236}">
                <a16:creationId xmlns:a16="http://schemas.microsoft.com/office/drawing/2014/main" id="{F62249DF-7B57-4455-B79F-45592534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169224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</a:t>
            </a:r>
          </a:p>
        </p:txBody>
      </p:sp>
      <p:sp>
        <p:nvSpPr>
          <p:cNvPr id="55" name="p35-文本-0055">
            <a:extLst xmlns:a="http://schemas.openxmlformats.org/drawingml/2006/main">
              <a:ext uri="{FF2B5EF4-FFF2-40B4-BE49-F238E27FC236}">
                <a16:creationId xmlns:a16="http://schemas.microsoft.com/office/drawing/2014/main" id="{895ECB0A-4FC4-4271-B9F0-008F9E0B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202562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56" name="p35-矩形-0056">
            <a:extLst xmlns:a="http://schemas.openxmlformats.org/drawingml/2006/main">
              <a:ext uri="{FF2B5EF4-FFF2-40B4-BE49-F238E27FC236}">
                <a16:creationId xmlns:a16="http://schemas.microsoft.com/office/drawing/2014/main" id="{A5985D83-E9C4-4EF8-B22F-0846C992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3827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57" name="p35-矩形-0057">
            <a:extLst xmlns:a="http://schemas.openxmlformats.org/drawingml/2006/main">
              <a:ext uri="{FF2B5EF4-FFF2-40B4-BE49-F238E27FC236}">
                <a16:creationId xmlns:a16="http://schemas.microsoft.com/office/drawing/2014/main" id="{28D52872-12E6-4904-8E1D-A3362CE1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733550"/>
            <a:ext cx="17621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6"/>
          </a:solidFill>
          <a:ln xmlns:a="http://schemas.openxmlformats.org/drawingml/2006/main" w="0">
            <a:noFill/>
          </a:ln>
        </p:spPr>
      </p:sp>
      <p:sp>
        <p:nvSpPr>
          <p:cNvPr id="58" name="p35-线-0058">
            <a:extLst xmlns:a="http://schemas.openxmlformats.org/drawingml/2006/main">
              <a:ext uri="{FF2B5EF4-FFF2-40B4-BE49-F238E27FC236}">
                <a16:creationId xmlns:a16="http://schemas.microsoft.com/office/drawing/2014/main" id="{A338890D-C6D0-4258-9B28-EB11F08B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59" name="p35-线-0059">
            <a:extLst xmlns:a="http://schemas.openxmlformats.org/drawingml/2006/main">
              <a:ext uri="{FF2B5EF4-FFF2-40B4-BE49-F238E27FC236}">
                <a16:creationId xmlns:a16="http://schemas.microsoft.com/office/drawing/2014/main" id="{807DE028-D5C6-44F7-AFBE-0AC54DDA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0" name="p35-线-0060">
            <a:extLst xmlns:a="http://schemas.openxmlformats.org/drawingml/2006/main">
              <a:ext uri="{FF2B5EF4-FFF2-40B4-BE49-F238E27FC236}">
                <a16:creationId xmlns:a16="http://schemas.microsoft.com/office/drawing/2014/main" id="{5438ADBA-E629-4217-9931-C2092A11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1" name="p35-线-0061">
            <a:extLst xmlns:a="http://schemas.openxmlformats.org/drawingml/2006/main">
              <a:ext uri="{FF2B5EF4-FFF2-40B4-BE49-F238E27FC236}">
                <a16:creationId xmlns:a16="http://schemas.microsoft.com/office/drawing/2014/main" id="{FA7193F1-B3A6-4AB8-9578-81C666C9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2" name="p35-线-0062">
            <a:extLst xmlns:a="http://schemas.openxmlformats.org/drawingml/2006/main">
              <a:ext uri="{FF2B5EF4-FFF2-40B4-BE49-F238E27FC236}">
                <a16:creationId xmlns:a16="http://schemas.microsoft.com/office/drawing/2014/main" id="{D1B0288F-A74D-44CC-8283-7F5829C1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3" name="p35-线-0063">
            <a:extLst xmlns:a="http://schemas.openxmlformats.org/drawingml/2006/main">
              <a:ext uri="{FF2B5EF4-FFF2-40B4-BE49-F238E27FC236}">
                <a16:creationId xmlns:a16="http://schemas.microsoft.com/office/drawing/2014/main" id="{473D40E0-6C26-4DD3-820D-4DBFA58C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4" name="p35-线-0064">
            <a:extLst xmlns:a="http://schemas.openxmlformats.org/drawingml/2006/main">
              <a:ext uri="{FF2B5EF4-FFF2-40B4-BE49-F238E27FC236}">
                <a16:creationId xmlns:a16="http://schemas.microsoft.com/office/drawing/2014/main" id="{AE7DC643-8174-449C-8D0D-8282D4C7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5" name="p35-线-0065">
            <a:extLst xmlns:a="http://schemas.openxmlformats.org/drawingml/2006/main">
              <a:ext uri="{FF2B5EF4-FFF2-40B4-BE49-F238E27FC236}">
                <a16:creationId xmlns:a16="http://schemas.microsoft.com/office/drawing/2014/main" id="{3851F5A1-43FC-4384-B48E-7995F715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6" name="p35-线-0066">
            <a:extLst xmlns:a="http://schemas.openxmlformats.org/drawingml/2006/main">
              <a:ext uri="{FF2B5EF4-FFF2-40B4-BE49-F238E27FC236}">
                <a16:creationId xmlns:a16="http://schemas.microsoft.com/office/drawing/2014/main" id="{82CD820E-6D84-4F3D-9ED7-09450FA6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67" name="p35-线-0067">
            <a:extLst xmlns:a="http://schemas.openxmlformats.org/drawingml/2006/main">
              <a:ext uri="{FF2B5EF4-FFF2-40B4-BE49-F238E27FC236}">
                <a16:creationId xmlns:a16="http://schemas.microsoft.com/office/drawing/2014/main" id="{9A98DFCF-04EF-4E80-9A49-2A5EC4EF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8" name="p35-线-0068">
            <a:extLst xmlns:a="http://schemas.openxmlformats.org/drawingml/2006/main">
              <a:ext uri="{FF2B5EF4-FFF2-40B4-BE49-F238E27FC236}">
                <a16:creationId xmlns:a16="http://schemas.microsoft.com/office/drawing/2014/main" id="{0B872676-0224-4DD5-B94F-4765A6FA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69" name="p35-线-0069">
            <a:extLst xmlns:a="http://schemas.openxmlformats.org/drawingml/2006/main">
              <a:ext uri="{FF2B5EF4-FFF2-40B4-BE49-F238E27FC236}">
                <a16:creationId xmlns:a16="http://schemas.microsoft.com/office/drawing/2014/main" id="{3FAF2815-4B27-4811-9DB4-4D390354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0" name="p35-线-0070">
            <a:extLst xmlns:a="http://schemas.openxmlformats.org/drawingml/2006/main">
              <a:ext uri="{FF2B5EF4-FFF2-40B4-BE49-F238E27FC236}">
                <a16:creationId xmlns:a16="http://schemas.microsoft.com/office/drawing/2014/main" id="{ECB5EAC1-E0D4-4928-A0F6-FEA2D5F8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1" name="p35-线-0071">
            <a:extLst xmlns:a="http://schemas.openxmlformats.org/drawingml/2006/main">
              <a:ext uri="{FF2B5EF4-FFF2-40B4-BE49-F238E27FC236}">
                <a16:creationId xmlns:a16="http://schemas.microsoft.com/office/drawing/2014/main" id="{D6AB69F9-E647-4F51-8295-ABBB538C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2" name="p35-线-0072">
            <a:extLst xmlns:a="http://schemas.openxmlformats.org/drawingml/2006/main">
              <a:ext uri="{FF2B5EF4-FFF2-40B4-BE49-F238E27FC236}">
                <a16:creationId xmlns:a16="http://schemas.microsoft.com/office/drawing/2014/main" id="{4184A4E8-4478-4D7E-9FFC-12266A31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3" name="p35-线-0073">
            <a:extLst xmlns:a="http://schemas.openxmlformats.org/drawingml/2006/main">
              <a:ext uri="{FF2B5EF4-FFF2-40B4-BE49-F238E27FC236}">
                <a16:creationId xmlns:a16="http://schemas.microsoft.com/office/drawing/2014/main" id="{69E5A4D1-3D33-448C-A19A-651B9C46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4" name="p35-线-0074">
            <a:extLst xmlns:a="http://schemas.openxmlformats.org/drawingml/2006/main">
              <a:ext uri="{FF2B5EF4-FFF2-40B4-BE49-F238E27FC236}">
                <a16:creationId xmlns:a16="http://schemas.microsoft.com/office/drawing/2014/main" id="{AD5602CE-861B-4709-97CD-1660C41D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5" name="p35-线-0075">
            <a:extLst xmlns:a="http://schemas.openxmlformats.org/drawingml/2006/main">
              <a:ext uri="{FF2B5EF4-FFF2-40B4-BE49-F238E27FC236}">
                <a16:creationId xmlns:a16="http://schemas.microsoft.com/office/drawing/2014/main" id="{F3A29AF5-6C3A-478D-9810-64F8CCB9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6" name="p35-线-0076">
            <a:extLst xmlns:a="http://schemas.openxmlformats.org/drawingml/2006/main">
              <a:ext uri="{FF2B5EF4-FFF2-40B4-BE49-F238E27FC236}">
                <a16:creationId xmlns:a16="http://schemas.microsoft.com/office/drawing/2014/main" id="{8F73B873-7892-4EAA-8934-58518B9C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7" name="p35-线-0077">
            <a:extLst xmlns:a="http://schemas.openxmlformats.org/drawingml/2006/main">
              <a:ext uri="{FF2B5EF4-FFF2-40B4-BE49-F238E27FC236}">
                <a16:creationId xmlns:a16="http://schemas.microsoft.com/office/drawing/2014/main" id="{D67FFA2B-9315-40B9-9FAB-6F0A2053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78" name="p35-线-0078">
            <a:extLst xmlns:a="http://schemas.openxmlformats.org/drawingml/2006/main">
              <a:ext uri="{FF2B5EF4-FFF2-40B4-BE49-F238E27FC236}">
                <a16:creationId xmlns:a16="http://schemas.microsoft.com/office/drawing/2014/main" id="{905F7DC2-1065-4F76-BE12-08AA63FA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79" name="p35-线-0079">
            <a:extLst xmlns:a="http://schemas.openxmlformats.org/drawingml/2006/main">
              <a:ext uri="{FF2B5EF4-FFF2-40B4-BE49-F238E27FC236}">
                <a16:creationId xmlns:a16="http://schemas.microsoft.com/office/drawing/2014/main" id="{2300BBA2-D4D8-43AF-8B7B-2BB52D30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0" name="p35-线-0080">
            <a:extLst xmlns:a="http://schemas.openxmlformats.org/drawingml/2006/main">
              <a:ext uri="{FF2B5EF4-FFF2-40B4-BE49-F238E27FC236}">
                <a16:creationId xmlns:a16="http://schemas.microsoft.com/office/drawing/2014/main" id="{943CC722-6717-4EA9-A77E-0A3B0EBB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1" name="p35-线-0081">
            <a:extLst xmlns:a="http://schemas.openxmlformats.org/drawingml/2006/main">
              <a:ext uri="{FF2B5EF4-FFF2-40B4-BE49-F238E27FC236}">
                <a16:creationId xmlns:a16="http://schemas.microsoft.com/office/drawing/2014/main" id="{73488B2B-904D-464E-9C9F-575F0241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2" name="p35-线-0082">
            <a:extLst xmlns:a="http://schemas.openxmlformats.org/drawingml/2006/main">
              <a:ext uri="{FF2B5EF4-FFF2-40B4-BE49-F238E27FC236}">
                <a16:creationId xmlns:a16="http://schemas.microsoft.com/office/drawing/2014/main" id="{AF6D0357-AA77-4803-A756-05978FCC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3" name="p35-线-0083">
            <a:extLst xmlns:a="http://schemas.openxmlformats.org/drawingml/2006/main">
              <a:ext uri="{FF2B5EF4-FFF2-40B4-BE49-F238E27FC236}">
                <a16:creationId xmlns:a16="http://schemas.microsoft.com/office/drawing/2014/main" id="{E1F26C6E-4C18-4A75-8A26-965D669F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4" name="p35-线-0084">
            <a:extLst xmlns:a="http://schemas.openxmlformats.org/drawingml/2006/main">
              <a:ext uri="{FF2B5EF4-FFF2-40B4-BE49-F238E27FC236}">
                <a16:creationId xmlns:a16="http://schemas.microsoft.com/office/drawing/2014/main" id="{531AA7B1-8E03-4089-BF4E-4CBE7490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5" name="p35-线-0085">
            <a:extLst xmlns:a="http://schemas.openxmlformats.org/drawingml/2006/main">
              <a:ext uri="{FF2B5EF4-FFF2-40B4-BE49-F238E27FC236}">
                <a16:creationId xmlns:a16="http://schemas.microsoft.com/office/drawing/2014/main" id="{C9A0581C-E176-442C-8AF3-B441B5DB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7335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6" name="p35-线-0086">
            <a:extLst xmlns:a="http://schemas.openxmlformats.org/drawingml/2006/main">
              <a:ext uri="{FF2B5EF4-FFF2-40B4-BE49-F238E27FC236}">
                <a16:creationId xmlns:a16="http://schemas.microsoft.com/office/drawing/2014/main" id="{17789A72-E328-470C-82C8-3DF87CC9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7" name="p35-线-0087">
            <a:extLst xmlns:a="http://schemas.openxmlformats.org/drawingml/2006/main">
              <a:ext uri="{FF2B5EF4-FFF2-40B4-BE49-F238E27FC236}">
                <a16:creationId xmlns:a16="http://schemas.microsoft.com/office/drawing/2014/main" id="{612ED84F-C1BE-4CF1-B9F7-58EA24EF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7335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88" name="p35-线-0088">
            <a:extLst xmlns:a="http://schemas.openxmlformats.org/drawingml/2006/main">
              <a:ext uri="{FF2B5EF4-FFF2-40B4-BE49-F238E27FC236}">
                <a16:creationId xmlns:a16="http://schemas.microsoft.com/office/drawing/2014/main" id="{F65CF635-3E55-4CB3-AF3A-577E1BA2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335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89" name="p35-线-0089">
            <a:extLst xmlns:a="http://schemas.openxmlformats.org/drawingml/2006/main">
              <a:ext uri="{FF2B5EF4-FFF2-40B4-BE49-F238E27FC236}">
                <a16:creationId xmlns:a16="http://schemas.microsoft.com/office/drawing/2014/main" id="{E59B25BC-2139-4A01-91B8-4C40190D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0" name="p35-线-0090">
            <a:extLst xmlns:a="http://schemas.openxmlformats.org/drawingml/2006/main">
              <a:ext uri="{FF2B5EF4-FFF2-40B4-BE49-F238E27FC236}">
                <a16:creationId xmlns:a16="http://schemas.microsoft.com/office/drawing/2014/main" id="{FFCC4D73-1AD7-4B25-BBEA-30AB73DA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1" name="p35-线-0091">
            <a:extLst xmlns:a="http://schemas.openxmlformats.org/drawingml/2006/main">
              <a:ext uri="{FF2B5EF4-FFF2-40B4-BE49-F238E27FC236}">
                <a16:creationId xmlns:a16="http://schemas.microsoft.com/office/drawing/2014/main" id="{BA7AB0DB-8F80-4EB3-9BAB-32AE5BAB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2" name="p35-线-0092">
            <a:extLst xmlns:a="http://schemas.openxmlformats.org/drawingml/2006/main">
              <a:ext uri="{FF2B5EF4-FFF2-40B4-BE49-F238E27FC236}">
                <a16:creationId xmlns:a16="http://schemas.microsoft.com/office/drawing/2014/main" id="{5AE767DA-867A-49C9-9AD5-E914315F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3" name="p35-线-0093">
            <a:extLst xmlns:a="http://schemas.openxmlformats.org/drawingml/2006/main">
              <a:ext uri="{FF2B5EF4-FFF2-40B4-BE49-F238E27FC236}">
                <a16:creationId xmlns:a16="http://schemas.microsoft.com/office/drawing/2014/main" id="{66E6EB68-544B-4A22-9CE9-3A6BF21D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4" name="p35-线-0094">
            <a:extLst xmlns:a="http://schemas.openxmlformats.org/drawingml/2006/main">
              <a:ext uri="{FF2B5EF4-FFF2-40B4-BE49-F238E27FC236}">
                <a16:creationId xmlns:a16="http://schemas.microsoft.com/office/drawing/2014/main" id="{8F2805DF-B8CC-4A45-A32C-F014C073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5" name="p35-线-0095">
            <a:extLst xmlns:a="http://schemas.openxmlformats.org/drawingml/2006/main">
              <a:ext uri="{FF2B5EF4-FFF2-40B4-BE49-F238E27FC236}">
                <a16:creationId xmlns:a16="http://schemas.microsoft.com/office/drawing/2014/main" id="{9766C3DC-2BD9-436D-8E54-5CD2B90B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6" name="p35-线-0096">
            <a:extLst xmlns:a="http://schemas.openxmlformats.org/drawingml/2006/main">
              <a:ext uri="{FF2B5EF4-FFF2-40B4-BE49-F238E27FC236}">
                <a16:creationId xmlns:a16="http://schemas.microsoft.com/office/drawing/2014/main" id="{4FC97F06-6FCA-40A1-BC57-FAD2CD09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7" name="p35-线-0097">
            <a:extLst xmlns:a="http://schemas.openxmlformats.org/drawingml/2006/main">
              <a:ext uri="{FF2B5EF4-FFF2-40B4-BE49-F238E27FC236}">
                <a16:creationId xmlns:a16="http://schemas.microsoft.com/office/drawing/2014/main" id="{1136BC78-D8F7-4419-861F-E8105BA1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98" name="p35-线-0098">
            <a:extLst xmlns:a="http://schemas.openxmlformats.org/drawingml/2006/main">
              <a:ext uri="{FF2B5EF4-FFF2-40B4-BE49-F238E27FC236}">
                <a16:creationId xmlns:a16="http://schemas.microsoft.com/office/drawing/2014/main" id="{451AFB85-F913-4E2E-8819-B76C9EAE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99" name="p35-线-0099">
            <a:extLst xmlns:a="http://schemas.openxmlformats.org/drawingml/2006/main">
              <a:ext uri="{FF2B5EF4-FFF2-40B4-BE49-F238E27FC236}">
                <a16:creationId xmlns:a16="http://schemas.microsoft.com/office/drawing/2014/main" id="{90BB99FC-0A2E-4636-B260-06486FDA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0" name="p35-线-0100">
            <a:extLst xmlns:a="http://schemas.openxmlformats.org/drawingml/2006/main">
              <a:ext uri="{FF2B5EF4-FFF2-40B4-BE49-F238E27FC236}">
                <a16:creationId xmlns:a16="http://schemas.microsoft.com/office/drawing/2014/main" id="{A19A94A1-DC1C-44E2-A217-991E1FD3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1" name="p35-线-0101">
            <a:extLst xmlns:a="http://schemas.openxmlformats.org/drawingml/2006/main">
              <a:ext uri="{FF2B5EF4-FFF2-40B4-BE49-F238E27FC236}">
                <a16:creationId xmlns:a16="http://schemas.microsoft.com/office/drawing/2014/main" id="{1BE06C6D-7286-4050-AE44-5E808033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2" name="p35-线-0102">
            <a:extLst xmlns:a="http://schemas.openxmlformats.org/drawingml/2006/main">
              <a:ext uri="{FF2B5EF4-FFF2-40B4-BE49-F238E27FC236}">
                <a16:creationId xmlns:a16="http://schemas.microsoft.com/office/drawing/2014/main" id="{F63966A9-987B-4828-A25B-A2BED2F7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3" name="p35-线-0103">
            <a:extLst xmlns:a="http://schemas.openxmlformats.org/drawingml/2006/main">
              <a:ext uri="{FF2B5EF4-FFF2-40B4-BE49-F238E27FC236}">
                <a16:creationId xmlns:a16="http://schemas.microsoft.com/office/drawing/2014/main" id="{6A4838E5-88A7-4F93-8F05-425C5707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4" name="p35-线-0104">
            <a:extLst xmlns:a="http://schemas.openxmlformats.org/drawingml/2006/main">
              <a:ext uri="{FF2B5EF4-FFF2-40B4-BE49-F238E27FC236}">
                <a16:creationId xmlns:a16="http://schemas.microsoft.com/office/drawing/2014/main" id="{E484F2C3-8A5C-433C-B51E-D842F56D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5" name="p35-线-0105">
            <a:extLst xmlns:a="http://schemas.openxmlformats.org/drawingml/2006/main">
              <a:ext uri="{FF2B5EF4-FFF2-40B4-BE49-F238E27FC236}">
                <a16:creationId xmlns:a16="http://schemas.microsoft.com/office/drawing/2014/main" id="{3D1F25EC-CDE3-40DE-8212-A90B5B64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6" name="p35-线-0106">
            <a:extLst xmlns:a="http://schemas.openxmlformats.org/drawingml/2006/main">
              <a:ext uri="{FF2B5EF4-FFF2-40B4-BE49-F238E27FC236}">
                <a16:creationId xmlns:a16="http://schemas.microsoft.com/office/drawing/2014/main" id="{89DACA82-4BEA-4952-8D61-E489BA4C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07" name="p35-线-0107">
            <a:extLst xmlns:a="http://schemas.openxmlformats.org/drawingml/2006/main">
              <a:ext uri="{FF2B5EF4-FFF2-40B4-BE49-F238E27FC236}">
                <a16:creationId xmlns:a16="http://schemas.microsoft.com/office/drawing/2014/main" id="{EFB48354-D093-4D96-8741-DB096D3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8" name="p35-线-0108">
            <a:extLst xmlns:a="http://schemas.openxmlformats.org/drawingml/2006/main">
              <a:ext uri="{FF2B5EF4-FFF2-40B4-BE49-F238E27FC236}">
                <a16:creationId xmlns:a16="http://schemas.microsoft.com/office/drawing/2014/main" id="{C1FD685E-E715-4861-97F9-251CB06F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09" name="p35-线-0109">
            <a:extLst xmlns:a="http://schemas.openxmlformats.org/drawingml/2006/main">
              <a:ext uri="{FF2B5EF4-FFF2-40B4-BE49-F238E27FC236}">
                <a16:creationId xmlns:a16="http://schemas.microsoft.com/office/drawing/2014/main" id="{229435BB-B888-4F34-80CD-539D73D5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0" name="p35-线-0110">
            <a:extLst xmlns:a="http://schemas.openxmlformats.org/drawingml/2006/main">
              <a:ext uri="{FF2B5EF4-FFF2-40B4-BE49-F238E27FC236}">
                <a16:creationId xmlns:a16="http://schemas.microsoft.com/office/drawing/2014/main" id="{79945EE4-E917-45F7-B727-02D72B8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1" name="p35-线-0111">
            <a:extLst xmlns:a="http://schemas.openxmlformats.org/drawingml/2006/main">
              <a:ext uri="{FF2B5EF4-FFF2-40B4-BE49-F238E27FC236}">
                <a16:creationId xmlns:a16="http://schemas.microsoft.com/office/drawing/2014/main" id="{DEE0026A-F54A-422F-A321-07B9BBB6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2" name="p35-线-0112">
            <a:extLst xmlns:a="http://schemas.openxmlformats.org/drawingml/2006/main">
              <a:ext uri="{FF2B5EF4-FFF2-40B4-BE49-F238E27FC236}">
                <a16:creationId xmlns:a16="http://schemas.microsoft.com/office/drawing/2014/main" id="{F5402856-01B4-4D5C-98BE-A514B995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3" name="p35-线-0113">
            <a:extLst xmlns:a="http://schemas.openxmlformats.org/drawingml/2006/main">
              <a:ext uri="{FF2B5EF4-FFF2-40B4-BE49-F238E27FC236}">
                <a16:creationId xmlns:a16="http://schemas.microsoft.com/office/drawing/2014/main" id="{0D80A95B-9207-4970-B9E1-49676749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4" name="p35-线-0114">
            <a:extLst xmlns:a="http://schemas.openxmlformats.org/drawingml/2006/main">
              <a:ext uri="{FF2B5EF4-FFF2-40B4-BE49-F238E27FC236}">
                <a16:creationId xmlns:a16="http://schemas.microsoft.com/office/drawing/2014/main" id="{175B0578-C88F-4AC3-AB6D-211DFF64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5" name="p35-线-0115">
            <a:extLst xmlns:a="http://schemas.openxmlformats.org/drawingml/2006/main">
              <a:ext uri="{FF2B5EF4-FFF2-40B4-BE49-F238E27FC236}">
                <a16:creationId xmlns:a16="http://schemas.microsoft.com/office/drawing/2014/main" id="{3EC5E2D0-65A9-4C31-925A-89DA9F54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6" name="p35-线-0116">
            <a:extLst xmlns:a="http://schemas.openxmlformats.org/drawingml/2006/main">
              <a:ext uri="{FF2B5EF4-FFF2-40B4-BE49-F238E27FC236}">
                <a16:creationId xmlns:a16="http://schemas.microsoft.com/office/drawing/2014/main" id="{C4DD037B-A19A-4550-BA8C-A79100FC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8669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7" name="p35-线-0117">
            <a:extLst xmlns:a="http://schemas.openxmlformats.org/drawingml/2006/main">
              <a:ext uri="{FF2B5EF4-FFF2-40B4-BE49-F238E27FC236}">
                <a16:creationId xmlns:a16="http://schemas.microsoft.com/office/drawing/2014/main" id="{68CAC600-E494-4D39-BD72-4B986E36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18" name="p35-线-0118">
            <a:extLst xmlns:a="http://schemas.openxmlformats.org/drawingml/2006/main">
              <a:ext uri="{FF2B5EF4-FFF2-40B4-BE49-F238E27FC236}">
                <a16:creationId xmlns:a16="http://schemas.microsoft.com/office/drawing/2014/main" id="{4CBDA150-3463-48FE-A233-1440F2E0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18669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19" name="p35-线-0119">
            <a:extLst xmlns:a="http://schemas.openxmlformats.org/drawingml/2006/main">
              <a:ext uri="{FF2B5EF4-FFF2-40B4-BE49-F238E27FC236}">
                <a16:creationId xmlns:a16="http://schemas.microsoft.com/office/drawing/2014/main" id="{E109D8B2-C862-4FEF-8BC1-264ED5CB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669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0" name="p35-线-0120">
            <a:extLst xmlns:a="http://schemas.openxmlformats.org/drawingml/2006/main">
              <a:ext uri="{FF2B5EF4-FFF2-40B4-BE49-F238E27FC236}">
                <a16:creationId xmlns:a16="http://schemas.microsoft.com/office/drawing/2014/main" id="{C951E61C-BDB8-4E4E-8416-522FDF26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1" name="p35-线-0121">
            <a:extLst xmlns:a="http://schemas.openxmlformats.org/drawingml/2006/main">
              <a:ext uri="{FF2B5EF4-FFF2-40B4-BE49-F238E27FC236}">
                <a16:creationId xmlns:a16="http://schemas.microsoft.com/office/drawing/2014/main" id="{24D10216-0989-450D-BFDF-13BD6B3C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2" name="p35-线-0122">
            <a:extLst xmlns:a="http://schemas.openxmlformats.org/drawingml/2006/main">
              <a:ext uri="{FF2B5EF4-FFF2-40B4-BE49-F238E27FC236}">
                <a16:creationId xmlns:a16="http://schemas.microsoft.com/office/drawing/2014/main" id="{8C9E6DD4-DC86-491C-A93E-4592B0CF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3" name="p35-线-0123">
            <a:extLst xmlns:a="http://schemas.openxmlformats.org/drawingml/2006/main">
              <a:ext uri="{FF2B5EF4-FFF2-40B4-BE49-F238E27FC236}">
                <a16:creationId xmlns:a16="http://schemas.microsoft.com/office/drawing/2014/main" id="{596EC029-4A24-4949-B860-20C74461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4" name="p35-线-0124">
            <a:extLst xmlns:a="http://schemas.openxmlformats.org/drawingml/2006/main">
              <a:ext uri="{FF2B5EF4-FFF2-40B4-BE49-F238E27FC236}">
                <a16:creationId xmlns:a16="http://schemas.microsoft.com/office/drawing/2014/main" id="{9777626D-AA1E-4C18-81B8-3295B01F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5" name="p35-线-0125">
            <a:extLst xmlns:a="http://schemas.openxmlformats.org/drawingml/2006/main">
              <a:ext uri="{FF2B5EF4-FFF2-40B4-BE49-F238E27FC236}">
                <a16:creationId xmlns:a16="http://schemas.microsoft.com/office/drawing/2014/main" id="{D2B1196E-0D4B-4EDE-8634-296A2962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6" name="p35-线-0126">
            <a:extLst xmlns:a="http://schemas.openxmlformats.org/drawingml/2006/main">
              <a:ext uri="{FF2B5EF4-FFF2-40B4-BE49-F238E27FC236}">
                <a16:creationId xmlns:a16="http://schemas.microsoft.com/office/drawing/2014/main" id="{3447B7FD-DB53-4ADC-A4B2-0079925B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7" name="p35-线-0127">
            <a:extLst xmlns:a="http://schemas.openxmlformats.org/drawingml/2006/main">
              <a:ext uri="{FF2B5EF4-FFF2-40B4-BE49-F238E27FC236}">
                <a16:creationId xmlns:a16="http://schemas.microsoft.com/office/drawing/2014/main" id="{2CD916BB-0C3F-4E47-94FC-5383387D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28" name="p35-线-0128">
            <a:extLst xmlns:a="http://schemas.openxmlformats.org/drawingml/2006/main">
              <a:ext uri="{FF2B5EF4-FFF2-40B4-BE49-F238E27FC236}">
                <a16:creationId xmlns:a16="http://schemas.microsoft.com/office/drawing/2014/main" id="{CD5BB363-906D-4DC5-9EE6-2A4D716E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29" name="p35-线-0129">
            <a:extLst xmlns:a="http://schemas.openxmlformats.org/drawingml/2006/main">
              <a:ext uri="{FF2B5EF4-FFF2-40B4-BE49-F238E27FC236}">
                <a16:creationId xmlns:a16="http://schemas.microsoft.com/office/drawing/2014/main" id="{4F3DE6DB-7367-4A23-B381-607D2D6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0" name="p35-线-0130">
            <a:extLst xmlns:a="http://schemas.openxmlformats.org/drawingml/2006/main">
              <a:ext uri="{FF2B5EF4-FFF2-40B4-BE49-F238E27FC236}">
                <a16:creationId xmlns:a16="http://schemas.microsoft.com/office/drawing/2014/main" id="{2D058056-E89D-4AA4-AD64-61B557AE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1" name="p35-线-0131">
            <a:extLst xmlns:a="http://schemas.openxmlformats.org/drawingml/2006/main">
              <a:ext uri="{FF2B5EF4-FFF2-40B4-BE49-F238E27FC236}">
                <a16:creationId xmlns:a16="http://schemas.microsoft.com/office/drawing/2014/main" id="{B0A48A47-7EF9-4B79-AFF3-F674B0AD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2" name="p35-线-0132">
            <a:extLst xmlns:a="http://schemas.openxmlformats.org/drawingml/2006/main">
              <a:ext uri="{FF2B5EF4-FFF2-40B4-BE49-F238E27FC236}">
                <a16:creationId xmlns:a16="http://schemas.microsoft.com/office/drawing/2014/main" id="{0134AA2D-5A0F-4966-9042-47A538DC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3" name="p35-线-0133">
            <a:extLst xmlns:a="http://schemas.openxmlformats.org/drawingml/2006/main">
              <a:ext uri="{FF2B5EF4-FFF2-40B4-BE49-F238E27FC236}">
                <a16:creationId xmlns:a16="http://schemas.microsoft.com/office/drawing/2014/main" id="{C86449A8-70F9-4A23-AAA8-B7DF798F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4" name="p35-线-0134">
            <a:extLst xmlns:a="http://schemas.openxmlformats.org/drawingml/2006/main">
              <a:ext uri="{FF2B5EF4-FFF2-40B4-BE49-F238E27FC236}">
                <a16:creationId xmlns:a16="http://schemas.microsoft.com/office/drawing/2014/main" id="{DD62657C-0892-4A50-A577-76517FE8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5" name="p35-线-0135">
            <a:extLst xmlns:a="http://schemas.openxmlformats.org/drawingml/2006/main">
              <a:ext uri="{FF2B5EF4-FFF2-40B4-BE49-F238E27FC236}">
                <a16:creationId xmlns:a16="http://schemas.microsoft.com/office/drawing/2014/main" id="{1748CE8E-17E0-4255-9C58-EAC92032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6" name="p35-线-0136">
            <a:extLst xmlns:a="http://schemas.openxmlformats.org/drawingml/2006/main">
              <a:ext uri="{FF2B5EF4-FFF2-40B4-BE49-F238E27FC236}">
                <a16:creationId xmlns:a16="http://schemas.microsoft.com/office/drawing/2014/main" id="{A01E722C-9DCC-46AF-A427-C30246EC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7" name="p35-线-0137">
            <a:extLst xmlns:a="http://schemas.openxmlformats.org/drawingml/2006/main">
              <a:ext uri="{FF2B5EF4-FFF2-40B4-BE49-F238E27FC236}">
                <a16:creationId xmlns:a16="http://schemas.microsoft.com/office/drawing/2014/main" id="{B77248A0-F662-4715-A89B-750C6B37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38" name="p35-线-0138">
            <a:extLst xmlns:a="http://schemas.openxmlformats.org/drawingml/2006/main">
              <a:ext uri="{FF2B5EF4-FFF2-40B4-BE49-F238E27FC236}">
                <a16:creationId xmlns:a16="http://schemas.microsoft.com/office/drawing/2014/main" id="{8066685D-BA18-43CC-AD8C-9518677D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39" name="p35-线-0139">
            <a:extLst xmlns:a="http://schemas.openxmlformats.org/drawingml/2006/main">
              <a:ext uri="{FF2B5EF4-FFF2-40B4-BE49-F238E27FC236}">
                <a16:creationId xmlns:a16="http://schemas.microsoft.com/office/drawing/2014/main" id="{6394607A-95AF-4ED3-9BDA-1885F031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0" name="p35-线-0140">
            <a:extLst xmlns:a="http://schemas.openxmlformats.org/drawingml/2006/main">
              <a:ext uri="{FF2B5EF4-FFF2-40B4-BE49-F238E27FC236}">
                <a16:creationId xmlns:a16="http://schemas.microsoft.com/office/drawing/2014/main" id="{B55FD43F-EBC6-4203-ABC1-5B0AE8BF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1" name="p35-线-0141">
            <a:extLst xmlns:a="http://schemas.openxmlformats.org/drawingml/2006/main">
              <a:ext uri="{FF2B5EF4-FFF2-40B4-BE49-F238E27FC236}">
                <a16:creationId xmlns:a16="http://schemas.microsoft.com/office/drawing/2014/main" id="{0FF4772E-C1E4-40A6-B098-E54D75B8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2" name="p35-线-0142">
            <a:extLst xmlns:a="http://schemas.openxmlformats.org/drawingml/2006/main">
              <a:ext uri="{FF2B5EF4-FFF2-40B4-BE49-F238E27FC236}">
                <a16:creationId xmlns:a16="http://schemas.microsoft.com/office/drawing/2014/main" id="{DC47E982-CC16-47CD-99B5-03BB1CAA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3" name="p35-线-0143">
            <a:extLst xmlns:a="http://schemas.openxmlformats.org/drawingml/2006/main">
              <a:ext uri="{FF2B5EF4-FFF2-40B4-BE49-F238E27FC236}">
                <a16:creationId xmlns:a16="http://schemas.microsoft.com/office/drawing/2014/main" id="{873523CD-54F6-4650-8DFA-881DD502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4" name="p35-线-0144">
            <a:extLst xmlns:a="http://schemas.openxmlformats.org/drawingml/2006/main">
              <a:ext uri="{FF2B5EF4-FFF2-40B4-BE49-F238E27FC236}">
                <a16:creationId xmlns:a16="http://schemas.microsoft.com/office/drawing/2014/main" id="{A699F731-02A6-4F9D-A24D-A575C9D0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5" name="p35-线-0145">
            <a:extLst xmlns:a="http://schemas.openxmlformats.org/drawingml/2006/main">
              <a:ext uri="{FF2B5EF4-FFF2-40B4-BE49-F238E27FC236}">
                <a16:creationId xmlns:a16="http://schemas.microsoft.com/office/drawing/2014/main" id="{F535B6A9-0F3A-455F-84E2-C10DE02F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6" name="p35-线-0146">
            <a:extLst xmlns:a="http://schemas.openxmlformats.org/drawingml/2006/main">
              <a:ext uri="{FF2B5EF4-FFF2-40B4-BE49-F238E27FC236}">
                <a16:creationId xmlns:a16="http://schemas.microsoft.com/office/drawing/2014/main" id="{FDD30F1C-A2F7-4A67-AEB6-2A7F6A31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47" name="p35-线-0147">
            <a:extLst xmlns:a="http://schemas.openxmlformats.org/drawingml/2006/main">
              <a:ext uri="{FF2B5EF4-FFF2-40B4-BE49-F238E27FC236}">
                <a16:creationId xmlns:a16="http://schemas.microsoft.com/office/drawing/2014/main" id="{597E612C-6F91-4B60-9E12-ACA595E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0002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8" name="p35-线-0148">
            <a:extLst xmlns:a="http://schemas.openxmlformats.org/drawingml/2006/main">
              <a:ext uri="{FF2B5EF4-FFF2-40B4-BE49-F238E27FC236}">
                <a16:creationId xmlns:a16="http://schemas.microsoft.com/office/drawing/2014/main" id="{3E187DA2-C00B-4DB5-9D02-0CCB25B5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49" name="p35-线-0149">
            <a:extLst xmlns:a="http://schemas.openxmlformats.org/drawingml/2006/main">
              <a:ext uri="{FF2B5EF4-FFF2-40B4-BE49-F238E27FC236}">
                <a16:creationId xmlns:a16="http://schemas.microsoft.com/office/drawing/2014/main" id="{C500F2EF-1815-4664-88A6-6C012D75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0002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0" name="p35-线-0150">
            <a:extLst xmlns:a="http://schemas.openxmlformats.org/drawingml/2006/main">
              <a:ext uri="{FF2B5EF4-FFF2-40B4-BE49-F238E27FC236}">
                <a16:creationId xmlns:a16="http://schemas.microsoft.com/office/drawing/2014/main" id="{EBC5E32F-06AC-452E-A8D9-9BEE7C57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1" name="p35-线-0151">
            <a:extLst xmlns:a="http://schemas.openxmlformats.org/drawingml/2006/main">
              <a:ext uri="{FF2B5EF4-FFF2-40B4-BE49-F238E27FC236}">
                <a16:creationId xmlns:a16="http://schemas.microsoft.com/office/drawing/2014/main" id="{E0AC8984-6FD8-431C-A74A-ADD7253A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2" name="p35-线-0152">
            <a:extLst xmlns:a="http://schemas.openxmlformats.org/drawingml/2006/main">
              <a:ext uri="{FF2B5EF4-FFF2-40B4-BE49-F238E27FC236}">
                <a16:creationId xmlns:a16="http://schemas.microsoft.com/office/drawing/2014/main" id="{A3687485-AF53-4D5A-96CA-2396CD5C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3" name="p35-线-0153">
            <a:extLst xmlns:a="http://schemas.openxmlformats.org/drawingml/2006/main">
              <a:ext uri="{FF2B5EF4-FFF2-40B4-BE49-F238E27FC236}">
                <a16:creationId xmlns:a16="http://schemas.microsoft.com/office/drawing/2014/main" id="{D75009D7-E2ED-48D5-AA37-B5684605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4" name="p35-线-0154">
            <a:extLst xmlns:a="http://schemas.openxmlformats.org/drawingml/2006/main">
              <a:ext uri="{FF2B5EF4-FFF2-40B4-BE49-F238E27FC236}">
                <a16:creationId xmlns:a16="http://schemas.microsoft.com/office/drawing/2014/main" id="{01B511AC-EADD-4062-9C32-CD445E49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5" name="p35-线-0155">
            <a:extLst xmlns:a="http://schemas.openxmlformats.org/drawingml/2006/main">
              <a:ext uri="{FF2B5EF4-FFF2-40B4-BE49-F238E27FC236}">
                <a16:creationId xmlns:a16="http://schemas.microsoft.com/office/drawing/2014/main" id="{68169476-3DB7-4832-86D8-B5A9D1B0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6" name="p35-线-0156">
            <a:extLst xmlns:a="http://schemas.openxmlformats.org/drawingml/2006/main">
              <a:ext uri="{FF2B5EF4-FFF2-40B4-BE49-F238E27FC236}">
                <a16:creationId xmlns:a16="http://schemas.microsoft.com/office/drawing/2014/main" id="{9C862CB7-1628-4EDE-9B65-86E57ECC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57" name="p35-线-0157">
            <a:extLst xmlns:a="http://schemas.openxmlformats.org/drawingml/2006/main">
              <a:ext uri="{FF2B5EF4-FFF2-40B4-BE49-F238E27FC236}">
                <a16:creationId xmlns:a16="http://schemas.microsoft.com/office/drawing/2014/main" id="{72D5C50F-6BA9-41E5-8A61-AC960626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8" name="p35-线-0158">
            <a:extLst xmlns:a="http://schemas.openxmlformats.org/drawingml/2006/main">
              <a:ext uri="{FF2B5EF4-FFF2-40B4-BE49-F238E27FC236}">
                <a16:creationId xmlns:a16="http://schemas.microsoft.com/office/drawing/2014/main" id="{B6B6338D-8E06-4C9A-A8BA-33AB903A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59" name="p35-线-0159">
            <a:extLst xmlns:a="http://schemas.openxmlformats.org/drawingml/2006/main">
              <a:ext uri="{FF2B5EF4-FFF2-40B4-BE49-F238E27FC236}">
                <a16:creationId xmlns:a16="http://schemas.microsoft.com/office/drawing/2014/main" id="{E9896F5E-FB2C-466C-9557-B5F0E9CE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0" name="p35-线-0160">
            <a:extLst xmlns:a="http://schemas.openxmlformats.org/drawingml/2006/main">
              <a:ext uri="{FF2B5EF4-FFF2-40B4-BE49-F238E27FC236}">
                <a16:creationId xmlns:a16="http://schemas.microsoft.com/office/drawing/2014/main" id="{BF9CE03C-DEE1-4541-BB4F-C969C5F1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1" name="p35-线-0161">
            <a:extLst xmlns:a="http://schemas.openxmlformats.org/drawingml/2006/main">
              <a:ext uri="{FF2B5EF4-FFF2-40B4-BE49-F238E27FC236}">
                <a16:creationId xmlns:a16="http://schemas.microsoft.com/office/drawing/2014/main" id="{58F88193-8690-4F1F-AB88-F0AEAF74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2" name="p35-线-0162">
            <a:extLst xmlns:a="http://schemas.openxmlformats.org/drawingml/2006/main">
              <a:ext uri="{FF2B5EF4-FFF2-40B4-BE49-F238E27FC236}">
                <a16:creationId xmlns:a16="http://schemas.microsoft.com/office/drawing/2014/main" id="{4CCB2D43-89A0-4788-BB84-A6C8A308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3" name="p35-线-0163">
            <a:extLst xmlns:a="http://schemas.openxmlformats.org/drawingml/2006/main">
              <a:ext uri="{FF2B5EF4-FFF2-40B4-BE49-F238E27FC236}">
                <a16:creationId xmlns:a16="http://schemas.microsoft.com/office/drawing/2014/main" id="{9D22F6C2-37A3-4DB9-9D87-C6353400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4" name="p35-线-0164">
            <a:extLst xmlns:a="http://schemas.openxmlformats.org/drawingml/2006/main">
              <a:ext uri="{FF2B5EF4-FFF2-40B4-BE49-F238E27FC236}">
                <a16:creationId xmlns:a16="http://schemas.microsoft.com/office/drawing/2014/main" id="{C05D2D80-0D20-42A9-8E92-710F10CE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5" name="p35-线-0165">
            <a:extLst xmlns:a="http://schemas.openxmlformats.org/drawingml/2006/main">
              <a:ext uri="{FF2B5EF4-FFF2-40B4-BE49-F238E27FC236}">
                <a16:creationId xmlns:a16="http://schemas.microsoft.com/office/drawing/2014/main" id="{CF6F166A-7E29-4827-80AE-E77214D3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6" name="p35-线-0166">
            <a:extLst xmlns:a="http://schemas.openxmlformats.org/drawingml/2006/main">
              <a:ext uri="{FF2B5EF4-FFF2-40B4-BE49-F238E27FC236}">
                <a16:creationId xmlns:a16="http://schemas.microsoft.com/office/drawing/2014/main" id="{8509C0D3-08FC-44A9-90C8-8DFAAD4B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7" name="p35-线-0167">
            <a:extLst xmlns:a="http://schemas.openxmlformats.org/drawingml/2006/main">
              <a:ext uri="{FF2B5EF4-FFF2-40B4-BE49-F238E27FC236}">
                <a16:creationId xmlns:a16="http://schemas.microsoft.com/office/drawing/2014/main" id="{8F43F56B-AB93-4737-BCEA-5247E36D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68" name="p35-线-0168">
            <a:extLst xmlns:a="http://schemas.openxmlformats.org/drawingml/2006/main">
              <a:ext uri="{FF2B5EF4-FFF2-40B4-BE49-F238E27FC236}">
                <a16:creationId xmlns:a16="http://schemas.microsoft.com/office/drawing/2014/main" id="{3ABAA31E-5E15-4B6D-9154-CCCCCF15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69" name="p35-线-0169">
            <a:extLst xmlns:a="http://schemas.openxmlformats.org/drawingml/2006/main">
              <a:ext uri="{FF2B5EF4-FFF2-40B4-BE49-F238E27FC236}">
                <a16:creationId xmlns:a16="http://schemas.microsoft.com/office/drawing/2014/main" id="{4943B5DD-1339-4A7D-9835-470D2025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0" name="p35-线-0170">
            <a:extLst xmlns:a="http://schemas.openxmlformats.org/drawingml/2006/main">
              <a:ext uri="{FF2B5EF4-FFF2-40B4-BE49-F238E27FC236}">
                <a16:creationId xmlns:a16="http://schemas.microsoft.com/office/drawing/2014/main" id="{FA11923A-6F32-4843-B83B-EC885FCB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1" name="p35-线-0171">
            <a:extLst xmlns:a="http://schemas.openxmlformats.org/drawingml/2006/main">
              <a:ext uri="{FF2B5EF4-FFF2-40B4-BE49-F238E27FC236}">
                <a16:creationId xmlns:a16="http://schemas.microsoft.com/office/drawing/2014/main" id="{293BC125-9091-491C-BFFA-87F60E4A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2" name="p35-线-0172">
            <a:extLst xmlns:a="http://schemas.openxmlformats.org/drawingml/2006/main">
              <a:ext uri="{FF2B5EF4-FFF2-40B4-BE49-F238E27FC236}">
                <a16:creationId xmlns:a16="http://schemas.microsoft.com/office/drawing/2014/main" id="{99AF3CEB-9AE1-4E17-8C24-36D4F274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3" name="p35-线-0173">
            <a:extLst xmlns:a="http://schemas.openxmlformats.org/drawingml/2006/main">
              <a:ext uri="{FF2B5EF4-FFF2-40B4-BE49-F238E27FC236}">
                <a16:creationId xmlns:a16="http://schemas.microsoft.com/office/drawing/2014/main" id="{E52DAE18-E20C-4978-B68A-74F879E9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4" name="p35-线-0174">
            <a:extLst xmlns:a="http://schemas.openxmlformats.org/drawingml/2006/main">
              <a:ext uri="{FF2B5EF4-FFF2-40B4-BE49-F238E27FC236}">
                <a16:creationId xmlns:a16="http://schemas.microsoft.com/office/drawing/2014/main" id="{434328D3-6C20-4435-8C33-AF4B8E00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5" name="p35-线-0175">
            <a:extLst xmlns:a="http://schemas.openxmlformats.org/drawingml/2006/main">
              <a:ext uri="{FF2B5EF4-FFF2-40B4-BE49-F238E27FC236}">
                <a16:creationId xmlns:a16="http://schemas.microsoft.com/office/drawing/2014/main" id="{95F9B31A-26A0-4758-B838-A5A48782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6" name="p35-线-0176">
            <a:extLst xmlns:a="http://schemas.openxmlformats.org/drawingml/2006/main">
              <a:ext uri="{FF2B5EF4-FFF2-40B4-BE49-F238E27FC236}">
                <a16:creationId xmlns:a16="http://schemas.microsoft.com/office/drawing/2014/main" id="{609EE236-C515-46D4-8875-4BA1FFB4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7" name="p35-线-0177">
            <a:extLst xmlns:a="http://schemas.openxmlformats.org/drawingml/2006/main">
              <a:ext uri="{FF2B5EF4-FFF2-40B4-BE49-F238E27FC236}">
                <a16:creationId xmlns:a16="http://schemas.microsoft.com/office/drawing/2014/main" id="{FA7B0E64-A551-4C70-92C8-AED3D67F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78" name="p35-线-0178">
            <a:extLst xmlns:a="http://schemas.openxmlformats.org/drawingml/2006/main">
              <a:ext uri="{FF2B5EF4-FFF2-40B4-BE49-F238E27FC236}">
                <a16:creationId xmlns:a16="http://schemas.microsoft.com/office/drawing/2014/main" id="{E43CF331-FEF4-46A8-AADD-AD8380C3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1336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79" name="p35-线-0179">
            <a:extLst xmlns:a="http://schemas.openxmlformats.org/drawingml/2006/main">
              <a:ext uri="{FF2B5EF4-FFF2-40B4-BE49-F238E27FC236}">
                <a16:creationId xmlns:a16="http://schemas.microsoft.com/office/drawing/2014/main" id="{4E203D9E-F6E4-4F6C-B6A9-90225C2C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0" name="p35-线-0180">
            <a:extLst xmlns:a="http://schemas.openxmlformats.org/drawingml/2006/main">
              <a:ext uri="{FF2B5EF4-FFF2-40B4-BE49-F238E27FC236}">
                <a16:creationId xmlns:a16="http://schemas.microsoft.com/office/drawing/2014/main" id="{C37C7B55-FA32-4CB4-B60A-2D620E78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1336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1" name="p35-线-0181">
            <a:extLst xmlns:a="http://schemas.openxmlformats.org/drawingml/2006/main">
              <a:ext uri="{FF2B5EF4-FFF2-40B4-BE49-F238E27FC236}">
                <a16:creationId xmlns:a16="http://schemas.microsoft.com/office/drawing/2014/main" id="{48692DE2-E594-4BC8-A7A9-A329A5F5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336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2" name="p35-线-0182">
            <a:extLst xmlns:a="http://schemas.openxmlformats.org/drawingml/2006/main">
              <a:ext uri="{FF2B5EF4-FFF2-40B4-BE49-F238E27FC236}">
                <a16:creationId xmlns:a16="http://schemas.microsoft.com/office/drawing/2014/main" id="{BFBFF172-7368-4A03-B89F-9D066394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3" name="p35-线-0183">
            <a:extLst xmlns:a="http://schemas.openxmlformats.org/drawingml/2006/main">
              <a:ext uri="{FF2B5EF4-FFF2-40B4-BE49-F238E27FC236}">
                <a16:creationId xmlns:a16="http://schemas.microsoft.com/office/drawing/2014/main" id="{B2F0FCF9-E17B-4869-9D16-B156AD7D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4" name="p35-线-0184">
            <a:extLst xmlns:a="http://schemas.openxmlformats.org/drawingml/2006/main">
              <a:ext uri="{FF2B5EF4-FFF2-40B4-BE49-F238E27FC236}">
                <a16:creationId xmlns:a16="http://schemas.microsoft.com/office/drawing/2014/main" id="{33513A64-6E4D-4EE3-BEEF-FF355A4C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5" name="p35-线-0185">
            <a:extLst xmlns:a="http://schemas.openxmlformats.org/drawingml/2006/main">
              <a:ext uri="{FF2B5EF4-FFF2-40B4-BE49-F238E27FC236}">
                <a16:creationId xmlns:a16="http://schemas.microsoft.com/office/drawing/2014/main" id="{9B892CA6-52F9-4D17-9533-031009DF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6" name="p35-线-0186">
            <a:extLst xmlns:a="http://schemas.openxmlformats.org/drawingml/2006/main">
              <a:ext uri="{FF2B5EF4-FFF2-40B4-BE49-F238E27FC236}">
                <a16:creationId xmlns:a16="http://schemas.microsoft.com/office/drawing/2014/main" id="{CFD93775-5850-4324-B7A6-B3DCB780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7" name="p35-线-0187">
            <a:extLst xmlns:a="http://schemas.openxmlformats.org/drawingml/2006/main">
              <a:ext uri="{FF2B5EF4-FFF2-40B4-BE49-F238E27FC236}">
                <a16:creationId xmlns:a16="http://schemas.microsoft.com/office/drawing/2014/main" id="{9D2C2CB8-BDB0-4338-AD5C-066993E2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88" name="p35-线-0188">
            <a:extLst xmlns:a="http://schemas.openxmlformats.org/drawingml/2006/main">
              <a:ext uri="{FF2B5EF4-FFF2-40B4-BE49-F238E27FC236}">
                <a16:creationId xmlns:a16="http://schemas.microsoft.com/office/drawing/2014/main" id="{1B605C8E-CD80-45FB-AA88-51143F69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89" name="p35-线-0189">
            <a:extLst xmlns:a="http://schemas.openxmlformats.org/drawingml/2006/main">
              <a:ext uri="{FF2B5EF4-FFF2-40B4-BE49-F238E27FC236}">
                <a16:creationId xmlns:a16="http://schemas.microsoft.com/office/drawing/2014/main" id="{D106E1BF-5E33-41C0-9ACC-5057031F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0" name="p35-线-0190">
            <a:extLst xmlns:a="http://schemas.openxmlformats.org/drawingml/2006/main">
              <a:ext uri="{FF2B5EF4-FFF2-40B4-BE49-F238E27FC236}">
                <a16:creationId xmlns:a16="http://schemas.microsoft.com/office/drawing/2014/main" id="{E9A297C9-BACA-4AAE-A2E8-B2444CBB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1" name="p35-线-0191">
            <a:extLst xmlns:a="http://schemas.openxmlformats.org/drawingml/2006/main">
              <a:ext uri="{FF2B5EF4-FFF2-40B4-BE49-F238E27FC236}">
                <a16:creationId xmlns:a16="http://schemas.microsoft.com/office/drawing/2014/main" id="{06979083-AA9E-41A1-AB6B-D6AD54F2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2" name="p35-线-0192">
            <a:extLst xmlns:a="http://schemas.openxmlformats.org/drawingml/2006/main">
              <a:ext uri="{FF2B5EF4-FFF2-40B4-BE49-F238E27FC236}">
                <a16:creationId xmlns:a16="http://schemas.microsoft.com/office/drawing/2014/main" id="{8580E277-32D5-4F74-85E5-E22EDE43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3" name="p35-线-0193">
            <a:extLst xmlns:a="http://schemas.openxmlformats.org/drawingml/2006/main">
              <a:ext uri="{FF2B5EF4-FFF2-40B4-BE49-F238E27FC236}">
                <a16:creationId xmlns:a16="http://schemas.microsoft.com/office/drawing/2014/main" id="{3A0667A8-1A2A-40A3-BCA3-9A76C24D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4" name="p35-线-0194">
            <a:extLst xmlns:a="http://schemas.openxmlformats.org/drawingml/2006/main">
              <a:ext uri="{FF2B5EF4-FFF2-40B4-BE49-F238E27FC236}">
                <a16:creationId xmlns:a16="http://schemas.microsoft.com/office/drawing/2014/main" id="{E11503D7-0411-47D4-9AC8-83D88968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5" name="p35-线-0195">
            <a:extLst xmlns:a="http://schemas.openxmlformats.org/drawingml/2006/main">
              <a:ext uri="{FF2B5EF4-FFF2-40B4-BE49-F238E27FC236}">
                <a16:creationId xmlns:a16="http://schemas.microsoft.com/office/drawing/2014/main" id="{359F3DC3-194E-4C11-85EE-C9B602C6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6" name="p35-线-0196">
            <a:extLst xmlns:a="http://schemas.openxmlformats.org/drawingml/2006/main">
              <a:ext uri="{FF2B5EF4-FFF2-40B4-BE49-F238E27FC236}">
                <a16:creationId xmlns:a16="http://schemas.microsoft.com/office/drawing/2014/main" id="{4764240C-8F2D-41E4-BB60-CC91DB60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197" name="p35-线-0197">
            <a:extLst xmlns:a="http://schemas.openxmlformats.org/drawingml/2006/main">
              <a:ext uri="{FF2B5EF4-FFF2-40B4-BE49-F238E27FC236}">
                <a16:creationId xmlns:a16="http://schemas.microsoft.com/office/drawing/2014/main" id="{F83C6292-FF30-4C2F-B18E-0ECCEC0C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8" name="p35-线-0198">
            <a:extLst xmlns:a="http://schemas.openxmlformats.org/drawingml/2006/main">
              <a:ext uri="{FF2B5EF4-FFF2-40B4-BE49-F238E27FC236}">
                <a16:creationId xmlns:a16="http://schemas.microsoft.com/office/drawing/2014/main" id="{DA5E4AD8-9639-4B73-87AD-7A1D13C2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199" name="p35-线-0199">
            <a:extLst xmlns:a="http://schemas.openxmlformats.org/drawingml/2006/main">
              <a:ext uri="{FF2B5EF4-FFF2-40B4-BE49-F238E27FC236}">
                <a16:creationId xmlns:a16="http://schemas.microsoft.com/office/drawing/2014/main" id="{59DA375D-0AA3-4D33-992D-9CAAE41D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0" name="p35-线-0200">
            <a:extLst xmlns:a="http://schemas.openxmlformats.org/drawingml/2006/main">
              <a:ext uri="{FF2B5EF4-FFF2-40B4-BE49-F238E27FC236}">
                <a16:creationId xmlns:a16="http://schemas.microsoft.com/office/drawing/2014/main" id="{C296BFDC-29F3-4BF4-B796-AFD505BD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1" name="p35-线-0201">
            <a:extLst xmlns:a="http://schemas.openxmlformats.org/drawingml/2006/main">
              <a:ext uri="{FF2B5EF4-FFF2-40B4-BE49-F238E27FC236}">
                <a16:creationId xmlns:a16="http://schemas.microsoft.com/office/drawing/2014/main" id="{274EDC5A-E913-46BA-83AB-F3E1458E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2" name="p35-线-0202">
            <a:extLst xmlns:a="http://schemas.openxmlformats.org/drawingml/2006/main">
              <a:ext uri="{FF2B5EF4-FFF2-40B4-BE49-F238E27FC236}">
                <a16:creationId xmlns:a16="http://schemas.microsoft.com/office/drawing/2014/main" id="{10D5BEE9-C513-4B12-9ADD-D9755709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3" name="p35-线-0203">
            <a:extLst xmlns:a="http://schemas.openxmlformats.org/drawingml/2006/main">
              <a:ext uri="{FF2B5EF4-FFF2-40B4-BE49-F238E27FC236}">
                <a16:creationId xmlns:a16="http://schemas.microsoft.com/office/drawing/2014/main" id="{3813E0E8-4910-4BF3-B2A5-709C3BAD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4" name="p35-线-0204">
            <a:extLst xmlns:a="http://schemas.openxmlformats.org/drawingml/2006/main">
              <a:ext uri="{FF2B5EF4-FFF2-40B4-BE49-F238E27FC236}">
                <a16:creationId xmlns:a16="http://schemas.microsoft.com/office/drawing/2014/main" id="{4DBEC968-7787-4D7C-AB6F-EFA63385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5" name="p35-线-0205">
            <a:extLst xmlns:a="http://schemas.openxmlformats.org/drawingml/2006/main">
              <a:ext uri="{FF2B5EF4-FFF2-40B4-BE49-F238E27FC236}">
                <a16:creationId xmlns:a16="http://schemas.microsoft.com/office/drawing/2014/main" id="{3996E665-E4E4-4B90-B429-A3846BDF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6" name="p35-线-0206">
            <a:extLst xmlns:a="http://schemas.openxmlformats.org/drawingml/2006/main">
              <a:ext uri="{FF2B5EF4-FFF2-40B4-BE49-F238E27FC236}">
                <a16:creationId xmlns:a16="http://schemas.microsoft.com/office/drawing/2014/main" id="{871134C6-F4C9-41C8-8F75-372E1639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7" name="p35-线-0207">
            <a:extLst xmlns:a="http://schemas.openxmlformats.org/drawingml/2006/main">
              <a:ext uri="{FF2B5EF4-FFF2-40B4-BE49-F238E27FC236}">
                <a16:creationId xmlns:a16="http://schemas.microsoft.com/office/drawing/2014/main" id="{1540FF26-729B-4937-AED5-99E98F8E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08" name="p35-线-0208">
            <a:extLst xmlns:a="http://schemas.openxmlformats.org/drawingml/2006/main">
              <a:ext uri="{FF2B5EF4-FFF2-40B4-BE49-F238E27FC236}">
                <a16:creationId xmlns:a16="http://schemas.microsoft.com/office/drawing/2014/main" id="{58A8EF36-E494-4175-9270-A40A3497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09" name="p35-线-0209">
            <a:extLst xmlns:a="http://schemas.openxmlformats.org/drawingml/2006/main">
              <a:ext uri="{FF2B5EF4-FFF2-40B4-BE49-F238E27FC236}">
                <a16:creationId xmlns:a16="http://schemas.microsoft.com/office/drawing/2014/main" id="{0C3F0D40-9EE9-4477-A0C4-334EAD1B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2669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0" name="p35-线-0210">
            <a:extLst xmlns:a="http://schemas.openxmlformats.org/drawingml/2006/main">
              <a:ext uri="{FF2B5EF4-FFF2-40B4-BE49-F238E27FC236}">
                <a16:creationId xmlns:a16="http://schemas.microsoft.com/office/drawing/2014/main" id="{C4AED3E6-42B2-4D3C-9C4D-A56A4800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1" name="p35-线-0211">
            <a:extLst xmlns:a="http://schemas.openxmlformats.org/drawingml/2006/main">
              <a:ext uri="{FF2B5EF4-FFF2-40B4-BE49-F238E27FC236}">
                <a16:creationId xmlns:a16="http://schemas.microsoft.com/office/drawing/2014/main" id="{F9ED0A54-CD7E-48EB-9CF7-3AD5CC89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26695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2" name="p35-线-0212">
            <a:extLst xmlns:a="http://schemas.openxmlformats.org/drawingml/2006/main">
              <a:ext uri="{FF2B5EF4-FFF2-40B4-BE49-F238E27FC236}">
                <a16:creationId xmlns:a16="http://schemas.microsoft.com/office/drawing/2014/main" id="{75D3873B-F221-4C67-BB59-AF95A8C7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3" name="p35-线-0213">
            <a:extLst xmlns:a="http://schemas.openxmlformats.org/drawingml/2006/main">
              <a:ext uri="{FF2B5EF4-FFF2-40B4-BE49-F238E27FC236}">
                <a16:creationId xmlns:a16="http://schemas.microsoft.com/office/drawing/2014/main" id="{2720575F-B768-4966-B224-AF7BC119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4" name="p35-线-0214">
            <a:extLst xmlns:a="http://schemas.openxmlformats.org/drawingml/2006/main">
              <a:ext uri="{FF2B5EF4-FFF2-40B4-BE49-F238E27FC236}">
                <a16:creationId xmlns:a16="http://schemas.microsoft.com/office/drawing/2014/main" id="{3EFAA467-9E71-42DE-9E98-AEB3BDBB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5" name="p35-线-0215">
            <a:extLst xmlns:a="http://schemas.openxmlformats.org/drawingml/2006/main">
              <a:ext uri="{FF2B5EF4-FFF2-40B4-BE49-F238E27FC236}">
                <a16:creationId xmlns:a16="http://schemas.microsoft.com/office/drawing/2014/main" id="{5F6A9172-63E9-4441-A5D7-A90D46FC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6" name="p35-线-0216">
            <a:extLst xmlns:a="http://schemas.openxmlformats.org/drawingml/2006/main">
              <a:ext uri="{FF2B5EF4-FFF2-40B4-BE49-F238E27FC236}">
                <a16:creationId xmlns:a16="http://schemas.microsoft.com/office/drawing/2014/main" id="{56F8FA73-AE98-41A7-9820-197BCF7C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7" name="p35-线-0217">
            <a:extLst xmlns:a="http://schemas.openxmlformats.org/drawingml/2006/main">
              <a:ext uri="{FF2B5EF4-FFF2-40B4-BE49-F238E27FC236}">
                <a16:creationId xmlns:a16="http://schemas.microsoft.com/office/drawing/2014/main" id="{6BAB3F50-3086-4F3D-849B-503ABA2E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18" name="p35-线-0218">
            <a:extLst xmlns:a="http://schemas.openxmlformats.org/drawingml/2006/main">
              <a:ext uri="{FF2B5EF4-FFF2-40B4-BE49-F238E27FC236}">
                <a16:creationId xmlns:a16="http://schemas.microsoft.com/office/drawing/2014/main" id="{3A068487-937B-4BBB-8D47-0AD6FF93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19" name="p35-线-0219">
            <a:extLst xmlns:a="http://schemas.openxmlformats.org/drawingml/2006/main">
              <a:ext uri="{FF2B5EF4-FFF2-40B4-BE49-F238E27FC236}">
                <a16:creationId xmlns:a16="http://schemas.microsoft.com/office/drawing/2014/main" id="{2D818AB5-ADDE-47DF-85E9-70CD60B8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0" name="p35-线-0220">
            <a:extLst xmlns:a="http://schemas.openxmlformats.org/drawingml/2006/main">
              <a:ext uri="{FF2B5EF4-FFF2-40B4-BE49-F238E27FC236}">
                <a16:creationId xmlns:a16="http://schemas.microsoft.com/office/drawing/2014/main" id="{DF121CD6-F724-4AC3-8E51-3E0CB6AE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1" name="p35-线-0221">
            <a:extLst xmlns:a="http://schemas.openxmlformats.org/drawingml/2006/main">
              <a:ext uri="{FF2B5EF4-FFF2-40B4-BE49-F238E27FC236}">
                <a16:creationId xmlns:a16="http://schemas.microsoft.com/office/drawing/2014/main" id="{BC2D9311-0976-4D67-8F80-571F4D8F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2" name="p35-线-0222">
            <a:extLst xmlns:a="http://schemas.openxmlformats.org/drawingml/2006/main">
              <a:ext uri="{FF2B5EF4-FFF2-40B4-BE49-F238E27FC236}">
                <a16:creationId xmlns:a16="http://schemas.microsoft.com/office/drawing/2014/main" id="{A9CE46A0-CB24-4235-8AA5-FAE2D3CA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3" name="p35-线-0223">
            <a:extLst xmlns:a="http://schemas.openxmlformats.org/drawingml/2006/main">
              <a:ext uri="{FF2B5EF4-FFF2-40B4-BE49-F238E27FC236}">
                <a16:creationId xmlns:a16="http://schemas.microsoft.com/office/drawing/2014/main" id="{B5813FCF-8B57-4C43-80DE-A714B09C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4" name="p35-线-0224">
            <a:extLst xmlns:a="http://schemas.openxmlformats.org/drawingml/2006/main">
              <a:ext uri="{FF2B5EF4-FFF2-40B4-BE49-F238E27FC236}">
                <a16:creationId xmlns:a16="http://schemas.microsoft.com/office/drawing/2014/main" id="{E343FDBA-D6A9-487B-AEBF-5896C0D4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5" name="p35-线-0225">
            <a:extLst xmlns:a="http://schemas.openxmlformats.org/drawingml/2006/main">
              <a:ext uri="{FF2B5EF4-FFF2-40B4-BE49-F238E27FC236}">
                <a16:creationId xmlns:a16="http://schemas.microsoft.com/office/drawing/2014/main" id="{E6076BA4-5F0A-45C2-A2D1-DC65005E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6" name="p35-线-0226">
            <a:extLst xmlns:a="http://schemas.openxmlformats.org/drawingml/2006/main">
              <a:ext uri="{FF2B5EF4-FFF2-40B4-BE49-F238E27FC236}">
                <a16:creationId xmlns:a16="http://schemas.microsoft.com/office/drawing/2014/main" id="{2515FB82-11A7-4D9F-B1FD-B04EDD05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7" name="p35-线-0227">
            <a:extLst xmlns:a="http://schemas.openxmlformats.org/drawingml/2006/main">
              <a:ext uri="{FF2B5EF4-FFF2-40B4-BE49-F238E27FC236}">
                <a16:creationId xmlns:a16="http://schemas.microsoft.com/office/drawing/2014/main" id="{4EB3A6EF-95B7-4192-8DEC-CA7C8D8C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28" name="p35-线-0228">
            <a:extLst xmlns:a="http://schemas.openxmlformats.org/drawingml/2006/main">
              <a:ext uri="{FF2B5EF4-FFF2-40B4-BE49-F238E27FC236}">
                <a16:creationId xmlns:a16="http://schemas.microsoft.com/office/drawing/2014/main" id="{992AF50A-BF7B-478B-B852-BEBFFE54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29" name="p35-线-0229">
            <a:extLst xmlns:a="http://schemas.openxmlformats.org/drawingml/2006/main">
              <a:ext uri="{FF2B5EF4-FFF2-40B4-BE49-F238E27FC236}">
                <a16:creationId xmlns:a16="http://schemas.microsoft.com/office/drawing/2014/main" id="{EC65A2DD-2308-42C3-8AEE-1A57F002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0" name="p35-线-0230">
            <a:extLst xmlns:a="http://schemas.openxmlformats.org/drawingml/2006/main">
              <a:ext uri="{FF2B5EF4-FFF2-40B4-BE49-F238E27FC236}">
                <a16:creationId xmlns:a16="http://schemas.microsoft.com/office/drawing/2014/main" id="{CF28F5C9-9580-49EC-8FF0-C81AA458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1" name="p35-线-0231">
            <a:extLst xmlns:a="http://schemas.openxmlformats.org/drawingml/2006/main">
              <a:ext uri="{FF2B5EF4-FFF2-40B4-BE49-F238E27FC236}">
                <a16:creationId xmlns:a16="http://schemas.microsoft.com/office/drawing/2014/main" id="{E83A9F92-4278-4959-990B-6262D635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2" name="p35-线-0232">
            <a:extLst xmlns:a="http://schemas.openxmlformats.org/drawingml/2006/main">
              <a:ext uri="{FF2B5EF4-FFF2-40B4-BE49-F238E27FC236}">
                <a16:creationId xmlns:a16="http://schemas.microsoft.com/office/drawing/2014/main" id="{D0E9E4C0-F862-46D1-9A30-05E05079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3" name="p35-线-0233">
            <a:extLst xmlns:a="http://schemas.openxmlformats.org/drawingml/2006/main">
              <a:ext uri="{FF2B5EF4-FFF2-40B4-BE49-F238E27FC236}">
                <a16:creationId xmlns:a16="http://schemas.microsoft.com/office/drawing/2014/main" id="{5DB20ECA-B4B2-4F4B-83BB-A5514B34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4" name="p35-线-0234">
            <a:extLst xmlns:a="http://schemas.openxmlformats.org/drawingml/2006/main">
              <a:ext uri="{FF2B5EF4-FFF2-40B4-BE49-F238E27FC236}">
                <a16:creationId xmlns:a16="http://schemas.microsoft.com/office/drawing/2014/main" id="{88E7B504-399C-4ECB-9ADD-F9C474DC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5" name="p35-线-0235">
            <a:extLst xmlns:a="http://schemas.openxmlformats.org/drawingml/2006/main">
              <a:ext uri="{FF2B5EF4-FFF2-40B4-BE49-F238E27FC236}">
                <a16:creationId xmlns:a16="http://schemas.microsoft.com/office/drawing/2014/main" id="{4A9B33C7-8D00-4E64-92AC-73F1D04B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6" name="p35-线-0236">
            <a:extLst xmlns:a="http://schemas.openxmlformats.org/drawingml/2006/main">
              <a:ext uri="{FF2B5EF4-FFF2-40B4-BE49-F238E27FC236}">
                <a16:creationId xmlns:a16="http://schemas.microsoft.com/office/drawing/2014/main" id="{7F80642A-AC8E-4724-8CE1-F1909724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37" name="p35-线-0237">
            <a:extLst xmlns:a="http://schemas.openxmlformats.org/drawingml/2006/main">
              <a:ext uri="{FF2B5EF4-FFF2-40B4-BE49-F238E27FC236}">
                <a16:creationId xmlns:a16="http://schemas.microsoft.com/office/drawing/2014/main" id="{E6BA3FC7-F798-4307-9BBF-14AB4912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8" name="p35-线-0238">
            <a:extLst xmlns:a="http://schemas.openxmlformats.org/drawingml/2006/main">
              <a:ext uri="{FF2B5EF4-FFF2-40B4-BE49-F238E27FC236}">
                <a16:creationId xmlns:a16="http://schemas.microsoft.com/office/drawing/2014/main" id="{18D1912E-9F3E-4897-A0EE-A686814C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39" name="p35-线-0239">
            <a:extLst xmlns:a="http://schemas.openxmlformats.org/drawingml/2006/main">
              <a:ext uri="{FF2B5EF4-FFF2-40B4-BE49-F238E27FC236}">
                <a16:creationId xmlns:a16="http://schemas.microsoft.com/office/drawing/2014/main" id="{E86E13F2-8573-4EEC-9A93-509976BA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0" name="p35-线-0240">
            <a:extLst xmlns:a="http://schemas.openxmlformats.org/drawingml/2006/main">
              <a:ext uri="{FF2B5EF4-FFF2-40B4-BE49-F238E27FC236}">
                <a16:creationId xmlns:a16="http://schemas.microsoft.com/office/drawing/2014/main" id="{D3FC28A2-DE43-41ED-A19B-4F029F01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40030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1" name="p35-线-0241">
            <a:extLst xmlns:a="http://schemas.openxmlformats.org/drawingml/2006/main">
              <a:ext uri="{FF2B5EF4-FFF2-40B4-BE49-F238E27FC236}">
                <a16:creationId xmlns:a16="http://schemas.microsoft.com/office/drawing/2014/main" id="{B897C24A-F8DB-446C-BB8F-74A6AF2B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2" name="p35-线-0242">
            <a:extLst xmlns:a="http://schemas.openxmlformats.org/drawingml/2006/main">
              <a:ext uri="{FF2B5EF4-FFF2-40B4-BE49-F238E27FC236}">
                <a16:creationId xmlns:a16="http://schemas.microsoft.com/office/drawing/2014/main" id="{ED8DEBC4-E68A-4150-A28C-384CC6A3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400300"/>
            <a:ext cx="176213" cy="133350"/>
          </a:xfrm>
          <a:custGeom xmlns:a="http://schemas.openxmlformats.org/drawingml/2006/main">
            <a:pathLst>
              <a:path w="176213" h="133350">
                <a:moveTo>
                  <a:pt x="0" y="0"/>
                </a:moveTo>
                <a:lnTo>
                  <a:pt x="176213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6191">
            <a:solidFill>
              <a:srgbClr val="91A6AE"/>
            </a:solidFill>
          </a:ln>
        </p:spPr>
      </p:sp>
      <p:sp>
        <p:nvSpPr>
          <p:cNvPr id="243" name="p35-线-0243">
            <a:extLst xmlns:a="http://schemas.openxmlformats.org/drawingml/2006/main">
              <a:ext uri="{FF2B5EF4-FFF2-40B4-BE49-F238E27FC236}">
                <a16:creationId xmlns:a16="http://schemas.microsoft.com/office/drawing/2014/main" id="{4B411DDC-743D-4AE4-97DC-7A60751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00300"/>
            <a:ext cx="95" cy="133350"/>
          </a:xfrm>
          <a:custGeom xmlns:a="http://schemas.openxmlformats.org/drawingml/2006/main"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4" name="p35-线-0244">
            <a:extLst xmlns:a="http://schemas.openxmlformats.org/drawingml/2006/main">
              <a:ext uri="{FF2B5EF4-FFF2-40B4-BE49-F238E27FC236}">
                <a16:creationId xmlns:a16="http://schemas.microsoft.com/office/drawing/2014/main" id="{01D1C97E-B3A1-4CCF-A635-5B9996B8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5" name="p35-线-0245">
            <a:extLst xmlns:a="http://schemas.openxmlformats.org/drawingml/2006/main">
              <a:ext uri="{FF2B5EF4-FFF2-40B4-BE49-F238E27FC236}">
                <a16:creationId xmlns:a16="http://schemas.microsoft.com/office/drawing/2014/main" id="{C8134193-7A6B-47CE-84CE-52942C17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288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6" name="p35-线-0246">
            <a:extLst xmlns:a="http://schemas.openxmlformats.org/drawingml/2006/main">
              <a:ext uri="{FF2B5EF4-FFF2-40B4-BE49-F238E27FC236}">
                <a16:creationId xmlns:a16="http://schemas.microsoft.com/office/drawing/2014/main" id="{FF3EFE82-B8F0-4D9C-B4BC-6DFDCD3A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7" name="p35-线-0247">
            <a:extLst xmlns:a="http://schemas.openxmlformats.org/drawingml/2006/main">
              <a:ext uri="{FF2B5EF4-FFF2-40B4-BE49-F238E27FC236}">
                <a16:creationId xmlns:a16="http://schemas.microsoft.com/office/drawing/2014/main" id="{E602A210-F77F-476D-AAED-12EF0C45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8" name="p35-线-0248">
            <a:extLst xmlns:a="http://schemas.openxmlformats.org/drawingml/2006/main">
              <a:ext uri="{FF2B5EF4-FFF2-40B4-BE49-F238E27FC236}">
                <a16:creationId xmlns:a16="http://schemas.microsoft.com/office/drawing/2014/main" id="{92F43F8C-3A4B-4E95-AF99-C0411C1D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49" name="p35-线-0249">
            <a:extLst xmlns:a="http://schemas.openxmlformats.org/drawingml/2006/main">
              <a:ext uri="{FF2B5EF4-FFF2-40B4-BE49-F238E27FC236}">
                <a16:creationId xmlns:a16="http://schemas.microsoft.com/office/drawing/2014/main" id="{07E61D5D-11F8-4E55-B24D-EB7BB081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0" name="p35-线-0250">
            <a:extLst xmlns:a="http://schemas.openxmlformats.org/drawingml/2006/main">
              <a:ext uri="{FF2B5EF4-FFF2-40B4-BE49-F238E27FC236}">
                <a16:creationId xmlns:a16="http://schemas.microsoft.com/office/drawing/2014/main" id="{20F43ACE-EFF9-4445-A290-24759330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1" name="p35-线-0251">
            <a:extLst xmlns:a="http://schemas.openxmlformats.org/drawingml/2006/main">
              <a:ext uri="{FF2B5EF4-FFF2-40B4-BE49-F238E27FC236}">
                <a16:creationId xmlns:a16="http://schemas.microsoft.com/office/drawing/2014/main" id="{5A9217BF-3523-4D33-B023-0C7C4C41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563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2" name="p35-线-0252">
            <a:extLst xmlns:a="http://schemas.openxmlformats.org/drawingml/2006/main">
              <a:ext uri="{FF2B5EF4-FFF2-40B4-BE49-F238E27FC236}">
                <a16:creationId xmlns:a16="http://schemas.microsoft.com/office/drawing/2014/main" id="{2A84E14C-DD4B-49E9-824E-D75C6CA8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3" name="p35-线-0253">
            <a:extLst xmlns:a="http://schemas.openxmlformats.org/drawingml/2006/main">
              <a:ext uri="{FF2B5EF4-FFF2-40B4-BE49-F238E27FC236}">
                <a16:creationId xmlns:a16="http://schemas.microsoft.com/office/drawing/2014/main" id="{7EF57120-7220-4451-A72F-B35A34EB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2988" y="2533650"/>
            <a:ext cx="176213" cy="95"/>
          </a:xfrm>
          <a:custGeom xmlns:a="http://schemas.openxmlformats.org/drawingml/2006/main">
            <a:pathLst>
              <a:path w="176213" h="95">
                <a:moveTo>
                  <a:pt x="0" y="0"/>
                </a:moveTo>
                <a:lnTo>
                  <a:pt x="1762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91A6AE"/>
            </a:solidFill>
          </a:ln>
        </p:spPr>
      </p:sp>
      <p:sp>
        <p:nvSpPr>
          <p:cNvPr id="254" name="p35-椭圆-0254">
            <a:extLst xmlns:a="http://schemas.openxmlformats.org/drawingml/2006/main">
              <a:ext uri="{FF2B5EF4-FFF2-40B4-BE49-F238E27FC236}">
                <a16:creationId xmlns:a16="http://schemas.microsoft.com/office/drawing/2014/main" id="{B01302A3-21C1-4414-B431-4D27A1BB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856" y="1941505"/>
            <a:ext cx="146863" cy="117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55" name="p35-椭圆-0255">
            <a:extLst xmlns:a="http://schemas.openxmlformats.org/drawingml/2006/main">
              <a:ext uri="{FF2B5EF4-FFF2-40B4-BE49-F238E27FC236}">
                <a16:creationId xmlns:a16="http://schemas.microsoft.com/office/drawing/2014/main" id="{3B4421C1-6C27-4D96-96F6-A064E3CD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371" y="1950377"/>
            <a:ext cx="124684" cy="997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56" name="p35-椭圆-0256">
            <a:extLst xmlns:a="http://schemas.openxmlformats.org/drawingml/2006/main">
              <a:ext uri="{FF2B5EF4-FFF2-40B4-BE49-F238E27FC236}">
                <a16:creationId xmlns:a16="http://schemas.microsoft.com/office/drawing/2014/main" id="{7EF3E29B-EEFA-483C-B4F8-AB832063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505" y="1937344"/>
            <a:ext cx="157265" cy="1258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57" name="p35-椭圆-0257">
            <a:extLst xmlns:a="http://schemas.openxmlformats.org/drawingml/2006/main">
              <a:ext uri="{FF2B5EF4-FFF2-40B4-BE49-F238E27FC236}">
                <a16:creationId xmlns:a16="http://schemas.microsoft.com/office/drawing/2014/main" id="{17805AB3-512E-4845-AA3B-C07C2A38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399" y="1939319"/>
            <a:ext cx="152327" cy="121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58" name="p35-椭圆-0258">
            <a:extLst xmlns:a="http://schemas.openxmlformats.org/drawingml/2006/main">
              <a:ext uri="{FF2B5EF4-FFF2-40B4-BE49-F238E27FC236}">
                <a16:creationId xmlns:a16="http://schemas.microsoft.com/office/drawing/2014/main" id="{68C06BCD-9E53-405C-9A4A-3B0834D8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60" y="1950708"/>
            <a:ext cx="123856" cy="990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59" name="p35-椭圆-0259">
            <a:extLst xmlns:a="http://schemas.openxmlformats.org/drawingml/2006/main">
              <a:ext uri="{FF2B5EF4-FFF2-40B4-BE49-F238E27FC236}">
                <a16:creationId xmlns:a16="http://schemas.microsoft.com/office/drawing/2014/main" id="{EFD54D22-7B50-4726-813C-F37B25BE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0946" y="2217077"/>
            <a:ext cx="124684" cy="997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60" name="p35-椭圆-0260">
            <a:extLst xmlns:a="http://schemas.openxmlformats.org/drawingml/2006/main">
              <a:ext uri="{FF2B5EF4-FFF2-40B4-BE49-F238E27FC236}">
                <a16:creationId xmlns:a16="http://schemas.microsoft.com/office/drawing/2014/main" id="{3232ACD4-8C39-4CE5-853E-B89CA991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080" y="2204044"/>
            <a:ext cx="157265" cy="1258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61" name="p35-椭圆-0261">
            <a:extLst xmlns:a="http://schemas.openxmlformats.org/drawingml/2006/main">
              <a:ext uri="{FF2B5EF4-FFF2-40B4-BE49-F238E27FC236}">
                <a16:creationId xmlns:a16="http://schemas.microsoft.com/office/drawing/2014/main" id="{D58FD6E6-8644-4823-94BA-8B3F3AD6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974" y="2206019"/>
            <a:ext cx="152327" cy="121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62" name="p35-椭圆-0262">
            <a:extLst xmlns:a="http://schemas.openxmlformats.org/drawingml/2006/main">
              <a:ext uri="{FF2B5EF4-FFF2-40B4-BE49-F238E27FC236}">
                <a16:creationId xmlns:a16="http://schemas.microsoft.com/office/drawing/2014/main" id="{0D607A9C-7C37-4E74-8EFD-09D9B392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35" y="2217408"/>
            <a:ext cx="123856" cy="990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63" name="p35-椭圆-0263">
            <a:extLst xmlns:a="http://schemas.openxmlformats.org/drawingml/2006/main">
              <a:ext uri="{FF2B5EF4-FFF2-40B4-BE49-F238E27FC236}">
                <a16:creationId xmlns:a16="http://schemas.microsoft.com/office/drawing/2014/main" id="{2F711004-F11A-409A-8280-48FB170B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743" y="2205954"/>
            <a:ext cx="152490" cy="1219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65F85"/>
            </a:solidFill>
          </a:ln>
        </p:spPr>
      </p:sp>
      <p:sp>
        <p:nvSpPr>
          <p:cNvPr id="264" name="p35-路径-0264">
            <a:extLst xmlns:a="http://schemas.openxmlformats.org/drawingml/2006/main">
              <a:ext uri="{FF2B5EF4-FFF2-40B4-BE49-F238E27FC236}">
                <a16:creationId xmlns:a16="http://schemas.microsoft.com/office/drawing/2014/main" id="{EA887491-0EE2-40E2-A866-FD8BDFB2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59618"/>
            <a:ext cx="1609725" cy="141240"/>
          </a:xfrm>
          <a:custGeom xmlns:a="http://schemas.openxmlformats.org/drawingml/2006/main">
            <a:pathLst>
              <a:path w="1609725" h="141240">
                <a:moveTo>
                  <a:pt x="0" y="57980"/>
                </a:moveTo>
                <a:lnTo>
                  <a:pt x="42890" y="39109"/>
                </a:lnTo>
                <a:lnTo>
                  <a:pt x="86699" y="24308"/>
                </a:lnTo>
                <a:lnTo>
                  <a:pt x="131382" y="13286"/>
                </a:lnTo>
                <a:lnTo>
                  <a:pt x="176896" y="5755"/>
                </a:lnTo>
                <a:lnTo>
                  <a:pt x="223197" y="1423"/>
                </a:lnTo>
                <a:lnTo>
                  <a:pt x="270240" y="0"/>
                </a:lnTo>
                <a:lnTo>
                  <a:pt x="317982" y="1197"/>
                </a:lnTo>
                <a:lnTo>
                  <a:pt x="366378" y="4723"/>
                </a:lnTo>
                <a:lnTo>
                  <a:pt x="415384" y="10289"/>
                </a:lnTo>
                <a:lnTo>
                  <a:pt x="464957" y="17604"/>
                </a:lnTo>
                <a:lnTo>
                  <a:pt x="565626" y="36321"/>
                </a:lnTo>
                <a:lnTo>
                  <a:pt x="771823" y="81983"/>
                </a:lnTo>
                <a:lnTo>
                  <a:pt x="876646" y="104286"/>
                </a:lnTo>
                <a:lnTo>
                  <a:pt x="982149" y="123144"/>
                </a:lnTo>
                <a:lnTo>
                  <a:pt x="1035046" y="130556"/>
                </a:lnTo>
                <a:lnTo>
                  <a:pt x="1087981" y="136236"/>
                </a:lnTo>
                <a:lnTo>
                  <a:pt x="1140909" y="139894"/>
                </a:lnTo>
                <a:lnTo>
                  <a:pt x="1193788" y="141240"/>
                </a:lnTo>
                <a:lnTo>
                  <a:pt x="1246572" y="139985"/>
                </a:lnTo>
                <a:lnTo>
                  <a:pt x="1299218" y="135837"/>
                </a:lnTo>
                <a:lnTo>
                  <a:pt x="1351682" y="128508"/>
                </a:lnTo>
                <a:lnTo>
                  <a:pt x="1403919" y="117706"/>
                </a:lnTo>
                <a:lnTo>
                  <a:pt x="1455886" y="103142"/>
                </a:lnTo>
                <a:lnTo>
                  <a:pt x="1507539" y="84526"/>
                </a:lnTo>
                <a:lnTo>
                  <a:pt x="1558833" y="61568"/>
                </a:lnTo>
                <a:lnTo>
                  <a:pt x="1609725" y="33977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265" name="p35-文本-0265">
            <a:extLst xmlns:a="http://schemas.openxmlformats.org/drawingml/2006/main">
              <a:ext uri="{FF2B5EF4-FFF2-40B4-BE49-F238E27FC236}">
                <a16:creationId xmlns:a16="http://schemas.microsoft.com/office/drawing/2014/main" id="{70D32CAA-A42C-4C34-898F-F99CD7A9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78860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提取可比较参数</a:t>
            </a:r>
          </a:p>
        </p:txBody>
      </p:sp>
      <p:sp>
        <p:nvSpPr>
          <p:cNvPr id="266" name="p35-文本-0266">
            <a:extLst xmlns:a="http://schemas.openxmlformats.org/drawingml/2006/main">
              <a:ext uri="{FF2B5EF4-FFF2-40B4-BE49-F238E27FC236}">
                <a16:creationId xmlns:a16="http://schemas.microsoft.com/office/drawing/2014/main" id="{D3F55B87-7C8F-4F07-B544-68433462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1410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定位结构差异</a:t>
            </a:r>
          </a:p>
        </p:txBody>
      </p:sp>
      <p:sp>
        <p:nvSpPr>
          <p:cNvPr id="267" name="p35-矩形-0267">
            <a:extLst xmlns:a="http://schemas.openxmlformats.org/drawingml/2006/main">
              <a:ext uri="{FF2B5EF4-FFF2-40B4-BE49-F238E27FC236}">
                <a16:creationId xmlns:a16="http://schemas.microsoft.com/office/drawing/2014/main" id="{92D979C1-B02B-4814-812F-3DB53D87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8132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68" name="p35-文本-0268">
            <a:extLst xmlns:a="http://schemas.openxmlformats.org/drawingml/2006/main">
              <a:ext uri="{FF2B5EF4-FFF2-40B4-BE49-F238E27FC236}">
                <a16:creationId xmlns:a16="http://schemas.microsoft.com/office/drawing/2014/main" id="{E09E48EC-C366-40EA-B2C6-0382FA59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323529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269" name="p35-文本-0269">
            <a:extLst xmlns:a="http://schemas.openxmlformats.org/drawingml/2006/main">
              <a:ext uri="{FF2B5EF4-FFF2-40B4-BE49-F238E27FC236}">
                <a16:creationId xmlns:a16="http://schemas.microsoft.com/office/drawing/2014/main" id="{7AB7E408-0C02-4868-B169-E5AA259E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356867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号</a:t>
            </a:r>
          </a:p>
        </p:txBody>
      </p:sp>
      <p:sp>
        <p:nvSpPr>
          <p:cNvPr id="270" name="p35-矩形-0270">
            <a:extLst xmlns:a="http://schemas.openxmlformats.org/drawingml/2006/main">
              <a:ext uri="{FF2B5EF4-FFF2-40B4-BE49-F238E27FC236}">
                <a16:creationId xmlns:a16="http://schemas.microsoft.com/office/drawing/2014/main" id="{E12950CE-8A8A-4848-B35C-44059F92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98132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271" name="p35-线-0271">
            <a:extLst xmlns:a="http://schemas.openxmlformats.org/drawingml/2006/main">
              <a:ext uri="{FF2B5EF4-FFF2-40B4-BE49-F238E27FC236}">
                <a16:creationId xmlns:a16="http://schemas.microsoft.com/office/drawing/2014/main" id="{430F3965-5591-46DA-AADF-D3AF00C9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76700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272" name="p35-路径-0272">
            <a:extLst xmlns:a="http://schemas.openxmlformats.org/drawingml/2006/main">
              <a:ext uri="{FF2B5EF4-FFF2-40B4-BE49-F238E27FC236}">
                <a16:creationId xmlns:a16="http://schemas.microsoft.com/office/drawing/2014/main" id="{62AD2EA7-0A28-47A7-9979-0D127137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90938"/>
            <a:ext cx="1762125" cy="289560"/>
          </a:xfrm>
          <a:custGeom xmlns:a="http://schemas.openxmlformats.org/drawingml/2006/main">
            <a:pathLst>
              <a:path w="1762125" h="289560">
                <a:moveTo>
                  <a:pt x="0" y="289560"/>
                </a:moveTo>
                <a:lnTo>
                  <a:pt x="11430" y="289560"/>
                </a:lnTo>
                <a:lnTo>
                  <a:pt x="23813" y="289560"/>
                </a:lnTo>
                <a:lnTo>
                  <a:pt x="35242" y="289560"/>
                </a:lnTo>
                <a:lnTo>
                  <a:pt x="46673" y="289560"/>
                </a:lnTo>
                <a:lnTo>
                  <a:pt x="59055" y="289560"/>
                </a:lnTo>
                <a:lnTo>
                  <a:pt x="70485" y="289560"/>
                </a:lnTo>
                <a:lnTo>
                  <a:pt x="81915" y="289560"/>
                </a:lnTo>
                <a:lnTo>
                  <a:pt x="94298" y="289560"/>
                </a:lnTo>
                <a:lnTo>
                  <a:pt x="105727" y="289560"/>
                </a:lnTo>
                <a:lnTo>
                  <a:pt x="117158" y="289560"/>
                </a:lnTo>
                <a:lnTo>
                  <a:pt x="129540" y="289560"/>
                </a:lnTo>
                <a:lnTo>
                  <a:pt x="140970" y="289560"/>
                </a:lnTo>
                <a:lnTo>
                  <a:pt x="152400" y="289560"/>
                </a:lnTo>
                <a:lnTo>
                  <a:pt x="164783" y="289560"/>
                </a:lnTo>
                <a:lnTo>
                  <a:pt x="176213" y="289560"/>
                </a:lnTo>
                <a:lnTo>
                  <a:pt x="187642" y="289560"/>
                </a:lnTo>
                <a:lnTo>
                  <a:pt x="200025" y="289560"/>
                </a:lnTo>
                <a:lnTo>
                  <a:pt x="211455" y="289560"/>
                </a:lnTo>
                <a:lnTo>
                  <a:pt x="222885" y="289560"/>
                </a:lnTo>
                <a:lnTo>
                  <a:pt x="235267" y="289560"/>
                </a:lnTo>
                <a:lnTo>
                  <a:pt x="246698" y="289560"/>
                </a:lnTo>
                <a:lnTo>
                  <a:pt x="258127" y="289560"/>
                </a:lnTo>
                <a:lnTo>
                  <a:pt x="270510" y="289560"/>
                </a:lnTo>
                <a:lnTo>
                  <a:pt x="281940" y="289560"/>
                </a:lnTo>
                <a:lnTo>
                  <a:pt x="293370" y="288608"/>
                </a:lnTo>
                <a:lnTo>
                  <a:pt x="305752" y="284797"/>
                </a:lnTo>
                <a:lnTo>
                  <a:pt x="317183" y="263842"/>
                </a:lnTo>
                <a:lnTo>
                  <a:pt x="328613" y="208597"/>
                </a:lnTo>
                <a:lnTo>
                  <a:pt x="340995" y="130492"/>
                </a:lnTo>
                <a:lnTo>
                  <a:pt x="352425" y="89535"/>
                </a:lnTo>
                <a:lnTo>
                  <a:pt x="363855" y="130492"/>
                </a:lnTo>
                <a:lnTo>
                  <a:pt x="376238" y="208597"/>
                </a:lnTo>
                <a:lnTo>
                  <a:pt x="387667" y="263842"/>
                </a:lnTo>
                <a:lnTo>
                  <a:pt x="399098" y="284797"/>
                </a:lnTo>
                <a:lnTo>
                  <a:pt x="411480" y="288608"/>
                </a:lnTo>
                <a:lnTo>
                  <a:pt x="422910" y="289560"/>
                </a:lnTo>
                <a:lnTo>
                  <a:pt x="434340" y="289560"/>
                </a:lnTo>
                <a:lnTo>
                  <a:pt x="446723" y="289560"/>
                </a:lnTo>
                <a:lnTo>
                  <a:pt x="458152" y="289560"/>
                </a:lnTo>
                <a:lnTo>
                  <a:pt x="469583" y="289560"/>
                </a:lnTo>
                <a:lnTo>
                  <a:pt x="481965" y="289560"/>
                </a:lnTo>
                <a:lnTo>
                  <a:pt x="493395" y="289560"/>
                </a:lnTo>
                <a:lnTo>
                  <a:pt x="504825" y="289560"/>
                </a:lnTo>
                <a:lnTo>
                  <a:pt x="517208" y="289560"/>
                </a:lnTo>
                <a:lnTo>
                  <a:pt x="528638" y="289560"/>
                </a:lnTo>
                <a:lnTo>
                  <a:pt x="540067" y="289560"/>
                </a:lnTo>
                <a:lnTo>
                  <a:pt x="552450" y="289560"/>
                </a:lnTo>
                <a:lnTo>
                  <a:pt x="563880" y="289560"/>
                </a:lnTo>
                <a:lnTo>
                  <a:pt x="575310" y="289560"/>
                </a:lnTo>
                <a:lnTo>
                  <a:pt x="587692" y="289560"/>
                </a:lnTo>
                <a:lnTo>
                  <a:pt x="599123" y="289560"/>
                </a:lnTo>
                <a:lnTo>
                  <a:pt x="610553" y="289560"/>
                </a:lnTo>
                <a:lnTo>
                  <a:pt x="622935" y="289560"/>
                </a:lnTo>
                <a:lnTo>
                  <a:pt x="634365" y="289560"/>
                </a:lnTo>
                <a:lnTo>
                  <a:pt x="645795" y="289560"/>
                </a:lnTo>
                <a:lnTo>
                  <a:pt x="658178" y="289560"/>
                </a:lnTo>
                <a:lnTo>
                  <a:pt x="669608" y="289560"/>
                </a:lnTo>
                <a:lnTo>
                  <a:pt x="681038" y="289560"/>
                </a:lnTo>
                <a:lnTo>
                  <a:pt x="693420" y="288608"/>
                </a:lnTo>
                <a:lnTo>
                  <a:pt x="704850" y="286703"/>
                </a:lnTo>
                <a:lnTo>
                  <a:pt x="716280" y="280988"/>
                </a:lnTo>
                <a:lnTo>
                  <a:pt x="728663" y="266700"/>
                </a:lnTo>
                <a:lnTo>
                  <a:pt x="740092" y="235267"/>
                </a:lnTo>
                <a:lnTo>
                  <a:pt x="751523" y="183833"/>
                </a:lnTo>
                <a:lnTo>
                  <a:pt x="763905" y="114300"/>
                </a:lnTo>
                <a:lnTo>
                  <a:pt x="775335" y="44767"/>
                </a:lnTo>
                <a:lnTo>
                  <a:pt x="786765" y="0"/>
                </a:lnTo>
                <a:lnTo>
                  <a:pt x="799148" y="0"/>
                </a:lnTo>
                <a:lnTo>
                  <a:pt x="810578" y="44767"/>
                </a:lnTo>
                <a:lnTo>
                  <a:pt x="822008" y="114300"/>
                </a:lnTo>
                <a:lnTo>
                  <a:pt x="834390" y="183833"/>
                </a:lnTo>
                <a:lnTo>
                  <a:pt x="845820" y="235267"/>
                </a:lnTo>
                <a:lnTo>
                  <a:pt x="857250" y="266700"/>
                </a:lnTo>
                <a:lnTo>
                  <a:pt x="869633" y="280988"/>
                </a:lnTo>
                <a:lnTo>
                  <a:pt x="881063" y="286703"/>
                </a:lnTo>
                <a:lnTo>
                  <a:pt x="892492" y="288608"/>
                </a:lnTo>
                <a:lnTo>
                  <a:pt x="904875" y="289560"/>
                </a:lnTo>
                <a:lnTo>
                  <a:pt x="916305" y="289560"/>
                </a:lnTo>
                <a:lnTo>
                  <a:pt x="927735" y="289560"/>
                </a:lnTo>
                <a:lnTo>
                  <a:pt x="940117" y="289560"/>
                </a:lnTo>
                <a:lnTo>
                  <a:pt x="951548" y="289560"/>
                </a:lnTo>
                <a:lnTo>
                  <a:pt x="962978" y="289560"/>
                </a:lnTo>
                <a:lnTo>
                  <a:pt x="975360" y="289560"/>
                </a:lnTo>
                <a:lnTo>
                  <a:pt x="986790" y="289560"/>
                </a:lnTo>
                <a:lnTo>
                  <a:pt x="998220" y="289560"/>
                </a:lnTo>
                <a:lnTo>
                  <a:pt x="1010603" y="289560"/>
                </a:lnTo>
                <a:lnTo>
                  <a:pt x="1022033" y="289560"/>
                </a:lnTo>
                <a:lnTo>
                  <a:pt x="1033463" y="289560"/>
                </a:lnTo>
                <a:lnTo>
                  <a:pt x="1045845" y="289560"/>
                </a:lnTo>
                <a:lnTo>
                  <a:pt x="1057275" y="289560"/>
                </a:lnTo>
                <a:lnTo>
                  <a:pt x="1068705" y="289560"/>
                </a:lnTo>
                <a:lnTo>
                  <a:pt x="1081088" y="289560"/>
                </a:lnTo>
                <a:lnTo>
                  <a:pt x="1092518" y="289560"/>
                </a:lnTo>
                <a:lnTo>
                  <a:pt x="1103948" y="289560"/>
                </a:lnTo>
                <a:lnTo>
                  <a:pt x="1116330" y="289560"/>
                </a:lnTo>
                <a:lnTo>
                  <a:pt x="1127760" y="289560"/>
                </a:lnTo>
                <a:lnTo>
                  <a:pt x="1139190" y="289560"/>
                </a:lnTo>
                <a:lnTo>
                  <a:pt x="1151573" y="289560"/>
                </a:lnTo>
                <a:lnTo>
                  <a:pt x="1163003" y="289560"/>
                </a:lnTo>
                <a:lnTo>
                  <a:pt x="1174433" y="289560"/>
                </a:lnTo>
                <a:lnTo>
                  <a:pt x="1186815" y="289560"/>
                </a:lnTo>
                <a:lnTo>
                  <a:pt x="1198245" y="289560"/>
                </a:lnTo>
                <a:lnTo>
                  <a:pt x="1209675" y="288608"/>
                </a:lnTo>
                <a:lnTo>
                  <a:pt x="1222058" y="279083"/>
                </a:lnTo>
                <a:lnTo>
                  <a:pt x="1233488" y="227647"/>
                </a:lnTo>
                <a:lnTo>
                  <a:pt x="1244918" y="139065"/>
                </a:lnTo>
                <a:lnTo>
                  <a:pt x="1257300" y="139065"/>
                </a:lnTo>
                <a:lnTo>
                  <a:pt x="1268730" y="227647"/>
                </a:lnTo>
                <a:lnTo>
                  <a:pt x="1280160" y="279083"/>
                </a:lnTo>
                <a:lnTo>
                  <a:pt x="1292543" y="288608"/>
                </a:lnTo>
                <a:lnTo>
                  <a:pt x="1303972" y="289560"/>
                </a:lnTo>
                <a:lnTo>
                  <a:pt x="1315403" y="289560"/>
                </a:lnTo>
                <a:lnTo>
                  <a:pt x="1327785" y="289560"/>
                </a:lnTo>
                <a:lnTo>
                  <a:pt x="1339215" y="289560"/>
                </a:lnTo>
                <a:lnTo>
                  <a:pt x="1350645" y="289560"/>
                </a:lnTo>
                <a:lnTo>
                  <a:pt x="1363028" y="289560"/>
                </a:lnTo>
                <a:lnTo>
                  <a:pt x="1374458" y="289560"/>
                </a:lnTo>
                <a:lnTo>
                  <a:pt x="1385888" y="289560"/>
                </a:lnTo>
                <a:lnTo>
                  <a:pt x="1398270" y="289560"/>
                </a:lnTo>
                <a:lnTo>
                  <a:pt x="1409700" y="289560"/>
                </a:lnTo>
                <a:lnTo>
                  <a:pt x="1421130" y="289560"/>
                </a:lnTo>
                <a:lnTo>
                  <a:pt x="1433513" y="289560"/>
                </a:lnTo>
                <a:lnTo>
                  <a:pt x="1444943" y="289560"/>
                </a:lnTo>
                <a:lnTo>
                  <a:pt x="1456372" y="289560"/>
                </a:lnTo>
                <a:lnTo>
                  <a:pt x="1468755" y="287655"/>
                </a:lnTo>
                <a:lnTo>
                  <a:pt x="1480185" y="281940"/>
                </a:lnTo>
                <a:lnTo>
                  <a:pt x="1491615" y="267653"/>
                </a:lnTo>
                <a:lnTo>
                  <a:pt x="1503997" y="239078"/>
                </a:lnTo>
                <a:lnTo>
                  <a:pt x="1515428" y="201930"/>
                </a:lnTo>
                <a:lnTo>
                  <a:pt x="1526858" y="173355"/>
                </a:lnTo>
                <a:lnTo>
                  <a:pt x="1539240" y="173355"/>
                </a:lnTo>
                <a:lnTo>
                  <a:pt x="1550670" y="201930"/>
                </a:lnTo>
                <a:lnTo>
                  <a:pt x="1562100" y="239078"/>
                </a:lnTo>
                <a:lnTo>
                  <a:pt x="1574483" y="267653"/>
                </a:lnTo>
                <a:lnTo>
                  <a:pt x="1585913" y="281940"/>
                </a:lnTo>
                <a:lnTo>
                  <a:pt x="1597343" y="287655"/>
                </a:lnTo>
                <a:lnTo>
                  <a:pt x="1609725" y="289560"/>
                </a:lnTo>
                <a:lnTo>
                  <a:pt x="1621155" y="289560"/>
                </a:lnTo>
                <a:lnTo>
                  <a:pt x="1632585" y="289560"/>
                </a:lnTo>
                <a:lnTo>
                  <a:pt x="1644968" y="289560"/>
                </a:lnTo>
                <a:lnTo>
                  <a:pt x="1656397" y="289560"/>
                </a:lnTo>
                <a:lnTo>
                  <a:pt x="1667828" y="289560"/>
                </a:lnTo>
                <a:lnTo>
                  <a:pt x="1680210" y="289560"/>
                </a:lnTo>
                <a:lnTo>
                  <a:pt x="1691640" y="289560"/>
                </a:lnTo>
                <a:lnTo>
                  <a:pt x="1703070" y="289560"/>
                </a:lnTo>
                <a:lnTo>
                  <a:pt x="1715453" y="289560"/>
                </a:lnTo>
                <a:lnTo>
                  <a:pt x="1726883" y="289560"/>
                </a:lnTo>
                <a:lnTo>
                  <a:pt x="1738313" y="289560"/>
                </a:lnTo>
                <a:lnTo>
                  <a:pt x="1750695" y="289560"/>
                </a:lnTo>
                <a:lnTo>
                  <a:pt x="1762125" y="28956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273" name="p35-路径-0273">
            <a:extLst xmlns:a="http://schemas.openxmlformats.org/drawingml/2006/main">
              <a:ext uri="{FF2B5EF4-FFF2-40B4-BE49-F238E27FC236}">
                <a16:creationId xmlns:a16="http://schemas.microsoft.com/office/drawing/2014/main" id="{5D1DA5A5-07C3-4F8F-B448-4387D07A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58540"/>
            <a:ext cx="1762125" cy="294322"/>
          </a:xfrm>
          <a:custGeom xmlns:a="http://schemas.openxmlformats.org/drawingml/2006/main">
            <a:pathLst>
              <a:path w="1762125" h="294322">
                <a:moveTo>
                  <a:pt x="0" y="294322"/>
                </a:moveTo>
                <a:lnTo>
                  <a:pt x="11430" y="294322"/>
                </a:lnTo>
                <a:lnTo>
                  <a:pt x="23813" y="294322"/>
                </a:lnTo>
                <a:lnTo>
                  <a:pt x="35242" y="294322"/>
                </a:lnTo>
                <a:lnTo>
                  <a:pt x="46673" y="294322"/>
                </a:lnTo>
                <a:lnTo>
                  <a:pt x="59055" y="294322"/>
                </a:lnTo>
                <a:lnTo>
                  <a:pt x="70485" y="294322"/>
                </a:lnTo>
                <a:lnTo>
                  <a:pt x="81915" y="294322"/>
                </a:lnTo>
                <a:lnTo>
                  <a:pt x="94298" y="294322"/>
                </a:lnTo>
                <a:lnTo>
                  <a:pt x="105727" y="294322"/>
                </a:lnTo>
                <a:lnTo>
                  <a:pt x="117158" y="294322"/>
                </a:lnTo>
                <a:lnTo>
                  <a:pt x="129540" y="294322"/>
                </a:lnTo>
                <a:lnTo>
                  <a:pt x="140970" y="294322"/>
                </a:lnTo>
                <a:lnTo>
                  <a:pt x="152400" y="294322"/>
                </a:lnTo>
                <a:lnTo>
                  <a:pt x="164783" y="294322"/>
                </a:lnTo>
                <a:lnTo>
                  <a:pt x="176213" y="294322"/>
                </a:lnTo>
                <a:lnTo>
                  <a:pt x="187642" y="294322"/>
                </a:lnTo>
                <a:lnTo>
                  <a:pt x="200025" y="294322"/>
                </a:lnTo>
                <a:lnTo>
                  <a:pt x="211455" y="294322"/>
                </a:lnTo>
                <a:lnTo>
                  <a:pt x="222885" y="294322"/>
                </a:lnTo>
                <a:lnTo>
                  <a:pt x="235267" y="294322"/>
                </a:lnTo>
                <a:lnTo>
                  <a:pt x="246698" y="294322"/>
                </a:lnTo>
                <a:lnTo>
                  <a:pt x="258127" y="294322"/>
                </a:lnTo>
                <a:lnTo>
                  <a:pt x="270510" y="294322"/>
                </a:lnTo>
                <a:lnTo>
                  <a:pt x="281940" y="294322"/>
                </a:lnTo>
                <a:lnTo>
                  <a:pt x="293370" y="294322"/>
                </a:lnTo>
                <a:lnTo>
                  <a:pt x="305752" y="293370"/>
                </a:lnTo>
                <a:lnTo>
                  <a:pt x="317183" y="290513"/>
                </a:lnTo>
                <a:lnTo>
                  <a:pt x="328613" y="274320"/>
                </a:lnTo>
                <a:lnTo>
                  <a:pt x="340995" y="227647"/>
                </a:lnTo>
                <a:lnTo>
                  <a:pt x="352425" y="149542"/>
                </a:lnTo>
                <a:lnTo>
                  <a:pt x="363855" y="96202"/>
                </a:lnTo>
                <a:lnTo>
                  <a:pt x="376238" y="120967"/>
                </a:lnTo>
                <a:lnTo>
                  <a:pt x="387667" y="198120"/>
                </a:lnTo>
                <a:lnTo>
                  <a:pt x="399098" y="260032"/>
                </a:lnTo>
                <a:lnTo>
                  <a:pt x="411480" y="286702"/>
                </a:lnTo>
                <a:lnTo>
                  <a:pt x="422910" y="293370"/>
                </a:lnTo>
                <a:lnTo>
                  <a:pt x="434340" y="294322"/>
                </a:lnTo>
                <a:lnTo>
                  <a:pt x="446723" y="294322"/>
                </a:lnTo>
                <a:lnTo>
                  <a:pt x="458152" y="294322"/>
                </a:lnTo>
                <a:lnTo>
                  <a:pt x="469583" y="294322"/>
                </a:lnTo>
                <a:lnTo>
                  <a:pt x="481965" y="294322"/>
                </a:lnTo>
                <a:lnTo>
                  <a:pt x="493395" y="294322"/>
                </a:lnTo>
                <a:lnTo>
                  <a:pt x="504825" y="294322"/>
                </a:lnTo>
                <a:lnTo>
                  <a:pt x="517208" y="294322"/>
                </a:lnTo>
                <a:lnTo>
                  <a:pt x="528638" y="294322"/>
                </a:lnTo>
                <a:lnTo>
                  <a:pt x="540067" y="294322"/>
                </a:lnTo>
                <a:lnTo>
                  <a:pt x="552450" y="294322"/>
                </a:lnTo>
                <a:lnTo>
                  <a:pt x="563880" y="294322"/>
                </a:lnTo>
                <a:lnTo>
                  <a:pt x="575310" y="294322"/>
                </a:lnTo>
                <a:lnTo>
                  <a:pt x="587692" y="294322"/>
                </a:lnTo>
                <a:lnTo>
                  <a:pt x="599123" y="294322"/>
                </a:lnTo>
                <a:lnTo>
                  <a:pt x="610553" y="294322"/>
                </a:lnTo>
                <a:lnTo>
                  <a:pt x="622935" y="294322"/>
                </a:lnTo>
                <a:lnTo>
                  <a:pt x="634365" y="294322"/>
                </a:lnTo>
                <a:lnTo>
                  <a:pt x="645795" y="294322"/>
                </a:lnTo>
                <a:lnTo>
                  <a:pt x="658178" y="294322"/>
                </a:lnTo>
                <a:lnTo>
                  <a:pt x="669608" y="294322"/>
                </a:lnTo>
                <a:lnTo>
                  <a:pt x="681038" y="294322"/>
                </a:lnTo>
                <a:lnTo>
                  <a:pt x="693420" y="294322"/>
                </a:lnTo>
                <a:lnTo>
                  <a:pt x="704850" y="293370"/>
                </a:lnTo>
                <a:lnTo>
                  <a:pt x="716280" y="292417"/>
                </a:lnTo>
                <a:lnTo>
                  <a:pt x="728663" y="287655"/>
                </a:lnTo>
                <a:lnTo>
                  <a:pt x="740092" y="275272"/>
                </a:lnTo>
                <a:lnTo>
                  <a:pt x="751523" y="247650"/>
                </a:lnTo>
                <a:lnTo>
                  <a:pt x="763905" y="200025"/>
                </a:lnTo>
                <a:lnTo>
                  <a:pt x="775335" y="133350"/>
                </a:lnTo>
                <a:lnTo>
                  <a:pt x="786765" y="61913"/>
                </a:lnTo>
                <a:lnTo>
                  <a:pt x="799148" y="10477"/>
                </a:lnTo>
                <a:lnTo>
                  <a:pt x="810578" y="0"/>
                </a:lnTo>
                <a:lnTo>
                  <a:pt x="822008" y="37147"/>
                </a:lnTo>
                <a:lnTo>
                  <a:pt x="834390" y="104775"/>
                </a:lnTo>
                <a:lnTo>
                  <a:pt x="845820" y="175260"/>
                </a:lnTo>
                <a:lnTo>
                  <a:pt x="857250" y="231457"/>
                </a:lnTo>
                <a:lnTo>
                  <a:pt x="869633" y="265747"/>
                </a:lnTo>
                <a:lnTo>
                  <a:pt x="881063" y="283845"/>
                </a:lnTo>
                <a:lnTo>
                  <a:pt x="892492" y="290513"/>
                </a:lnTo>
                <a:lnTo>
                  <a:pt x="904875" y="293370"/>
                </a:lnTo>
                <a:lnTo>
                  <a:pt x="916305" y="294322"/>
                </a:lnTo>
                <a:lnTo>
                  <a:pt x="927735" y="294322"/>
                </a:lnTo>
                <a:lnTo>
                  <a:pt x="940117" y="294322"/>
                </a:lnTo>
                <a:lnTo>
                  <a:pt x="951548" y="294322"/>
                </a:lnTo>
                <a:lnTo>
                  <a:pt x="962978" y="294322"/>
                </a:lnTo>
                <a:lnTo>
                  <a:pt x="975360" y="294322"/>
                </a:lnTo>
                <a:lnTo>
                  <a:pt x="986790" y="294322"/>
                </a:lnTo>
                <a:lnTo>
                  <a:pt x="998220" y="294322"/>
                </a:lnTo>
                <a:lnTo>
                  <a:pt x="1010603" y="294322"/>
                </a:lnTo>
                <a:lnTo>
                  <a:pt x="1022033" y="294322"/>
                </a:lnTo>
                <a:lnTo>
                  <a:pt x="1033463" y="294322"/>
                </a:lnTo>
                <a:lnTo>
                  <a:pt x="1045845" y="294322"/>
                </a:lnTo>
                <a:lnTo>
                  <a:pt x="1057275" y="294322"/>
                </a:lnTo>
                <a:lnTo>
                  <a:pt x="1068705" y="294322"/>
                </a:lnTo>
                <a:lnTo>
                  <a:pt x="1081088" y="294322"/>
                </a:lnTo>
                <a:lnTo>
                  <a:pt x="1092518" y="294322"/>
                </a:lnTo>
                <a:lnTo>
                  <a:pt x="1103948" y="294322"/>
                </a:lnTo>
                <a:lnTo>
                  <a:pt x="1116330" y="294322"/>
                </a:lnTo>
                <a:lnTo>
                  <a:pt x="1127760" y="294322"/>
                </a:lnTo>
                <a:lnTo>
                  <a:pt x="1139190" y="294322"/>
                </a:lnTo>
                <a:lnTo>
                  <a:pt x="1151573" y="294322"/>
                </a:lnTo>
                <a:lnTo>
                  <a:pt x="1163003" y="294322"/>
                </a:lnTo>
                <a:lnTo>
                  <a:pt x="1174433" y="294322"/>
                </a:lnTo>
                <a:lnTo>
                  <a:pt x="1186815" y="294322"/>
                </a:lnTo>
                <a:lnTo>
                  <a:pt x="1198245" y="294322"/>
                </a:lnTo>
                <a:lnTo>
                  <a:pt x="1209675" y="294322"/>
                </a:lnTo>
                <a:lnTo>
                  <a:pt x="1222058" y="293370"/>
                </a:lnTo>
                <a:lnTo>
                  <a:pt x="1233488" y="287655"/>
                </a:lnTo>
                <a:lnTo>
                  <a:pt x="1244918" y="247650"/>
                </a:lnTo>
                <a:lnTo>
                  <a:pt x="1257300" y="159067"/>
                </a:lnTo>
                <a:lnTo>
                  <a:pt x="1268730" y="132397"/>
                </a:lnTo>
                <a:lnTo>
                  <a:pt x="1280160" y="215265"/>
                </a:lnTo>
                <a:lnTo>
                  <a:pt x="1292543" y="278130"/>
                </a:lnTo>
                <a:lnTo>
                  <a:pt x="1303972" y="292417"/>
                </a:lnTo>
                <a:lnTo>
                  <a:pt x="1315403" y="294322"/>
                </a:lnTo>
                <a:lnTo>
                  <a:pt x="1327785" y="294322"/>
                </a:lnTo>
                <a:lnTo>
                  <a:pt x="1339215" y="294322"/>
                </a:lnTo>
                <a:lnTo>
                  <a:pt x="1350645" y="294322"/>
                </a:lnTo>
                <a:lnTo>
                  <a:pt x="1363028" y="294322"/>
                </a:lnTo>
                <a:lnTo>
                  <a:pt x="1374458" y="294322"/>
                </a:lnTo>
                <a:lnTo>
                  <a:pt x="1385888" y="294322"/>
                </a:lnTo>
                <a:lnTo>
                  <a:pt x="1398270" y="294322"/>
                </a:lnTo>
                <a:lnTo>
                  <a:pt x="1409700" y="294322"/>
                </a:lnTo>
                <a:lnTo>
                  <a:pt x="1421130" y="294322"/>
                </a:lnTo>
                <a:lnTo>
                  <a:pt x="1433513" y="294322"/>
                </a:lnTo>
                <a:lnTo>
                  <a:pt x="1444943" y="294322"/>
                </a:lnTo>
                <a:lnTo>
                  <a:pt x="1456372" y="294322"/>
                </a:lnTo>
                <a:lnTo>
                  <a:pt x="1468755" y="294322"/>
                </a:lnTo>
                <a:lnTo>
                  <a:pt x="1480185" y="292417"/>
                </a:lnTo>
                <a:lnTo>
                  <a:pt x="1491615" y="288607"/>
                </a:lnTo>
                <a:lnTo>
                  <a:pt x="1503997" y="276225"/>
                </a:lnTo>
                <a:lnTo>
                  <a:pt x="1515428" y="249555"/>
                </a:lnTo>
                <a:lnTo>
                  <a:pt x="1526858" y="213360"/>
                </a:lnTo>
                <a:lnTo>
                  <a:pt x="1539240" y="181927"/>
                </a:lnTo>
                <a:lnTo>
                  <a:pt x="1550670" y="175260"/>
                </a:lnTo>
                <a:lnTo>
                  <a:pt x="1562100" y="199072"/>
                </a:lnTo>
                <a:lnTo>
                  <a:pt x="1574483" y="236220"/>
                </a:lnTo>
                <a:lnTo>
                  <a:pt x="1585913" y="267652"/>
                </a:lnTo>
                <a:lnTo>
                  <a:pt x="1597343" y="284797"/>
                </a:lnTo>
                <a:lnTo>
                  <a:pt x="1609725" y="291465"/>
                </a:lnTo>
                <a:lnTo>
                  <a:pt x="1621155" y="293370"/>
                </a:lnTo>
                <a:lnTo>
                  <a:pt x="1632585" y="294322"/>
                </a:lnTo>
                <a:lnTo>
                  <a:pt x="1644968" y="294322"/>
                </a:lnTo>
                <a:lnTo>
                  <a:pt x="1656397" y="294322"/>
                </a:lnTo>
                <a:lnTo>
                  <a:pt x="1667828" y="294322"/>
                </a:lnTo>
                <a:lnTo>
                  <a:pt x="1680210" y="294322"/>
                </a:lnTo>
                <a:lnTo>
                  <a:pt x="1691640" y="294322"/>
                </a:lnTo>
                <a:lnTo>
                  <a:pt x="1703070" y="294322"/>
                </a:lnTo>
                <a:lnTo>
                  <a:pt x="1715453" y="294322"/>
                </a:lnTo>
                <a:lnTo>
                  <a:pt x="1726883" y="294322"/>
                </a:lnTo>
                <a:lnTo>
                  <a:pt x="1738313" y="294322"/>
                </a:lnTo>
                <a:lnTo>
                  <a:pt x="1750695" y="294322"/>
                </a:lnTo>
                <a:lnTo>
                  <a:pt x="1762125" y="29432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274" name="p35-路径-0274">
            <a:extLst xmlns:a="http://schemas.openxmlformats.org/drawingml/2006/main">
              <a:ext uri="{FF2B5EF4-FFF2-40B4-BE49-F238E27FC236}">
                <a16:creationId xmlns:a16="http://schemas.microsoft.com/office/drawing/2014/main" id="{E0615A10-767A-49CC-8884-080AD15C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1762125" cy="295275"/>
          </a:xfrm>
          <a:custGeom xmlns:a="http://schemas.openxmlformats.org/drawingml/2006/main">
            <a:pathLst>
              <a:path w="1762125" h="295275">
                <a:moveTo>
                  <a:pt x="0" y="295275"/>
                </a:moveTo>
                <a:lnTo>
                  <a:pt x="11430" y="295275"/>
                </a:lnTo>
                <a:lnTo>
                  <a:pt x="23813" y="295275"/>
                </a:lnTo>
                <a:lnTo>
                  <a:pt x="35242" y="295275"/>
                </a:lnTo>
                <a:lnTo>
                  <a:pt x="46673" y="295275"/>
                </a:lnTo>
                <a:lnTo>
                  <a:pt x="59055" y="295275"/>
                </a:lnTo>
                <a:lnTo>
                  <a:pt x="70485" y="295275"/>
                </a:lnTo>
                <a:lnTo>
                  <a:pt x="81915" y="295275"/>
                </a:lnTo>
                <a:lnTo>
                  <a:pt x="94298" y="295275"/>
                </a:lnTo>
                <a:lnTo>
                  <a:pt x="105727" y="295275"/>
                </a:lnTo>
                <a:lnTo>
                  <a:pt x="117158" y="295275"/>
                </a:lnTo>
                <a:lnTo>
                  <a:pt x="129540" y="295275"/>
                </a:lnTo>
                <a:lnTo>
                  <a:pt x="140970" y="295275"/>
                </a:lnTo>
                <a:lnTo>
                  <a:pt x="152400" y="295275"/>
                </a:lnTo>
                <a:lnTo>
                  <a:pt x="164783" y="295275"/>
                </a:lnTo>
                <a:lnTo>
                  <a:pt x="176213" y="295275"/>
                </a:lnTo>
                <a:lnTo>
                  <a:pt x="187642" y="295275"/>
                </a:lnTo>
                <a:lnTo>
                  <a:pt x="200025" y="295275"/>
                </a:lnTo>
                <a:lnTo>
                  <a:pt x="211455" y="295275"/>
                </a:lnTo>
                <a:lnTo>
                  <a:pt x="222885" y="295275"/>
                </a:lnTo>
                <a:lnTo>
                  <a:pt x="235267" y="295275"/>
                </a:lnTo>
                <a:lnTo>
                  <a:pt x="246698" y="295275"/>
                </a:lnTo>
                <a:lnTo>
                  <a:pt x="258127" y="295275"/>
                </a:lnTo>
                <a:lnTo>
                  <a:pt x="270510" y="295275"/>
                </a:lnTo>
                <a:lnTo>
                  <a:pt x="281940" y="295275"/>
                </a:lnTo>
                <a:lnTo>
                  <a:pt x="293370" y="295275"/>
                </a:lnTo>
                <a:lnTo>
                  <a:pt x="305752" y="295275"/>
                </a:lnTo>
                <a:lnTo>
                  <a:pt x="317183" y="295275"/>
                </a:lnTo>
                <a:lnTo>
                  <a:pt x="328613" y="293370"/>
                </a:lnTo>
                <a:lnTo>
                  <a:pt x="340995" y="280988"/>
                </a:lnTo>
                <a:lnTo>
                  <a:pt x="352425" y="241935"/>
                </a:lnTo>
                <a:lnTo>
                  <a:pt x="363855" y="167640"/>
                </a:lnTo>
                <a:lnTo>
                  <a:pt x="376238" y="102870"/>
                </a:lnTo>
                <a:lnTo>
                  <a:pt x="387667" y="111442"/>
                </a:lnTo>
                <a:lnTo>
                  <a:pt x="399098" y="183833"/>
                </a:lnTo>
                <a:lnTo>
                  <a:pt x="411480" y="252413"/>
                </a:lnTo>
                <a:lnTo>
                  <a:pt x="422910" y="284797"/>
                </a:lnTo>
                <a:lnTo>
                  <a:pt x="434340" y="294322"/>
                </a:lnTo>
                <a:lnTo>
                  <a:pt x="446723" y="295275"/>
                </a:lnTo>
                <a:lnTo>
                  <a:pt x="458152" y="295275"/>
                </a:lnTo>
                <a:lnTo>
                  <a:pt x="469583" y="295275"/>
                </a:lnTo>
                <a:lnTo>
                  <a:pt x="481965" y="295275"/>
                </a:lnTo>
                <a:lnTo>
                  <a:pt x="493395" y="295275"/>
                </a:lnTo>
                <a:lnTo>
                  <a:pt x="504825" y="295275"/>
                </a:lnTo>
                <a:lnTo>
                  <a:pt x="517208" y="295275"/>
                </a:lnTo>
                <a:lnTo>
                  <a:pt x="528638" y="295275"/>
                </a:lnTo>
                <a:lnTo>
                  <a:pt x="540067" y="295275"/>
                </a:lnTo>
                <a:lnTo>
                  <a:pt x="552450" y="295275"/>
                </a:lnTo>
                <a:lnTo>
                  <a:pt x="563880" y="295275"/>
                </a:lnTo>
                <a:lnTo>
                  <a:pt x="575310" y="295275"/>
                </a:lnTo>
                <a:lnTo>
                  <a:pt x="587692" y="295275"/>
                </a:lnTo>
                <a:lnTo>
                  <a:pt x="599123" y="295275"/>
                </a:lnTo>
                <a:lnTo>
                  <a:pt x="610553" y="295275"/>
                </a:lnTo>
                <a:lnTo>
                  <a:pt x="622935" y="295275"/>
                </a:lnTo>
                <a:lnTo>
                  <a:pt x="634365" y="295275"/>
                </a:lnTo>
                <a:lnTo>
                  <a:pt x="645795" y="295275"/>
                </a:lnTo>
                <a:lnTo>
                  <a:pt x="658178" y="295275"/>
                </a:lnTo>
                <a:lnTo>
                  <a:pt x="669608" y="295275"/>
                </a:lnTo>
                <a:lnTo>
                  <a:pt x="681038" y="295275"/>
                </a:lnTo>
                <a:lnTo>
                  <a:pt x="693420" y="295275"/>
                </a:lnTo>
                <a:lnTo>
                  <a:pt x="704850" y="295275"/>
                </a:lnTo>
                <a:lnTo>
                  <a:pt x="716280" y="295275"/>
                </a:lnTo>
                <a:lnTo>
                  <a:pt x="728663" y="294322"/>
                </a:lnTo>
                <a:lnTo>
                  <a:pt x="740092" y="290513"/>
                </a:lnTo>
                <a:lnTo>
                  <a:pt x="751523" y="280035"/>
                </a:lnTo>
                <a:lnTo>
                  <a:pt x="763905" y="256222"/>
                </a:lnTo>
                <a:lnTo>
                  <a:pt x="775335" y="213360"/>
                </a:lnTo>
                <a:lnTo>
                  <a:pt x="786765" y="149542"/>
                </a:lnTo>
                <a:lnTo>
                  <a:pt x="799148" y="77153"/>
                </a:lnTo>
                <a:lnTo>
                  <a:pt x="810578" y="19050"/>
                </a:lnTo>
                <a:lnTo>
                  <a:pt x="822008" y="0"/>
                </a:lnTo>
                <a:lnTo>
                  <a:pt x="834390" y="28575"/>
                </a:lnTo>
                <a:lnTo>
                  <a:pt x="845820" y="91440"/>
                </a:lnTo>
                <a:lnTo>
                  <a:pt x="857250" y="163830"/>
                </a:lnTo>
                <a:lnTo>
                  <a:pt x="869633" y="223838"/>
                </a:lnTo>
                <a:lnTo>
                  <a:pt x="881063" y="261938"/>
                </a:lnTo>
                <a:lnTo>
                  <a:pt x="892492" y="282892"/>
                </a:lnTo>
                <a:lnTo>
                  <a:pt x="904875" y="291465"/>
                </a:lnTo>
                <a:lnTo>
                  <a:pt x="916305" y="294322"/>
                </a:lnTo>
                <a:lnTo>
                  <a:pt x="927735" y="295275"/>
                </a:lnTo>
                <a:lnTo>
                  <a:pt x="940117" y="295275"/>
                </a:lnTo>
                <a:lnTo>
                  <a:pt x="951548" y="295275"/>
                </a:lnTo>
                <a:lnTo>
                  <a:pt x="962978" y="295275"/>
                </a:lnTo>
                <a:lnTo>
                  <a:pt x="975360" y="295275"/>
                </a:lnTo>
                <a:lnTo>
                  <a:pt x="986790" y="295275"/>
                </a:lnTo>
                <a:lnTo>
                  <a:pt x="998220" y="295275"/>
                </a:lnTo>
                <a:lnTo>
                  <a:pt x="1010603" y="295275"/>
                </a:lnTo>
                <a:lnTo>
                  <a:pt x="1022033" y="295275"/>
                </a:lnTo>
                <a:lnTo>
                  <a:pt x="1033463" y="295275"/>
                </a:lnTo>
                <a:lnTo>
                  <a:pt x="1045845" y="295275"/>
                </a:lnTo>
                <a:lnTo>
                  <a:pt x="1057275" y="295275"/>
                </a:lnTo>
                <a:lnTo>
                  <a:pt x="1068705" y="295275"/>
                </a:lnTo>
                <a:lnTo>
                  <a:pt x="1081088" y="295275"/>
                </a:lnTo>
                <a:lnTo>
                  <a:pt x="1092518" y="295275"/>
                </a:lnTo>
                <a:lnTo>
                  <a:pt x="1103948" y="295275"/>
                </a:lnTo>
                <a:lnTo>
                  <a:pt x="1116330" y="295275"/>
                </a:lnTo>
                <a:lnTo>
                  <a:pt x="1127760" y="295275"/>
                </a:lnTo>
                <a:lnTo>
                  <a:pt x="1139190" y="295275"/>
                </a:lnTo>
                <a:lnTo>
                  <a:pt x="1151573" y="295275"/>
                </a:lnTo>
                <a:lnTo>
                  <a:pt x="1163003" y="295275"/>
                </a:lnTo>
                <a:lnTo>
                  <a:pt x="1174433" y="295275"/>
                </a:lnTo>
                <a:lnTo>
                  <a:pt x="1186815" y="295275"/>
                </a:lnTo>
                <a:lnTo>
                  <a:pt x="1198245" y="295275"/>
                </a:lnTo>
                <a:lnTo>
                  <a:pt x="1209675" y="295275"/>
                </a:lnTo>
                <a:lnTo>
                  <a:pt x="1222058" y="295275"/>
                </a:lnTo>
                <a:lnTo>
                  <a:pt x="1233488" y="295275"/>
                </a:lnTo>
                <a:lnTo>
                  <a:pt x="1244918" y="291465"/>
                </a:lnTo>
                <a:lnTo>
                  <a:pt x="1257300" y="261938"/>
                </a:lnTo>
                <a:lnTo>
                  <a:pt x="1268730" y="178117"/>
                </a:lnTo>
                <a:lnTo>
                  <a:pt x="1280160" y="128588"/>
                </a:lnTo>
                <a:lnTo>
                  <a:pt x="1292543" y="197167"/>
                </a:lnTo>
                <a:lnTo>
                  <a:pt x="1303972" y="272415"/>
                </a:lnTo>
                <a:lnTo>
                  <a:pt x="1315403" y="293370"/>
                </a:lnTo>
                <a:lnTo>
                  <a:pt x="1327785" y="295275"/>
                </a:lnTo>
                <a:lnTo>
                  <a:pt x="1339215" y="295275"/>
                </a:lnTo>
                <a:lnTo>
                  <a:pt x="1350645" y="295275"/>
                </a:lnTo>
                <a:lnTo>
                  <a:pt x="1363028" y="295275"/>
                </a:lnTo>
                <a:lnTo>
                  <a:pt x="1374458" y="295275"/>
                </a:lnTo>
                <a:lnTo>
                  <a:pt x="1385888" y="295275"/>
                </a:lnTo>
                <a:lnTo>
                  <a:pt x="1398270" y="295275"/>
                </a:lnTo>
                <a:lnTo>
                  <a:pt x="1409700" y="295275"/>
                </a:lnTo>
                <a:lnTo>
                  <a:pt x="1421130" y="295275"/>
                </a:lnTo>
                <a:lnTo>
                  <a:pt x="1433513" y="295275"/>
                </a:lnTo>
                <a:lnTo>
                  <a:pt x="1444943" y="295275"/>
                </a:lnTo>
                <a:lnTo>
                  <a:pt x="1456372" y="295275"/>
                </a:lnTo>
                <a:lnTo>
                  <a:pt x="1468755" y="295275"/>
                </a:lnTo>
                <a:lnTo>
                  <a:pt x="1480185" y="295275"/>
                </a:lnTo>
                <a:lnTo>
                  <a:pt x="1491615" y="294322"/>
                </a:lnTo>
                <a:lnTo>
                  <a:pt x="1503997" y="291465"/>
                </a:lnTo>
                <a:lnTo>
                  <a:pt x="1515428" y="280988"/>
                </a:lnTo>
                <a:lnTo>
                  <a:pt x="1526858" y="258128"/>
                </a:lnTo>
                <a:lnTo>
                  <a:pt x="1539240" y="222885"/>
                </a:lnTo>
                <a:lnTo>
                  <a:pt x="1550670" y="188595"/>
                </a:lnTo>
                <a:lnTo>
                  <a:pt x="1562100" y="176213"/>
                </a:lnTo>
                <a:lnTo>
                  <a:pt x="1574483" y="194310"/>
                </a:lnTo>
                <a:lnTo>
                  <a:pt x="1585913" y="230505"/>
                </a:lnTo>
                <a:lnTo>
                  <a:pt x="1597343" y="263842"/>
                </a:lnTo>
                <a:lnTo>
                  <a:pt x="1609725" y="283845"/>
                </a:lnTo>
                <a:lnTo>
                  <a:pt x="1621155" y="292417"/>
                </a:lnTo>
                <a:lnTo>
                  <a:pt x="1632585" y="295275"/>
                </a:lnTo>
                <a:lnTo>
                  <a:pt x="1644968" y="295275"/>
                </a:lnTo>
                <a:lnTo>
                  <a:pt x="1656397" y="295275"/>
                </a:lnTo>
                <a:lnTo>
                  <a:pt x="1667828" y="295275"/>
                </a:lnTo>
                <a:lnTo>
                  <a:pt x="1680210" y="295275"/>
                </a:lnTo>
                <a:lnTo>
                  <a:pt x="1691640" y="295275"/>
                </a:lnTo>
                <a:lnTo>
                  <a:pt x="1703070" y="295275"/>
                </a:lnTo>
                <a:lnTo>
                  <a:pt x="1715453" y="295275"/>
                </a:lnTo>
                <a:lnTo>
                  <a:pt x="1726883" y="295275"/>
                </a:lnTo>
                <a:lnTo>
                  <a:pt x="1738313" y="295275"/>
                </a:lnTo>
                <a:lnTo>
                  <a:pt x="1750695" y="295275"/>
                </a:lnTo>
                <a:lnTo>
                  <a:pt x="1762125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37F78"/>
            </a:solidFill>
          </a:ln>
        </p:spPr>
      </p:sp>
      <p:sp>
        <p:nvSpPr>
          <p:cNvPr id="275" name="p35-文本-0275">
            <a:extLst xmlns:a="http://schemas.openxmlformats.org/drawingml/2006/main">
              <a:ext uri="{FF2B5EF4-FFF2-40B4-BE49-F238E27FC236}">
                <a16:creationId xmlns:a16="http://schemas.microsoft.com/office/drawing/2014/main" id="{476B2615-8348-4DF4-99E3-562E5334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27" y="4126102"/>
            <a:ext cx="1107472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频率 / 归一化坐标</a:t>
            </a:r>
          </a:p>
        </p:txBody>
      </p:sp>
      <p:sp>
        <p:nvSpPr>
          <p:cNvPr id="276" name="p35-文本-0276">
            <a:extLst xmlns:a="http://schemas.openxmlformats.org/drawingml/2006/main">
              <a:ext uri="{FF2B5EF4-FFF2-40B4-BE49-F238E27FC236}">
                <a16:creationId xmlns:a16="http://schemas.microsoft.com/office/drawing/2014/main" id="{A521ACBB-A5F1-4EFD-9E7F-2744219E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3165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整理测量信号</a:t>
            </a:r>
          </a:p>
        </p:txBody>
      </p:sp>
      <p:sp>
        <p:nvSpPr>
          <p:cNvPr id="277" name="p35-文本-0277">
            <a:extLst xmlns:a="http://schemas.openxmlformats.org/drawingml/2006/main">
              <a:ext uri="{FF2B5EF4-FFF2-40B4-BE49-F238E27FC236}">
                <a16:creationId xmlns:a16="http://schemas.microsoft.com/office/drawing/2014/main" id="{388169B8-A7BE-49B8-A7E4-81EAF19D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68407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定义读出与基准</a:t>
            </a:r>
          </a:p>
        </p:txBody>
      </p:sp>
      <p:sp>
        <p:nvSpPr>
          <p:cNvPr id="278" name="p35-矩形-0278">
            <a:extLst xmlns:a="http://schemas.openxmlformats.org/drawingml/2006/main">
              <a:ext uri="{FF2B5EF4-FFF2-40B4-BE49-F238E27FC236}">
                <a16:creationId xmlns:a16="http://schemas.microsoft.com/office/drawing/2014/main" id="{AE3CEAF0-3CE6-4B25-A334-2A360997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79" name="p35-文本-0279">
            <a:extLst xmlns:a="http://schemas.openxmlformats.org/drawingml/2006/main">
              <a:ext uri="{FF2B5EF4-FFF2-40B4-BE49-F238E27FC236}">
                <a16:creationId xmlns:a16="http://schemas.microsoft.com/office/drawing/2014/main" id="{795BAC58-09CE-46D6-BD24-5E1B78BC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323529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</a:t>
            </a:r>
          </a:p>
        </p:txBody>
      </p:sp>
      <p:sp>
        <p:nvSpPr>
          <p:cNvPr id="280" name="p35-文本-0280">
            <a:extLst xmlns:a="http://schemas.openxmlformats.org/drawingml/2006/main">
              <a:ext uri="{FF2B5EF4-FFF2-40B4-BE49-F238E27FC236}">
                <a16:creationId xmlns:a16="http://schemas.microsoft.com/office/drawing/2014/main" id="{A7150A70-A5C6-437C-9BF0-3AA58C83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356867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析</a:t>
            </a:r>
          </a:p>
        </p:txBody>
      </p:sp>
      <p:sp>
        <p:nvSpPr>
          <p:cNvPr id="281" name="p35-矩形-0281">
            <a:extLst xmlns:a="http://schemas.openxmlformats.org/drawingml/2006/main">
              <a:ext uri="{FF2B5EF4-FFF2-40B4-BE49-F238E27FC236}">
                <a16:creationId xmlns:a16="http://schemas.microsoft.com/office/drawing/2014/main" id="{4F6CD287-C1D9-44F0-B251-86B56BBA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8132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282" name="p35-矩形-0282">
            <a:extLst xmlns:a="http://schemas.openxmlformats.org/drawingml/2006/main">
              <a:ext uri="{FF2B5EF4-FFF2-40B4-BE49-F238E27FC236}">
                <a16:creationId xmlns:a16="http://schemas.microsoft.com/office/drawing/2014/main" id="{0D68BC04-D9B6-4F45-9305-45950E69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83" name="p35-矩形-0283">
            <a:extLst xmlns:a="http://schemas.openxmlformats.org/drawingml/2006/main">
              <a:ext uri="{FF2B5EF4-FFF2-40B4-BE49-F238E27FC236}">
                <a16:creationId xmlns:a16="http://schemas.microsoft.com/office/drawing/2014/main" id="{F8D21FD6-4426-4114-AAD2-5F9DE91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4" name="p35-矩形-0284">
            <a:extLst xmlns:a="http://schemas.openxmlformats.org/drawingml/2006/main">
              <a:ext uri="{FF2B5EF4-FFF2-40B4-BE49-F238E27FC236}">
                <a16:creationId xmlns:a16="http://schemas.microsoft.com/office/drawing/2014/main" id="{63F045C4-A8DD-4344-939B-032491C9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5" name="p35-矩形-0285">
            <a:extLst xmlns:a="http://schemas.openxmlformats.org/drawingml/2006/main">
              <a:ext uri="{FF2B5EF4-FFF2-40B4-BE49-F238E27FC236}">
                <a16:creationId xmlns:a16="http://schemas.microsoft.com/office/drawing/2014/main" id="{47173C3A-B6CA-4C0A-8730-63E81714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86" name="p35-矩形-0286">
            <a:extLst xmlns:a="http://schemas.openxmlformats.org/drawingml/2006/main">
              <a:ext uri="{FF2B5EF4-FFF2-40B4-BE49-F238E27FC236}">
                <a16:creationId xmlns:a16="http://schemas.microsoft.com/office/drawing/2014/main" id="{2FE1504D-17FD-496A-A19F-1C46467F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87" name="p35-矩形-0287">
            <a:extLst xmlns:a="http://schemas.openxmlformats.org/drawingml/2006/main">
              <a:ext uri="{FF2B5EF4-FFF2-40B4-BE49-F238E27FC236}">
                <a16:creationId xmlns:a16="http://schemas.microsoft.com/office/drawing/2014/main" id="{16EA811A-8EA2-4522-BDFF-BC3A1AC8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88" name="p35-矩形-0288">
            <a:extLst xmlns:a="http://schemas.openxmlformats.org/drawingml/2006/main">
              <a:ext uri="{FF2B5EF4-FFF2-40B4-BE49-F238E27FC236}">
                <a16:creationId xmlns:a16="http://schemas.microsoft.com/office/drawing/2014/main" id="{0291BADF-0217-4867-AE3A-2F096938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89" name="p35-矩形-0289">
            <a:extLst xmlns:a="http://schemas.openxmlformats.org/drawingml/2006/main">
              <a:ext uri="{FF2B5EF4-FFF2-40B4-BE49-F238E27FC236}">
                <a16:creationId xmlns:a16="http://schemas.microsoft.com/office/drawing/2014/main" id="{DAC4DBEA-FDF3-4D8D-9BD9-62DC7CA9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0" name="p35-矩形-0290">
            <a:extLst xmlns:a="http://schemas.openxmlformats.org/drawingml/2006/main">
              <a:ext uri="{FF2B5EF4-FFF2-40B4-BE49-F238E27FC236}">
                <a16:creationId xmlns:a16="http://schemas.microsoft.com/office/drawing/2014/main" id="{249983B8-0BC0-441E-ADD6-4057DCF7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1" name="p35-矩形-0291">
            <a:extLst xmlns:a="http://schemas.openxmlformats.org/drawingml/2006/main">
              <a:ext uri="{FF2B5EF4-FFF2-40B4-BE49-F238E27FC236}">
                <a16:creationId xmlns:a16="http://schemas.microsoft.com/office/drawing/2014/main" id="{B30CAF31-E138-49CB-89C2-EAE3C6CC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2" name="p35-矩形-0292">
            <a:extLst xmlns:a="http://schemas.openxmlformats.org/drawingml/2006/main">
              <a:ext uri="{FF2B5EF4-FFF2-40B4-BE49-F238E27FC236}">
                <a16:creationId xmlns:a16="http://schemas.microsoft.com/office/drawing/2014/main" id="{3F5B6F2D-0E75-4CB9-AD2B-961DBDB9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3" name="p35-矩形-0293">
            <a:extLst xmlns:a="http://schemas.openxmlformats.org/drawingml/2006/main">
              <a:ext uri="{FF2B5EF4-FFF2-40B4-BE49-F238E27FC236}">
                <a16:creationId xmlns:a16="http://schemas.microsoft.com/office/drawing/2014/main" id="{55EE76E1-3003-454A-8316-6EB9872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294" name="p35-矩形-0294">
            <a:extLst xmlns:a="http://schemas.openxmlformats.org/drawingml/2006/main">
              <a:ext uri="{FF2B5EF4-FFF2-40B4-BE49-F238E27FC236}">
                <a16:creationId xmlns:a16="http://schemas.microsoft.com/office/drawing/2014/main" id="{9E679572-D2B6-410D-9AD3-46EB52B3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295" name="p35-矩形-0295">
            <a:extLst xmlns:a="http://schemas.openxmlformats.org/drawingml/2006/main">
              <a:ext uri="{FF2B5EF4-FFF2-40B4-BE49-F238E27FC236}">
                <a16:creationId xmlns:a16="http://schemas.microsoft.com/office/drawing/2014/main" id="{C7D10EF2-4C95-4BA1-8732-D1A65423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27660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296" name="p35-矩形-0296">
            <a:extLst xmlns:a="http://schemas.openxmlformats.org/drawingml/2006/main">
              <a:ext uri="{FF2B5EF4-FFF2-40B4-BE49-F238E27FC236}">
                <a16:creationId xmlns:a16="http://schemas.microsoft.com/office/drawing/2014/main" id="{2AAE82C3-9D6B-4E0E-8D05-A2B3DFFD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297" name="p35-矩形-0297">
            <a:extLst xmlns:a="http://schemas.openxmlformats.org/drawingml/2006/main">
              <a:ext uri="{FF2B5EF4-FFF2-40B4-BE49-F238E27FC236}">
                <a16:creationId xmlns:a16="http://schemas.microsoft.com/office/drawing/2014/main" id="{80FD94D1-13A0-419A-8030-BAC12AE9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8" name="p35-矩形-0298">
            <a:extLst xmlns:a="http://schemas.openxmlformats.org/drawingml/2006/main">
              <a:ext uri="{FF2B5EF4-FFF2-40B4-BE49-F238E27FC236}">
                <a16:creationId xmlns:a16="http://schemas.microsoft.com/office/drawing/2014/main" id="{08A4ED5C-E7FA-4605-96AF-1F7D63AB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299" name="p35-矩形-0299">
            <a:extLst xmlns:a="http://schemas.openxmlformats.org/drawingml/2006/main">
              <a:ext uri="{FF2B5EF4-FFF2-40B4-BE49-F238E27FC236}">
                <a16:creationId xmlns:a16="http://schemas.microsoft.com/office/drawing/2014/main" id="{0FB33BDC-4A84-45E1-92F8-A9F3616E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0" name="p35-矩形-0300">
            <a:extLst xmlns:a="http://schemas.openxmlformats.org/drawingml/2006/main">
              <a:ext uri="{FF2B5EF4-FFF2-40B4-BE49-F238E27FC236}">
                <a16:creationId xmlns:a16="http://schemas.microsoft.com/office/drawing/2014/main" id="{CDB2CC10-71AA-40CE-B96C-964458FF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1" name="p35-矩形-0301">
            <a:extLst xmlns:a="http://schemas.openxmlformats.org/drawingml/2006/main">
              <a:ext uri="{FF2B5EF4-FFF2-40B4-BE49-F238E27FC236}">
                <a16:creationId xmlns:a16="http://schemas.microsoft.com/office/drawing/2014/main" id="{0A636A16-98A4-470D-A5B1-8F89D174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2" name="p35-矩形-0302">
            <a:extLst xmlns:a="http://schemas.openxmlformats.org/drawingml/2006/main">
              <a:ext uri="{FF2B5EF4-FFF2-40B4-BE49-F238E27FC236}">
                <a16:creationId xmlns:a16="http://schemas.microsoft.com/office/drawing/2014/main" id="{52B164DA-FE93-4BF6-9AF9-6A3F2223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03" name="p35-矩形-0303">
            <a:extLst xmlns:a="http://schemas.openxmlformats.org/drawingml/2006/main">
              <a:ext uri="{FF2B5EF4-FFF2-40B4-BE49-F238E27FC236}">
                <a16:creationId xmlns:a16="http://schemas.microsoft.com/office/drawing/2014/main" id="{6464529B-C769-43AA-AC70-BEAC054D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04" name="p35-矩形-0304">
            <a:extLst xmlns:a="http://schemas.openxmlformats.org/drawingml/2006/main">
              <a:ext uri="{FF2B5EF4-FFF2-40B4-BE49-F238E27FC236}">
                <a16:creationId xmlns:a16="http://schemas.microsoft.com/office/drawing/2014/main" id="{6B83FCD4-8B53-4918-9C80-8C6A7A64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5" name="p35-矩形-0305">
            <a:extLst xmlns:a="http://schemas.openxmlformats.org/drawingml/2006/main">
              <a:ext uri="{FF2B5EF4-FFF2-40B4-BE49-F238E27FC236}">
                <a16:creationId xmlns:a16="http://schemas.microsoft.com/office/drawing/2014/main" id="{3E9E161F-90BD-4C4B-A27D-19B1867F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6" name="p35-矩形-0306">
            <a:extLst xmlns:a="http://schemas.openxmlformats.org/drawingml/2006/main">
              <a:ext uri="{FF2B5EF4-FFF2-40B4-BE49-F238E27FC236}">
                <a16:creationId xmlns:a16="http://schemas.microsoft.com/office/drawing/2014/main" id="{8C02C9CD-1478-4752-BBD1-A10E079E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07" name="p35-矩形-0307">
            <a:extLst xmlns:a="http://schemas.openxmlformats.org/drawingml/2006/main">
              <a:ext uri="{FF2B5EF4-FFF2-40B4-BE49-F238E27FC236}">
                <a16:creationId xmlns:a16="http://schemas.microsoft.com/office/drawing/2014/main" id="{E7882930-BB3A-4864-9A7D-31C42F33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08" name="p35-矩形-0308">
            <a:extLst xmlns:a="http://schemas.openxmlformats.org/drawingml/2006/main">
              <a:ext uri="{FF2B5EF4-FFF2-40B4-BE49-F238E27FC236}">
                <a16:creationId xmlns:a16="http://schemas.microsoft.com/office/drawing/2014/main" id="{5A4F54A3-63CC-4984-A950-D6ADA521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09" name="p35-矩形-0309">
            <a:extLst xmlns:a="http://schemas.openxmlformats.org/drawingml/2006/main">
              <a:ext uri="{FF2B5EF4-FFF2-40B4-BE49-F238E27FC236}">
                <a16:creationId xmlns:a16="http://schemas.microsoft.com/office/drawing/2014/main" id="{10A58110-F589-47C1-8058-4384A135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37661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0" name="p35-矩形-0310">
            <a:extLst xmlns:a="http://schemas.openxmlformats.org/drawingml/2006/main">
              <a:ext uri="{FF2B5EF4-FFF2-40B4-BE49-F238E27FC236}">
                <a16:creationId xmlns:a16="http://schemas.microsoft.com/office/drawing/2014/main" id="{38FC196D-BE96-449E-84DB-F3679CAD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11" name="p35-矩形-0311">
            <a:extLst xmlns:a="http://schemas.openxmlformats.org/drawingml/2006/main">
              <a:ext uri="{FF2B5EF4-FFF2-40B4-BE49-F238E27FC236}">
                <a16:creationId xmlns:a16="http://schemas.microsoft.com/office/drawing/2014/main" id="{BF3D69F9-F451-4979-BEC5-76E0BD17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2" name="p35-矩形-0312">
            <a:extLst xmlns:a="http://schemas.openxmlformats.org/drawingml/2006/main">
              <a:ext uri="{FF2B5EF4-FFF2-40B4-BE49-F238E27FC236}">
                <a16:creationId xmlns:a16="http://schemas.microsoft.com/office/drawing/2014/main" id="{0FC9532D-FD65-4C5C-A0D9-BBE71A19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3" name="p35-矩形-0313">
            <a:extLst xmlns:a="http://schemas.openxmlformats.org/drawingml/2006/main">
              <a:ext uri="{FF2B5EF4-FFF2-40B4-BE49-F238E27FC236}">
                <a16:creationId xmlns:a16="http://schemas.microsoft.com/office/drawing/2014/main" id="{061F1E77-79E6-4820-832A-A2A76C41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4" name="p35-矩形-0314">
            <a:extLst xmlns:a="http://schemas.openxmlformats.org/drawingml/2006/main">
              <a:ext uri="{FF2B5EF4-FFF2-40B4-BE49-F238E27FC236}">
                <a16:creationId xmlns:a16="http://schemas.microsoft.com/office/drawing/2014/main" id="{2C023F74-DF96-4EDE-BFF7-16C3C35B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5" name="p35-矩形-0315">
            <a:extLst xmlns:a="http://schemas.openxmlformats.org/drawingml/2006/main">
              <a:ext uri="{FF2B5EF4-FFF2-40B4-BE49-F238E27FC236}">
                <a16:creationId xmlns:a16="http://schemas.microsoft.com/office/drawing/2014/main" id="{2AEAE79C-44B9-4707-BD77-2E55466A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16" name="p35-矩形-0316">
            <a:extLst xmlns:a="http://schemas.openxmlformats.org/drawingml/2006/main">
              <a:ext uri="{FF2B5EF4-FFF2-40B4-BE49-F238E27FC236}">
                <a16:creationId xmlns:a16="http://schemas.microsoft.com/office/drawing/2014/main" id="{952B7B41-E907-4C8E-84BC-592F494C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17" name="p35-矩形-0317">
            <a:extLst xmlns:a="http://schemas.openxmlformats.org/drawingml/2006/main">
              <a:ext uri="{FF2B5EF4-FFF2-40B4-BE49-F238E27FC236}">
                <a16:creationId xmlns:a16="http://schemas.microsoft.com/office/drawing/2014/main" id="{BAF80AD0-E91C-4C42-9D02-5C5BA476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18" name="p35-矩形-0318">
            <a:extLst xmlns:a="http://schemas.openxmlformats.org/drawingml/2006/main">
              <a:ext uri="{FF2B5EF4-FFF2-40B4-BE49-F238E27FC236}">
                <a16:creationId xmlns:a16="http://schemas.microsoft.com/office/drawing/2014/main" id="{D486821D-2E2D-4CB5-9E34-B766F867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19" name="p35-矩形-0319">
            <a:extLst xmlns:a="http://schemas.openxmlformats.org/drawingml/2006/main">
              <a:ext uri="{FF2B5EF4-FFF2-40B4-BE49-F238E27FC236}">
                <a16:creationId xmlns:a16="http://schemas.microsoft.com/office/drawing/2014/main" id="{AA23E52B-D0B3-4C93-B9AC-8AD6A55E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0" name="p35-矩形-0320">
            <a:extLst xmlns:a="http://schemas.openxmlformats.org/drawingml/2006/main">
              <a:ext uri="{FF2B5EF4-FFF2-40B4-BE49-F238E27FC236}">
                <a16:creationId xmlns:a16="http://schemas.microsoft.com/office/drawing/2014/main" id="{7749CDE4-33FE-4923-9A31-33988970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1" name="p35-矩形-0321">
            <a:extLst xmlns:a="http://schemas.openxmlformats.org/drawingml/2006/main">
              <a:ext uri="{FF2B5EF4-FFF2-40B4-BE49-F238E27FC236}">
                <a16:creationId xmlns:a16="http://schemas.microsoft.com/office/drawing/2014/main" id="{24D7F7DF-6F7C-4D6E-858E-CE9D9711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22" name="p35-矩形-0322">
            <a:extLst xmlns:a="http://schemas.openxmlformats.org/drawingml/2006/main">
              <a:ext uri="{FF2B5EF4-FFF2-40B4-BE49-F238E27FC236}">
                <a16:creationId xmlns:a16="http://schemas.microsoft.com/office/drawing/2014/main" id="{198079A8-817E-43C7-9EC5-F43CE6A7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23" name="p35-矩形-0323">
            <a:extLst xmlns:a="http://schemas.openxmlformats.org/drawingml/2006/main">
              <a:ext uri="{FF2B5EF4-FFF2-40B4-BE49-F238E27FC236}">
                <a16:creationId xmlns:a16="http://schemas.microsoft.com/office/drawing/2014/main" id="{D74FED36-1A9F-484B-BA04-5602828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47662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4" name="p35-矩形-0324">
            <a:extLst xmlns:a="http://schemas.openxmlformats.org/drawingml/2006/main">
              <a:ext uri="{FF2B5EF4-FFF2-40B4-BE49-F238E27FC236}">
                <a16:creationId xmlns:a16="http://schemas.microsoft.com/office/drawing/2014/main" id="{A5D8CBB4-6C26-4BA6-9990-FA0CE00E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5" name="p35-矩形-0325">
            <a:extLst xmlns:a="http://schemas.openxmlformats.org/drawingml/2006/main">
              <a:ext uri="{FF2B5EF4-FFF2-40B4-BE49-F238E27FC236}">
                <a16:creationId xmlns:a16="http://schemas.microsoft.com/office/drawing/2014/main" id="{E8DD02F8-022D-4BEF-B8C3-58A9EC8D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6" name="p35-矩形-0326">
            <a:extLst xmlns:a="http://schemas.openxmlformats.org/drawingml/2006/main">
              <a:ext uri="{FF2B5EF4-FFF2-40B4-BE49-F238E27FC236}">
                <a16:creationId xmlns:a16="http://schemas.microsoft.com/office/drawing/2014/main" id="{AA56A53D-E733-4389-B390-88252354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27" name="p35-矩形-0327">
            <a:extLst xmlns:a="http://schemas.openxmlformats.org/drawingml/2006/main">
              <a:ext uri="{FF2B5EF4-FFF2-40B4-BE49-F238E27FC236}">
                <a16:creationId xmlns:a16="http://schemas.microsoft.com/office/drawing/2014/main" id="{BC58C433-3D87-4266-82AD-20031635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28" name="p35-矩形-0328">
            <a:extLst xmlns:a="http://schemas.openxmlformats.org/drawingml/2006/main">
              <a:ext uri="{FF2B5EF4-FFF2-40B4-BE49-F238E27FC236}">
                <a16:creationId xmlns:a16="http://schemas.microsoft.com/office/drawing/2014/main" id="{B9A3EF65-E070-408E-855B-D0178474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29" name="p35-矩形-0329">
            <a:extLst xmlns:a="http://schemas.openxmlformats.org/drawingml/2006/main">
              <a:ext uri="{FF2B5EF4-FFF2-40B4-BE49-F238E27FC236}">
                <a16:creationId xmlns:a16="http://schemas.microsoft.com/office/drawing/2014/main" id="{F666589D-C2B8-4762-A852-8F14CA37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30" name="p35-矩形-0330">
            <a:extLst xmlns:a="http://schemas.openxmlformats.org/drawingml/2006/main">
              <a:ext uri="{FF2B5EF4-FFF2-40B4-BE49-F238E27FC236}">
                <a16:creationId xmlns:a16="http://schemas.microsoft.com/office/drawing/2014/main" id="{1FA7EA01-9D47-4FDC-B09D-C7133F11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31" name="p35-矩形-0331">
            <a:extLst xmlns:a="http://schemas.openxmlformats.org/drawingml/2006/main">
              <a:ext uri="{FF2B5EF4-FFF2-40B4-BE49-F238E27FC236}">
                <a16:creationId xmlns:a16="http://schemas.microsoft.com/office/drawing/2014/main" id="{1D609AE1-DF4C-4886-9716-D7F27F29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2" name="p35-矩形-0332">
            <a:extLst xmlns:a="http://schemas.openxmlformats.org/drawingml/2006/main">
              <a:ext uri="{FF2B5EF4-FFF2-40B4-BE49-F238E27FC236}">
                <a16:creationId xmlns:a16="http://schemas.microsoft.com/office/drawing/2014/main" id="{5C9A75C3-F847-46B9-9B52-F9F2F796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3" name="p35-矩形-0333">
            <a:extLst xmlns:a="http://schemas.openxmlformats.org/drawingml/2006/main">
              <a:ext uri="{FF2B5EF4-FFF2-40B4-BE49-F238E27FC236}">
                <a16:creationId xmlns:a16="http://schemas.microsoft.com/office/drawing/2014/main" id="{CA613BA0-6A5A-4DAF-AC55-835C7A23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4" name="p35-矩形-0334">
            <a:extLst xmlns:a="http://schemas.openxmlformats.org/drawingml/2006/main">
              <a:ext uri="{FF2B5EF4-FFF2-40B4-BE49-F238E27FC236}">
                <a16:creationId xmlns:a16="http://schemas.microsoft.com/office/drawing/2014/main" id="{5181008B-5610-48AD-BA71-9A7CA73E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4141"/>
          </a:solidFill>
          <a:ln xmlns:a="http://schemas.openxmlformats.org/drawingml/2006/main" w="0">
            <a:noFill/>
          </a:ln>
        </p:spPr>
      </p:sp>
      <p:sp>
        <p:nvSpPr>
          <p:cNvPr id="335" name="p35-矩形-0335">
            <a:extLst xmlns:a="http://schemas.openxmlformats.org/drawingml/2006/main">
              <a:ext uri="{FF2B5EF4-FFF2-40B4-BE49-F238E27FC236}">
                <a16:creationId xmlns:a16="http://schemas.microsoft.com/office/drawing/2014/main" id="{F8A5FD1D-4DB8-49DC-ACE8-EBA6A6DC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36" name="p35-矩形-0336">
            <a:extLst xmlns:a="http://schemas.openxmlformats.org/drawingml/2006/main">
              <a:ext uri="{FF2B5EF4-FFF2-40B4-BE49-F238E27FC236}">
                <a16:creationId xmlns:a16="http://schemas.microsoft.com/office/drawing/2014/main" id="{5C1F69A6-E45F-40E0-9208-C41D3276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37" name="p35-矩形-0337">
            <a:extLst xmlns:a="http://schemas.openxmlformats.org/drawingml/2006/main">
              <a:ext uri="{FF2B5EF4-FFF2-40B4-BE49-F238E27FC236}">
                <a16:creationId xmlns:a16="http://schemas.microsoft.com/office/drawing/2014/main" id="{9FC4C819-FCE0-48D8-BB15-0624DF0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57663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8" name="p35-矩形-0338">
            <a:extLst xmlns:a="http://schemas.openxmlformats.org/drawingml/2006/main">
              <a:ext uri="{FF2B5EF4-FFF2-40B4-BE49-F238E27FC236}">
                <a16:creationId xmlns:a16="http://schemas.microsoft.com/office/drawing/2014/main" id="{085EE8D8-45A0-40B0-A900-B1C30EAB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39" name="p35-矩形-0339">
            <a:extLst xmlns:a="http://schemas.openxmlformats.org/drawingml/2006/main">
              <a:ext uri="{FF2B5EF4-FFF2-40B4-BE49-F238E27FC236}">
                <a16:creationId xmlns:a16="http://schemas.microsoft.com/office/drawing/2014/main" id="{6685DD4E-36B7-414A-8290-4201E1E5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0" name="p35-矩形-0340">
            <a:extLst xmlns:a="http://schemas.openxmlformats.org/drawingml/2006/main">
              <a:ext uri="{FF2B5EF4-FFF2-40B4-BE49-F238E27FC236}">
                <a16:creationId xmlns:a16="http://schemas.microsoft.com/office/drawing/2014/main" id="{4608D3B4-A506-4D5D-9BCE-CA0B494C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41" name="p35-矩形-0341">
            <a:extLst xmlns:a="http://schemas.openxmlformats.org/drawingml/2006/main">
              <a:ext uri="{FF2B5EF4-FFF2-40B4-BE49-F238E27FC236}">
                <a16:creationId xmlns:a16="http://schemas.microsoft.com/office/drawing/2014/main" id="{FCAA1F91-C3E2-4356-B875-62526C92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42" name="p35-矩形-0342">
            <a:extLst xmlns:a="http://schemas.openxmlformats.org/drawingml/2006/main">
              <a:ext uri="{FF2B5EF4-FFF2-40B4-BE49-F238E27FC236}">
                <a16:creationId xmlns:a16="http://schemas.microsoft.com/office/drawing/2014/main" id="{AA8C2877-C55E-4E43-93CD-78921A47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3" name="p35-矩形-0343">
            <a:extLst xmlns:a="http://schemas.openxmlformats.org/drawingml/2006/main">
              <a:ext uri="{FF2B5EF4-FFF2-40B4-BE49-F238E27FC236}">
                <a16:creationId xmlns:a16="http://schemas.microsoft.com/office/drawing/2014/main" id="{3CCF22B6-F229-4212-A223-FBD2D168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44" name="p35-矩形-0344">
            <a:extLst xmlns:a="http://schemas.openxmlformats.org/drawingml/2006/main">
              <a:ext uri="{FF2B5EF4-FFF2-40B4-BE49-F238E27FC236}">
                <a16:creationId xmlns:a16="http://schemas.microsoft.com/office/drawing/2014/main" id="{BE969CE8-5437-4B24-979D-79331DB4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45" name="p35-矩形-0345">
            <a:extLst xmlns:a="http://schemas.openxmlformats.org/drawingml/2006/main">
              <a:ext uri="{FF2B5EF4-FFF2-40B4-BE49-F238E27FC236}">
                <a16:creationId xmlns:a16="http://schemas.microsoft.com/office/drawing/2014/main" id="{924ECF0F-E0D2-4BDC-A74D-9B2D6D04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46" name="p35-矩形-0346">
            <a:extLst xmlns:a="http://schemas.openxmlformats.org/drawingml/2006/main">
              <a:ext uri="{FF2B5EF4-FFF2-40B4-BE49-F238E27FC236}">
                <a16:creationId xmlns:a16="http://schemas.microsoft.com/office/drawing/2014/main" id="{F91B6B48-F2F1-4C9E-9499-D0FFB065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47" name="p35-矩形-0347">
            <a:extLst xmlns:a="http://schemas.openxmlformats.org/drawingml/2006/main">
              <a:ext uri="{FF2B5EF4-FFF2-40B4-BE49-F238E27FC236}">
                <a16:creationId xmlns:a16="http://schemas.microsoft.com/office/drawing/2014/main" id="{483A7859-A6E0-434D-948B-BFA3C8D7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8" name="p35-矩形-0348">
            <a:extLst xmlns:a="http://schemas.openxmlformats.org/drawingml/2006/main">
              <a:ext uri="{FF2B5EF4-FFF2-40B4-BE49-F238E27FC236}">
                <a16:creationId xmlns:a16="http://schemas.microsoft.com/office/drawing/2014/main" id="{A7208F57-FB93-4B5D-89E8-3CAFDCFC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356"/>
          </a:solidFill>
          <a:ln xmlns:a="http://schemas.openxmlformats.org/drawingml/2006/main" w="0">
            <a:noFill/>
          </a:ln>
        </p:spPr>
      </p:sp>
      <p:sp>
        <p:nvSpPr>
          <p:cNvPr id="349" name="p35-矩形-0349">
            <a:extLst xmlns:a="http://schemas.openxmlformats.org/drawingml/2006/main">
              <a:ext uri="{FF2B5EF4-FFF2-40B4-BE49-F238E27FC236}">
                <a16:creationId xmlns:a16="http://schemas.microsoft.com/office/drawing/2014/main" id="{26123995-2087-4DDA-9807-D8478724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50" name="p35-矩形-0350">
            <a:extLst xmlns:a="http://schemas.openxmlformats.org/drawingml/2006/main">
              <a:ext uri="{FF2B5EF4-FFF2-40B4-BE49-F238E27FC236}">
                <a16:creationId xmlns:a16="http://schemas.microsoft.com/office/drawing/2014/main" id="{8B46C576-8031-42BF-B8CB-DFC53A8F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1" name="p35-矩形-0351">
            <a:extLst xmlns:a="http://schemas.openxmlformats.org/drawingml/2006/main">
              <a:ext uri="{FF2B5EF4-FFF2-40B4-BE49-F238E27FC236}">
                <a16:creationId xmlns:a16="http://schemas.microsoft.com/office/drawing/2014/main" id="{3618C6DE-2F93-45B3-8768-8DC4CE1B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676650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2" name="p35-矩形-0352">
            <a:extLst xmlns:a="http://schemas.openxmlformats.org/drawingml/2006/main">
              <a:ext uri="{FF2B5EF4-FFF2-40B4-BE49-F238E27FC236}">
                <a16:creationId xmlns:a16="http://schemas.microsoft.com/office/drawing/2014/main" id="{9829B46A-B9DB-47CA-BC56-BC390CD2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53" name="p35-矩形-0353">
            <a:extLst xmlns:a="http://schemas.openxmlformats.org/drawingml/2006/main">
              <a:ext uri="{FF2B5EF4-FFF2-40B4-BE49-F238E27FC236}">
                <a16:creationId xmlns:a16="http://schemas.microsoft.com/office/drawing/2014/main" id="{7CA2677A-0DD8-44CB-AB33-007B1394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54" name="p35-矩形-0354">
            <a:extLst xmlns:a="http://schemas.openxmlformats.org/drawingml/2006/main">
              <a:ext uri="{FF2B5EF4-FFF2-40B4-BE49-F238E27FC236}">
                <a16:creationId xmlns:a16="http://schemas.microsoft.com/office/drawing/2014/main" id="{C70E04F2-98CE-4AB6-A25B-7F1F798E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55" name="p35-矩形-0355">
            <a:extLst xmlns:a="http://schemas.openxmlformats.org/drawingml/2006/main">
              <a:ext uri="{FF2B5EF4-FFF2-40B4-BE49-F238E27FC236}">
                <a16:creationId xmlns:a16="http://schemas.microsoft.com/office/drawing/2014/main" id="{6C523736-54C8-45B3-B21E-12E3BFBB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6" name="p35-矩形-0356">
            <a:extLst xmlns:a="http://schemas.openxmlformats.org/drawingml/2006/main">
              <a:ext uri="{FF2B5EF4-FFF2-40B4-BE49-F238E27FC236}">
                <a16:creationId xmlns:a16="http://schemas.microsoft.com/office/drawing/2014/main" id="{FEF8AE41-DCDA-4D45-878F-E7100636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57" name="p35-矩形-0357">
            <a:extLst xmlns:a="http://schemas.openxmlformats.org/drawingml/2006/main">
              <a:ext uri="{FF2B5EF4-FFF2-40B4-BE49-F238E27FC236}">
                <a16:creationId xmlns:a16="http://schemas.microsoft.com/office/drawing/2014/main" id="{E6F7FA79-BE56-4799-834A-6C9999F5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58" name="p35-矩形-0358">
            <a:extLst xmlns:a="http://schemas.openxmlformats.org/drawingml/2006/main">
              <a:ext uri="{FF2B5EF4-FFF2-40B4-BE49-F238E27FC236}">
                <a16:creationId xmlns:a16="http://schemas.microsoft.com/office/drawing/2014/main" id="{7CD6ADF4-A905-47BA-AA23-FC6B0C2A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59" name="p35-矩形-0359">
            <a:extLst xmlns:a="http://schemas.openxmlformats.org/drawingml/2006/main">
              <a:ext uri="{FF2B5EF4-FFF2-40B4-BE49-F238E27FC236}">
                <a16:creationId xmlns:a16="http://schemas.microsoft.com/office/drawing/2014/main" id="{17B84025-1E34-471C-8070-FC5BC595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0" name="p35-矩形-0360">
            <a:extLst xmlns:a="http://schemas.openxmlformats.org/drawingml/2006/main">
              <a:ext uri="{FF2B5EF4-FFF2-40B4-BE49-F238E27FC236}">
                <a16:creationId xmlns:a16="http://schemas.microsoft.com/office/drawing/2014/main" id="{70DD1AEF-D413-4159-B984-F28167E2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1" name="p35-矩形-0361">
            <a:extLst xmlns:a="http://schemas.openxmlformats.org/drawingml/2006/main">
              <a:ext uri="{FF2B5EF4-FFF2-40B4-BE49-F238E27FC236}">
                <a16:creationId xmlns:a16="http://schemas.microsoft.com/office/drawing/2014/main" id="{2108F653-3592-4CE6-A18E-F42574CE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62" name="p35-矩形-0362">
            <a:extLst xmlns:a="http://schemas.openxmlformats.org/drawingml/2006/main">
              <a:ext uri="{FF2B5EF4-FFF2-40B4-BE49-F238E27FC236}">
                <a16:creationId xmlns:a16="http://schemas.microsoft.com/office/drawing/2014/main" id="{CEA95280-D651-43B6-B6C4-3161F357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3" name="p35-矩形-0363">
            <a:extLst xmlns:a="http://schemas.openxmlformats.org/drawingml/2006/main">
              <a:ext uri="{FF2B5EF4-FFF2-40B4-BE49-F238E27FC236}">
                <a16:creationId xmlns:a16="http://schemas.microsoft.com/office/drawing/2014/main" id="{169A3DC2-E9DD-4C6D-A072-C5A77902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4" name="p35-矩形-0364">
            <a:extLst xmlns:a="http://schemas.openxmlformats.org/drawingml/2006/main">
              <a:ext uri="{FF2B5EF4-FFF2-40B4-BE49-F238E27FC236}">
                <a16:creationId xmlns:a16="http://schemas.microsoft.com/office/drawing/2014/main" id="{3F6C579B-7D56-4FF0-96BD-474A657E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5" name="p35-矩形-0365">
            <a:extLst xmlns:a="http://schemas.openxmlformats.org/drawingml/2006/main">
              <a:ext uri="{FF2B5EF4-FFF2-40B4-BE49-F238E27FC236}">
                <a16:creationId xmlns:a16="http://schemas.microsoft.com/office/drawing/2014/main" id="{224D0AF8-018E-4818-8213-C7BD46A9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776663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66" name="p35-矩形-0366">
            <a:extLst xmlns:a="http://schemas.openxmlformats.org/drawingml/2006/main">
              <a:ext uri="{FF2B5EF4-FFF2-40B4-BE49-F238E27FC236}">
                <a16:creationId xmlns:a16="http://schemas.microsoft.com/office/drawing/2014/main" id="{991BE3D9-B0CA-44EA-86E4-B56F966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67" name="p35-矩形-0367">
            <a:extLst xmlns:a="http://schemas.openxmlformats.org/drawingml/2006/main">
              <a:ext uri="{FF2B5EF4-FFF2-40B4-BE49-F238E27FC236}">
                <a16:creationId xmlns:a16="http://schemas.microsoft.com/office/drawing/2014/main" id="{14685800-F6E7-46B1-90AA-110D9C94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68" name="p35-矩形-0368">
            <a:extLst xmlns:a="http://schemas.openxmlformats.org/drawingml/2006/main">
              <a:ext uri="{FF2B5EF4-FFF2-40B4-BE49-F238E27FC236}">
                <a16:creationId xmlns:a16="http://schemas.microsoft.com/office/drawing/2014/main" id="{B45523E9-E35D-430E-84C7-65CB595E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69" name="p35-矩形-0369">
            <a:extLst xmlns:a="http://schemas.openxmlformats.org/drawingml/2006/main">
              <a:ext uri="{FF2B5EF4-FFF2-40B4-BE49-F238E27FC236}">
                <a16:creationId xmlns:a16="http://schemas.microsoft.com/office/drawing/2014/main" id="{E03FC48C-74D8-4499-BF9A-26BA72EB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0" name="p35-矩形-0370">
            <a:extLst xmlns:a="http://schemas.openxmlformats.org/drawingml/2006/main">
              <a:ext uri="{FF2B5EF4-FFF2-40B4-BE49-F238E27FC236}">
                <a16:creationId xmlns:a16="http://schemas.microsoft.com/office/drawing/2014/main" id="{C2558D86-C15C-405D-924C-B00ADFCD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1" name="p35-矩形-0371">
            <a:extLst xmlns:a="http://schemas.openxmlformats.org/drawingml/2006/main">
              <a:ext uri="{FF2B5EF4-FFF2-40B4-BE49-F238E27FC236}">
                <a16:creationId xmlns:a16="http://schemas.microsoft.com/office/drawing/2014/main" id="{459BA140-92ED-405B-B047-83BCD6C7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72" name="p35-矩形-0372">
            <a:extLst xmlns:a="http://schemas.openxmlformats.org/drawingml/2006/main">
              <a:ext uri="{FF2B5EF4-FFF2-40B4-BE49-F238E27FC236}">
                <a16:creationId xmlns:a16="http://schemas.microsoft.com/office/drawing/2014/main" id="{422C0EE1-5326-4D4B-81F6-62889A0B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3" name="p35-矩形-0373">
            <a:extLst xmlns:a="http://schemas.openxmlformats.org/drawingml/2006/main">
              <a:ext uri="{FF2B5EF4-FFF2-40B4-BE49-F238E27FC236}">
                <a16:creationId xmlns:a16="http://schemas.microsoft.com/office/drawing/2014/main" id="{3C50AF77-0B5F-4715-80B8-103A67B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4" name="p35-矩形-0374">
            <a:extLst xmlns:a="http://schemas.openxmlformats.org/drawingml/2006/main">
              <a:ext uri="{FF2B5EF4-FFF2-40B4-BE49-F238E27FC236}">
                <a16:creationId xmlns:a16="http://schemas.microsoft.com/office/drawing/2014/main" id="{FE13681B-9B55-4512-9E0C-7F530AA2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5" name="p35-矩形-0375">
            <a:extLst xmlns:a="http://schemas.openxmlformats.org/drawingml/2006/main">
              <a:ext uri="{FF2B5EF4-FFF2-40B4-BE49-F238E27FC236}">
                <a16:creationId xmlns:a16="http://schemas.microsoft.com/office/drawing/2014/main" id="{2E481E44-59B2-406D-9DF0-1D9914E3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76" name="p35-矩形-0376">
            <a:extLst xmlns:a="http://schemas.openxmlformats.org/drawingml/2006/main">
              <a:ext uri="{FF2B5EF4-FFF2-40B4-BE49-F238E27FC236}">
                <a16:creationId xmlns:a16="http://schemas.microsoft.com/office/drawing/2014/main" id="{7C7FECB1-A8A9-4328-B4BE-01F3B1EA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77" name="p35-矩形-0377">
            <a:extLst xmlns:a="http://schemas.openxmlformats.org/drawingml/2006/main">
              <a:ext uri="{FF2B5EF4-FFF2-40B4-BE49-F238E27FC236}">
                <a16:creationId xmlns:a16="http://schemas.microsoft.com/office/drawing/2014/main" id="{DAC465E1-C7AA-4B53-8DD7-8A82DB15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78" name="p35-矩形-0378">
            <a:extLst xmlns:a="http://schemas.openxmlformats.org/drawingml/2006/main">
              <a:ext uri="{FF2B5EF4-FFF2-40B4-BE49-F238E27FC236}">
                <a16:creationId xmlns:a16="http://schemas.microsoft.com/office/drawing/2014/main" id="{E4FC95AA-F08E-41D3-B60B-3C2F4A71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79" name="p35-矩形-0379">
            <a:extLst xmlns:a="http://schemas.openxmlformats.org/drawingml/2006/main">
              <a:ext uri="{FF2B5EF4-FFF2-40B4-BE49-F238E27FC236}">
                <a16:creationId xmlns:a16="http://schemas.microsoft.com/office/drawing/2014/main" id="{C3454CDA-3ABF-49DA-8D66-94E684E2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876675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0" name="p35-矩形-0380">
            <a:extLst xmlns:a="http://schemas.openxmlformats.org/drawingml/2006/main">
              <a:ext uri="{FF2B5EF4-FFF2-40B4-BE49-F238E27FC236}">
                <a16:creationId xmlns:a16="http://schemas.microsoft.com/office/drawing/2014/main" id="{95A20775-4802-429B-967F-217699BB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19A"/>
          </a:solidFill>
          <a:ln xmlns:a="http://schemas.openxmlformats.org/drawingml/2006/main" w="0">
            <a:noFill/>
          </a:ln>
        </p:spPr>
      </p:sp>
      <p:sp>
        <p:nvSpPr>
          <p:cNvPr id="381" name="p35-矩形-0381">
            <a:extLst xmlns:a="http://schemas.openxmlformats.org/drawingml/2006/main">
              <a:ext uri="{FF2B5EF4-FFF2-40B4-BE49-F238E27FC236}">
                <a16:creationId xmlns:a16="http://schemas.microsoft.com/office/drawing/2014/main" id="{140E0CE2-6165-43BB-ACDA-CFADB6A4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2941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2" name="p35-矩形-0382">
            <a:extLst xmlns:a="http://schemas.openxmlformats.org/drawingml/2006/main">
              <a:ext uri="{FF2B5EF4-FFF2-40B4-BE49-F238E27FC236}">
                <a16:creationId xmlns:a16="http://schemas.microsoft.com/office/drawing/2014/main" id="{726D20F1-09BC-4A73-BA2C-F9EC082D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807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3" name="p35-矩形-0383">
            <a:extLst xmlns:a="http://schemas.openxmlformats.org/drawingml/2006/main">
              <a:ext uri="{FF2B5EF4-FFF2-40B4-BE49-F238E27FC236}">
                <a16:creationId xmlns:a16="http://schemas.microsoft.com/office/drawing/2014/main" id="{236ADDCB-1E66-415E-9DF9-D4DE0761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673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4" name="p35-矩形-0384">
            <a:extLst xmlns:a="http://schemas.openxmlformats.org/drawingml/2006/main">
              <a:ext uri="{FF2B5EF4-FFF2-40B4-BE49-F238E27FC236}">
                <a16:creationId xmlns:a16="http://schemas.microsoft.com/office/drawing/2014/main" id="{01CF375D-14C5-4AD4-AF3F-F4F9F86D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539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85" name="p35-矩形-0385">
            <a:extLst xmlns:a="http://schemas.openxmlformats.org/drawingml/2006/main">
              <a:ext uri="{FF2B5EF4-FFF2-40B4-BE49-F238E27FC236}">
                <a16:creationId xmlns:a16="http://schemas.microsoft.com/office/drawing/2014/main" id="{52D10AC7-984C-42EA-B26A-00BD099B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405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94AF"/>
          </a:solidFill>
          <a:ln xmlns:a="http://schemas.openxmlformats.org/drawingml/2006/main" w="0">
            <a:noFill/>
          </a:ln>
        </p:spPr>
      </p:sp>
      <p:sp>
        <p:nvSpPr>
          <p:cNvPr id="386" name="p35-矩形-0386">
            <a:extLst xmlns:a="http://schemas.openxmlformats.org/drawingml/2006/main">
              <a:ext uri="{FF2B5EF4-FFF2-40B4-BE49-F238E27FC236}">
                <a16:creationId xmlns:a16="http://schemas.microsoft.com/office/drawing/2014/main" id="{EDAE4362-5EC4-46CB-A497-3FECF3F2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71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87" name="p35-矩形-0387">
            <a:extLst xmlns:a="http://schemas.openxmlformats.org/drawingml/2006/main">
              <a:ext uri="{FF2B5EF4-FFF2-40B4-BE49-F238E27FC236}">
                <a16:creationId xmlns:a16="http://schemas.microsoft.com/office/drawing/2014/main" id="{CFBF6D43-9207-43AC-B654-8F6E7A5B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138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88" name="p35-矩形-0388">
            <a:extLst xmlns:a="http://schemas.openxmlformats.org/drawingml/2006/main">
              <a:ext uri="{FF2B5EF4-FFF2-40B4-BE49-F238E27FC236}">
                <a16:creationId xmlns:a16="http://schemas.microsoft.com/office/drawing/2014/main" id="{21DFFE1E-4591-4F9F-BAC5-0C3D1EB7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004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E4"/>
          </a:solidFill>
          <a:ln xmlns:a="http://schemas.openxmlformats.org/drawingml/2006/main" w="0">
            <a:noFill/>
          </a:ln>
        </p:spPr>
      </p:sp>
      <p:sp>
        <p:nvSpPr>
          <p:cNvPr id="389" name="p35-矩形-0389">
            <a:extLst xmlns:a="http://schemas.openxmlformats.org/drawingml/2006/main">
              <a:ext uri="{FF2B5EF4-FFF2-40B4-BE49-F238E27FC236}">
                <a16:creationId xmlns:a16="http://schemas.microsoft.com/office/drawing/2014/main" id="{36F3A5C8-CE83-42C2-97FA-1810F32A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9870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6EB"/>
          </a:solidFill>
          <a:ln xmlns:a="http://schemas.openxmlformats.org/drawingml/2006/main" w="0">
            <a:noFill/>
          </a:ln>
        </p:spPr>
      </p:sp>
      <p:sp>
        <p:nvSpPr>
          <p:cNvPr id="390" name="p35-矩形-0390">
            <a:extLst xmlns:a="http://schemas.openxmlformats.org/drawingml/2006/main">
              <a:ext uri="{FF2B5EF4-FFF2-40B4-BE49-F238E27FC236}">
                <a16:creationId xmlns:a16="http://schemas.microsoft.com/office/drawing/2014/main" id="{F753BAB4-1F2D-4D7C-8B7B-861CE341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6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0D0"/>
          </a:solidFill>
          <a:ln xmlns:a="http://schemas.openxmlformats.org/drawingml/2006/main" w="0">
            <a:noFill/>
          </a:ln>
        </p:spPr>
      </p:sp>
      <p:sp>
        <p:nvSpPr>
          <p:cNvPr id="391" name="p35-矩形-0391">
            <a:extLst xmlns:a="http://schemas.openxmlformats.org/drawingml/2006/main">
              <a:ext uri="{FF2B5EF4-FFF2-40B4-BE49-F238E27FC236}">
                <a16:creationId xmlns:a16="http://schemas.microsoft.com/office/drawing/2014/main" id="{FC77613E-A252-435F-84BD-6C837657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602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2" name="p35-矩形-0392">
            <a:extLst xmlns:a="http://schemas.openxmlformats.org/drawingml/2006/main">
              <a:ext uri="{FF2B5EF4-FFF2-40B4-BE49-F238E27FC236}">
                <a16:creationId xmlns:a16="http://schemas.microsoft.com/office/drawing/2014/main" id="{F7974CA9-8740-4BB4-B4A2-A11A50D6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468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3" name="p35-矩形-0393">
            <a:extLst xmlns:a="http://schemas.openxmlformats.org/drawingml/2006/main">
              <a:ext uri="{FF2B5EF4-FFF2-40B4-BE49-F238E27FC236}">
                <a16:creationId xmlns:a16="http://schemas.microsoft.com/office/drawing/2014/main" id="{80C67FE1-9EF2-41C8-BD40-9C56763B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3334" y="3976688"/>
            <a:ext cx="116341" cy="9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B8F"/>
          </a:solidFill>
          <a:ln xmlns:a="http://schemas.openxmlformats.org/drawingml/2006/main" w="0">
            <a:noFill/>
          </a:ln>
        </p:spPr>
      </p:sp>
      <p:sp>
        <p:nvSpPr>
          <p:cNvPr id="394" name="p35-文本-0394">
            <a:extLst xmlns:a="http://schemas.openxmlformats.org/drawingml/2006/main">
              <a:ext uri="{FF2B5EF4-FFF2-40B4-BE49-F238E27FC236}">
                <a16:creationId xmlns:a16="http://schemas.microsoft.com/office/drawing/2014/main" id="{6E2A2ECE-867E-49CE-A786-6BB09507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668" y="41266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95" name="p35-文本-0395">
            <a:extLst xmlns:a="http://schemas.openxmlformats.org/drawingml/2006/main">
              <a:ext uri="{FF2B5EF4-FFF2-40B4-BE49-F238E27FC236}">
                <a16:creationId xmlns:a16="http://schemas.microsoft.com/office/drawing/2014/main" id="{DC82FE43-78B0-4E16-AB47-44F846D6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5730" y="41266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96" name="p35-文本-0396">
            <a:extLst xmlns:a="http://schemas.openxmlformats.org/drawingml/2006/main">
              <a:ext uri="{FF2B5EF4-FFF2-40B4-BE49-F238E27FC236}">
                <a16:creationId xmlns:a16="http://schemas.microsoft.com/office/drawing/2014/main" id="{3080296E-0587-4EC8-98A9-D6EC952D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4589" y="4126655"/>
            <a:ext cx="183356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97" name="p35-文本-0397">
            <a:extLst xmlns:a="http://schemas.openxmlformats.org/drawingml/2006/main">
              <a:ext uri="{FF2B5EF4-FFF2-40B4-BE49-F238E27FC236}">
                <a16:creationId xmlns:a16="http://schemas.microsoft.com/office/drawing/2014/main" id="{F4113A4C-3A1A-41BF-9614-A9326EA9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9720" y="3212588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98" name="p35-文本-0398">
            <a:extLst xmlns:a="http://schemas.openxmlformats.org/drawingml/2006/main">
              <a:ext uri="{FF2B5EF4-FFF2-40B4-BE49-F238E27FC236}">
                <a16:creationId xmlns:a16="http://schemas.microsoft.com/office/drawing/2014/main" id="{1D7BC919-0155-4035-9519-69E19987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9720" y="3912676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99" name="p35-文本-0399">
            <a:extLst xmlns:a="http://schemas.openxmlformats.org/drawingml/2006/main">
              <a:ext uri="{FF2B5EF4-FFF2-40B4-BE49-F238E27FC236}">
                <a16:creationId xmlns:a16="http://schemas.microsoft.com/office/drawing/2014/main" id="{8EC42491-7863-4BB5-A476-717E9BAC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33165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关联条件与响应</a:t>
            </a:r>
          </a:p>
        </p:txBody>
      </p:sp>
      <p:sp>
        <p:nvSpPr>
          <p:cNvPr id="400" name="p35-文本-0400">
            <a:extLst xmlns:a="http://schemas.openxmlformats.org/drawingml/2006/main">
              <a:ext uri="{FF2B5EF4-FFF2-40B4-BE49-F238E27FC236}">
                <a16:creationId xmlns:a16="http://schemas.microsoft.com/office/drawing/2014/main" id="{34588624-FE3C-4AC4-8B3A-3A655C53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68407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支持模式比较</a:t>
            </a:r>
          </a:p>
        </p:txBody>
      </p:sp>
      <p:sp>
        <p:nvSpPr>
          <p:cNvPr id="401" name="p35-矩形-0401">
            <a:extLst xmlns:a="http://schemas.openxmlformats.org/drawingml/2006/main">
              <a:ext uri="{FF2B5EF4-FFF2-40B4-BE49-F238E27FC236}">
                <a16:creationId xmlns:a16="http://schemas.microsoft.com/office/drawing/2014/main" id="{D4FEBC5A-EEF0-4FD4-8282-D463D45F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2437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02" name="p35-文本-0402">
            <a:extLst xmlns:a="http://schemas.openxmlformats.org/drawingml/2006/main">
              <a:ext uri="{FF2B5EF4-FFF2-40B4-BE49-F238E27FC236}">
                <a16:creationId xmlns:a16="http://schemas.microsoft.com/office/drawing/2014/main" id="{E73E59C5-8097-4EB0-9C4C-70E6A1A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477834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</a:t>
            </a:r>
          </a:p>
        </p:txBody>
      </p:sp>
      <p:sp>
        <p:nvSpPr>
          <p:cNvPr id="403" name="p35-文本-0403">
            <a:extLst xmlns:a="http://schemas.openxmlformats.org/drawingml/2006/main">
              <a:ext uri="{FF2B5EF4-FFF2-40B4-BE49-F238E27FC236}">
                <a16:creationId xmlns:a16="http://schemas.microsoft.com/office/drawing/2014/main" id="{49BFB4F2-CB6B-4F33-A8FF-C7CA8E79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14" y="511172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</a:t>
            </a:r>
          </a:p>
        </p:txBody>
      </p:sp>
      <p:sp>
        <p:nvSpPr>
          <p:cNvPr id="404" name="p35-矩形-0404">
            <a:extLst xmlns:a="http://schemas.openxmlformats.org/drawingml/2006/main">
              <a:ext uri="{FF2B5EF4-FFF2-40B4-BE49-F238E27FC236}">
                <a16:creationId xmlns:a16="http://schemas.microsoft.com/office/drawing/2014/main" id="{92BAA323-257C-4020-AA9C-88D4508D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52437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405" name="p35-矩形-0405">
            <a:extLst xmlns:a="http://schemas.openxmlformats.org/drawingml/2006/main">
              <a:ext uri="{FF2B5EF4-FFF2-40B4-BE49-F238E27FC236}">
                <a16:creationId xmlns:a16="http://schemas.microsoft.com/office/drawing/2014/main" id="{2BB7E85D-45F0-4709-A214-098F29B8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19650"/>
            <a:ext cx="17621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4288">
            <a:solidFill>
              <a:srgbClr val="CCD7DF"/>
            </a:solidFill>
          </a:ln>
        </p:spPr>
      </p:sp>
      <p:sp>
        <p:nvSpPr>
          <p:cNvPr id="406" name="p35-椭圆-0406">
            <a:extLst xmlns:a="http://schemas.openxmlformats.org/drawingml/2006/main">
              <a:ext uri="{FF2B5EF4-FFF2-40B4-BE49-F238E27FC236}">
                <a16:creationId xmlns:a16="http://schemas.microsoft.com/office/drawing/2014/main" id="{0B7FA08B-6602-486A-9E4E-3E75E939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07" name="p35-椭圆-0407">
            <a:extLst xmlns:a="http://schemas.openxmlformats.org/drawingml/2006/main">
              <a:ext uri="{FF2B5EF4-FFF2-40B4-BE49-F238E27FC236}">
                <a16:creationId xmlns:a16="http://schemas.microsoft.com/office/drawing/2014/main" id="{79FCD966-FA5F-4023-B141-7E186085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08" name="p35-椭圆-0408">
            <a:extLst xmlns:a="http://schemas.openxmlformats.org/drawingml/2006/main">
              <a:ext uri="{FF2B5EF4-FFF2-40B4-BE49-F238E27FC236}">
                <a16:creationId xmlns:a16="http://schemas.microsoft.com/office/drawing/2014/main" id="{21AE8E56-B491-4D57-8D26-F00D3DEC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09" name="p35-椭圆-0409">
            <a:extLst xmlns:a="http://schemas.openxmlformats.org/drawingml/2006/main">
              <a:ext uri="{FF2B5EF4-FFF2-40B4-BE49-F238E27FC236}">
                <a16:creationId xmlns:a16="http://schemas.microsoft.com/office/drawing/2014/main" id="{7334AB02-C6E6-4F31-AB23-E36F58D3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0" name="p35-椭圆-0410">
            <a:extLst xmlns:a="http://schemas.openxmlformats.org/drawingml/2006/main">
              <a:ext uri="{FF2B5EF4-FFF2-40B4-BE49-F238E27FC236}">
                <a16:creationId xmlns:a16="http://schemas.microsoft.com/office/drawing/2014/main" id="{61BFB2C0-2AA1-49A2-B389-63779154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11" name="p35-椭圆-0411">
            <a:extLst xmlns:a="http://schemas.openxmlformats.org/drawingml/2006/main">
              <a:ext uri="{FF2B5EF4-FFF2-40B4-BE49-F238E27FC236}">
                <a16:creationId xmlns:a16="http://schemas.microsoft.com/office/drawing/2014/main" id="{5809D371-661E-4F22-9335-5BD24863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2" name="p35-椭圆-0412">
            <a:extLst xmlns:a="http://schemas.openxmlformats.org/drawingml/2006/main">
              <a:ext uri="{FF2B5EF4-FFF2-40B4-BE49-F238E27FC236}">
                <a16:creationId xmlns:a16="http://schemas.microsoft.com/office/drawing/2014/main" id="{320DE7DB-4D8E-4046-9827-48DD5767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3" name="p35-椭圆-0413">
            <a:extLst xmlns:a="http://schemas.openxmlformats.org/drawingml/2006/main">
              <a:ext uri="{FF2B5EF4-FFF2-40B4-BE49-F238E27FC236}">
                <a16:creationId xmlns:a16="http://schemas.microsoft.com/office/drawing/2014/main" id="{841343BA-C2FE-4A44-9066-151990B2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14" name="p35-椭圆-0414">
            <a:extLst xmlns:a="http://schemas.openxmlformats.org/drawingml/2006/main">
              <a:ext uri="{FF2B5EF4-FFF2-40B4-BE49-F238E27FC236}">
                <a16:creationId xmlns:a16="http://schemas.microsoft.com/office/drawing/2014/main" id="{0236CEE1-D343-4654-AA5B-1637EB57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15" name="p35-椭圆-0415">
            <a:extLst xmlns:a="http://schemas.openxmlformats.org/drawingml/2006/main">
              <a:ext uri="{FF2B5EF4-FFF2-40B4-BE49-F238E27FC236}">
                <a16:creationId xmlns:a16="http://schemas.microsoft.com/office/drawing/2014/main" id="{FD8F1CDC-82FF-41AD-98BF-A43165C3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6" name="p35-椭圆-0416">
            <a:extLst xmlns:a="http://schemas.openxmlformats.org/drawingml/2006/main">
              <a:ext uri="{FF2B5EF4-FFF2-40B4-BE49-F238E27FC236}">
                <a16:creationId xmlns:a16="http://schemas.microsoft.com/office/drawing/2014/main" id="{8A2C2F17-840E-42C5-B340-13E0F47E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7" name="p35-椭圆-0417">
            <a:extLst xmlns:a="http://schemas.openxmlformats.org/drawingml/2006/main">
              <a:ext uri="{FF2B5EF4-FFF2-40B4-BE49-F238E27FC236}">
                <a16:creationId xmlns:a16="http://schemas.microsoft.com/office/drawing/2014/main" id="{EB4462CD-E4B0-4649-B708-55C45ABC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48721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8" name="p35-椭圆-0418">
            <a:extLst xmlns:a="http://schemas.openxmlformats.org/drawingml/2006/main">
              <a:ext uri="{FF2B5EF4-FFF2-40B4-BE49-F238E27FC236}">
                <a16:creationId xmlns:a16="http://schemas.microsoft.com/office/drawing/2014/main" id="{EE81B37E-C1D4-4460-99D4-E92658ED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19" name="p35-椭圆-0419">
            <a:extLst xmlns:a="http://schemas.openxmlformats.org/drawingml/2006/main">
              <a:ext uri="{FF2B5EF4-FFF2-40B4-BE49-F238E27FC236}">
                <a16:creationId xmlns:a16="http://schemas.microsoft.com/office/drawing/2014/main" id="{5B6ED918-7056-4BE5-8FBD-0EC415E9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0" name="p35-椭圆-0420">
            <a:extLst xmlns:a="http://schemas.openxmlformats.org/drawingml/2006/main">
              <a:ext uri="{FF2B5EF4-FFF2-40B4-BE49-F238E27FC236}">
                <a16:creationId xmlns:a16="http://schemas.microsoft.com/office/drawing/2014/main" id="{7C154F92-3310-47E0-97B9-9936141C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1" name="p35-椭圆-0421">
            <a:extLst xmlns:a="http://schemas.openxmlformats.org/drawingml/2006/main">
              <a:ext uri="{FF2B5EF4-FFF2-40B4-BE49-F238E27FC236}">
                <a16:creationId xmlns:a16="http://schemas.microsoft.com/office/drawing/2014/main" id="{962F4BC8-8D26-4D44-8193-D164B56E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22" name="p35-椭圆-0422">
            <a:extLst xmlns:a="http://schemas.openxmlformats.org/drawingml/2006/main">
              <a:ext uri="{FF2B5EF4-FFF2-40B4-BE49-F238E27FC236}">
                <a16:creationId xmlns:a16="http://schemas.microsoft.com/office/drawing/2014/main" id="{EBE104E9-307D-40F5-9E01-8EC94CAF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23" name="p35-椭圆-0423">
            <a:extLst xmlns:a="http://schemas.openxmlformats.org/drawingml/2006/main">
              <a:ext uri="{FF2B5EF4-FFF2-40B4-BE49-F238E27FC236}">
                <a16:creationId xmlns:a16="http://schemas.microsoft.com/office/drawing/2014/main" id="{70C88C58-80AF-4996-990F-0159DACB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24" name="p35-椭圆-0424">
            <a:extLst xmlns:a="http://schemas.openxmlformats.org/drawingml/2006/main">
              <a:ext uri="{FF2B5EF4-FFF2-40B4-BE49-F238E27FC236}">
                <a16:creationId xmlns:a16="http://schemas.microsoft.com/office/drawing/2014/main" id="{67B6FC94-499F-4130-B9C8-BC70196D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25" name="p35-椭圆-0425">
            <a:extLst xmlns:a="http://schemas.openxmlformats.org/drawingml/2006/main">
              <a:ext uri="{FF2B5EF4-FFF2-40B4-BE49-F238E27FC236}">
                <a16:creationId xmlns:a16="http://schemas.microsoft.com/office/drawing/2014/main" id="{3C779969-B1E2-4646-B955-2AB817E1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26" name="p35-椭圆-0426">
            <a:extLst xmlns:a="http://schemas.openxmlformats.org/drawingml/2006/main">
              <a:ext uri="{FF2B5EF4-FFF2-40B4-BE49-F238E27FC236}">
                <a16:creationId xmlns:a16="http://schemas.microsoft.com/office/drawing/2014/main" id="{25CF984A-E97A-4EC6-990D-7E321F8D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7" name="p35-椭圆-0427">
            <a:extLst xmlns:a="http://schemas.openxmlformats.org/drawingml/2006/main">
              <a:ext uri="{FF2B5EF4-FFF2-40B4-BE49-F238E27FC236}">
                <a16:creationId xmlns:a16="http://schemas.microsoft.com/office/drawing/2014/main" id="{19509931-4FC9-43EC-8193-D165018E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8" name="p35-椭圆-0428">
            <a:extLst xmlns:a="http://schemas.openxmlformats.org/drawingml/2006/main">
              <a:ext uri="{FF2B5EF4-FFF2-40B4-BE49-F238E27FC236}">
                <a16:creationId xmlns:a16="http://schemas.microsoft.com/office/drawing/2014/main" id="{8ACA21C8-8D7E-478A-AE55-C4DAFDC9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29" name="p35-椭圆-0429">
            <a:extLst xmlns:a="http://schemas.openxmlformats.org/drawingml/2006/main">
              <a:ext uri="{FF2B5EF4-FFF2-40B4-BE49-F238E27FC236}">
                <a16:creationId xmlns:a16="http://schemas.microsoft.com/office/drawing/2014/main" id="{546176D1-5257-4571-A7CF-469348A2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49610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30" name="p35-椭圆-0430">
            <a:extLst xmlns:a="http://schemas.openxmlformats.org/drawingml/2006/main">
              <a:ext uri="{FF2B5EF4-FFF2-40B4-BE49-F238E27FC236}">
                <a16:creationId xmlns:a16="http://schemas.microsoft.com/office/drawing/2014/main" id="{F8185F74-A48D-444B-A653-97B642C6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1" name="p35-椭圆-0431">
            <a:extLst xmlns:a="http://schemas.openxmlformats.org/drawingml/2006/main">
              <a:ext uri="{FF2B5EF4-FFF2-40B4-BE49-F238E27FC236}">
                <a16:creationId xmlns:a16="http://schemas.microsoft.com/office/drawing/2014/main" id="{9FF70E93-64BF-48B2-BEDF-8F96D97B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2" name="p35-椭圆-0432">
            <a:extLst xmlns:a="http://schemas.openxmlformats.org/drawingml/2006/main">
              <a:ext uri="{FF2B5EF4-FFF2-40B4-BE49-F238E27FC236}">
                <a16:creationId xmlns:a16="http://schemas.microsoft.com/office/drawing/2014/main" id="{233BF10F-0502-4CE2-8108-53720FEC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33" name="p35-椭圆-0433">
            <a:extLst xmlns:a="http://schemas.openxmlformats.org/drawingml/2006/main">
              <a:ext uri="{FF2B5EF4-FFF2-40B4-BE49-F238E27FC236}">
                <a16:creationId xmlns:a16="http://schemas.microsoft.com/office/drawing/2014/main" id="{09385B87-AE91-4B2F-B95D-59CFBA0E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34" name="p35-椭圆-0434">
            <a:extLst xmlns:a="http://schemas.openxmlformats.org/drawingml/2006/main">
              <a:ext uri="{FF2B5EF4-FFF2-40B4-BE49-F238E27FC236}">
                <a16:creationId xmlns:a16="http://schemas.microsoft.com/office/drawing/2014/main" id="{6F135E01-FA2F-447B-AECC-64B5E696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35" name="p35-椭圆-0435">
            <a:extLst xmlns:a="http://schemas.openxmlformats.org/drawingml/2006/main">
              <a:ext uri="{FF2B5EF4-FFF2-40B4-BE49-F238E27FC236}">
                <a16:creationId xmlns:a16="http://schemas.microsoft.com/office/drawing/2014/main" id="{C45F9A02-9940-4730-8625-AB9D0B47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36" name="p35-椭圆-0436">
            <a:extLst xmlns:a="http://schemas.openxmlformats.org/drawingml/2006/main">
              <a:ext uri="{FF2B5EF4-FFF2-40B4-BE49-F238E27FC236}">
                <a16:creationId xmlns:a16="http://schemas.microsoft.com/office/drawing/2014/main" id="{67CF77FD-BB34-49C9-B105-2FDC0E5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37" name="p35-椭圆-0437">
            <a:extLst xmlns:a="http://schemas.openxmlformats.org/drawingml/2006/main">
              <a:ext uri="{FF2B5EF4-FFF2-40B4-BE49-F238E27FC236}">
                <a16:creationId xmlns:a16="http://schemas.microsoft.com/office/drawing/2014/main" id="{B1DA071E-61F0-41E9-9ED7-B7D92F67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38" name="p35-椭圆-0438">
            <a:extLst xmlns:a="http://schemas.openxmlformats.org/drawingml/2006/main">
              <a:ext uri="{FF2B5EF4-FFF2-40B4-BE49-F238E27FC236}">
                <a16:creationId xmlns:a16="http://schemas.microsoft.com/office/drawing/2014/main" id="{748BA20D-D9EC-4516-A231-5DB32A69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39" name="p35-椭圆-0439">
            <a:extLst xmlns:a="http://schemas.openxmlformats.org/drawingml/2006/main">
              <a:ext uri="{FF2B5EF4-FFF2-40B4-BE49-F238E27FC236}">
                <a16:creationId xmlns:a16="http://schemas.microsoft.com/office/drawing/2014/main" id="{C8612848-2F0E-456A-AD9F-A468C9FC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0" name="p35-椭圆-0440">
            <a:extLst xmlns:a="http://schemas.openxmlformats.org/drawingml/2006/main">
              <a:ext uri="{FF2B5EF4-FFF2-40B4-BE49-F238E27FC236}">
                <a16:creationId xmlns:a16="http://schemas.microsoft.com/office/drawing/2014/main" id="{5FA2E533-23DD-4F99-BF01-0A9CF2AC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41" name="p35-椭圆-0441">
            <a:extLst xmlns:a="http://schemas.openxmlformats.org/drawingml/2006/main">
              <a:ext uri="{FF2B5EF4-FFF2-40B4-BE49-F238E27FC236}">
                <a16:creationId xmlns:a16="http://schemas.microsoft.com/office/drawing/2014/main" id="{CFAAB7A5-0618-4B6F-BD0F-4613FA31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0499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2" name="p35-椭圆-0442">
            <a:extLst xmlns:a="http://schemas.openxmlformats.org/drawingml/2006/main">
              <a:ext uri="{FF2B5EF4-FFF2-40B4-BE49-F238E27FC236}">
                <a16:creationId xmlns:a16="http://schemas.microsoft.com/office/drawing/2014/main" id="{611B6C0E-68B6-4B3D-976E-CD86D893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3" name="p35-椭圆-0443">
            <a:extLst xmlns:a="http://schemas.openxmlformats.org/drawingml/2006/main">
              <a:ext uri="{FF2B5EF4-FFF2-40B4-BE49-F238E27FC236}">
                <a16:creationId xmlns:a16="http://schemas.microsoft.com/office/drawing/2014/main" id="{A7E0088B-331E-43B9-AF89-C2E49A06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44" name="p35-椭圆-0444">
            <a:extLst xmlns:a="http://schemas.openxmlformats.org/drawingml/2006/main">
              <a:ext uri="{FF2B5EF4-FFF2-40B4-BE49-F238E27FC236}">
                <a16:creationId xmlns:a16="http://schemas.microsoft.com/office/drawing/2014/main" id="{2BA22C1D-2853-4A6D-B542-F33D6FE3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45" name="p35-椭圆-0445">
            <a:extLst xmlns:a="http://schemas.openxmlformats.org/drawingml/2006/main">
              <a:ext uri="{FF2B5EF4-FFF2-40B4-BE49-F238E27FC236}">
                <a16:creationId xmlns:a16="http://schemas.microsoft.com/office/drawing/2014/main" id="{0DDBE59F-35A1-47CB-AD41-104D542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6" name="p35-椭圆-0446">
            <a:extLst xmlns:a="http://schemas.openxmlformats.org/drawingml/2006/main">
              <a:ext uri="{FF2B5EF4-FFF2-40B4-BE49-F238E27FC236}">
                <a16:creationId xmlns:a16="http://schemas.microsoft.com/office/drawing/2014/main" id="{38250C05-0D3A-4DD4-8A64-EFB11574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47" name="p35-椭圆-0447">
            <a:extLst xmlns:a="http://schemas.openxmlformats.org/drawingml/2006/main">
              <a:ext uri="{FF2B5EF4-FFF2-40B4-BE49-F238E27FC236}">
                <a16:creationId xmlns:a16="http://schemas.microsoft.com/office/drawing/2014/main" id="{6E3F2412-4E25-4D48-B80C-8AAADF80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48" name="p35-椭圆-0448">
            <a:extLst xmlns:a="http://schemas.openxmlformats.org/drawingml/2006/main">
              <a:ext uri="{FF2B5EF4-FFF2-40B4-BE49-F238E27FC236}">
                <a16:creationId xmlns:a16="http://schemas.microsoft.com/office/drawing/2014/main" id="{D2CF6967-07CF-4339-AEA8-78BA6F0C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49" name="p35-椭圆-0449">
            <a:extLst xmlns:a="http://schemas.openxmlformats.org/drawingml/2006/main">
              <a:ext uri="{FF2B5EF4-FFF2-40B4-BE49-F238E27FC236}">
                <a16:creationId xmlns:a16="http://schemas.microsoft.com/office/drawing/2014/main" id="{31EC36CD-768B-4148-9D44-6E6D40F2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50" name="p35-椭圆-0450">
            <a:extLst xmlns:a="http://schemas.openxmlformats.org/drawingml/2006/main">
              <a:ext uri="{FF2B5EF4-FFF2-40B4-BE49-F238E27FC236}">
                <a16:creationId xmlns:a16="http://schemas.microsoft.com/office/drawing/2014/main" id="{8BCBBE15-B23F-49A3-839C-51C64A5E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51" name="p35-椭圆-0451">
            <a:extLst xmlns:a="http://schemas.openxmlformats.org/drawingml/2006/main">
              <a:ext uri="{FF2B5EF4-FFF2-40B4-BE49-F238E27FC236}">
                <a16:creationId xmlns:a16="http://schemas.microsoft.com/office/drawing/2014/main" id="{F85F6870-32AB-4EB7-8034-D4435241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52" name="p35-椭圆-0452">
            <a:extLst xmlns:a="http://schemas.openxmlformats.org/drawingml/2006/main">
              <a:ext uri="{FF2B5EF4-FFF2-40B4-BE49-F238E27FC236}">
                <a16:creationId xmlns:a16="http://schemas.microsoft.com/office/drawing/2014/main" id="{0AA5E08E-7B5C-4DBF-883D-3FAF0385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53" name="p35-椭圆-0453">
            <a:extLst xmlns:a="http://schemas.openxmlformats.org/drawingml/2006/main">
              <a:ext uri="{FF2B5EF4-FFF2-40B4-BE49-F238E27FC236}">
                <a16:creationId xmlns:a16="http://schemas.microsoft.com/office/drawing/2014/main" id="{E1C5A0AF-4C8D-48F6-A0C4-3BCF971B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1388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4" name="p35-椭圆-0454">
            <a:extLst xmlns:a="http://schemas.openxmlformats.org/drawingml/2006/main">
              <a:ext uri="{FF2B5EF4-FFF2-40B4-BE49-F238E27FC236}">
                <a16:creationId xmlns:a16="http://schemas.microsoft.com/office/drawing/2014/main" id="{836D678B-BE22-4DF9-B67A-71021E3B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55" name="p35-椭圆-0455">
            <a:extLst xmlns:a="http://schemas.openxmlformats.org/drawingml/2006/main">
              <a:ext uri="{FF2B5EF4-FFF2-40B4-BE49-F238E27FC236}">
                <a16:creationId xmlns:a16="http://schemas.microsoft.com/office/drawing/2014/main" id="{727A3759-19FC-41F4-BFF9-3C6DED6E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56" name="p35-椭圆-0456">
            <a:extLst xmlns:a="http://schemas.openxmlformats.org/drawingml/2006/main">
              <a:ext uri="{FF2B5EF4-FFF2-40B4-BE49-F238E27FC236}">
                <a16:creationId xmlns:a16="http://schemas.microsoft.com/office/drawing/2014/main" id="{D62547D6-7B0F-4CAB-9AAF-2E2A90C5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7" name="p35-椭圆-0457">
            <a:extLst xmlns:a="http://schemas.openxmlformats.org/drawingml/2006/main">
              <a:ext uri="{FF2B5EF4-FFF2-40B4-BE49-F238E27FC236}">
                <a16:creationId xmlns:a16="http://schemas.microsoft.com/office/drawing/2014/main" id="{B0F6545B-9329-41E7-9E7A-12554F07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8" name="p35-椭圆-0458">
            <a:extLst xmlns:a="http://schemas.openxmlformats.org/drawingml/2006/main">
              <a:ext uri="{FF2B5EF4-FFF2-40B4-BE49-F238E27FC236}">
                <a16:creationId xmlns:a16="http://schemas.microsoft.com/office/drawing/2014/main" id="{B0ABE5D9-E668-49C7-99A4-986E757E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59" name="p35-椭圆-0459">
            <a:extLst xmlns:a="http://schemas.openxmlformats.org/drawingml/2006/main">
              <a:ext uri="{FF2B5EF4-FFF2-40B4-BE49-F238E27FC236}">
                <a16:creationId xmlns:a16="http://schemas.microsoft.com/office/drawing/2014/main" id="{CAC5E23E-2162-446E-839B-3227E923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60" name="p35-椭圆-0460">
            <a:extLst xmlns:a="http://schemas.openxmlformats.org/drawingml/2006/main">
              <a:ext uri="{FF2B5EF4-FFF2-40B4-BE49-F238E27FC236}">
                <a16:creationId xmlns:a16="http://schemas.microsoft.com/office/drawing/2014/main" id="{27F215CC-94C0-4268-8C90-C587AD0D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1" name="p35-椭圆-0461">
            <a:extLst xmlns:a="http://schemas.openxmlformats.org/drawingml/2006/main">
              <a:ext uri="{FF2B5EF4-FFF2-40B4-BE49-F238E27FC236}">
                <a16:creationId xmlns:a16="http://schemas.microsoft.com/office/drawing/2014/main" id="{D09F4B15-437B-445C-860A-E36D48BF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2" name="p35-椭圆-0462">
            <a:extLst xmlns:a="http://schemas.openxmlformats.org/drawingml/2006/main">
              <a:ext uri="{FF2B5EF4-FFF2-40B4-BE49-F238E27FC236}">
                <a16:creationId xmlns:a16="http://schemas.microsoft.com/office/drawing/2014/main" id="{B67C8B36-21AE-43FF-AE50-CA72886D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63" name="p35-椭圆-0463">
            <a:extLst xmlns:a="http://schemas.openxmlformats.org/drawingml/2006/main">
              <a:ext uri="{FF2B5EF4-FFF2-40B4-BE49-F238E27FC236}">
                <a16:creationId xmlns:a16="http://schemas.microsoft.com/office/drawing/2014/main" id="{62E45A52-F94A-4A92-852F-10ECC3D7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64" name="p35-椭圆-0464">
            <a:extLst xmlns:a="http://schemas.openxmlformats.org/drawingml/2006/main">
              <a:ext uri="{FF2B5EF4-FFF2-40B4-BE49-F238E27FC236}">
                <a16:creationId xmlns:a16="http://schemas.microsoft.com/office/drawing/2014/main" id="{6A67ED29-4D70-4D84-82B8-F03A013F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5" name="p35-椭圆-0465">
            <a:extLst xmlns:a="http://schemas.openxmlformats.org/drawingml/2006/main">
              <a:ext uri="{FF2B5EF4-FFF2-40B4-BE49-F238E27FC236}">
                <a16:creationId xmlns:a16="http://schemas.microsoft.com/office/drawing/2014/main" id="{6461FF3C-D6DD-42CE-9B0C-13FD6322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2277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6" name="p35-椭圆-0466">
            <a:extLst xmlns:a="http://schemas.openxmlformats.org/drawingml/2006/main">
              <a:ext uri="{FF2B5EF4-FFF2-40B4-BE49-F238E27FC236}">
                <a16:creationId xmlns:a16="http://schemas.microsoft.com/office/drawing/2014/main" id="{393C4B7C-7EE3-4C30-87B1-839CCC9B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67" name="p35-椭圆-0467">
            <a:extLst xmlns:a="http://schemas.openxmlformats.org/drawingml/2006/main">
              <a:ext uri="{FF2B5EF4-FFF2-40B4-BE49-F238E27FC236}">
                <a16:creationId xmlns:a16="http://schemas.microsoft.com/office/drawing/2014/main" id="{4E9DE1B2-399A-4AF9-A81F-7EEA1AF6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8" name="p35-椭圆-0468">
            <a:extLst xmlns:a="http://schemas.openxmlformats.org/drawingml/2006/main">
              <a:ext uri="{FF2B5EF4-FFF2-40B4-BE49-F238E27FC236}">
                <a16:creationId xmlns:a16="http://schemas.microsoft.com/office/drawing/2014/main" id="{A61D789A-99C5-4F6D-A39E-259BEDF0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69" name="p35-椭圆-0469">
            <a:extLst xmlns:a="http://schemas.openxmlformats.org/drawingml/2006/main">
              <a:ext uri="{FF2B5EF4-FFF2-40B4-BE49-F238E27FC236}">
                <a16:creationId xmlns:a16="http://schemas.microsoft.com/office/drawing/2014/main" id="{C07164D0-25CD-4785-9CA5-1341F021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0" name="p35-椭圆-0470">
            <a:extLst xmlns:a="http://schemas.openxmlformats.org/drawingml/2006/main">
              <a:ext uri="{FF2B5EF4-FFF2-40B4-BE49-F238E27FC236}">
                <a16:creationId xmlns:a16="http://schemas.microsoft.com/office/drawing/2014/main" id="{3CCE4205-FE65-4F52-AE55-A47F7476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71" name="p35-椭圆-0471">
            <a:extLst xmlns:a="http://schemas.openxmlformats.org/drawingml/2006/main">
              <a:ext uri="{FF2B5EF4-FFF2-40B4-BE49-F238E27FC236}">
                <a16:creationId xmlns:a16="http://schemas.microsoft.com/office/drawing/2014/main" id="{1A99D843-3221-44ED-A615-BB35D59B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2" name="p35-椭圆-0472">
            <a:extLst xmlns:a="http://schemas.openxmlformats.org/drawingml/2006/main">
              <a:ext uri="{FF2B5EF4-FFF2-40B4-BE49-F238E27FC236}">
                <a16:creationId xmlns:a16="http://schemas.microsoft.com/office/drawing/2014/main" id="{1F5F666C-8102-4D68-905A-E2212FA8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3" name="p35-椭圆-0473">
            <a:extLst xmlns:a="http://schemas.openxmlformats.org/drawingml/2006/main">
              <a:ext uri="{FF2B5EF4-FFF2-40B4-BE49-F238E27FC236}">
                <a16:creationId xmlns:a16="http://schemas.microsoft.com/office/drawing/2014/main" id="{F3CEF677-1124-462E-819B-ECA63F8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74" name="p35-椭圆-0474">
            <a:extLst xmlns:a="http://schemas.openxmlformats.org/drawingml/2006/main">
              <a:ext uri="{FF2B5EF4-FFF2-40B4-BE49-F238E27FC236}">
                <a16:creationId xmlns:a16="http://schemas.microsoft.com/office/drawing/2014/main" id="{3C65587C-C779-48E7-B5CF-9CD6A067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75" name="p35-椭圆-0475">
            <a:extLst xmlns:a="http://schemas.openxmlformats.org/drawingml/2006/main">
              <a:ext uri="{FF2B5EF4-FFF2-40B4-BE49-F238E27FC236}">
                <a16:creationId xmlns:a16="http://schemas.microsoft.com/office/drawing/2014/main" id="{C42145C1-737F-4E26-A751-A89011B7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6" name="p35-椭圆-0476">
            <a:extLst xmlns:a="http://schemas.openxmlformats.org/drawingml/2006/main">
              <a:ext uri="{FF2B5EF4-FFF2-40B4-BE49-F238E27FC236}">
                <a16:creationId xmlns:a16="http://schemas.microsoft.com/office/drawing/2014/main" id="{F5AD7892-5966-47D7-9209-8D09E9DC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7" name="p35-椭圆-0477">
            <a:extLst xmlns:a="http://schemas.openxmlformats.org/drawingml/2006/main">
              <a:ext uri="{FF2B5EF4-FFF2-40B4-BE49-F238E27FC236}">
                <a16:creationId xmlns:a16="http://schemas.microsoft.com/office/drawing/2014/main" id="{5B9A6B97-5F7B-48D3-B33A-3244936A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3166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78" name="p35-椭圆-0478">
            <a:extLst xmlns:a="http://schemas.openxmlformats.org/drawingml/2006/main">
              <a:ext uri="{FF2B5EF4-FFF2-40B4-BE49-F238E27FC236}">
                <a16:creationId xmlns:a16="http://schemas.microsoft.com/office/drawing/2014/main" id="{AFC6DCC5-E52F-4014-A9CC-D789B406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79" name="p35-椭圆-0479">
            <a:extLst xmlns:a="http://schemas.openxmlformats.org/drawingml/2006/main">
              <a:ext uri="{FF2B5EF4-FFF2-40B4-BE49-F238E27FC236}">
                <a16:creationId xmlns:a16="http://schemas.microsoft.com/office/drawing/2014/main" id="{C40300A5-15D0-4AE0-8708-9A0868AF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0" name="p35-椭圆-0480">
            <a:extLst xmlns:a="http://schemas.openxmlformats.org/drawingml/2006/main">
              <a:ext uri="{FF2B5EF4-FFF2-40B4-BE49-F238E27FC236}">
                <a16:creationId xmlns:a16="http://schemas.microsoft.com/office/drawing/2014/main" id="{7EF07DAE-15C6-42A3-9F45-0114857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1" name="p35-椭圆-0481">
            <a:extLst xmlns:a="http://schemas.openxmlformats.org/drawingml/2006/main">
              <a:ext uri="{FF2B5EF4-FFF2-40B4-BE49-F238E27FC236}">
                <a16:creationId xmlns:a16="http://schemas.microsoft.com/office/drawing/2014/main" id="{068AA4CB-A71A-4A97-A95D-E06E4532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82" name="p35-椭圆-0482">
            <a:extLst xmlns:a="http://schemas.openxmlformats.org/drawingml/2006/main">
              <a:ext uri="{FF2B5EF4-FFF2-40B4-BE49-F238E27FC236}">
                <a16:creationId xmlns:a16="http://schemas.microsoft.com/office/drawing/2014/main" id="{8B821FC7-8F98-487B-B09D-AF93656F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83" name="p35-椭圆-0483">
            <a:extLst xmlns:a="http://schemas.openxmlformats.org/drawingml/2006/main">
              <a:ext uri="{FF2B5EF4-FFF2-40B4-BE49-F238E27FC236}">
                <a16:creationId xmlns:a16="http://schemas.microsoft.com/office/drawing/2014/main" id="{CA78982E-4148-4836-A992-CFBAF9AE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84" name="p35-椭圆-0484">
            <a:extLst xmlns:a="http://schemas.openxmlformats.org/drawingml/2006/main">
              <a:ext uri="{FF2B5EF4-FFF2-40B4-BE49-F238E27FC236}">
                <a16:creationId xmlns:a16="http://schemas.microsoft.com/office/drawing/2014/main" id="{A823CF21-8BA9-44F8-8E52-EA48ED12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85" name="p35-椭圆-0485">
            <a:extLst xmlns:a="http://schemas.openxmlformats.org/drawingml/2006/main">
              <a:ext uri="{FF2B5EF4-FFF2-40B4-BE49-F238E27FC236}">
                <a16:creationId xmlns:a16="http://schemas.microsoft.com/office/drawing/2014/main" id="{8E0157B8-4658-4D20-A54F-D9F4C8CA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86" name="p35-椭圆-0486">
            <a:extLst xmlns:a="http://schemas.openxmlformats.org/drawingml/2006/main">
              <a:ext uri="{FF2B5EF4-FFF2-40B4-BE49-F238E27FC236}">
                <a16:creationId xmlns:a16="http://schemas.microsoft.com/office/drawing/2014/main" id="{C43C77CD-4D05-4435-BC31-9713BD92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7" name="p35-椭圆-0487">
            <a:extLst xmlns:a="http://schemas.openxmlformats.org/drawingml/2006/main">
              <a:ext uri="{FF2B5EF4-FFF2-40B4-BE49-F238E27FC236}">
                <a16:creationId xmlns:a16="http://schemas.microsoft.com/office/drawing/2014/main" id="{4C8B48C9-F3A2-4F08-BF14-C5E679E3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8" name="p35-椭圆-0488">
            <a:extLst xmlns:a="http://schemas.openxmlformats.org/drawingml/2006/main">
              <a:ext uri="{FF2B5EF4-FFF2-40B4-BE49-F238E27FC236}">
                <a16:creationId xmlns:a16="http://schemas.microsoft.com/office/drawing/2014/main" id="{EEA39D2F-82B0-4151-80AE-EC755285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89" name="p35-椭圆-0489">
            <a:extLst xmlns:a="http://schemas.openxmlformats.org/drawingml/2006/main">
              <a:ext uri="{FF2B5EF4-FFF2-40B4-BE49-F238E27FC236}">
                <a16:creationId xmlns:a16="http://schemas.microsoft.com/office/drawing/2014/main" id="{EF3348A9-8017-4081-B752-5222B5A8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4055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90" name="p35-椭圆-0490">
            <a:extLst xmlns:a="http://schemas.openxmlformats.org/drawingml/2006/main">
              <a:ext uri="{FF2B5EF4-FFF2-40B4-BE49-F238E27FC236}">
                <a16:creationId xmlns:a16="http://schemas.microsoft.com/office/drawing/2014/main" id="{74CD0432-58EB-4786-A01E-BD8A2FB9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80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1" name="p35-椭圆-0491">
            <a:extLst xmlns:a="http://schemas.openxmlformats.org/drawingml/2006/main">
              <a:ext uri="{FF2B5EF4-FFF2-40B4-BE49-F238E27FC236}">
                <a16:creationId xmlns:a16="http://schemas.microsoft.com/office/drawing/2014/main" id="{DD588245-1D81-4748-A443-071D0ABE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928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2" name="p35-椭圆-0492">
            <a:extLst xmlns:a="http://schemas.openxmlformats.org/drawingml/2006/main">
              <a:ext uri="{FF2B5EF4-FFF2-40B4-BE49-F238E27FC236}">
                <a16:creationId xmlns:a16="http://schemas.microsoft.com/office/drawing/2014/main" id="{C4F7EE5F-84E8-4BF4-8289-C3C81E4E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76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93" name="p35-椭圆-0493">
            <a:extLst xmlns:a="http://schemas.openxmlformats.org/drawingml/2006/main">
              <a:ext uri="{FF2B5EF4-FFF2-40B4-BE49-F238E27FC236}">
                <a16:creationId xmlns:a16="http://schemas.microsoft.com/office/drawing/2014/main" id="{ED7D8717-3F38-477A-83EF-F42F264E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024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94" name="p35-椭圆-0494">
            <a:extLst xmlns:a="http://schemas.openxmlformats.org/drawingml/2006/main">
              <a:ext uri="{FF2B5EF4-FFF2-40B4-BE49-F238E27FC236}">
                <a16:creationId xmlns:a16="http://schemas.microsoft.com/office/drawing/2014/main" id="{A85B4C5F-B638-46D1-8419-6ECFCC6C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0572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95" name="p35-椭圆-0495">
            <a:extLst xmlns:a="http://schemas.openxmlformats.org/drawingml/2006/main">
              <a:ext uri="{FF2B5EF4-FFF2-40B4-BE49-F238E27FC236}">
                <a16:creationId xmlns:a16="http://schemas.microsoft.com/office/drawing/2014/main" id="{E8A946FD-3DD5-4016-A77A-FECCCC5E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120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6983"/>
          </a:solidFill>
          <a:ln xmlns:a="http://schemas.openxmlformats.org/drawingml/2006/main" w="0">
            <a:noFill/>
          </a:ln>
        </p:spPr>
      </p:sp>
      <p:sp>
        <p:nvSpPr>
          <p:cNvPr id="496" name="p35-椭圆-0496">
            <a:extLst xmlns:a="http://schemas.openxmlformats.org/drawingml/2006/main">
              <a:ext uri="{FF2B5EF4-FFF2-40B4-BE49-F238E27FC236}">
                <a16:creationId xmlns:a16="http://schemas.microsoft.com/office/drawing/2014/main" id="{91FBC57A-ECB9-410E-911A-357AE78A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668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497" name="p35-椭圆-0497">
            <a:extLst xmlns:a="http://schemas.openxmlformats.org/drawingml/2006/main">
              <a:ext uri="{FF2B5EF4-FFF2-40B4-BE49-F238E27FC236}">
                <a16:creationId xmlns:a16="http://schemas.microsoft.com/office/drawing/2014/main" id="{4E192B38-182E-4341-89BC-C599DDC2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216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498" name="p35-椭圆-0498">
            <a:extLst xmlns:a="http://schemas.openxmlformats.org/drawingml/2006/main">
              <a:ext uri="{FF2B5EF4-FFF2-40B4-BE49-F238E27FC236}">
                <a16:creationId xmlns:a16="http://schemas.microsoft.com/office/drawing/2014/main" id="{49763348-582D-4B4F-BA4A-C4930CFD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65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499" name="p35-椭圆-0499">
            <a:extLst xmlns:a="http://schemas.openxmlformats.org/drawingml/2006/main">
              <a:ext uri="{FF2B5EF4-FFF2-40B4-BE49-F238E27FC236}">
                <a16:creationId xmlns:a16="http://schemas.microsoft.com/office/drawing/2014/main" id="{FA01AA79-C58C-49E8-BDAA-164E203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313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D8DF"/>
          </a:solidFill>
          <a:ln xmlns:a="http://schemas.openxmlformats.org/drawingml/2006/main" w="0">
            <a:noFill/>
          </a:ln>
        </p:spPr>
      </p:sp>
      <p:sp>
        <p:nvSpPr>
          <p:cNvPr id="500" name="p35-椭圆-0500">
            <a:extLst xmlns:a="http://schemas.openxmlformats.org/drawingml/2006/main">
              <a:ext uri="{FF2B5EF4-FFF2-40B4-BE49-F238E27FC236}">
                <a16:creationId xmlns:a16="http://schemas.microsoft.com/office/drawing/2014/main" id="{FDA293C9-1E71-4044-8857-B788240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861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6B8C5"/>
          </a:solidFill>
          <a:ln xmlns:a="http://schemas.openxmlformats.org/drawingml/2006/main" w="0">
            <a:noFill/>
          </a:ln>
        </p:spPr>
      </p:sp>
      <p:sp>
        <p:nvSpPr>
          <p:cNvPr id="501" name="p35-椭圆-0501">
            <a:extLst xmlns:a="http://schemas.openxmlformats.org/drawingml/2006/main">
              <a:ext uri="{FF2B5EF4-FFF2-40B4-BE49-F238E27FC236}">
                <a16:creationId xmlns:a16="http://schemas.microsoft.com/office/drawing/2014/main" id="{1D3432E7-4038-4920-921A-DD9AA49A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409" y="5494482"/>
            <a:ext cx="72736" cy="72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90A6"/>
          </a:solidFill>
          <a:ln xmlns:a="http://schemas.openxmlformats.org/drawingml/2006/main" w="0">
            <a:noFill/>
          </a:ln>
        </p:spPr>
      </p:sp>
      <p:sp>
        <p:nvSpPr>
          <p:cNvPr id="502" name="p35-文本-0502">
            <a:extLst xmlns:a="http://schemas.openxmlformats.org/drawingml/2006/main">
              <a:ext uri="{FF2B5EF4-FFF2-40B4-BE49-F238E27FC236}">
                <a16:creationId xmlns:a16="http://schemas.microsoft.com/office/drawing/2014/main" id="{AE929042-8D6F-4D30-92E0-48325C6D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7470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独立实验检验</a:t>
            </a:r>
          </a:p>
        </p:txBody>
      </p:sp>
      <p:sp>
        <p:nvSpPr>
          <p:cNvPr id="503" name="p35-文本-0503">
            <a:extLst xmlns:a="http://schemas.openxmlformats.org/drawingml/2006/main">
              <a:ext uri="{FF2B5EF4-FFF2-40B4-BE49-F238E27FC236}">
                <a16:creationId xmlns:a16="http://schemas.microsoft.com/office/drawing/2014/main" id="{DC7D1E4E-3BED-42F4-8F2B-C791C957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27127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检查重复与偏差</a:t>
            </a:r>
          </a:p>
        </p:txBody>
      </p:sp>
      <p:sp>
        <p:nvSpPr>
          <p:cNvPr id="504" name="p35-矩形-0504">
            <a:extLst xmlns:a="http://schemas.openxmlformats.org/drawingml/2006/main">
              <a:ext uri="{FF2B5EF4-FFF2-40B4-BE49-F238E27FC236}">
                <a16:creationId xmlns:a16="http://schemas.microsoft.com/office/drawing/2014/main" id="{34F18966-849C-49CD-9DF9-B9ACE610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24375"/>
            <a:ext cx="53340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05" name="p35-文本-0505">
            <a:extLst xmlns:a="http://schemas.openxmlformats.org/drawingml/2006/main">
              <a:ext uri="{FF2B5EF4-FFF2-40B4-BE49-F238E27FC236}">
                <a16:creationId xmlns:a16="http://schemas.microsoft.com/office/drawing/2014/main" id="{849E82E7-E6A4-4129-8E4C-C687FDF6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4778346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</a:t>
            </a:r>
          </a:p>
        </p:txBody>
      </p:sp>
      <p:sp>
        <p:nvSpPr>
          <p:cNvPr id="506" name="p35-文本-0506">
            <a:extLst xmlns:a="http://schemas.openxmlformats.org/drawingml/2006/main">
              <a:ext uri="{FF2B5EF4-FFF2-40B4-BE49-F238E27FC236}">
                <a16:creationId xmlns:a16="http://schemas.microsoft.com/office/drawing/2014/main" id="{4D692425-075E-404F-8810-BE8CBEAC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189" y="5111721"/>
            <a:ext cx="267272" cy="322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</a:t>
            </a:r>
          </a:p>
        </p:txBody>
      </p:sp>
      <p:sp>
        <p:nvSpPr>
          <p:cNvPr id="507" name="p35-矩形-0507">
            <a:extLst xmlns:a="http://schemas.openxmlformats.org/drawingml/2006/main">
              <a:ext uri="{FF2B5EF4-FFF2-40B4-BE49-F238E27FC236}">
                <a16:creationId xmlns:a16="http://schemas.microsoft.com/office/drawing/2014/main" id="{3985B9E0-EB42-4B64-A12B-301974A2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24375"/>
            <a:ext cx="4705350" cy="1343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F"/>
            </a:solidFill>
            <a:prstDash val="dash"/>
          </a:ln>
        </p:spPr>
      </p:sp>
      <p:sp>
        <p:nvSpPr>
          <p:cNvPr id="508" name="p35-文本-0508">
            <a:extLst xmlns:a="http://schemas.openxmlformats.org/drawingml/2006/main">
              <a:ext uri="{FF2B5EF4-FFF2-40B4-BE49-F238E27FC236}">
                <a16:creationId xmlns:a16="http://schemas.microsoft.com/office/drawing/2014/main" id="{3382CDEB-6485-4605-B2AA-FB5D65CC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83302"/>
            <a:ext cx="5715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相对响应</a:t>
            </a:r>
          </a:p>
        </p:txBody>
      </p:sp>
      <p:sp>
        <p:nvSpPr>
          <p:cNvPr id="509" name="p35-线-0509">
            <a:extLst xmlns:a="http://schemas.openxmlformats.org/drawingml/2006/main">
              <a:ext uri="{FF2B5EF4-FFF2-40B4-BE49-F238E27FC236}">
                <a16:creationId xmlns:a16="http://schemas.microsoft.com/office/drawing/2014/main" id="{0426753C-709C-4B94-9C5A-9D99B952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486400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510" name="p35-线-0510">
            <a:extLst xmlns:a="http://schemas.openxmlformats.org/drawingml/2006/main">
              <a:ext uri="{FF2B5EF4-FFF2-40B4-BE49-F238E27FC236}">
                <a16:creationId xmlns:a16="http://schemas.microsoft.com/office/drawing/2014/main" id="{2F3A259A-761E-4D59-8CE1-F8D44DFC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048250"/>
            <a:ext cx="95" cy="438150"/>
          </a:xfrm>
          <a:custGeom xmlns:a="http://schemas.openxmlformats.org/drawingml/2006/main">
            <a:pathLst>
              <a:path w="95" h="438150">
                <a:moveTo>
                  <a:pt x="0" y="0"/>
                </a:moveTo>
                <a:lnTo>
                  <a:pt x="0" y="43815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511" name="p35-线-0511">
            <a:extLst xmlns:a="http://schemas.openxmlformats.org/drawingml/2006/main">
              <a:ext uri="{FF2B5EF4-FFF2-40B4-BE49-F238E27FC236}">
                <a16:creationId xmlns:a16="http://schemas.microsoft.com/office/drawing/2014/main" id="{1E3846F9-FD66-4379-8B33-570CF7DA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157788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12" name="p35-线-0512">
            <a:extLst xmlns:a="http://schemas.openxmlformats.org/drawingml/2006/main">
              <a:ext uri="{FF2B5EF4-FFF2-40B4-BE49-F238E27FC236}">
                <a16:creationId xmlns:a16="http://schemas.microsoft.com/office/drawing/2014/main" id="{24F0D804-176A-401C-9109-9F641B73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267325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13" name="p35-线-0513">
            <a:extLst xmlns:a="http://schemas.openxmlformats.org/drawingml/2006/main">
              <a:ext uri="{FF2B5EF4-FFF2-40B4-BE49-F238E27FC236}">
                <a16:creationId xmlns:a16="http://schemas.microsoft.com/office/drawing/2014/main" id="{62B55E18-EDF1-432E-AEE9-AADFD085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376863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514" name="p35-路径-0514">
            <a:extLst xmlns:a="http://schemas.openxmlformats.org/drawingml/2006/main">
              <a:ext uri="{FF2B5EF4-FFF2-40B4-BE49-F238E27FC236}">
                <a16:creationId xmlns:a16="http://schemas.microsoft.com/office/drawing/2014/main" id="{845B274D-D889-4742-B689-147F03DA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122545"/>
            <a:ext cx="1762125" cy="246698"/>
          </a:xfrm>
          <a:custGeom xmlns:a="http://schemas.openxmlformats.org/drawingml/2006/main">
            <a:pathLst>
              <a:path w="1762125" h="246698">
                <a:moveTo>
                  <a:pt x="0" y="0"/>
                </a:moveTo>
                <a:lnTo>
                  <a:pt x="59055" y="18098"/>
                </a:lnTo>
                <a:lnTo>
                  <a:pt x="117157" y="36195"/>
                </a:lnTo>
                <a:lnTo>
                  <a:pt x="176213" y="51435"/>
                </a:lnTo>
                <a:lnTo>
                  <a:pt x="235268" y="66675"/>
                </a:lnTo>
                <a:lnTo>
                  <a:pt x="293370" y="80963"/>
                </a:lnTo>
                <a:lnTo>
                  <a:pt x="352425" y="94298"/>
                </a:lnTo>
                <a:lnTo>
                  <a:pt x="411480" y="106680"/>
                </a:lnTo>
                <a:lnTo>
                  <a:pt x="469582" y="118110"/>
                </a:lnTo>
                <a:lnTo>
                  <a:pt x="528638" y="128588"/>
                </a:lnTo>
                <a:lnTo>
                  <a:pt x="587693" y="139065"/>
                </a:lnTo>
                <a:lnTo>
                  <a:pt x="645795" y="148590"/>
                </a:lnTo>
                <a:lnTo>
                  <a:pt x="704850" y="157163"/>
                </a:lnTo>
                <a:lnTo>
                  <a:pt x="763905" y="165735"/>
                </a:lnTo>
                <a:lnTo>
                  <a:pt x="822007" y="173355"/>
                </a:lnTo>
                <a:lnTo>
                  <a:pt x="881063" y="180023"/>
                </a:lnTo>
                <a:lnTo>
                  <a:pt x="940118" y="186690"/>
                </a:lnTo>
                <a:lnTo>
                  <a:pt x="998220" y="193358"/>
                </a:lnTo>
                <a:lnTo>
                  <a:pt x="1057275" y="199073"/>
                </a:lnTo>
                <a:lnTo>
                  <a:pt x="1116330" y="204788"/>
                </a:lnTo>
                <a:lnTo>
                  <a:pt x="1174432" y="209550"/>
                </a:lnTo>
                <a:lnTo>
                  <a:pt x="1233488" y="214313"/>
                </a:lnTo>
                <a:lnTo>
                  <a:pt x="1292543" y="219075"/>
                </a:lnTo>
                <a:lnTo>
                  <a:pt x="1350645" y="223838"/>
                </a:lnTo>
                <a:lnTo>
                  <a:pt x="1409700" y="227648"/>
                </a:lnTo>
                <a:lnTo>
                  <a:pt x="1468755" y="231458"/>
                </a:lnTo>
                <a:lnTo>
                  <a:pt x="1526857" y="234315"/>
                </a:lnTo>
                <a:lnTo>
                  <a:pt x="1585913" y="238125"/>
                </a:lnTo>
                <a:lnTo>
                  <a:pt x="1644968" y="240983"/>
                </a:lnTo>
                <a:lnTo>
                  <a:pt x="1703070" y="243840"/>
                </a:lnTo>
                <a:lnTo>
                  <a:pt x="1762125" y="246698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365F85"/>
            </a:solidFill>
          </a:ln>
        </p:spPr>
      </p:sp>
      <p:sp>
        <p:nvSpPr>
          <p:cNvPr id="515" name="p35-椭圆-0515">
            <a:extLst xmlns:a="http://schemas.openxmlformats.org/drawingml/2006/main">
              <a:ext uri="{FF2B5EF4-FFF2-40B4-BE49-F238E27FC236}">
                <a16:creationId xmlns:a16="http://schemas.microsoft.com/office/drawing/2014/main" id="{CDDB3C6E-C991-4AD2-BFA6-55C91E0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405" y="509606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6" name="p35-椭圆-0516">
            <a:extLst xmlns:a="http://schemas.openxmlformats.org/drawingml/2006/main">
              <a:ext uri="{FF2B5EF4-FFF2-40B4-BE49-F238E27FC236}">
                <a16:creationId xmlns:a16="http://schemas.microsoft.com/office/drawing/2014/main" id="{900642D2-D8FA-4A14-B378-AE716BB5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830" y="5189958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7" name="p35-椭圆-0517">
            <a:extLst xmlns:a="http://schemas.openxmlformats.org/drawingml/2006/main">
              <a:ext uri="{FF2B5EF4-FFF2-40B4-BE49-F238E27FC236}">
                <a16:creationId xmlns:a16="http://schemas.microsoft.com/office/drawing/2014/main" id="{4A4FC476-C043-49F9-B1CC-9243DA2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255" y="525289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8" name="p35-椭圆-0518">
            <a:extLst xmlns:a="http://schemas.openxmlformats.org/drawingml/2006/main">
              <a:ext uri="{FF2B5EF4-FFF2-40B4-BE49-F238E27FC236}">
                <a16:creationId xmlns:a16="http://schemas.microsoft.com/office/drawing/2014/main" id="{7924DCDB-1EC6-4A80-B589-8610ACCC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529508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9" name="p35-椭圆-0519">
            <a:extLst xmlns:a="http://schemas.openxmlformats.org/drawingml/2006/main">
              <a:ext uri="{FF2B5EF4-FFF2-40B4-BE49-F238E27FC236}">
                <a16:creationId xmlns:a16="http://schemas.microsoft.com/office/drawing/2014/main" id="{25851035-F508-454C-B821-3401AEF1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105" y="532336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20" name="p35-椭圆-0520">
            <a:extLst xmlns:a="http://schemas.openxmlformats.org/drawingml/2006/main">
              <a:ext uri="{FF2B5EF4-FFF2-40B4-BE49-F238E27FC236}">
                <a16:creationId xmlns:a16="http://schemas.microsoft.com/office/drawing/2014/main" id="{A88F100C-2BF3-4625-83C3-F9CA9096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30" y="5342320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21" name="p35-路径-0521">
            <a:extLst xmlns:a="http://schemas.openxmlformats.org/drawingml/2006/main">
              <a:ext uri="{FF2B5EF4-FFF2-40B4-BE49-F238E27FC236}">
                <a16:creationId xmlns:a16="http://schemas.microsoft.com/office/drawing/2014/main" id="{259967D2-5A03-4297-A05D-2C87B74E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122545"/>
            <a:ext cx="1762125" cy="270510"/>
          </a:xfrm>
          <a:custGeom xmlns:a="http://schemas.openxmlformats.org/drawingml/2006/main">
            <a:pathLst>
              <a:path w="1762125" h="270510">
                <a:moveTo>
                  <a:pt x="0" y="0"/>
                </a:moveTo>
                <a:lnTo>
                  <a:pt x="59055" y="27623"/>
                </a:lnTo>
                <a:lnTo>
                  <a:pt x="117157" y="51435"/>
                </a:lnTo>
                <a:lnTo>
                  <a:pt x="176213" y="74295"/>
                </a:lnTo>
                <a:lnTo>
                  <a:pt x="235268" y="94298"/>
                </a:lnTo>
                <a:lnTo>
                  <a:pt x="293370" y="112395"/>
                </a:lnTo>
                <a:lnTo>
                  <a:pt x="352425" y="128588"/>
                </a:lnTo>
                <a:lnTo>
                  <a:pt x="411480" y="143828"/>
                </a:lnTo>
                <a:lnTo>
                  <a:pt x="469582" y="157163"/>
                </a:lnTo>
                <a:lnTo>
                  <a:pt x="528638" y="169545"/>
                </a:lnTo>
                <a:lnTo>
                  <a:pt x="587693" y="180023"/>
                </a:lnTo>
                <a:lnTo>
                  <a:pt x="645795" y="190500"/>
                </a:lnTo>
                <a:lnTo>
                  <a:pt x="704850" y="199073"/>
                </a:lnTo>
                <a:lnTo>
                  <a:pt x="763905" y="207645"/>
                </a:lnTo>
                <a:lnTo>
                  <a:pt x="822007" y="214313"/>
                </a:lnTo>
                <a:lnTo>
                  <a:pt x="881063" y="220980"/>
                </a:lnTo>
                <a:lnTo>
                  <a:pt x="940118" y="227648"/>
                </a:lnTo>
                <a:lnTo>
                  <a:pt x="998220" y="233363"/>
                </a:lnTo>
                <a:lnTo>
                  <a:pt x="1057275" y="238125"/>
                </a:lnTo>
                <a:lnTo>
                  <a:pt x="1116330" y="241935"/>
                </a:lnTo>
                <a:lnTo>
                  <a:pt x="1174432" y="246698"/>
                </a:lnTo>
                <a:lnTo>
                  <a:pt x="1233488" y="250508"/>
                </a:lnTo>
                <a:lnTo>
                  <a:pt x="1292543" y="253365"/>
                </a:lnTo>
                <a:lnTo>
                  <a:pt x="1350645" y="256223"/>
                </a:lnTo>
                <a:lnTo>
                  <a:pt x="1409700" y="259080"/>
                </a:lnTo>
                <a:lnTo>
                  <a:pt x="1468755" y="261938"/>
                </a:lnTo>
                <a:lnTo>
                  <a:pt x="1526857" y="263843"/>
                </a:lnTo>
                <a:lnTo>
                  <a:pt x="1585913" y="265748"/>
                </a:lnTo>
                <a:lnTo>
                  <a:pt x="1644968" y="267653"/>
                </a:lnTo>
                <a:lnTo>
                  <a:pt x="1703070" y="269558"/>
                </a:lnTo>
                <a:lnTo>
                  <a:pt x="1762125" y="27051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63237"/>
            </a:solidFill>
          </a:ln>
        </p:spPr>
      </p:sp>
      <p:sp>
        <p:nvSpPr>
          <p:cNvPr id="522" name="p35-椭圆-0522">
            <a:extLst xmlns:a="http://schemas.openxmlformats.org/drawingml/2006/main">
              <a:ext uri="{FF2B5EF4-FFF2-40B4-BE49-F238E27FC236}">
                <a16:creationId xmlns:a16="http://schemas.microsoft.com/office/drawing/2014/main" id="{D8BA3DCA-AA92-410E-A18B-0D0001B1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405" y="509606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3" name="p35-椭圆-0523">
            <a:extLst xmlns:a="http://schemas.openxmlformats.org/drawingml/2006/main">
              <a:ext uri="{FF2B5EF4-FFF2-40B4-BE49-F238E27FC236}">
                <a16:creationId xmlns:a16="http://schemas.microsoft.com/office/drawing/2014/main" id="{44340B8E-186A-4BA2-8B1C-E496A28B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830" y="522456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4" name="p35-椭圆-0524">
            <a:extLst xmlns:a="http://schemas.openxmlformats.org/drawingml/2006/main">
              <a:ext uri="{FF2B5EF4-FFF2-40B4-BE49-F238E27FC236}">
                <a16:creationId xmlns:a16="http://schemas.microsoft.com/office/drawing/2014/main" id="{8B0F8B1B-EB94-437E-9492-4FBC1696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255" y="529508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5" name="p35-椭圆-0525">
            <a:extLst xmlns:a="http://schemas.openxmlformats.org/drawingml/2006/main">
              <a:ext uri="{FF2B5EF4-FFF2-40B4-BE49-F238E27FC236}">
                <a16:creationId xmlns:a16="http://schemas.microsoft.com/office/drawing/2014/main" id="{66E99C2C-A489-433C-BF30-E54C84C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533378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6" name="p35-椭圆-0526">
            <a:extLst xmlns:a="http://schemas.openxmlformats.org/drawingml/2006/main">
              <a:ext uri="{FF2B5EF4-FFF2-40B4-BE49-F238E27FC236}">
                <a16:creationId xmlns:a16="http://schemas.microsoft.com/office/drawing/2014/main" id="{A8EE2745-846D-4DAB-9990-D1539338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105" y="535502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7" name="p35-椭圆-0527">
            <a:extLst xmlns:a="http://schemas.openxmlformats.org/drawingml/2006/main">
              <a:ext uri="{FF2B5EF4-FFF2-40B4-BE49-F238E27FC236}">
                <a16:creationId xmlns:a16="http://schemas.microsoft.com/office/drawing/2014/main" id="{14FA3836-40E3-4395-AF45-AA6A6DC8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30" y="536668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8" name="p35-路径-0528">
            <a:extLst xmlns:a="http://schemas.openxmlformats.org/drawingml/2006/main">
              <a:ext uri="{FF2B5EF4-FFF2-40B4-BE49-F238E27FC236}">
                <a16:creationId xmlns:a16="http://schemas.microsoft.com/office/drawing/2014/main" id="{A689147C-0761-4699-BDD7-2A00E3B4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122545"/>
            <a:ext cx="1762125" cy="280035"/>
          </a:xfrm>
          <a:custGeom xmlns:a="http://schemas.openxmlformats.org/drawingml/2006/main">
            <a:pathLst>
              <a:path w="1762125" h="280035">
                <a:moveTo>
                  <a:pt x="0" y="0"/>
                </a:moveTo>
                <a:lnTo>
                  <a:pt x="59055" y="36195"/>
                </a:lnTo>
                <a:lnTo>
                  <a:pt x="117157" y="66675"/>
                </a:lnTo>
                <a:lnTo>
                  <a:pt x="176213" y="94298"/>
                </a:lnTo>
                <a:lnTo>
                  <a:pt x="235268" y="118110"/>
                </a:lnTo>
                <a:lnTo>
                  <a:pt x="293370" y="139065"/>
                </a:lnTo>
                <a:lnTo>
                  <a:pt x="352425" y="157163"/>
                </a:lnTo>
                <a:lnTo>
                  <a:pt x="411480" y="173355"/>
                </a:lnTo>
                <a:lnTo>
                  <a:pt x="469582" y="186690"/>
                </a:lnTo>
                <a:lnTo>
                  <a:pt x="528638" y="199073"/>
                </a:lnTo>
                <a:lnTo>
                  <a:pt x="587693" y="209550"/>
                </a:lnTo>
                <a:lnTo>
                  <a:pt x="645795" y="219075"/>
                </a:lnTo>
                <a:lnTo>
                  <a:pt x="704850" y="227648"/>
                </a:lnTo>
                <a:lnTo>
                  <a:pt x="763905" y="234315"/>
                </a:lnTo>
                <a:lnTo>
                  <a:pt x="822007" y="240983"/>
                </a:lnTo>
                <a:lnTo>
                  <a:pt x="881063" y="246698"/>
                </a:lnTo>
                <a:lnTo>
                  <a:pt x="940118" y="251460"/>
                </a:lnTo>
                <a:lnTo>
                  <a:pt x="998220" y="255270"/>
                </a:lnTo>
                <a:lnTo>
                  <a:pt x="1057275" y="259080"/>
                </a:lnTo>
                <a:lnTo>
                  <a:pt x="1116330" y="261938"/>
                </a:lnTo>
                <a:lnTo>
                  <a:pt x="1174432" y="264795"/>
                </a:lnTo>
                <a:lnTo>
                  <a:pt x="1233488" y="267653"/>
                </a:lnTo>
                <a:lnTo>
                  <a:pt x="1292543" y="269558"/>
                </a:lnTo>
                <a:lnTo>
                  <a:pt x="1350645" y="271463"/>
                </a:lnTo>
                <a:lnTo>
                  <a:pt x="1409700" y="273368"/>
                </a:lnTo>
                <a:lnTo>
                  <a:pt x="1468755" y="275273"/>
                </a:lnTo>
                <a:lnTo>
                  <a:pt x="1526857" y="276225"/>
                </a:lnTo>
                <a:lnTo>
                  <a:pt x="1585913" y="277178"/>
                </a:lnTo>
                <a:lnTo>
                  <a:pt x="1644968" y="278130"/>
                </a:lnTo>
                <a:lnTo>
                  <a:pt x="1703070" y="279083"/>
                </a:lnTo>
                <a:lnTo>
                  <a:pt x="1762125" y="280035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537F78"/>
            </a:solidFill>
          </a:ln>
        </p:spPr>
      </p:sp>
      <p:sp>
        <p:nvSpPr>
          <p:cNvPr id="529" name="p35-椭圆-0529">
            <a:extLst xmlns:a="http://schemas.openxmlformats.org/drawingml/2006/main">
              <a:ext uri="{FF2B5EF4-FFF2-40B4-BE49-F238E27FC236}">
                <a16:creationId xmlns:a16="http://schemas.microsoft.com/office/drawing/2014/main" id="{1B3F60FF-4A96-4CCD-8FC7-99184457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405" y="5096066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0" name="p35-椭圆-0530">
            <a:extLst xmlns:a="http://schemas.openxmlformats.org/drawingml/2006/main">
              <a:ext uri="{FF2B5EF4-FFF2-40B4-BE49-F238E27FC236}">
                <a16:creationId xmlns:a16="http://schemas.microsoft.com/office/drawing/2014/main" id="{1A0C5682-20B6-4FFE-AAC8-F578FBFC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830" y="525289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1" name="p35-椭圆-0531">
            <a:extLst xmlns:a="http://schemas.openxmlformats.org/drawingml/2006/main">
              <a:ext uri="{FF2B5EF4-FFF2-40B4-BE49-F238E27FC236}">
                <a16:creationId xmlns:a16="http://schemas.microsoft.com/office/drawing/2014/main" id="{80DC4ABE-283D-4F35-9B71-BCB2B565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255" y="5323363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2" name="p35-椭圆-0532">
            <a:extLst xmlns:a="http://schemas.openxmlformats.org/drawingml/2006/main">
              <a:ext uri="{FF2B5EF4-FFF2-40B4-BE49-F238E27FC236}">
                <a16:creationId xmlns:a16="http://schemas.microsoft.com/office/drawing/2014/main" id="{0E54F344-87B6-43AC-BF1D-D122CFB2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535502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3" name="p35-椭圆-0533">
            <a:extLst xmlns:a="http://schemas.openxmlformats.org/drawingml/2006/main">
              <a:ext uri="{FF2B5EF4-FFF2-40B4-BE49-F238E27FC236}">
                <a16:creationId xmlns:a16="http://schemas.microsoft.com/office/drawing/2014/main" id="{0EC8B9F1-7637-4E46-8D3B-80B63FD1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105" y="5369254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4" name="p35-椭圆-0534">
            <a:extLst xmlns:a="http://schemas.openxmlformats.org/drawingml/2006/main">
              <a:ext uri="{FF2B5EF4-FFF2-40B4-BE49-F238E27FC236}">
                <a16:creationId xmlns:a16="http://schemas.microsoft.com/office/drawing/2014/main" id="{F85AFC06-E09F-43FE-8F24-F04EA767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30" y="5375647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535" name="p35-文本-0535">
            <a:extLst xmlns:a="http://schemas.openxmlformats.org/drawingml/2006/main">
              <a:ext uri="{FF2B5EF4-FFF2-40B4-BE49-F238E27FC236}">
                <a16:creationId xmlns:a16="http://schemas.microsoft.com/office/drawing/2014/main" id="{9B721D6E-5BA1-4743-9087-B05CD82B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713" y="5583427"/>
            <a:ext cx="7048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归一化条件</a:t>
            </a:r>
          </a:p>
        </p:txBody>
      </p:sp>
      <p:sp>
        <p:nvSpPr>
          <p:cNvPr id="536" name="p35-线-0536">
            <a:extLst xmlns:a="http://schemas.openxmlformats.org/drawingml/2006/main">
              <a:ext uri="{FF2B5EF4-FFF2-40B4-BE49-F238E27FC236}">
                <a16:creationId xmlns:a16="http://schemas.microsoft.com/office/drawing/2014/main" id="{2D45EA9C-FABD-4D2B-B8FB-ACABEC24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8863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537" name="p35-文本-0537">
            <a:extLst xmlns:a="http://schemas.openxmlformats.org/drawingml/2006/main">
              <a:ext uri="{FF2B5EF4-FFF2-40B4-BE49-F238E27FC236}">
                <a16:creationId xmlns:a16="http://schemas.microsoft.com/office/drawing/2014/main" id="{E0CA71B7-DF6A-4549-8EF6-F0059F47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93405"/>
            <a:ext cx="12525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538" name="p35-线-0538">
            <a:extLst xmlns:a="http://schemas.openxmlformats.org/drawingml/2006/main">
              <a:ext uri="{FF2B5EF4-FFF2-40B4-BE49-F238E27FC236}">
                <a16:creationId xmlns:a16="http://schemas.microsoft.com/office/drawing/2014/main" id="{6369736B-CFEF-48B4-8AED-056E9D07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600" y="48863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539" name="p35-文本-0539">
            <a:extLst xmlns:a="http://schemas.openxmlformats.org/drawingml/2006/main">
              <a:ext uri="{FF2B5EF4-FFF2-40B4-BE49-F238E27FC236}">
                <a16:creationId xmlns:a16="http://schemas.microsoft.com/office/drawing/2014/main" id="{EAF53635-11E2-4F63-B6AD-A9B3050C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4793405"/>
            <a:ext cx="115824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540" name="p35-线-0540">
            <a:extLst xmlns:a="http://schemas.openxmlformats.org/drawingml/2006/main">
              <a:ext uri="{FF2B5EF4-FFF2-40B4-BE49-F238E27FC236}">
                <a16:creationId xmlns:a16="http://schemas.microsoft.com/office/drawing/2014/main" id="{0A7D90F6-9940-4B67-81EF-941746D7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975" y="4886325"/>
            <a:ext cx="171450" cy="95"/>
          </a:xfrm>
          <a:custGeom xmlns:a="http://schemas.openxmlformats.org/drawingml/2006/main"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537F78"/>
            </a:solidFill>
          </a:ln>
        </p:spPr>
      </p:sp>
      <p:sp>
        <p:nvSpPr>
          <p:cNvPr id="541" name="p35-文本-0541">
            <a:extLst xmlns:a="http://schemas.openxmlformats.org/drawingml/2006/main">
              <a:ext uri="{FF2B5EF4-FFF2-40B4-BE49-F238E27FC236}">
                <a16:creationId xmlns:a16="http://schemas.microsoft.com/office/drawing/2014/main" id="{AE8F2CCB-1279-4B74-BAA6-48173B46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7575" y="4793405"/>
            <a:ext cx="120967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542" name="p35-文本-0542">
            <a:extLst xmlns:a="http://schemas.openxmlformats.org/drawingml/2006/main">
              <a:ext uri="{FF2B5EF4-FFF2-40B4-BE49-F238E27FC236}">
                <a16:creationId xmlns:a16="http://schemas.microsoft.com/office/drawing/2014/main" id="{442E4B7A-472E-4DBA-8E31-166A8F69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874702"/>
            <a:ext cx="14441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形成图表与记录</a:t>
            </a:r>
          </a:p>
        </p:txBody>
      </p:sp>
      <p:sp>
        <p:nvSpPr>
          <p:cNvPr id="543" name="p35-文本-0543">
            <a:extLst xmlns:a="http://schemas.openxmlformats.org/drawingml/2006/main">
              <a:ext uri="{FF2B5EF4-FFF2-40B4-BE49-F238E27FC236}">
                <a16:creationId xmlns:a16="http://schemas.microsoft.com/office/drawing/2014/main" id="{9E74FCEB-3AEB-4ABE-876D-783B74ED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227127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支撑后续复核</a:t>
            </a:r>
          </a:p>
        </p:txBody>
      </p:sp>
      <p:sp>
        <p:nvSpPr>
          <p:cNvPr id="544" name="p35-文本-0544">
            <a:extLst xmlns:a="http://schemas.openxmlformats.org/drawingml/2006/main">
              <a:ext uri="{FF2B5EF4-FFF2-40B4-BE49-F238E27FC236}">
                <a16:creationId xmlns:a16="http://schemas.microsoft.com/office/drawing/2014/main" id="{95668863-1A80-42E0-918D-FD20CE18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81822217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p36-矩形-0001">
            <a:extLst xmlns:a="http://schemas.openxmlformats.org/drawingml/2006/main">
              <a:ext uri="{FF2B5EF4-FFF2-40B4-BE49-F238E27FC236}">
                <a16:creationId xmlns:a16="http://schemas.microsoft.com/office/drawing/2014/main" id="{0C1D064F-83FB-40A3-8278-D77AC10E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6-矩形-0002">
            <a:extLst xmlns:a="http://schemas.openxmlformats.org/drawingml/2006/main">
              <a:ext uri="{FF2B5EF4-FFF2-40B4-BE49-F238E27FC236}">
                <a16:creationId xmlns:a16="http://schemas.microsoft.com/office/drawing/2014/main" id="{6F0BE086-FA64-4247-803A-6729BB7D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6-文本-0003">
            <a:extLst xmlns:a="http://schemas.openxmlformats.org/drawingml/2006/main">
              <a:ext uri="{FF2B5EF4-FFF2-40B4-BE49-F238E27FC236}">
                <a16:creationId xmlns:a16="http://schemas.microsoft.com/office/drawing/2014/main" id="{E82B436B-7A4F-40CE-B192-61824C04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57669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把应用需求逐步收束为可测的科学问题</a:t>
            </a:r>
          </a:p>
        </p:txBody>
      </p:sp>
      <p:sp>
        <p:nvSpPr>
          <p:cNvPr id="4" name="p36-文本-0004">
            <a:extLst xmlns:a="http://schemas.openxmlformats.org/drawingml/2006/main">
              <a:ext uri="{FF2B5EF4-FFF2-40B4-BE49-F238E27FC236}">
                <a16:creationId xmlns:a16="http://schemas.microsoft.com/office/drawing/2014/main" id="{72B6CEDB-11A2-4819-BD59-60D90E5E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474516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复杂介质下的响应保持，最终落实到富集与传递效应的分离</a:t>
            </a:r>
          </a:p>
        </p:txBody>
      </p:sp>
      <p:sp>
        <p:nvSpPr>
          <p:cNvPr id="5" name="p36-线-0005">
            <a:extLst xmlns:a="http://schemas.openxmlformats.org/drawingml/2006/main">
              <a:ext uri="{FF2B5EF4-FFF2-40B4-BE49-F238E27FC236}">
                <a16:creationId xmlns:a16="http://schemas.microsoft.com/office/drawing/2014/main" id="{8CB03393-35E0-481A-95CF-83109839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6-矩形-0006">
            <a:extLst xmlns:a="http://schemas.openxmlformats.org/drawingml/2006/main">
              <a:ext uri="{FF2B5EF4-FFF2-40B4-BE49-F238E27FC236}">
                <a16:creationId xmlns:a16="http://schemas.microsoft.com/office/drawing/2014/main" id="{FC4F10A6-0577-4A1D-8E51-CBDA3D2B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51911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7" name="p36-矩形-0007">
            <a:extLst xmlns:a="http://schemas.openxmlformats.org/drawingml/2006/main">
              <a:ext uri="{FF2B5EF4-FFF2-40B4-BE49-F238E27FC236}">
                <a16:creationId xmlns:a16="http://schemas.microsoft.com/office/drawing/2014/main" id="{63A3568D-A4E1-4981-8D86-E1845B00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519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" name="p36-文本-0008">
            <a:extLst xmlns:a="http://schemas.openxmlformats.org/drawingml/2006/main">
              <a:ext uri="{FF2B5EF4-FFF2-40B4-BE49-F238E27FC236}">
                <a16:creationId xmlns:a16="http://schemas.microsoft.com/office/drawing/2014/main" id="{C2253B6D-A3AF-42A4-B980-4ECFD853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357" y="1402649"/>
            <a:ext cx="3486912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 背景与需求：复杂介质中的持续响应</a:t>
            </a:r>
          </a:p>
        </p:txBody>
      </p:sp>
      <p:sp>
        <p:nvSpPr>
          <p:cNvPr id="9" name="p36-线-0009">
            <a:extLst xmlns:a="http://schemas.openxmlformats.org/drawingml/2006/main">
              <a:ext uri="{FF2B5EF4-FFF2-40B4-BE49-F238E27FC236}">
                <a16:creationId xmlns:a16="http://schemas.microsoft.com/office/drawing/2014/main" id="{3F6CB97B-80C2-4C52-9D76-17BE0015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05125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0" name="p36-线-0010">
            <a:extLst xmlns:a="http://schemas.openxmlformats.org/drawingml/2006/main">
              <a:ext uri="{FF2B5EF4-FFF2-40B4-BE49-F238E27FC236}">
                <a16:creationId xmlns:a16="http://schemas.microsoft.com/office/drawing/2014/main" id="{400C6298-E2C1-416E-8844-F3C20B9F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86000"/>
            <a:ext cx="95" cy="619125"/>
          </a:xfrm>
          <a:custGeom xmlns:a="http://schemas.openxmlformats.org/drawingml/2006/main">
            <a:pathLst>
              <a:path w="95" h="619125">
                <a:moveTo>
                  <a:pt x="0" y="0"/>
                </a:moveTo>
                <a:lnTo>
                  <a:pt x="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11" name="p36-线-0011">
            <a:extLst xmlns:a="http://schemas.openxmlformats.org/drawingml/2006/main">
              <a:ext uri="{FF2B5EF4-FFF2-40B4-BE49-F238E27FC236}">
                <a16:creationId xmlns:a16="http://schemas.microsoft.com/office/drawing/2014/main" id="{1AF7BA4C-CFB7-4A5B-BE5F-0225F0E1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05125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2" name="p36-文本-0012">
            <a:extLst xmlns:a="http://schemas.openxmlformats.org/drawingml/2006/main">
              <a:ext uri="{FF2B5EF4-FFF2-40B4-BE49-F238E27FC236}">
                <a16:creationId xmlns:a16="http://schemas.microsoft.com/office/drawing/2014/main" id="{CE0D4357-C764-426D-9EAC-8A30B6E6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25" y="281165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" name="p36-线-0013">
            <a:extLst xmlns:a="http://schemas.openxmlformats.org/drawingml/2006/main">
              <a:ext uri="{FF2B5EF4-FFF2-40B4-BE49-F238E27FC236}">
                <a16:creationId xmlns:a16="http://schemas.microsoft.com/office/drawing/2014/main" id="{0169F4DA-E706-4F53-8F72-D95C599D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595563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4" name="p36-文本-0014">
            <a:extLst xmlns:a="http://schemas.openxmlformats.org/drawingml/2006/main">
              <a:ext uri="{FF2B5EF4-FFF2-40B4-BE49-F238E27FC236}">
                <a16:creationId xmlns:a16="http://schemas.microsoft.com/office/drawing/2014/main" id="{820B3BC4-7BAD-457A-A96C-E9822598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5" y="2502089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15" name="p36-线-0015">
            <a:extLst xmlns:a="http://schemas.openxmlformats.org/drawingml/2006/main">
              <a:ext uri="{FF2B5EF4-FFF2-40B4-BE49-F238E27FC236}">
                <a16:creationId xmlns:a16="http://schemas.microsoft.com/office/drawing/2014/main" id="{A3DAFFA2-3EAB-4A30-98A0-37B8DB24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86000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6" name="p36-文本-0016">
            <a:extLst xmlns:a="http://schemas.openxmlformats.org/drawingml/2006/main">
              <a:ext uri="{FF2B5EF4-FFF2-40B4-BE49-F238E27FC236}">
                <a16:creationId xmlns:a16="http://schemas.microsoft.com/office/drawing/2014/main" id="{93D4F011-6552-4206-9152-31A0D907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25" y="2192527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" name="p36-路径-0017">
            <a:extLst xmlns:a="http://schemas.openxmlformats.org/drawingml/2006/main">
              <a:ext uri="{FF2B5EF4-FFF2-40B4-BE49-F238E27FC236}">
                <a16:creationId xmlns:a16="http://schemas.microsoft.com/office/drawing/2014/main" id="{6C6D8751-D6D2-4A8E-BA53-F4D35268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64105"/>
            <a:ext cx="1885950" cy="243840"/>
          </a:xfrm>
          <a:custGeom xmlns:a="http://schemas.openxmlformats.org/drawingml/2006/main">
            <a:pathLst>
              <a:path w="1885950" h="243840">
                <a:moveTo>
                  <a:pt x="0" y="1905"/>
                </a:moveTo>
                <a:lnTo>
                  <a:pt x="31432" y="953"/>
                </a:lnTo>
                <a:lnTo>
                  <a:pt x="62865" y="0"/>
                </a:lnTo>
                <a:lnTo>
                  <a:pt x="94298" y="953"/>
                </a:lnTo>
                <a:lnTo>
                  <a:pt x="125730" y="3810"/>
                </a:lnTo>
                <a:lnTo>
                  <a:pt x="157163" y="9525"/>
                </a:lnTo>
                <a:lnTo>
                  <a:pt x="188595" y="16193"/>
                </a:lnTo>
                <a:lnTo>
                  <a:pt x="220027" y="24765"/>
                </a:lnTo>
                <a:lnTo>
                  <a:pt x="251460" y="33338"/>
                </a:lnTo>
                <a:lnTo>
                  <a:pt x="282893" y="42863"/>
                </a:lnTo>
                <a:lnTo>
                  <a:pt x="314325" y="50483"/>
                </a:lnTo>
                <a:lnTo>
                  <a:pt x="345758" y="57150"/>
                </a:lnTo>
                <a:lnTo>
                  <a:pt x="377190" y="61913"/>
                </a:lnTo>
                <a:lnTo>
                  <a:pt x="408623" y="63818"/>
                </a:lnTo>
                <a:lnTo>
                  <a:pt x="440055" y="64770"/>
                </a:lnTo>
                <a:lnTo>
                  <a:pt x="471488" y="63818"/>
                </a:lnTo>
                <a:lnTo>
                  <a:pt x="502920" y="61913"/>
                </a:lnTo>
                <a:lnTo>
                  <a:pt x="534353" y="60960"/>
                </a:lnTo>
                <a:lnTo>
                  <a:pt x="565785" y="60008"/>
                </a:lnTo>
                <a:lnTo>
                  <a:pt x="597217" y="61913"/>
                </a:lnTo>
                <a:lnTo>
                  <a:pt x="628650" y="65723"/>
                </a:lnTo>
                <a:lnTo>
                  <a:pt x="660083" y="70485"/>
                </a:lnTo>
                <a:lnTo>
                  <a:pt x="691515" y="78105"/>
                </a:lnTo>
                <a:lnTo>
                  <a:pt x="722948" y="87630"/>
                </a:lnTo>
                <a:lnTo>
                  <a:pt x="754380" y="96203"/>
                </a:lnTo>
                <a:lnTo>
                  <a:pt x="785813" y="104775"/>
                </a:lnTo>
                <a:lnTo>
                  <a:pt x="817245" y="113348"/>
                </a:lnTo>
                <a:lnTo>
                  <a:pt x="848678" y="119063"/>
                </a:lnTo>
                <a:lnTo>
                  <a:pt x="880110" y="122873"/>
                </a:lnTo>
                <a:lnTo>
                  <a:pt x="911542" y="124778"/>
                </a:lnTo>
                <a:lnTo>
                  <a:pt x="942975" y="123825"/>
                </a:lnTo>
                <a:lnTo>
                  <a:pt x="974408" y="122873"/>
                </a:lnTo>
                <a:lnTo>
                  <a:pt x="1005840" y="120967"/>
                </a:lnTo>
                <a:lnTo>
                  <a:pt x="1037273" y="120015"/>
                </a:lnTo>
                <a:lnTo>
                  <a:pt x="1068705" y="120015"/>
                </a:lnTo>
                <a:lnTo>
                  <a:pt x="1100138" y="122873"/>
                </a:lnTo>
                <a:lnTo>
                  <a:pt x="1131570" y="126683"/>
                </a:lnTo>
                <a:lnTo>
                  <a:pt x="1163003" y="133350"/>
                </a:lnTo>
                <a:lnTo>
                  <a:pt x="1194435" y="140970"/>
                </a:lnTo>
                <a:lnTo>
                  <a:pt x="1225868" y="149542"/>
                </a:lnTo>
                <a:lnTo>
                  <a:pt x="1257300" y="159067"/>
                </a:lnTo>
                <a:lnTo>
                  <a:pt x="1288733" y="167640"/>
                </a:lnTo>
                <a:lnTo>
                  <a:pt x="1320165" y="175260"/>
                </a:lnTo>
                <a:lnTo>
                  <a:pt x="1351598" y="180023"/>
                </a:lnTo>
                <a:lnTo>
                  <a:pt x="1383030" y="182880"/>
                </a:lnTo>
                <a:lnTo>
                  <a:pt x="1414463" y="184785"/>
                </a:lnTo>
                <a:lnTo>
                  <a:pt x="1445895" y="183833"/>
                </a:lnTo>
                <a:lnTo>
                  <a:pt x="1477328" y="182880"/>
                </a:lnTo>
                <a:lnTo>
                  <a:pt x="1508760" y="180975"/>
                </a:lnTo>
                <a:lnTo>
                  <a:pt x="1540193" y="180023"/>
                </a:lnTo>
                <a:lnTo>
                  <a:pt x="1571625" y="180975"/>
                </a:lnTo>
                <a:lnTo>
                  <a:pt x="1603058" y="183833"/>
                </a:lnTo>
                <a:lnTo>
                  <a:pt x="1634490" y="188595"/>
                </a:lnTo>
                <a:lnTo>
                  <a:pt x="1665922" y="195263"/>
                </a:lnTo>
                <a:lnTo>
                  <a:pt x="1697355" y="202883"/>
                </a:lnTo>
                <a:lnTo>
                  <a:pt x="1728788" y="212408"/>
                </a:lnTo>
                <a:lnTo>
                  <a:pt x="1760220" y="221933"/>
                </a:lnTo>
                <a:lnTo>
                  <a:pt x="1791653" y="229553"/>
                </a:lnTo>
                <a:lnTo>
                  <a:pt x="1823085" y="236220"/>
                </a:lnTo>
                <a:lnTo>
                  <a:pt x="1854518" y="240983"/>
                </a:lnTo>
                <a:lnTo>
                  <a:pt x="1885950" y="24384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18" name="p36-椭圆-0018">
            <a:extLst xmlns:a="http://schemas.openxmlformats.org/drawingml/2006/main">
              <a:ext uri="{FF2B5EF4-FFF2-40B4-BE49-F238E27FC236}">
                <a16:creationId xmlns:a16="http://schemas.microsoft.com/office/drawing/2014/main" id="{AF6FA87E-BC47-49DB-B118-5FA29C1B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8" y="233695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" name="p36-椭圆-0019">
            <a:extLst xmlns:a="http://schemas.openxmlformats.org/drawingml/2006/main">
              <a:ext uri="{FF2B5EF4-FFF2-40B4-BE49-F238E27FC236}">
                <a16:creationId xmlns:a16="http://schemas.microsoft.com/office/drawing/2014/main" id="{C6A0B62E-B133-40A4-8085-5CDF1DB6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8" y="239634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0" name="p36-椭圆-0020">
            <a:extLst xmlns:a="http://schemas.openxmlformats.org/drawingml/2006/main">
              <a:ext uri="{FF2B5EF4-FFF2-40B4-BE49-F238E27FC236}">
                <a16:creationId xmlns:a16="http://schemas.microsoft.com/office/drawing/2014/main" id="{4B67FC0D-EDA6-44F6-B235-B2E6B405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8" y="243096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1" name="p36-椭圆-0021">
            <a:extLst xmlns:a="http://schemas.openxmlformats.org/drawingml/2006/main">
              <a:ext uri="{FF2B5EF4-FFF2-40B4-BE49-F238E27FC236}">
                <a16:creationId xmlns:a16="http://schemas.microsoft.com/office/drawing/2014/main" id="{9BDFA094-E8B7-40C1-9D86-4DB4AE1C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618" y="246125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2" name="p36-椭圆-0022">
            <a:extLst xmlns:a="http://schemas.openxmlformats.org/drawingml/2006/main">
              <a:ext uri="{FF2B5EF4-FFF2-40B4-BE49-F238E27FC236}">
                <a16:creationId xmlns:a16="http://schemas.microsoft.com/office/drawing/2014/main" id="{93DAABE8-99A9-458E-96FC-3D47B459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808" y="251554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3" name="p36-椭圆-0023">
            <a:extLst xmlns:a="http://schemas.openxmlformats.org/drawingml/2006/main">
              <a:ext uri="{FF2B5EF4-FFF2-40B4-BE49-F238E27FC236}">
                <a16:creationId xmlns:a16="http://schemas.microsoft.com/office/drawing/2014/main" id="{82437395-9A3F-4272-8292-07B2DC85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998" y="257837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4" name="p36-路径-0024">
            <a:extLst xmlns:a="http://schemas.openxmlformats.org/drawingml/2006/main">
              <a:ext uri="{FF2B5EF4-FFF2-40B4-BE49-F238E27FC236}">
                <a16:creationId xmlns:a16="http://schemas.microsoft.com/office/drawing/2014/main" id="{DFBB4E42-BA50-433E-8A58-C63BE272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55533"/>
            <a:ext cx="1885950" cy="67627"/>
          </a:xfrm>
          <a:custGeom xmlns:a="http://schemas.openxmlformats.org/drawingml/2006/main">
            <a:pathLst>
              <a:path w="1885950" h="67627">
                <a:moveTo>
                  <a:pt x="0" y="10477"/>
                </a:moveTo>
                <a:lnTo>
                  <a:pt x="31432" y="6667"/>
                </a:lnTo>
                <a:lnTo>
                  <a:pt x="62865" y="2857"/>
                </a:lnTo>
                <a:lnTo>
                  <a:pt x="94298" y="0"/>
                </a:lnTo>
                <a:lnTo>
                  <a:pt x="125730" y="0"/>
                </a:lnTo>
                <a:lnTo>
                  <a:pt x="157163" y="1905"/>
                </a:lnTo>
                <a:lnTo>
                  <a:pt x="188595" y="5715"/>
                </a:lnTo>
                <a:lnTo>
                  <a:pt x="220027" y="11430"/>
                </a:lnTo>
                <a:lnTo>
                  <a:pt x="251460" y="17145"/>
                </a:lnTo>
                <a:lnTo>
                  <a:pt x="282893" y="23813"/>
                </a:lnTo>
                <a:lnTo>
                  <a:pt x="314325" y="28575"/>
                </a:lnTo>
                <a:lnTo>
                  <a:pt x="345758" y="31432"/>
                </a:lnTo>
                <a:lnTo>
                  <a:pt x="377190" y="33338"/>
                </a:lnTo>
                <a:lnTo>
                  <a:pt x="408623" y="32385"/>
                </a:lnTo>
                <a:lnTo>
                  <a:pt x="440055" y="29527"/>
                </a:lnTo>
                <a:lnTo>
                  <a:pt x="471488" y="25717"/>
                </a:lnTo>
                <a:lnTo>
                  <a:pt x="502920" y="20955"/>
                </a:lnTo>
                <a:lnTo>
                  <a:pt x="534353" y="16192"/>
                </a:lnTo>
                <a:lnTo>
                  <a:pt x="565785" y="13335"/>
                </a:lnTo>
                <a:lnTo>
                  <a:pt x="597217" y="11430"/>
                </a:lnTo>
                <a:lnTo>
                  <a:pt x="628650" y="12382"/>
                </a:lnTo>
                <a:lnTo>
                  <a:pt x="660083" y="14288"/>
                </a:lnTo>
                <a:lnTo>
                  <a:pt x="691515" y="19050"/>
                </a:lnTo>
                <a:lnTo>
                  <a:pt x="722948" y="24765"/>
                </a:lnTo>
                <a:lnTo>
                  <a:pt x="754380" y="30480"/>
                </a:lnTo>
                <a:lnTo>
                  <a:pt x="785813" y="36195"/>
                </a:lnTo>
                <a:lnTo>
                  <a:pt x="817245" y="40957"/>
                </a:lnTo>
                <a:lnTo>
                  <a:pt x="848678" y="43815"/>
                </a:lnTo>
                <a:lnTo>
                  <a:pt x="880110" y="44767"/>
                </a:lnTo>
                <a:lnTo>
                  <a:pt x="911542" y="42863"/>
                </a:lnTo>
                <a:lnTo>
                  <a:pt x="942975" y="40005"/>
                </a:lnTo>
                <a:lnTo>
                  <a:pt x="974408" y="35242"/>
                </a:lnTo>
                <a:lnTo>
                  <a:pt x="1005840" y="30480"/>
                </a:lnTo>
                <a:lnTo>
                  <a:pt x="1037273" y="26670"/>
                </a:lnTo>
                <a:lnTo>
                  <a:pt x="1068705" y="23813"/>
                </a:lnTo>
                <a:lnTo>
                  <a:pt x="1100138" y="22860"/>
                </a:lnTo>
                <a:lnTo>
                  <a:pt x="1131570" y="23813"/>
                </a:lnTo>
                <a:lnTo>
                  <a:pt x="1163003" y="26670"/>
                </a:lnTo>
                <a:lnTo>
                  <a:pt x="1194435" y="31432"/>
                </a:lnTo>
                <a:lnTo>
                  <a:pt x="1225868" y="38100"/>
                </a:lnTo>
                <a:lnTo>
                  <a:pt x="1257300" y="43815"/>
                </a:lnTo>
                <a:lnTo>
                  <a:pt x="1288733" y="49530"/>
                </a:lnTo>
                <a:lnTo>
                  <a:pt x="1320165" y="53340"/>
                </a:lnTo>
                <a:lnTo>
                  <a:pt x="1351598" y="55245"/>
                </a:lnTo>
                <a:lnTo>
                  <a:pt x="1383030" y="55245"/>
                </a:lnTo>
                <a:lnTo>
                  <a:pt x="1414463" y="53340"/>
                </a:lnTo>
                <a:lnTo>
                  <a:pt x="1445895" y="50482"/>
                </a:lnTo>
                <a:lnTo>
                  <a:pt x="1477328" y="45720"/>
                </a:lnTo>
                <a:lnTo>
                  <a:pt x="1508760" y="40957"/>
                </a:lnTo>
                <a:lnTo>
                  <a:pt x="1540193" y="37147"/>
                </a:lnTo>
                <a:lnTo>
                  <a:pt x="1571625" y="34290"/>
                </a:lnTo>
                <a:lnTo>
                  <a:pt x="1603058" y="34290"/>
                </a:lnTo>
                <a:lnTo>
                  <a:pt x="1634490" y="36195"/>
                </a:lnTo>
                <a:lnTo>
                  <a:pt x="1665922" y="40005"/>
                </a:lnTo>
                <a:lnTo>
                  <a:pt x="1697355" y="44767"/>
                </a:lnTo>
                <a:lnTo>
                  <a:pt x="1728788" y="50482"/>
                </a:lnTo>
                <a:lnTo>
                  <a:pt x="1760220" y="57150"/>
                </a:lnTo>
                <a:lnTo>
                  <a:pt x="1791653" y="61913"/>
                </a:lnTo>
                <a:lnTo>
                  <a:pt x="1823085" y="65722"/>
                </a:lnTo>
                <a:lnTo>
                  <a:pt x="1854518" y="67627"/>
                </a:lnTo>
                <a:lnTo>
                  <a:pt x="188595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25" name="p36-椭圆-0025">
            <a:extLst xmlns:a="http://schemas.openxmlformats.org/drawingml/2006/main">
              <a:ext uri="{FF2B5EF4-FFF2-40B4-BE49-F238E27FC236}">
                <a16:creationId xmlns:a16="http://schemas.microsoft.com/office/drawing/2014/main" id="{0B577803-A0F7-4FD4-80D5-A8D4D620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8" y="233695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6" name="p36-椭圆-0026">
            <a:extLst xmlns:a="http://schemas.openxmlformats.org/drawingml/2006/main">
              <a:ext uri="{FF2B5EF4-FFF2-40B4-BE49-F238E27FC236}">
                <a16:creationId xmlns:a16="http://schemas.microsoft.com/office/drawing/2014/main" id="{F5A02F6A-3747-4286-91C1-C781C662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8" y="2359195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7" name="p36-椭圆-0027">
            <a:extLst xmlns:a="http://schemas.openxmlformats.org/drawingml/2006/main">
              <a:ext uri="{FF2B5EF4-FFF2-40B4-BE49-F238E27FC236}">
                <a16:creationId xmlns:a16="http://schemas.microsoft.com/office/drawing/2014/main" id="{12DC28E7-00A5-4E3A-970A-047FA886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8" y="235666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8" name="p36-椭圆-0028">
            <a:extLst xmlns:a="http://schemas.openxmlformats.org/drawingml/2006/main">
              <a:ext uri="{FF2B5EF4-FFF2-40B4-BE49-F238E27FC236}">
                <a16:creationId xmlns:a16="http://schemas.microsoft.com/office/drawing/2014/main" id="{ACE48A58-E80F-4F70-9A67-A27468EA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618" y="234980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29" name="p36-椭圆-0029">
            <a:extLst xmlns:a="http://schemas.openxmlformats.org/drawingml/2006/main">
              <a:ext uri="{FF2B5EF4-FFF2-40B4-BE49-F238E27FC236}">
                <a16:creationId xmlns:a16="http://schemas.microsoft.com/office/drawing/2014/main" id="{7C9A2E43-7B12-48F5-9558-A2BF3C6E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808" y="236695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0" name="p36-椭圆-0030">
            <a:extLst xmlns:a="http://schemas.openxmlformats.org/drawingml/2006/main">
              <a:ext uri="{FF2B5EF4-FFF2-40B4-BE49-F238E27FC236}">
                <a16:creationId xmlns:a16="http://schemas.microsoft.com/office/drawing/2014/main" id="{62E1C6DA-0884-40B6-ABF4-CE013524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998" y="2392632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31" name="p36-文本-0031">
            <a:extLst xmlns:a="http://schemas.openxmlformats.org/drawingml/2006/main">
              <a:ext uri="{FF2B5EF4-FFF2-40B4-BE49-F238E27FC236}">
                <a16:creationId xmlns:a16="http://schemas.microsoft.com/office/drawing/2014/main" id="{AEE211B0-337F-424A-9FC9-5F05BD45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14616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响应保持</a:t>
            </a:r>
          </a:p>
        </p:txBody>
      </p:sp>
      <p:sp>
        <p:nvSpPr>
          <p:cNvPr id="32" name="p36-文本-0032">
            <a:extLst xmlns:a="http://schemas.openxmlformats.org/drawingml/2006/main">
              <a:ext uri="{FF2B5EF4-FFF2-40B4-BE49-F238E27FC236}">
                <a16:creationId xmlns:a16="http://schemas.microsoft.com/office/drawing/2014/main" id="{0DA6E1CD-C345-412E-85F9-A4B618DC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8" y="301001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归一化时间</a:t>
            </a:r>
          </a:p>
        </p:txBody>
      </p:sp>
      <p:sp>
        <p:nvSpPr>
          <p:cNvPr id="33" name="p36-文本-0033">
            <a:extLst xmlns:a="http://schemas.openxmlformats.org/drawingml/2006/main">
              <a:ext uri="{FF2B5EF4-FFF2-40B4-BE49-F238E27FC236}">
                <a16:creationId xmlns:a16="http://schemas.microsoft.com/office/drawing/2014/main" id="{4CCB223E-E325-41D5-B96E-C08AD358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5" y="29455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4" name="p36-文本-0034">
            <a:extLst xmlns:a="http://schemas.openxmlformats.org/drawingml/2006/main">
              <a:ext uri="{FF2B5EF4-FFF2-40B4-BE49-F238E27FC236}">
                <a16:creationId xmlns:a16="http://schemas.microsoft.com/office/drawing/2014/main" id="{1189FE8D-632C-44AA-B111-0376DD64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185" y="294555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5" name="p36-线-0035">
            <a:extLst xmlns:a="http://schemas.openxmlformats.org/drawingml/2006/main">
              <a:ext uri="{FF2B5EF4-FFF2-40B4-BE49-F238E27FC236}">
                <a16:creationId xmlns:a16="http://schemas.microsoft.com/office/drawing/2014/main" id="{F2E39530-2013-4829-B691-2102126B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1431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36" name="p36-文本-0036">
            <a:extLst xmlns:a="http://schemas.openxmlformats.org/drawingml/2006/main">
              <a:ext uri="{FF2B5EF4-FFF2-40B4-BE49-F238E27FC236}">
                <a16:creationId xmlns:a16="http://schemas.microsoft.com/office/drawing/2014/main" id="{259AFBBF-13B9-4ECB-A6E0-164A5977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28941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高背景</a:t>
            </a:r>
          </a:p>
        </p:txBody>
      </p:sp>
      <p:sp>
        <p:nvSpPr>
          <p:cNvPr id="37" name="p36-线-0037">
            <a:extLst xmlns:a="http://schemas.openxmlformats.org/drawingml/2006/main">
              <a:ext uri="{FF2B5EF4-FFF2-40B4-BE49-F238E27FC236}">
                <a16:creationId xmlns:a16="http://schemas.microsoft.com/office/drawing/2014/main" id="{0CF71F3E-DA3D-4C37-8CBE-B650613D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7281" y="21431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38" name="p36-文本-0038">
            <a:extLst xmlns:a="http://schemas.openxmlformats.org/drawingml/2006/main">
              <a:ext uri="{FF2B5EF4-FFF2-40B4-BE49-F238E27FC236}">
                <a16:creationId xmlns:a16="http://schemas.microsoft.com/office/drawing/2014/main" id="{0F87BE7D-B993-48D1-9009-4D483175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81" y="2028941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低背景</a:t>
            </a:r>
          </a:p>
        </p:txBody>
      </p:sp>
      <p:sp>
        <p:nvSpPr>
          <p:cNvPr id="39" name="p36-文本-0039">
            <a:extLst xmlns:a="http://schemas.openxmlformats.org/drawingml/2006/main">
              <a:ext uri="{FF2B5EF4-FFF2-40B4-BE49-F238E27FC236}">
                <a16:creationId xmlns:a16="http://schemas.microsoft.com/office/drawing/2014/main" id="{9A5B4C6F-E71D-4F75-B1A2-17D8A7B5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27256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目标：保留有效响应</a:t>
            </a:r>
          </a:p>
        </p:txBody>
      </p:sp>
      <p:sp>
        <p:nvSpPr>
          <p:cNvPr id="40" name="p36-文本-0040">
            <a:extLst xmlns:a="http://schemas.openxmlformats.org/drawingml/2006/main">
              <a:ext uri="{FF2B5EF4-FFF2-40B4-BE49-F238E27FC236}">
                <a16:creationId xmlns:a16="http://schemas.microsoft.com/office/drawing/2014/main" id="{836E2310-9B78-4C93-A276-9176B3B9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27306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约束：背景与漂移并存</a:t>
            </a:r>
          </a:p>
        </p:txBody>
      </p:sp>
      <p:sp>
        <p:nvSpPr>
          <p:cNvPr id="41" name="p36-文本-0041">
            <a:extLst xmlns:a="http://schemas.openxmlformats.org/drawingml/2006/main">
              <a:ext uri="{FF2B5EF4-FFF2-40B4-BE49-F238E27FC236}">
                <a16:creationId xmlns:a16="http://schemas.microsoft.com/office/drawing/2014/main" id="{934DE2B7-4550-4C12-A6F1-5F06EF8E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2735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需要区分材料与介质贡献</a:t>
            </a:r>
          </a:p>
        </p:txBody>
      </p:sp>
      <p:sp>
        <p:nvSpPr>
          <p:cNvPr id="42" name="p36-矩形-0042">
            <a:extLst xmlns:a="http://schemas.openxmlformats.org/drawingml/2006/main">
              <a:ext uri="{FF2B5EF4-FFF2-40B4-BE49-F238E27FC236}">
                <a16:creationId xmlns:a16="http://schemas.microsoft.com/office/drawing/2014/main" id="{524770F9-31A5-4D49-867D-72707DCB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81125"/>
            <a:ext cx="51911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43" name="p36-矩形-0043">
            <a:extLst xmlns:a="http://schemas.openxmlformats.org/drawingml/2006/main">
              <a:ext uri="{FF2B5EF4-FFF2-40B4-BE49-F238E27FC236}">
                <a16:creationId xmlns:a16="http://schemas.microsoft.com/office/drawing/2014/main" id="{35B35B44-DB5B-4AB4-850E-FC700B9A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81125"/>
            <a:ext cx="519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4" name="p36-文本-0044">
            <a:extLst xmlns:a="http://schemas.openxmlformats.org/drawingml/2006/main">
              <a:ext uri="{FF2B5EF4-FFF2-40B4-BE49-F238E27FC236}">
                <a16:creationId xmlns:a16="http://schemas.microsoft.com/office/drawing/2014/main" id="{431A2961-37F5-4D6F-A68B-701B2494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769" y="1402649"/>
            <a:ext cx="2886837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 对象选择：层间可调的复合膜</a:t>
            </a:r>
          </a:p>
        </p:txBody>
      </p:sp>
      <p:sp>
        <p:nvSpPr>
          <p:cNvPr id="45" name="p36-路径-0045">
            <a:extLst xmlns:a="http://schemas.openxmlformats.org/drawingml/2006/main">
              <a:ext uri="{FF2B5EF4-FFF2-40B4-BE49-F238E27FC236}">
                <a16:creationId xmlns:a16="http://schemas.microsoft.com/office/drawing/2014/main" id="{EB51BC14-C60A-47E3-99E9-53EC2C28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14525"/>
            <a:ext cx="2181225" cy="371475"/>
          </a:xfrm>
          <a:custGeom xmlns:a="http://schemas.openxmlformats.org/drawingml/2006/main">
            <a:pathLst>
              <a:path w="2181225" h="371475">
                <a:moveTo>
                  <a:pt x="0" y="142875"/>
                </a:moveTo>
                <a:lnTo>
                  <a:pt x="1701356" y="0"/>
                </a:lnTo>
                <a:lnTo>
                  <a:pt x="2181225" y="228600"/>
                </a:lnTo>
                <a:lnTo>
                  <a:pt x="479869" y="371475"/>
                </a:lnTo>
                <a:close/>
              </a:path>
            </a:pathLst>
          </a:custGeom>
          <a:solidFill xmlns:a="http://schemas.openxmlformats.org/drawingml/2006/main">
            <a:srgbClr val="DCE6E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46" name="p36-路径-0046">
            <a:extLst xmlns:a="http://schemas.openxmlformats.org/drawingml/2006/main">
              <a:ext uri="{FF2B5EF4-FFF2-40B4-BE49-F238E27FC236}">
                <a16:creationId xmlns:a16="http://schemas.microsoft.com/office/drawing/2014/main" id="{1E5C6FBF-A1FF-49BD-AF4F-7D6E6694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9120"/>
            <a:ext cx="2181225" cy="371475"/>
          </a:xfrm>
          <a:custGeom xmlns:a="http://schemas.openxmlformats.org/drawingml/2006/main">
            <a:pathLst>
              <a:path w="2181225" h="371475">
                <a:moveTo>
                  <a:pt x="0" y="142875"/>
                </a:moveTo>
                <a:lnTo>
                  <a:pt x="1701356" y="0"/>
                </a:lnTo>
                <a:lnTo>
                  <a:pt x="2181225" y="228600"/>
                </a:lnTo>
                <a:lnTo>
                  <a:pt x="479869" y="371475"/>
                </a:lnTo>
                <a:close/>
              </a:path>
            </a:pathLst>
          </a:custGeom>
          <a:solidFill xmlns:a="http://schemas.openxmlformats.org/drawingml/2006/main">
            <a:srgbClr val="8DAAB9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47" name="p36-路径-0047">
            <a:extLst xmlns:a="http://schemas.openxmlformats.org/drawingml/2006/main">
              <a:ext uri="{FF2B5EF4-FFF2-40B4-BE49-F238E27FC236}">
                <a16:creationId xmlns:a16="http://schemas.microsoft.com/office/drawing/2014/main" id="{93E13639-E39A-4440-A3F1-DDE072C1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3714"/>
            <a:ext cx="2181225" cy="371475"/>
          </a:xfrm>
          <a:custGeom xmlns:a="http://schemas.openxmlformats.org/drawingml/2006/main">
            <a:pathLst>
              <a:path w="2181225" h="371475">
                <a:moveTo>
                  <a:pt x="0" y="142875"/>
                </a:moveTo>
                <a:lnTo>
                  <a:pt x="1701356" y="0"/>
                </a:lnTo>
                <a:lnTo>
                  <a:pt x="2181225" y="228600"/>
                </a:lnTo>
                <a:lnTo>
                  <a:pt x="479869" y="371475"/>
                </a:lnTo>
                <a:close/>
              </a:path>
            </a:pathLst>
          </a:custGeom>
          <a:solidFill xmlns:a="http://schemas.openxmlformats.org/drawingml/2006/main">
            <a:srgbClr val="C5D5DC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48" name="p36-路径-0048">
            <a:extLst xmlns:a="http://schemas.openxmlformats.org/drawingml/2006/main">
              <a:ext uri="{FF2B5EF4-FFF2-40B4-BE49-F238E27FC236}">
                <a16:creationId xmlns:a16="http://schemas.microsoft.com/office/drawing/2014/main" id="{D4CCC4DF-0276-449F-89AC-C0BBEF45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68309"/>
            <a:ext cx="2181225" cy="371475"/>
          </a:xfrm>
          <a:custGeom xmlns:a="http://schemas.openxmlformats.org/drawingml/2006/main">
            <a:pathLst>
              <a:path w="2181225" h="371475">
                <a:moveTo>
                  <a:pt x="0" y="142875"/>
                </a:moveTo>
                <a:lnTo>
                  <a:pt x="1701356" y="0"/>
                </a:lnTo>
                <a:lnTo>
                  <a:pt x="2181225" y="228600"/>
                </a:lnTo>
                <a:lnTo>
                  <a:pt x="479869" y="371475"/>
                </a:lnTo>
                <a:close/>
              </a:path>
            </a:pathLst>
          </a:custGeom>
          <a:solidFill xmlns:a="http://schemas.openxmlformats.org/drawingml/2006/main">
            <a:srgbClr val="476F8A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49" name="p36-路径-0049">
            <a:extLst xmlns:a="http://schemas.openxmlformats.org/drawingml/2006/main">
              <a:ext uri="{FF2B5EF4-FFF2-40B4-BE49-F238E27FC236}">
                <a16:creationId xmlns:a16="http://schemas.microsoft.com/office/drawing/2014/main" id="{B37D1B9E-AA67-4A66-A711-288F4C8F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2690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7" y="0"/>
                </a:moveTo>
                <a:lnTo>
                  <a:pt x="32957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2" y="6953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0" name="p36-路径-0050">
            <a:extLst xmlns:a="http://schemas.openxmlformats.org/drawingml/2006/main">
              <a:ext uri="{FF2B5EF4-FFF2-40B4-BE49-F238E27FC236}">
                <a16:creationId xmlns:a16="http://schemas.microsoft.com/office/drawing/2014/main" id="{897A757C-6627-4A7B-A976-C773512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437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7" y="0"/>
                </a:moveTo>
                <a:lnTo>
                  <a:pt x="32957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2" y="6953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1" name="p36-路径-0051">
            <a:extLst xmlns:a="http://schemas.openxmlformats.org/drawingml/2006/main">
              <a:ext uri="{FF2B5EF4-FFF2-40B4-BE49-F238E27FC236}">
                <a16:creationId xmlns:a16="http://schemas.microsoft.com/office/drawing/2014/main" id="{B57747A1-56C4-4CF3-AC3D-FCED639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4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6" y="0"/>
                </a:moveTo>
                <a:lnTo>
                  <a:pt x="32956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1" y="6953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2" name="p36-路径-0052">
            <a:extLst xmlns:a="http://schemas.openxmlformats.org/drawingml/2006/main">
              <a:ext uri="{FF2B5EF4-FFF2-40B4-BE49-F238E27FC236}">
                <a16:creationId xmlns:a16="http://schemas.microsoft.com/office/drawing/2014/main" id="{B8DF104C-C675-42E8-99FD-F1299B0E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931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6" y="0"/>
                </a:moveTo>
                <a:lnTo>
                  <a:pt x="32956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1" y="69532"/>
                </a:lnTo>
                <a:lnTo>
                  <a:pt x="61531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3" name="p36-路径-0053">
            <a:extLst xmlns:a="http://schemas.openxmlformats.org/drawingml/2006/main">
              <a:ext uri="{FF2B5EF4-FFF2-40B4-BE49-F238E27FC236}">
                <a16:creationId xmlns:a16="http://schemas.microsoft.com/office/drawing/2014/main" id="{EBF92B41-EAE1-41F2-9694-F41A4201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678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7" y="0"/>
                </a:moveTo>
                <a:lnTo>
                  <a:pt x="32957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2" y="6953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4" name="p36-路径-0054">
            <a:extLst xmlns:a="http://schemas.openxmlformats.org/drawingml/2006/main">
              <a:ext uri="{FF2B5EF4-FFF2-40B4-BE49-F238E27FC236}">
                <a16:creationId xmlns:a16="http://schemas.microsoft.com/office/drawing/2014/main" id="{996D6836-22BA-4293-B446-82C89053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425" y="2720912"/>
            <a:ext cx="94488" cy="145732"/>
          </a:xfrm>
          <a:custGeom xmlns:a="http://schemas.openxmlformats.org/drawingml/2006/main">
            <a:pathLst>
              <a:path w="94488" h="145732">
                <a:moveTo>
                  <a:pt x="32957" y="0"/>
                </a:moveTo>
                <a:lnTo>
                  <a:pt x="32957" y="69532"/>
                </a:lnTo>
                <a:lnTo>
                  <a:pt x="0" y="69532"/>
                </a:lnTo>
                <a:lnTo>
                  <a:pt x="47244" y="145732"/>
                </a:lnTo>
                <a:lnTo>
                  <a:pt x="94488" y="69532"/>
                </a:lnTo>
                <a:lnTo>
                  <a:pt x="61532" y="69532"/>
                </a:lnTo>
                <a:lnTo>
                  <a:pt x="61532" y="0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5" name="p36-文本-0055">
            <a:extLst xmlns:a="http://schemas.openxmlformats.org/drawingml/2006/main">
              <a:ext uri="{FF2B5EF4-FFF2-40B4-BE49-F238E27FC236}">
                <a16:creationId xmlns:a16="http://schemas.microsoft.com/office/drawing/2014/main" id="{4E9A027B-EADC-4976-9D15-507456A2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297978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层间条件可独立调节</a:t>
            </a:r>
          </a:p>
        </p:txBody>
      </p:sp>
      <p:sp>
        <p:nvSpPr>
          <p:cNvPr id="56" name="p36-文本-0056">
            <a:extLst xmlns:a="http://schemas.openxmlformats.org/drawingml/2006/main">
              <a:ext uri="{FF2B5EF4-FFF2-40B4-BE49-F238E27FC236}">
                <a16:creationId xmlns:a16="http://schemas.microsoft.com/office/drawing/2014/main" id="{95A86E20-02E7-446B-B0B7-62C3CE6F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46306"/>
            <a:ext cx="1375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变量：层间间距</a:t>
            </a:r>
          </a:p>
        </p:txBody>
      </p:sp>
      <p:sp>
        <p:nvSpPr>
          <p:cNvPr id="57" name="p36-文本-0057">
            <a:extLst xmlns:a="http://schemas.openxmlformats.org/drawingml/2006/main">
              <a:ext uri="{FF2B5EF4-FFF2-40B4-BE49-F238E27FC236}">
                <a16:creationId xmlns:a16="http://schemas.microsoft.com/office/drawing/2014/main" id="{21DBF5A2-9A46-4056-AAF6-714EF5B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246356"/>
            <a:ext cx="1565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固定：组分与厚度</a:t>
            </a:r>
          </a:p>
        </p:txBody>
      </p:sp>
      <p:sp>
        <p:nvSpPr>
          <p:cNvPr id="58" name="p36-文本-0058">
            <a:extLst xmlns:a="http://schemas.openxmlformats.org/drawingml/2006/main">
              <a:ext uri="{FF2B5EF4-FFF2-40B4-BE49-F238E27FC236}">
                <a16:creationId xmlns:a16="http://schemas.microsoft.com/office/drawing/2014/main" id="{BE816FC0-0592-4C8E-BF2E-F039D5E3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64640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依据：可以建立匹配对照</a:t>
            </a:r>
          </a:p>
        </p:txBody>
      </p:sp>
      <p:sp>
        <p:nvSpPr>
          <p:cNvPr id="59" name="p36-矩形-0059">
            <a:extLst xmlns:a="http://schemas.openxmlformats.org/drawingml/2006/main">
              <a:ext uri="{FF2B5EF4-FFF2-40B4-BE49-F238E27FC236}">
                <a16:creationId xmlns:a16="http://schemas.microsoft.com/office/drawing/2014/main" id="{BEB15AF0-6304-433D-AED4-C9115A58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905250"/>
            <a:ext cx="51911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60" name="p36-矩形-0060">
            <a:extLst xmlns:a="http://schemas.openxmlformats.org/drawingml/2006/main">
              <a:ext uri="{FF2B5EF4-FFF2-40B4-BE49-F238E27FC236}">
                <a16:creationId xmlns:a16="http://schemas.microsoft.com/office/drawing/2014/main" id="{CE858D1E-08CB-440A-93B0-9277BA52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905250"/>
            <a:ext cx="519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61" name="p36-文本-0061">
            <a:extLst xmlns:a="http://schemas.openxmlformats.org/drawingml/2006/main">
              <a:ext uri="{FF2B5EF4-FFF2-40B4-BE49-F238E27FC236}">
                <a16:creationId xmlns:a16="http://schemas.microsoft.com/office/drawing/2014/main" id="{75A9B168-BEC2-4606-ABD4-C67F1C29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6744" y="3926774"/>
            <a:ext cx="3286887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 子系统机制：分配与传递共同作用</a:t>
            </a:r>
          </a:p>
        </p:txBody>
      </p:sp>
      <p:sp>
        <p:nvSpPr>
          <p:cNvPr id="62" name="p36-矩形-0062">
            <a:extLst xmlns:a="http://schemas.openxmlformats.org/drawingml/2006/main">
              <a:ext uri="{FF2B5EF4-FFF2-40B4-BE49-F238E27FC236}">
                <a16:creationId xmlns:a16="http://schemas.microsoft.com/office/drawing/2014/main" id="{50F2B347-47A0-4A4E-A153-1A34BA60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95800"/>
            <a:ext cx="21812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7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63" name="p36-矩形-0063">
            <a:extLst xmlns:a="http://schemas.openxmlformats.org/drawingml/2006/main">
              <a:ext uri="{FF2B5EF4-FFF2-40B4-BE49-F238E27FC236}">
                <a16:creationId xmlns:a16="http://schemas.microsoft.com/office/drawing/2014/main" id="{FA9B7534-3A86-4C70-BF3D-1CECB769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68406"/>
            <a:ext cx="632555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4" name="p36-矩形-0064">
            <a:extLst xmlns:a="http://schemas.openxmlformats.org/drawingml/2006/main">
              <a:ext uri="{FF2B5EF4-FFF2-40B4-BE49-F238E27FC236}">
                <a16:creationId xmlns:a16="http://schemas.microsoft.com/office/drawing/2014/main" id="{53C6E1FF-8DB1-48B7-8135-B6ED17BC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768406"/>
            <a:ext cx="523494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5" name="p36-矩形-0065">
            <a:extLst xmlns:a="http://schemas.openxmlformats.org/drawingml/2006/main">
              <a:ext uri="{FF2B5EF4-FFF2-40B4-BE49-F238E27FC236}">
                <a16:creationId xmlns:a16="http://schemas.microsoft.com/office/drawing/2014/main" id="{8700206F-2F16-4A5F-A0B4-9CC406EA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481" y="4768406"/>
            <a:ext cx="523494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6" name="p36-矩形-0066">
            <a:extLst xmlns:a="http://schemas.openxmlformats.org/drawingml/2006/main">
              <a:ext uri="{FF2B5EF4-FFF2-40B4-BE49-F238E27FC236}">
                <a16:creationId xmlns:a16="http://schemas.microsoft.com/office/drawing/2014/main" id="{B1998E7F-80FE-46A4-BF57-5611F9F8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31880"/>
            <a:ext cx="632555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7" name="p36-矩形-0067">
            <a:extLst xmlns:a="http://schemas.openxmlformats.org/drawingml/2006/main">
              <a:ext uri="{FF2B5EF4-FFF2-40B4-BE49-F238E27FC236}">
                <a16:creationId xmlns:a16="http://schemas.microsoft.com/office/drawing/2014/main" id="{8273BB92-681F-499A-8670-0F911BF7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131880"/>
            <a:ext cx="523494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8" name="p36-矩形-0068">
            <a:extLst xmlns:a="http://schemas.openxmlformats.org/drawingml/2006/main">
              <a:ext uri="{FF2B5EF4-FFF2-40B4-BE49-F238E27FC236}">
                <a16:creationId xmlns:a16="http://schemas.microsoft.com/office/drawing/2014/main" id="{27AC9FFF-CB27-426F-97EA-3AD0699E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481" y="5131880"/>
            <a:ext cx="523494" cy="1211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69" name="p36-椭圆-0069">
            <a:extLst xmlns:a="http://schemas.openxmlformats.org/drawingml/2006/main">
              <a:ext uri="{FF2B5EF4-FFF2-40B4-BE49-F238E27FC236}">
                <a16:creationId xmlns:a16="http://schemas.microsoft.com/office/drawing/2014/main" id="{43256C85-7CAB-4EF3-BDE6-8536A244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7521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0" name="p36-椭圆-0070">
            <a:extLst xmlns:a="http://schemas.openxmlformats.org/drawingml/2006/main">
              <a:ext uri="{FF2B5EF4-FFF2-40B4-BE49-F238E27FC236}">
                <a16:creationId xmlns:a16="http://schemas.microsoft.com/office/drawing/2014/main" id="{5BB525B9-AF7D-48DA-B205-84DCE576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621" y="4996624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1" name="p36-椭圆-0071">
            <a:extLst xmlns:a="http://schemas.openxmlformats.org/drawingml/2006/main">
              <a:ext uri="{FF2B5EF4-FFF2-40B4-BE49-F238E27FC236}">
                <a16:creationId xmlns:a16="http://schemas.microsoft.com/office/drawing/2014/main" id="{A888D017-13D0-4FA7-85FA-7E3145E2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0174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2" name="p36-椭圆-0072">
            <a:extLst xmlns:a="http://schemas.openxmlformats.org/drawingml/2006/main">
              <a:ext uri="{FF2B5EF4-FFF2-40B4-BE49-F238E27FC236}">
                <a16:creationId xmlns:a16="http://schemas.microsoft.com/office/drawing/2014/main" id="{F8476D0D-8BF2-444C-BB22-30FDD294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3" name="p36-椭圆-0073">
            <a:extLst xmlns:a="http://schemas.openxmlformats.org/drawingml/2006/main">
              <a:ext uri="{FF2B5EF4-FFF2-40B4-BE49-F238E27FC236}">
                <a16:creationId xmlns:a16="http://schemas.microsoft.com/office/drawing/2014/main" id="{6258AD4C-2904-43DF-9874-AE366356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0928" y="4996624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4" name="p36-椭圆-0074">
            <a:extLst xmlns:a="http://schemas.openxmlformats.org/drawingml/2006/main">
              <a:ext uri="{FF2B5EF4-FFF2-40B4-BE49-F238E27FC236}">
                <a16:creationId xmlns:a16="http://schemas.microsoft.com/office/drawing/2014/main" id="{7EBB74F9-7103-4020-A7F4-ADA1BC1B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481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5" name="p36-椭圆-0075">
            <a:extLst xmlns:a="http://schemas.openxmlformats.org/drawingml/2006/main">
              <a:ext uri="{FF2B5EF4-FFF2-40B4-BE49-F238E27FC236}">
                <a16:creationId xmlns:a16="http://schemas.microsoft.com/office/drawing/2014/main" id="{C0C6C65E-A65C-44DD-BC89-7E71B6BD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8134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6" name="p36-椭圆-0076">
            <a:extLst xmlns:a="http://schemas.openxmlformats.org/drawingml/2006/main">
              <a:ext uri="{FF2B5EF4-FFF2-40B4-BE49-F238E27FC236}">
                <a16:creationId xmlns:a16="http://schemas.microsoft.com/office/drawing/2014/main" id="{FB94AECD-66D1-445F-B252-5693D32F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234" y="4996624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77" name="p36-椭圆-0077">
            <a:extLst xmlns:a="http://schemas.openxmlformats.org/drawingml/2006/main">
              <a:ext uri="{FF2B5EF4-FFF2-40B4-BE49-F238E27FC236}">
                <a16:creationId xmlns:a16="http://schemas.microsoft.com/office/drawing/2014/main" id="{373088D6-4F6C-4CA1-8CC9-7A3451F3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0787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8" name="p36-椭圆-0078">
            <a:extLst xmlns:a="http://schemas.openxmlformats.org/drawingml/2006/main">
              <a:ext uri="{FF2B5EF4-FFF2-40B4-BE49-F238E27FC236}">
                <a16:creationId xmlns:a16="http://schemas.microsoft.com/office/drawing/2014/main" id="{CFB5A78B-3E19-40AE-9679-B98D60EA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3440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9" name="p36-椭圆-0079">
            <a:extLst xmlns:a="http://schemas.openxmlformats.org/drawingml/2006/main">
              <a:ext uri="{FF2B5EF4-FFF2-40B4-BE49-F238E27FC236}">
                <a16:creationId xmlns:a16="http://schemas.microsoft.com/office/drawing/2014/main" id="{BEFBEF02-3E10-405E-8BAE-9DB6F720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4996624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80" name="p36-椭圆-0080">
            <a:extLst xmlns:a="http://schemas.openxmlformats.org/drawingml/2006/main">
              <a:ext uri="{FF2B5EF4-FFF2-40B4-BE49-F238E27FC236}">
                <a16:creationId xmlns:a16="http://schemas.microsoft.com/office/drawing/2014/main" id="{13E43083-094E-440C-BF1F-1724C5C0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6093" y="464324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1" name="p36-路径-0081">
            <a:extLst xmlns:a="http://schemas.openxmlformats.org/drawingml/2006/main">
              <a:ext uri="{FF2B5EF4-FFF2-40B4-BE49-F238E27FC236}">
                <a16:creationId xmlns:a16="http://schemas.microsoft.com/office/drawing/2014/main" id="{46DE1BBA-9BEF-4F43-B746-DAAD0D49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6170" y="4677537"/>
            <a:ext cx="118205" cy="686562"/>
          </a:xfrm>
          <a:custGeom xmlns:a="http://schemas.openxmlformats.org/drawingml/2006/main">
            <a:pathLst>
              <a:path w="118205" h="686562">
                <a:moveTo>
                  <a:pt x="40005" y="0"/>
                </a:moveTo>
                <a:lnTo>
                  <a:pt x="40005" y="591312"/>
                </a:lnTo>
                <a:lnTo>
                  <a:pt x="0" y="591312"/>
                </a:lnTo>
                <a:lnTo>
                  <a:pt x="59055" y="686562"/>
                </a:lnTo>
                <a:lnTo>
                  <a:pt x="118205" y="591312"/>
                </a:lnTo>
                <a:lnTo>
                  <a:pt x="78105" y="591312"/>
                </a:lnTo>
                <a:lnTo>
                  <a:pt x="78105" y="0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82" name="p36-路径-0082">
            <a:extLst xmlns:a="http://schemas.openxmlformats.org/drawingml/2006/main">
              <a:ext uri="{FF2B5EF4-FFF2-40B4-BE49-F238E27FC236}">
                <a16:creationId xmlns:a16="http://schemas.microsoft.com/office/drawing/2014/main" id="{E1E0A247-6C64-445E-B86F-24D8A81C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0553" y="4677537"/>
            <a:ext cx="118110" cy="686562"/>
          </a:xfrm>
          <a:custGeom xmlns:a="http://schemas.openxmlformats.org/drawingml/2006/main">
            <a:pathLst>
              <a:path w="118110" h="686562">
                <a:moveTo>
                  <a:pt x="40005" y="0"/>
                </a:moveTo>
                <a:lnTo>
                  <a:pt x="40005" y="591312"/>
                </a:lnTo>
                <a:lnTo>
                  <a:pt x="0" y="591312"/>
                </a:lnTo>
                <a:lnTo>
                  <a:pt x="59055" y="686562"/>
                </a:lnTo>
                <a:lnTo>
                  <a:pt x="118110" y="591312"/>
                </a:lnTo>
                <a:lnTo>
                  <a:pt x="78105" y="591312"/>
                </a:lnTo>
                <a:lnTo>
                  <a:pt x="78105" y="0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83" name="p36-椭圆-0083">
            <a:extLst xmlns:a="http://schemas.openxmlformats.org/drawingml/2006/main">
              <a:ext uri="{FF2B5EF4-FFF2-40B4-BE49-F238E27FC236}">
                <a16:creationId xmlns:a16="http://schemas.microsoft.com/office/drawing/2014/main" id="{ABB1B6A1-3EDB-4DC8-B308-CBFD6DB1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501" y="535286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4" name="p36-椭圆-0084">
            <a:extLst xmlns:a="http://schemas.openxmlformats.org/drawingml/2006/main">
              <a:ext uri="{FF2B5EF4-FFF2-40B4-BE49-F238E27FC236}">
                <a16:creationId xmlns:a16="http://schemas.microsoft.com/office/drawing/2014/main" id="{F1B8B0FB-ECD9-4D1E-A8BE-63D3F86D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122" y="535286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5" name="p36-椭圆-0085">
            <a:extLst xmlns:a="http://schemas.openxmlformats.org/drawingml/2006/main">
              <a:ext uri="{FF2B5EF4-FFF2-40B4-BE49-F238E27FC236}">
                <a16:creationId xmlns:a16="http://schemas.microsoft.com/office/drawing/2014/main" id="{188752F5-58D4-4905-8C32-F168F4D0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3742" y="535286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6" name="p36-椭圆-0086">
            <a:extLst xmlns:a="http://schemas.openxmlformats.org/drawingml/2006/main">
              <a:ext uri="{FF2B5EF4-FFF2-40B4-BE49-F238E27FC236}">
                <a16:creationId xmlns:a16="http://schemas.microsoft.com/office/drawing/2014/main" id="{3E9DA52D-A83F-452A-A09E-8DD760C8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6363" y="535286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7" name="p36-椭圆-0087">
            <a:extLst xmlns:a="http://schemas.openxmlformats.org/drawingml/2006/main">
              <a:ext uri="{FF2B5EF4-FFF2-40B4-BE49-F238E27FC236}">
                <a16:creationId xmlns:a16="http://schemas.microsoft.com/office/drawing/2014/main" id="{F0FE46D4-41D3-47EB-94D9-1069862F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983" y="535286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88" name="p36-文本-0088">
            <a:extLst xmlns:a="http://schemas.openxmlformats.org/drawingml/2006/main">
              <a:ext uri="{FF2B5EF4-FFF2-40B4-BE49-F238E27FC236}">
                <a16:creationId xmlns:a16="http://schemas.microsoft.com/office/drawing/2014/main" id="{6C1C0A2D-8D0E-423F-83E6-6BC24B9D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60868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富集界面与贯通路径</a:t>
            </a:r>
          </a:p>
        </p:txBody>
      </p:sp>
      <p:sp>
        <p:nvSpPr>
          <p:cNvPr id="89" name="p36-文本-0089">
            <a:extLst xmlns:a="http://schemas.openxmlformats.org/drawingml/2006/main">
              <a:ext uri="{FF2B5EF4-FFF2-40B4-BE49-F238E27FC236}">
                <a16:creationId xmlns:a16="http://schemas.microsoft.com/office/drawing/2014/main" id="{5B24BD83-014C-4BC1-82E7-91076931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35138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分配：界面富集程度</a:t>
            </a:r>
          </a:p>
        </p:txBody>
      </p:sp>
      <p:sp>
        <p:nvSpPr>
          <p:cNvPr id="90" name="p36-文本-0090">
            <a:extLst xmlns:a="http://schemas.openxmlformats.org/drawingml/2006/main">
              <a:ext uri="{FF2B5EF4-FFF2-40B4-BE49-F238E27FC236}">
                <a16:creationId xmlns:a16="http://schemas.microsoft.com/office/drawing/2014/main" id="{7342D627-A26B-449B-93BD-7250067A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4770481"/>
            <a:ext cx="1756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传递：通道阻力变化</a:t>
            </a:r>
          </a:p>
        </p:txBody>
      </p:sp>
      <p:sp>
        <p:nvSpPr>
          <p:cNvPr id="91" name="p36-文本-0091">
            <a:extLst xmlns:a="http://schemas.openxmlformats.org/drawingml/2006/main">
              <a:ext uri="{FF2B5EF4-FFF2-40B4-BE49-F238E27FC236}">
                <a16:creationId xmlns:a16="http://schemas.microsoft.com/office/drawing/2014/main" id="{EEF7F1A4-B860-4A37-8628-061B6A36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5189581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预测：影响不同响应参数</a:t>
            </a:r>
          </a:p>
        </p:txBody>
      </p:sp>
      <p:sp>
        <p:nvSpPr>
          <p:cNvPr id="92" name="p36-矩形-0092">
            <a:extLst xmlns:a="http://schemas.openxmlformats.org/drawingml/2006/main">
              <a:ext uri="{FF2B5EF4-FFF2-40B4-BE49-F238E27FC236}">
                <a16:creationId xmlns:a16="http://schemas.microsoft.com/office/drawing/2014/main" id="{3230DA09-C305-4B0D-B415-C8134742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5191125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CD7DF"/>
            </a:solidFill>
            <a:prstDash val="dash"/>
          </a:ln>
        </p:spPr>
      </p:sp>
      <p:sp>
        <p:nvSpPr>
          <p:cNvPr id="93" name="p36-矩形-0093">
            <a:extLst xmlns:a="http://schemas.openxmlformats.org/drawingml/2006/main">
              <a:ext uri="{FF2B5EF4-FFF2-40B4-BE49-F238E27FC236}">
                <a16:creationId xmlns:a16="http://schemas.microsoft.com/office/drawing/2014/main" id="{5DF2FB6A-0985-432A-BFB0-E5B5DA1C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519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4" name="p36-文本-0094">
            <a:extLst xmlns:a="http://schemas.openxmlformats.org/drawingml/2006/main">
              <a:ext uri="{FF2B5EF4-FFF2-40B4-BE49-F238E27FC236}">
                <a16:creationId xmlns:a16="http://schemas.microsoft.com/office/drawing/2014/main" id="{5ED950CC-9C36-4DFF-856D-F61911A2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357" y="3926774"/>
            <a:ext cx="3486912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 具体问题：能否分离富集与传递效应</a:t>
            </a:r>
          </a:p>
        </p:txBody>
      </p:sp>
      <p:sp>
        <p:nvSpPr>
          <p:cNvPr id="95" name="p36-文本-0095">
            <a:extLst xmlns:a="http://schemas.openxmlformats.org/drawingml/2006/main">
              <a:ext uri="{FF2B5EF4-FFF2-40B4-BE49-F238E27FC236}">
                <a16:creationId xmlns:a16="http://schemas.microsoft.com/office/drawing/2014/main" id="{3E78CED6-53BF-45A3-83F0-7117FD6D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85813"/>
            <a:ext cx="12382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读出分别归一化</a:t>
            </a:r>
          </a:p>
        </p:txBody>
      </p:sp>
      <p:sp>
        <p:nvSpPr>
          <p:cNvPr id="96" name="p36-线-0096">
            <a:extLst xmlns:a="http://schemas.openxmlformats.org/drawingml/2006/main">
              <a:ext uri="{FF2B5EF4-FFF2-40B4-BE49-F238E27FC236}">
                <a16:creationId xmlns:a16="http://schemas.microsoft.com/office/drawing/2014/main" id="{83F42953-6640-4952-BF67-BC168AB8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676775"/>
            <a:ext cx="95" cy="647700"/>
          </a:xfrm>
          <a:custGeom xmlns:a="http://schemas.openxmlformats.org/drawingml/2006/main">
            <a:pathLst>
              <a:path w="9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97" name="p36-线-0097">
            <a:extLst xmlns:a="http://schemas.openxmlformats.org/drawingml/2006/main">
              <a:ext uri="{FF2B5EF4-FFF2-40B4-BE49-F238E27FC236}">
                <a16:creationId xmlns:a16="http://schemas.microsoft.com/office/drawing/2014/main" id="{3CAA094C-2E8B-4317-BD8C-23CF1BB8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324475"/>
            <a:ext cx="1762125" cy="95"/>
          </a:xfrm>
          <a:custGeom xmlns:a="http://schemas.openxmlformats.org/drawingml/2006/main">
            <a:pathLst>
              <a:path w="1762125" h="95">
                <a:moveTo>
                  <a:pt x="0" y="0"/>
                </a:moveTo>
                <a:lnTo>
                  <a:pt x="1762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657B8B"/>
            </a:solidFill>
          </a:ln>
        </p:spPr>
      </p:sp>
      <p:sp>
        <p:nvSpPr>
          <p:cNvPr id="98" name="p36-线-0098">
            <a:extLst xmlns:a="http://schemas.openxmlformats.org/drawingml/2006/main">
              <a:ext uri="{FF2B5EF4-FFF2-40B4-BE49-F238E27FC236}">
                <a16:creationId xmlns:a16="http://schemas.microsoft.com/office/drawing/2014/main" id="{7ACF6E02-6B50-4DD5-80D1-27CDFFC9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5" cy="238125"/>
          </a:xfrm>
          <a:custGeom xmlns:a="http://schemas.openxmlformats.org/drawingml/2006/main">
            <a:pathLst>
              <a:path w="95" h="238125">
                <a:moveTo>
                  <a:pt x="0" y="0"/>
                </a:move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CD7DF"/>
            </a:solidFill>
          </a:ln>
        </p:spPr>
      </p:sp>
      <p:sp>
        <p:nvSpPr>
          <p:cNvPr id="99" name="p36-椭圆-0099">
            <a:extLst xmlns:a="http://schemas.openxmlformats.org/drawingml/2006/main">
              <a:ext uri="{FF2B5EF4-FFF2-40B4-BE49-F238E27FC236}">
                <a16:creationId xmlns:a16="http://schemas.microsoft.com/office/drawing/2014/main" id="{BBAB6B6C-463B-4BB8-BCAE-084106B8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29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0" name="p36-椭圆-0100">
            <a:extLst xmlns:a="http://schemas.openxmlformats.org/drawingml/2006/main">
              <a:ext uri="{FF2B5EF4-FFF2-40B4-BE49-F238E27FC236}">
                <a16:creationId xmlns:a16="http://schemas.microsoft.com/office/drawing/2014/main" id="{4B26FBBD-F9A8-475D-A88A-E71A230A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67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1" name="p36-线-0101">
            <a:extLst xmlns:a="http://schemas.openxmlformats.org/drawingml/2006/main">
              <a:ext uri="{FF2B5EF4-FFF2-40B4-BE49-F238E27FC236}">
                <a16:creationId xmlns:a16="http://schemas.microsoft.com/office/drawing/2014/main" id="{1E425023-1B73-4348-8AEA-FD862F60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724400"/>
            <a:ext cx="95" cy="285750"/>
          </a:xfrm>
          <a:custGeom xmlns:a="http://schemas.openxmlformats.org/drawingml/2006/main">
            <a:pathLst>
              <a:path w="95" h="285750">
                <a:moveTo>
                  <a:pt x="0" y="285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CD7DF"/>
            </a:solidFill>
          </a:ln>
        </p:spPr>
      </p:sp>
      <p:sp>
        <p:nvSpPr>
          <p:cNvPr id="102" name="p36-椭圆-0102">
            <a:extLst xmlns:a="http://schemas.openxmlformats.org/drawingml/2006/main">
              <a:ext uri="{FF2B5EF4-FFF2-40B4-BE49-F238E27FC236}">
                <a16:creationId xmlns:a16="http://schemas.microsoft.com/office/drawing/2014/main" id="{1724ABD8-D0B5-415F-8370-D19B37D2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3" name="p36-椭圆-0103">
            <a:extLst xmlns:a="http://schemas.openxmlformats.org/drawingml/2006/main">
              <a:ext uri="{FF2B5EF4-FFF2-40B4-BE49-F238E27FC236}">
                <a16:creationId xmlns:a16="http://schemas.microsoft.com/office/drawing/2014/main" id="{7C96D542-F9F1-4D66-9BC4-5602A751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04" name="p36-文本-0104">
            <a:extLst xmlns:a="http://schemas.openxmlformats.org/drawingml/2006/main">
              <a:ext uri="{FF2B5EF4-FFF2-40B4-BE49-F238E27FC236}">
                <a16:creationId xmlns:a16="http://schemas.microsoft.com/office/drawing/2014/main" id="{BA6AF5C3-F496-4C64-9AF9-D8A6FAD0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00791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稳态幅度</a:t>
            </a:r>
          </a:p>
        </p:txBody>
      </p:sp>
      <p:sp>
        <p:nvSpPr>
          <p:cNvPr id="105" name="p36-文本-0105">
            <a:extLst xmlns:a="http://schemas.openxmlformats.org/drawingml/2006/main">
              <a:ext uri="{FF2B5EF4-FFF2-40B4-BE49-F238E27FC236}">
                <a16:creationId xmlns:a16="http://schemas.microsoft.com/office/drawing/2014/main" id="{5BBFEE75-938B-42BA-857F-ED0238E0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00791"/>
            <a:ext cx="68580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建立时间</a:t>
            </a:r>
          </a:p>
        </p:txBody>
      </p:sp>
      <p:sp>
        <p:nvSpPr>
          <p:cNvPr id="106" name="p36-线-0106">
            <a:extLst xmlns:a="http://schemas.openxmlformats.org/drawingml/2006/main">
              <a:ext uri="{FF2B5EF4-FFF2-40B4-BE49-F238E27FC236}">
                <a16:creationId xmlns:a16="http://schemas.microsoft.com/office/drawing/2014/main" id="{04B3EC5F-40BE-4A11-8092-21D1E9A1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7626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07" name="p36-文本-0107">
            <a:extLst xmlns:a="http://schemas.openxmlformats.org/drawingml/2006/main">
              <a:ext uri="{FF2B5EF4-FFF2-40B4-BE49-F238E27FC236}">
                <a16:creationId xmlns:a16="http://schemas.microsoft.com/office/drawing/2014/main" id="{01AB7F60-7764-4072-A6C5-D04AEDAE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648441"/>
            <a:ext cx="361950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</a:t>
            </a:r>
          </a:p>
        </p:txBody>
      </p:sp>
      <p:sp>
        <p:nvSpPr>
          <p:cNvPr id="108" name="p36-线-0108">
            <a:extLst xmlns:a="http://schemas.openxmlformats.org/drawingml/2006/main">
              <a:ext uri="{FF2B5EF4-FFF2-40B4-BE49-F238E27FC236}">
                <a16:creationId xmlns:a16="http://schemas.microsoft.com/office/drawing/2014/main" id="{CAF4B379-DA6B-4893-AF23-941CC04A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762625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109" name="p36-文本-0109">
            <a:extLst xmlns:a="http://schemas.openxmlformats.org/drawingml/2006/main">
              <a:ext uri="{FF2B5EF4-FFF2-40B4-BE49-F238E27FC236}">
                <a16:creationId xmlns:a16="http://schemas.microsoft.com/office/drawing/2014/main" id="{B2B076E2-8C9E-46F7-8012-49F6D3E1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648441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调间距</a:t>
            </a:r>
          </a:p>
        </p:txBody>
      </p:sp>
      <p:sp>
        <p:nvSpPr>
          <p:cNvPr id="110" name="p36-文本-0110">
            <a:extLst xmlns:a="http://schemas.openxmlformats.org/drawingml/2006/main">
              <a:ext uri="{FF2B5EF4-FFF2-40B4-BE49-F238E27FC236}">
                <a16:creationId xmlns:a16="http://schemas.microsoft.com/office/drawing/2014/main" id="{9C0E7B50-9FF5-4B9E-91BD-A8293718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370431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改变搅拌：识别外部传递</a:t>
            </a:r>
          </a:p>
        </p:txBody>
      </p:sp>
      <p:sp>
        <p:nvSpPr>
          <p:cNvPr id="111" name="p36-文本-0111">
            <a:extLst xmlns:a="http://schemas.openxmlformats.org/drawingml/2006/main">
              <a:ext uri="{FF2B5EF4-FFF2-40B4-BE49-F238E27FC236}">
                <a16:creationId xmlns:a16="http://schemas.microsoft.com/office/drawing/2014/main" id="{001B13C2-63CD-41EA-96B4-5B2DD911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78000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改变间距：检验内部限制</a:t>
            </a:r>
          </a:p>
        </p:txBody>
      </p:sp>
      <p:sp>
        <p:nvSpPr>
          <p:cNvPr id="112" name="p36-文本-0112">
            <a:extLst xmlns:a="http://schemas.openxmlformats.org/drawingml/2006/main">
              <a:ext uri="{FF2B5EF4-FFF2-40B4-BE49-F238E27FC236}">
                <a16:creationId xmlns:a16="http://schemas.microsoft.com/office/drawing/2014/main" id="{8D4E0B0C-68D5-4A76-8076-0D9B14B6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189581"/>
            <a:ext cx="1946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比较幅度与时间的解耦</a:t>
            </a:r>
          </a:p>
        </p:txBody>
      </p:sp>
      <p:sp>
        <p:nvSpPr>
          <p:cNvPr id="113" name="p36-路径-0113">
            <a:extLst xmlns:a="http://schemas.openxmlformats.org/drawingml/2006/main">
              <a:ext uri="{FF2B5EF4-FFF2-40B4-BE49-F238E27FC236}">
                <a16:creationId xmlns:a16="http://schemas.microsoft.com/office/drawing/2014/main" id="{27D46D3A-6B15-4C8E-BDA3-46DB068A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297621"/>
            <a:ext cx="666750" cy="224409"/>
          </a:xfrm>
          <a:custGeom xmlns:a="http://schemas.openxmlformats.org/drawingml/2006/main">
            <a:pathLst>
              <a:path w="666750" h="224409">
                <a:moveTo>
                  <a:pt x="0" y="169355"/>
                </a:moveTo>
                <a:lnTo>
                  <a:pt x="485775" y="169355"/>
                </a:lnTo>
                <a:lnTo>
                  <a:pt x="485775" y="224409"/>
                </a:lnTo>
                <a:lnTo>
                  <a:pt x="666750" y="112205"/>
                </a:lnTo>
                <a:lnTo>
                  <a:pt x="485775" y="0"/>
                </a:lnTo>
                <a:lnTo>
                  <a:pt x="485775" y="55055"/>
                </a:lnTo>
                <a:lnTo>
                  <a:pt x="0" y="55055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4" name="p36-文本-0114">
            <a:extLst xmlns:a="http://schemas.openxmlformats.org/drawingml/2006/main">
              <a:ext uri="{FF2B5EF4-FFF2-40B4-BE49-F238E27FC236}">
                <a16:creationId xmlns:a16="http://schemas.microsoft.com/office/drawing/2014/main" id="{7626A5EC-6279-49BC-BEF9-87AEB6F8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999813"/>
            <a:ext cx="5524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选对象</a:t>
            </a:r>
          </a:p>
        </p:txBody>
      </p:sp>
      <p:sp>
        <p:nvSpPr>
          <p:cNvPr id="115" name="p36-路径-0115">
            <a:extLst xmlns:a="http://schemas.openxmlformats.org/drawingml/2006/main">
              <a:ext uri="{FF2B5EF4-FFF2-40B4-BE49-F238E27FC236}">
                <a16:creationId xmlns:a16="http://schemas.microsoft.com/office/drawing/2014/main" id="{E10C271C-897B-4AB6-9BCF-9054A21E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1" y="3448050"/>
            <a:ext cx="212598" cy="381000"/>
          </a:xfrm>
          <a:custGeom xmlns:a="http://schemas.openxmlformats.org/drawingml/2006/main">
            <a:pathLst>
              <a:path w="212598" h="381000">
                <a:moveTo>
                  <a:pt x="53911" y="0"/>
                </a:moveTo>
                <a:lnTo>
                  <a:pt x="53911" y="209550"/>
                </a:lnTo>
                <a:lnTo>
                  <a:pt x="0" y="209550"/>
                </a:lnTo>
                <a:lnTo>
                  <a:pt x="106299" y="381000"/>
                </a:lnTo>
                <a:lnTo>
                  <a:pt x="212598" y="209550"/>
                </a:lnTo>
                <a:lnTo>
                  <a:pt x="158686" y="209550"/>
                </a:lnTo>
                <a:lnTo>
                  <a:pt x="158686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6" name="p36-文本-0116">
            <a:extLst xmlns:a="http://schemas.openxmlformats.org/drawingml/2006/main">
              <a:ext uri="{FF2B5EF4-FFF2-40B4-BE49-F238E27FC236}">
                <a16:creationId xmlns:a16="http://schemas.microsoft.com/office/drawing/2014/main" id="{3B9550D3-A4AA-453E-8ABD-4BC8B45D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523813"/>
            <a:ext cx="5524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拆过程</a:t>
            </a:r>
          </a:p>
        </p:txBody>
      </p:sp>
      <p:sp>
        <p:nvSpPr>
          <p:cNvPr id="117" name="p36-路径-0117">
            <a:extLst xmlns:a="http://schemas.openxmlformats.org/drawingml/2006/main">
              <a:ext uri="{FF2B5EF4-FFF2-40B4-BE49-F238E27FC236}">
                <a16:creationId xmlns:a16="http://schemas.microsoft.com/office/drawing/2014/main" id="{8772ECC9-586A-48BC-831E-C1C63D5D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869371"/>
            <a:ext cx="666750" cy="224409"/>
          </a:xfrm>
          <a:custGeom xmlns:a="http://schemas.openxmlformats.org/drawingml/2006/main">
            <a:pathLst>
              <a:path w="666750" h="224409">
                <a:moveTo>
                  <a:pt x="666750" y="55054"/>
                </a:moveTo>
                <a:lnTo>
                  <a:pt x="180975" y="55054"/>
                </a:lnTo>
                <a:lnTo>
                  <a:pt x="180975" y="0"/>
                </a:lnTo>
                <a:lnTo>
                  <a:pt x="0" y="112204"/>
                </a:lnTo>
                <a:lnTo>
                  <a:pt x="180975" y="224409"/>
                </a:lnTo>
                <a:lnTo>
                  <a:pt x="180975" y="169354"/>
                </a:lnTo>
                <a:lnTo>
                  <a:pt x="666750" y="16935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8" name="p36-文本-0118">
            <a:extLst xmlns:a="http://schemas.openxmlformats.org/drawingml/2006/main">
              <a:ext uri="{FF2B5EF4-FFF2-40B4-BE49-F238E27FC236}">
                <a16:creationId xmlns:a16="http://schemas.microsoft.com/office/drawing/2014/main" id="{F896B4AF-E525-4B05-9CDB-97F26740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552513"/>
            <a:ext cx="55245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定检验</a:t>
            </a:r>
          </a:p>
        </p:txBody>
      </p:sp>
      <p:sp>
        <p:nvSpPr>
          <p:cNvPr id="119" name="p36-文本-0119">
            <a:extLst xmlns:a="http://schemas.openxmlformats.org/drawingml/2006/main">
              <a:ext uri="{FF2B5EF4-FFF2-40B4-BE49-F238E27FC236}">
                <a16:creationId xmlns:a16="http://schemas.microsoft.com/office/drawing/2014/main" id="{C8235602-806F-4D39-A235-51C8D3EE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611" y="6062007"/>
            <a:ext cx="62287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需求逐层收束，最终落到可以区分竞争解释的实验问题</a:t>
            </a:r>
          </a:p>
        </p:txBody>
      </p:sp>
      <p:sp>
        <p:nvSpPr>
          <p:cNvPr id="120" name="p36-文本-0120">
            <a:extLst xmlns:a="http://schemas.openxmlformats.org/drawingml/2006/main">
              <a:ext uri="{FF2B5EF4-FFF2-40B4-BE49-F238E27FC236}">
                <a16:creationId xmlns:a16="http://schemas.microsoft.com/office/drawing/2014/main" id="{8D780770-F1CD-456D-889A-5EE5B5B4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6339383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1" name="p37-矩形-0001">
            <a:extLst xmlns:a="http://schemas.openxmlformats.org/drawingml/2006/main">
              <a:ext uri="{FF2B5EF4-FFF2-40B4-BE49-F238E27FC236}">
                <a16:creationId xmlns:a16="http://schemas.microsoft.com/office/drawing/2014/main" id="{7163D0BC-FEA9-451E-B3C1-89A4DD2B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p37-矩形-0002">
            <a:extLst xmlns:a="http://schemas.openxmlformats.org/drawingml/2006/main">
              <a:ext uri="{FF2B5EF4-FFF2-40B4-BE49-F238E27FC236}">
                <a16:creationId xmlns:a16="http://schemas.microsoft.com/office/drawing/2014/main" id="{7B5CF0A8-E7FE-440C-A2A5-E3C43D7C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" name="p37-文本-0003">
            <a:extLst xmlns:a="http://schemas.openxmlformats.org/drawingml/2006/main">
              <a:ext uri="{FF2B5EF4-FFF2-40B4-BE49-F238E27FC236}">
                <a16:creationId xmlns:a16="http://schemas.microsoft.com/office/drawing/2014/main" id="{672FE912-2182-42F1-BADE-8C16E07C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7408"/>
            <a:ext cx="5900547" cy="476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实验读出、局部机制与模型预测相互对应</a:t>
            </a:r>
          </a:p>
        </p:txBody>
      </p:sp>
      <p:sp>
        <p:nvSpPr>
          <p:cNvPr id="4" name="p37-文本-0004">
            <a:extLst xmlns:a="http://schemas.openxmlformats.org/drawingml/2006/main">
              <a:ext uri="{FF2B5EF4-FFF2-40B4-BE49-F238E27FC236}">
                <a16:creationId xmlns:a16="http://schemas.microsoft.com/office/drawing/2014/main" id="{C017E8B9-39A5-4FC3-94E7-0143A299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61009"/>
            <a:ext cx="5107114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实验测量提供动态参数，局部结构解释差异，独立样本检验预测</a:t>
            </a:r>
          </a:p>
        </p:txBody>
      </p:sp>
      <p:sp>
        <p:nvSpPr>
          <p:cNvPr id="5" name="p37-线-0005">
            <a:extLst xmlns:a="http://schemas.openxmlformats.org/drawingml/2006/main">
              <a:ext uri="{FF2B5EF4-FFF2-40B4-BE49-F238E27FC236}">
                <a16:creationId xmlns:a16="http://schemas.microsoft.com/office/drawing/2014/main" id="{C6E7A1D8-C41C-44F2-A720-E6E83749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04900"/>
            <a:ext cx="11239500" cy="95"/>
          </a:xfrm>
          <a:custGeom xmlns:a="http://schemas.openxmlformats.org/drawingml/2006/main">
            <a:pathLst>
              <a:path w="11239500" h="9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335">
            <a:solidFill>
              <a:srgbClr val="CCD7DF"/>
            </a:solidFill>
          </a:ln>
        </p:spPr>
      </p:sp>
      <p:sp>
        <p:nvSpPr>
          <p:cNvPr id="6" name="p37-矩形-0006">
            <a:extLst xmlns:a="http://schemas.openxmlformats.org/drawingml/2006/main">
              <a:ext uri="{FF2B5EF4-FFF2-40B4-BE49-F238E27FC236}">
                <a16:creationId xmlns:a16="http://schemas.microsoft.com/office/drawing/2014/main" id="{EC7E7C0B-CDE9-4FF4-B811-6E766202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81125"/>
            <a:ext cx="3381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7" name="p37-文本-0007">
            <a:extLst xmlns:a="http://schemas.openxmlformats.org/drawingml/2006/main">
              <a:ext uri="{FF2B5EF4-FFF2-40B4-BE49-F238E27FC236}">
                <a16:creationId xmlns:a16="http://schemas.microsoft.com/office/drawing/2014/main" id="{8508B311-EC79-46D3-9B73-453331DD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797" y="1402649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实验测量：获得动态读出</a:t>
            </a:r>
          </a:p>
        </p:txBody>
      </p:sp>
      <p:sp>
        <p:nvSpPr>
          <p:cNvPr id="8" name="p37-矩形-0008">
            <a:extLst xmlns:a="http://schemas.openxmlformats.org/drawingml/2006/main">
              <a:ext uri="{FF2B5EF4-FFF2-40B4-BE49-F238E27FC236}">
                <a16:creationId xmlns:a16="http://schemas.microsoft.com/office/drawing/2014/main" id="{DD2CC2FA-8FAC-4A4F-A2C5-07EE71CB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381125"/>
            <a:ext cx="35909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9" name="p37-文本-0009">
            <a:extLst xmlns:a="http://schemas.openxmlformats.org/drawingml/2006/main">
              <a:ext uri="{FF2B5EF4-FFF2-40B4-BE49-F238E27FC236}">
                <a16:creationId xmlns:a16="http://schemas.microsoft.com/office/drawing/2014/main" id="{DE1FB30F-92F9-4AF7-9060-4F341E67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522" y="1402649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尺度拆解：定位主控过程</a:t>
            </a:r>
          </a:p>
        </p:txBody>
      </p:sp>
      <p:sp>
        <p:nvSpPr>
          <p:cNvPr id="10" name="p37-矩形-0010">
            <a:extLst xmlns:a="http://schemas.openxmlformats.org/drawingml/2006/main">
              <a:ext uri="{FF2B5EF4-FFF2-40B4-BE49-F238E27FC236}">
                <a16:creationId xmlns:a16="http://schemas.microsoft.com/office/drawing/2014/main" id="{E72FCDD8-B1BC-4D85-8D60-25AA3BA4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81125"/>
            <a:ext cx="3448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" name="p37-文本-0011">
            <a:extLst xmlns:a="http://schemas.openxmlformats.org/drawingml/2006/main">
              <a:ext uri="{FF2B5EF4-FFF2-40B4-BE49-F238E27FC236}">
                <a16:creationId xmlns:a16="http://schemas.microsoft.com/office/drawing/2014/main" id="{D03EABD8-D447-4B5E-86CF-FCAE8740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585" y="1402649"/>
            <a:ext cx="2244281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计算验证：检验可迁移性</a:t>
            </a:r>
          </a:p>
        </p:txBody>
      </p:sp>
      <p:sp>
        <p:nvSpPr>
          <p:cNvPr id="12" name="p37-线-0012">
            <a:extLst xmlns:a="http://schemas.openxmlformats.org/drawingml/2006/main">
              <a:ext uri="{FF2B5EF4-FFF2-40B4-BE49-F238E27FC236}">
                <a16:creationId xmlns:a16="http://schemas.microsoft.com/office/drawing/2014/main" id="{D9C57C27-EF93-44FA-AB77-5FECD823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828800"/>
            <a:ext cx="95" cy="4124325"/>
          </a:xfrm>
          <a:custGeom xmlns:a="http://schemas.openxmlformats.org/drawingml/2006/main">
            <a:pathLst>
              <a:path w="95" h="4124325">
                <a:moveTo>
                  <a:pt x="0" y="0"/>
                </a:moveTo>
                <a:lnTo>
                  <a:pt x="0" y="41243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3" name="p37-线-0013">
            <a:extLst xmlns:a="http://schemas.openxmlformats.org/drawingml/2006/main">
              <a:ext uri="{FF2B5EF4-FFF2-40B4-BE49-F238E27FC236}">
                <a16:creationId xmlns:a16="http://schemas.microsoft.com/office/drawing/2014/main" id="{EA04FEAC-9425-44D9-A88A-495791D7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28800"/>
            <a:ext cx="95" cy="4124325"/>
          </a:xfrm>
          <a:custGeom xmlns:a="http://schemas.openxmlformats.org/drawingml/2006/main">
            <a:pathLst>
              <a:path w="95" h="4124325">
                <a:moveTo>
                  <a:pt x="0" y="0"/>
                </a:moveTo>
                <a:lnTo>
                  <a:pt x="0" y="41243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4" name="p37-矩形-0014">
            <a:extLst xmlns:a="http://schemas.openxmlformats.org/drawingml/2006/main">
              <a:ext uri="{FF2B5EF4-FFF2-40B4-BE49-F238E27FC236}">
                <a16:creationId xmlns:a16="http://schemas.microsoft.com/office/drawing/2014/main" id="{C179411B-7E9D-4D8F-8B86-9BB92D75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38350"/>
            <a:ext cx="1238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65F85"/>
            </a:solidFill>
          </a:ln>
        </p:spPr>
      </p:sp>
      <p:sp>
        <p:nvSpPr>
          <p:cNvPr id="15" name="p37-矩形-0015">
            <a:extLst xmlns:a="http://schemas.openxmlformats.org/drawingml/2006/main">
              <a:ext uri="{FF2B5EF4-FFF2-40B4-BE49-F238E27FC236}">
                <a16:creationId xmlns:a16="http://schemas.microsoft.com/office/drawing/2014/main" id="{0963191A-883E-4FE9-A01A-95C4CE6E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38375"/>
            <a:ext cx="857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D4DD"/>
          </a:solidFill>
          <a:ln xmlns:a="http://schemas.openxmlformats.org/drawingml/2006/main" w="0">
            <a:noFill/>
          </a:ln>
        </p:spPr>
      </p:sp>
      <p:sp>
        <p:nvSpPr>
          <p:cNvPr id="16" name="p37-线-0016">
            <a:extLst xmlns:a="http://schemas.openxmlformats.org/drawingml/2006/main">
              <a:ext uri="{FF2B5EF4-FFF2-40B4-BE49-F238E27FC236}">
                <a16:creationId xmlns:a16="http://schemas.microsoft.com/office/drawing/2014/main" id="{37DB3FDD-9867-4A25-8C46-0496F099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28825"/>
            <a:ext cx="123825" cy="95"/>
          </a:xfrm>
          <a:custGeom xmlns:a="http://schemas.openxmlformats.org/drawingml/2006/main">
            <a:pathLst>
              <a:path w="123825" h="9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17" name="p37-矩形-0017">
            <a:extLst xmlns:a="http://schemas.openxmlformats.org/drawingml/2006/main">
              <a:ext uri="{FF2B5EF4-FFF2-40B4-BE49-F238E27FC236}">
                <a16:creationId xmlns:a16="http://schemas.microsoft.com/office/drawing/2014/main" id="{C170B4FE-6A8C-4B46-A7A0-906D9874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038350"/>
            <a:ext cx="1238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65F85"/>
            </a:solidFill>
          </a:ln>
        </p:spPr>
      </p:sp>
      <p:sp>
        <p:nvSpPr>
          <p:cNvPr id="18" name="p37-矩形-0018">
            <a:extLst xmlns:a="http://schemas.openxmlformats.org/drawingml/2006/main">
              <a:ext uri="{FF2B5EF4-FFF2-40B4-BE49-F238E27FC236}">
                <a16:creationId xmlns:a16="http://schemas.microsoft.com/office/drawing/2014/main" id="{6C4C28DB-563A-4707-96C7-463C35D5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200275"/>
            <a:ext cx="857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B3C3"/>
          </a:solidFill>
          <a:ln xmlns:a="http://schemas.openxmlformats.org/drawingml/2006/main" w="0">
            <a:noFill/>
          </a:ln>
        </p:spPr>
      </p:sp>
      <p:sp>
        <p:nvSpPr>
          <p:cNvPr id="19" name="p37-线-0019">
            <a:extLst xmlns:a="http://schemas.openxmlformats.org/drawingml/2006/main">
              <a:ext uri="{FF2B5EF4-FFF2-40B4-BE49-F238E27FC236}">
                <a16:creationId xmlns:a16="http://schemas.microsoft.com/office/drawing/2014/main" id="{CB172D5F-C331-4245-A04B-762D7FB1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028825"/>
            <a:ext cx="123825" cy="95"/>
          </a:xfrm>
          <a:custGeom xmlns:a="http://schemas.openxmlformats.org/drawingml/2006/main">
            <a:pathLst>
              <a:path w="123825" h="9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0" name="p37-矩形-0020">
            <a:extLst xmlns:a="http://schemas.openxmlformats.org/drawingml/2006/main">
              <a:ext uri="{FF2B5EF4-FFF2-40B4-BE49-F238E27FC236}">
                <a16:creationId xmlns:a16="http://schemas.microsoft.com/office/drawing/2014/main" id="{CA56E5C1-4AFF-4963-97E6-C06CF30A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038350"/>
            <a:ext cx="1238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65F85"/>
            </a:solidFill>
          </a:ln>
        </p:spPr>
      </p:sp>
      <p:sp>
        <p:nvSpPr>
          <p:cNvPr id="21" name="p37-矩形-0021">
            <a:extLst xmlns:a="http://schemas.openxmlformats.org/drawingml/2006/main">
              <a:ext uri="{FF2B5EF4-FFF2-40B4-BE49-F238E27FC236}">
                <a16:creationId xmlns:a16="http://schemas.microsoft.com/office/drawing/2014/main" id="{E8E393EA-DE62-499F-BFF7-72B5C495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162175"/>
            <a:ext cx="85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EA7"/>
          </a:solidFill>
          <a:ln xmlns:a="http://schemas.openxmlformats.org/drawingml/2006/main" w="0">
            <a:noFill/>
          </a:ln>
        </p:spPr>
      </p:sp>
      <p:sp>
        <p:nvSpPr>
          <p:cNvPr id="22" name="p37-线-0022">
            <a:extLst xmlns:a="http://schemas.openxmlformats.org/drawingml/2006/main">
              <a:ext uri="{FF2B5EF4-FFF2-40B4-BE49-F238E27FC236}">
                <a16:creationId xmlns:a16="http://schemas.microsoft.com/office/drawing/2014/main" id="{0A9763D6-E493-4130-9EE0-527CF166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2028825"/>
            <a:ext cx="123825" cy="95"/>
          </a:xfrm>
          <a:custGeom xmlns:a="http://schemas.openxmlformats.org/drawingml/2006/main">
            <a:pathLst>
              <a:path w="123825" h="9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23" name="p37-文本-0023">
            <a:extLst xmlns:a="http://schemas.openxmlformats.org/drawingml/2006/main">
              <a:ext uri="{FF2B5EF4-FFF2-40B4-BE49-F238E27FC236}">
                <a16:creationId xmlns:a16="http://schemas.microsoft.com/office/drawing/2014/main" id="{5AAEC459-C932-46CC-AE7B-6FFBBA24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268" y="255170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配方分组</a:t>
            </a:r>
          </a:p>
        </p:txBody>
      </p:sp>
      <p:sp>
        <p:nvSpPr>
          <p:cNvPr id="24" name="p37-路径-0024">
            <a:extLst xmlns:a="http://schemas.openxmlformats.org/drawingml/2006/main">
              <a:ext uri="{FF2B5EF4-FFF2-40B4-BE49-F238E27FC236}">
                <a16:creationId xmlns:a16="http://schemas.microsoft.com/office/drawing/2014/main" id="{98968EBB-5BA1-45BC-B8D8-223C5255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192465"/>
            <a:ext cx="228600" cy="129921"/>
          </a:xfrm>
          <a:custGeom xmlns:a="http://schemas.openxmlformats.org/drawingml/2006/main">
            <a:pathLst>
              <a:path w="228600" h="129921">
                <a:moveTo>
                  <a:pt x="0" y="93535"/>
                </a:moveTo>
                <a:lnTo>
                  <a:pt x="123825" y="93535"/>
                </a:lnTo>
                <a:lnTo>
                  <a:pt x="123825" y="129921"/>
                </a:lnTo>
                <a:lnTo>
                  <a:pt x="228600" y="64960"/>
                </a:lnTo>
                <a:lnTo>
                  <a:pt x="123825" y="0"/>
                </a:lnTo>
                <a:lnTo>
                  <a:pt x="123825" y="36385"/>
                </a:lnTo>
                <a:lnTo>
                  <a:pt x="0" y="36385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25" name="p37-矩形-0025">
            <a:extLst xmlns:a="http://schemas.openxmlformats.org/drawingml/2006/main">
              <a:ext uri="{FF2B5EF4-FFF2-40B4-BE49-F238E27FC236}">
                <a16:creationId xmlns:a16="http://schemas.microsoft.com/office/drawing/2014/main" id="{BFBDBEC1-B4F3-414B-8927-8A7992C2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971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12383">
            <a:solidFill>
              <a:srgbClr val="365F85"/>
            </a:solidFill>
          </a:ln>
        </p:spPr>
      </p:sp>
      <p:sp>
        <p:nvSpPr>
          <p:cNvPr id="26" name="p37-椭圆-0026">
            <a:extLst xmlns:a="http://schemas.openxmlformats.org/drawingml/2006/main">
              <a:ext uri="{FF2B5EF4-FFF2-40B4-BE49-F238E27FC236}">
                <a16:creationId xmlns:a16="http://schemas.microsoft.com/office/drawing/2014/main" id="{908B4B31-CC73-469D-A1A6-B0F4780E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200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27" name="p37-矩形-0027">
            <a:extLst xmlns:a="http://schemas.openxmlformats.org/drawingml/2006/main">
              <a:ext uri="{FF2B5EF4-FFF2-40B4-BE49-F238E27FC236}">
                <a16:creationId xmlns:a16="http://schemas.microsoft.com/office/drawing/2014/main" id="{2E0AC0F5-E4A9-4463-AA66-2D25D82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114550"/>
            <a:ext cx="952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D0CD"/>
          </a:solidFill>
          <a:ln xmlns:a="http://schemas.openxmlformats.org/drawingml/2006/main" w="9525">
            <a:solidFill>
              <a:srgbClr val="537F78"/>
            </a:solidFill>
          </a:ln>
        </p:spPr>
      </p:sp>
      <p:sp>
        <p:nvSpPr>
          <p:cNvPr id="28" name="p37-路径-0028">
            <a:extLst xmlns:a="http://schemas.openxmlformats.org/drawingml/2006/main">
              <a:ext uri="{FF2B5EF4-FFF2-40B4-BE49-F238E27FC236}">
                <a16:creationId xmlns:a16="http://schemas.microsoft.com/office/drawing/2014/main" id="{82AD554B-868B-40ED-897D-C9171130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206562"/>
            <a:ext cx="390525" cy="82677"/>
          </a:xfrm>
          <a:custGeom xmlns:a="http://schemas.openxmlformats.org/drawingml/2006/main">
            <a:pathLst>
              <a:path w="390525" h="82677">
                <a:moveTo>
                  <a:pt x="0" y="55626"/>
                </a:moveTo>
                <a:lnTo>
                  <a:pt x="323850" y="55626"/>
                </a:lnTo>
                <a:lnTo>
                  <a:pt x="323850" y="82677"/>
                </a:lnTo>
                <a:lnTo>
                  <a:pt x="390525" y="41339"/>
                </a:lnTo>
                <a:lnTo>
                  <a:pt x="323850" y="0"/>
                </a:lnTo>
                <a:lnTo>
                  <a:pt x="323850" y="27051"/>
                </a:lnTo>
                <a:lnTo>
                  <a:pt x="0" y="27051"/>
                </a:lnTo>
                <a:close/>
              </a:path>
            </a:pathLst>
          </a:custGeom>
          <a:solidFill xmlns:a="http://schemas.openxmlformats.org/drawingml/2006/main">
            <a:srgbClr val="A47C3D"/>
          </a:solidFill>
          <a:ln xmlns:a="http://schemas.openxmlformats.org/drawingml/2006/main" w="0">
            <a:noFill/>
          </a:ln>
        </p:spPr>
      </p:sp>
      <p:sp>
        <p:nvSpPr>
          <p:cNvPr id="29" name="p37-文本-0029">
            <a:extLst xmlns:a="http://schemas.openxmlformats.org/drawingml/2006/main">
              <a:ext uri="{FF2B5EF4-FFF2-40B4-BE49-F238E27FC236}">
                <a16:creationId xmlns:a16="http://schemas.microsoft.com/office/drawing/2014/main" id="{460846F8-663D-4E16-AF5F-10C514F8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680" y="2551709"/>
            <a:ext cx="9446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同光路测量</a:t>
            </a:r>
          </a:p>
        </p:txBody>
      </p:sp>
      <p:sp>
        <p:nvSpPr>
          <p:cNvPr id="30" name="p37-路径-0030">
            <a:extLst xmlns:a="http://schemas.openxmlformats.org/drawingml/2006/main">
              <a:ext uri="{FF2B5EF4-FFF2-40B4-BE49-F238E27FC236}">
                <a16:creationId xmlns:a16="http://schemas.microsoft.com/office/drawing/2014/main" id="{90BFAE2C-5DC3-49E2-BDAE-50A84140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92465"/>
            <a:ext cx="228600" cy="129921"/>
          </a:xfrm>
          <a:custGeom xmlns:a="http://schemas.openxmlformats.org/drawingml/2006/main">
            <a:pathLst>
              <a:path w="228600" h="129921">
                <a:moveTo>
                  <a:pt x="0" y="93535"/>
                </a:moveTo>
                <a:lnTo>
                  <a:pt x="123825" y="93535"/>
                </a:lnTo>
                <a:lnTo>
                  <a:pt x="123825" y="129921"/>
                </a:lnTo>
                <a:lnTo>
                  <a:pt x="228600" y="64960"/>
                </a:lnTo>
                <a:lnTo>
                  <a:pt x="123825" y="0"/>
                </a:lnTo>
                <a:lnTo>
                  <a:pt x="123825" y="36385"/>
                </a:lnTo>
                <a:lnTo>
                  <a:pt x="0" y="36385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31" name="p37-线-0031">
            <a:extLst xmlns:a="http://schemas.openxmlformats.org/drawingml/2006/main">
              <a:ext uri="{FF2B5EF4-FFF2-40B4-BE49-F238E27FC236}">
                <a16:creationId xmlns:a16="http://schemas.microsoft.com/office/drawing/2014/main" id="{F473CCEC-8B62-46D5-9E36-F31DE236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990725"/>
            <a:ext cx="95" cy="485775"/>
          </a:xfrm>
          <a:custGeom xmlns:a="http://schemas.openxmlformats.org/drawingml/2006/main">
            <a:pathLst>
              <a:path w="95" h="485775">
                <a:moveTo>
                  <a:pt x="0" y="0"/>
                </a:moveTo>
                <a:lnTo>
                  <a:pt x="0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32" name="p37-线-0032">
            <a:extLst xmlns:a="http://schemas.openxmlformats.org/drawingml/2006/main">
              <a:ext uri="{FF2B5EF4-FFF2-40B4-BE49-F238E27FC236}">
                <a16:creationId xmlns:a16="http://schemas.microsoft.com/office/drawing/2014/main" id="{0AB193A5-A0B9-41DF-BFB2-A10CEB29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476500"/>
            <a:ext cx="695325" cy="95"/>
          </a:xfrm>
          <a:custGeom xmlns:a="http://schemas.openxmlformats.org/drawingml/2006/main">
            <a:pathLst>
              <a:path w="695325" h="95">
                <a:moveTo>
                  <a:pt x="0" y="0"/>
                </a:moveTo>
                <a:lnTo>
                  <a:pt x="695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33" name="p37-路径-0033">
            <a:extLst xmlns:a="http://schemas.openxmlformats.org/drawingml/2006/main">
              <a:ext uri="{FF2B5EF4-FFF2-40B4-BE49-F238E27FC236}">
                <a16:creationId xmlns:a16="http://schemas.microsoft.com/office/drawing/2014/main" id="{6D3250E7-E816-413D-B88A-F95D05EC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04073"/>
            <a:ext cx="695325" cy="286702"/>
          </a:xfrm>
          <a:custGeom xmlns:a="http://schemas.openxmlformats.org/drawingml/2006/main">
            <a:pathLst>
              <a:path w="695325" h="286702">
                <a:moveTo>
                  <a:pt x="0" y="286702"/>
                </a:moveTo>
                <a:lnTo>
                  <a:pt x="22860" y="254317"/>
                </a:lnTo>
                <a:lnTo>
                  <a:pt x="46672" y="224790"/>
                </a:lnTo>
                <a:lnTo>
                  <a:pt x="69533" y="199073"/>
                </a:lnTo>
                <a:lnTo>
                  <a:pt x="92392" y="176213"/>
                </a:lnTo>
                <a:lnTo>
                  <a:pt x="116205" y="156210"/>
                </a:lnTo>
                <a:lnTo>
                  <a:pt x="139065" y="138113"/>
                </a:lnTo>
                <a:lnTo>
                  <a:pt x="161925" y="121920"/>
                </a:lnTo>
                <a:lnTo>
                  <a:pt x="185738" y="107632"/>
                </a:lnTo>
                <a:lnTo>
                  <a:pt x="208597" y="94298"/>
                </a:lnTo>
                <a:lnTo>
                  <a:pt x="231458" y="83820"/>
                </a:lnTo>
                <a:lnTo>
                  <a:pt x="255270" y="73342"/>
                </a:lnTo>
                <a:lnTo>
                  <a:pt x="278130" y="63817"/>
                </a:lnTo>
                <a:lnTo>
                  <a:pt x="300990" y="56198"/>
                </a:lnTo>
                <a:lnTo>
                  <a:pt x="324803" y="49530"/>
                </a:lnTo>
                <a:lnTo>
                  <a:pt x="347663" y="42863"/>
                </a:lnTo>
                <a:lnTo>
                  <a:pt x="370522" y="37148"/>
                </a:lnTo>
                <a:lnTo>
                  <a:pt x="394335" y="32385"/>
                </a:lnTo>
                <a:lnTo>
                  <a:pt x="417195" y="27623"/>
                </a:lnTo>
                <a:lnTo>
                  <a:pt x="440055" y="23813"/>
                </a:lnTo>
                <a:lnTo>
                  <a:pt x="463867" y="20002"/>
                </a:lnTo>
                <a:lnTo>
                  <a:pt x="486728" y="17145"/>
                </a:lnTo>
                <a:lnTo>
                  <a:pt x="509588" y="14288"/>
                </a:lnTo>
                <a:lnTo>
                  <a:pt x="533400" y="11430"/>
                </a:lnTo>
                <a:lnTo>
                  <a:pt x="556260" y="9525"/>
                </a:lnTo>
                <a:lnTo>
                  <a:pt x="579120" y="7620"/>
                </a:lnTo>
                <a:lnTo>
                  <a:pt x="602933" y="5715"/>
                </a:lnTo>
                <a:lnTo>
                  <a:pt x="625792" y="3810"/>
                </a:lnTo>
                <a:lnTo>
                  <a:pt x="648653" y="2857"/>
                </a:lnTo>
                <a:lnTo>
                  <a:pt x="672465" y="1905"/>
                </a:lnTo>
                <a:lnTo>
                  <a:pt x="695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65F85"/>
            </a:solidFill>
          </a:ln>
        </p:spPr>
      </p:sp>
      <p:sp>
        <p:nvSpPr>
          <p:cNvPr id="34" name="p37-路径-0034">
            <a:extLst xmlns:a="http://schemas.openxmlformats.org/drawingml/2006/main">
              <a:ext uri="{FF2B5EF4-FFF2-40B4-BE49-F238E27FC236}">
                <a16:creationId xmlns:a16="http://schemas.microsoft.com/office/drawing/2014/main" id="{A14BBF59-733E-46C6-A5F6-DAB0DA9B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51698"/>
            <a:ext cx="695325" cy="286702"/>
          </a:xfrm>
          <a:custGeom xmlns:a="http://schemas.openxmlformats.org/drawingml/2006/main">
            <a:pathLst>
              <a:path w="695325" h="286702">
                <a:moveTo>
                  <a:pt x="0" y="286702"/>
                </a:moveTo>
                <a:lnTo>
                  <a:pt x="22860" y="254317"/>
                </a:lnTo>
                <a:lnTo>
                  <a:pt x="46672" y="224790"/>
                </a:lnTo>
                <a:lnTo>
                  <a:pt x="69533" y="199073"/>
                </a:lnTo>
                <a:lnTo>
                  <a:pt x="92392" y="176213"/>
                </a:lnTo>
                <a:lnTo>
                  <a:pt x="116205" y="156210"/>
                </a:lnTo>
                <a:lnTo>
                  <a:pt x="139065" y="138113"/>
                </a:lnTo>
                <a:lnTo>
                  <a:pt x="161925" y="121920"/>
                </a:lnTo>
                <a:lnTo>
                  <a:pt x="185738" y="107632"/>
                </a:lnTo>
                <a:lnTo>
                  <a:pt x="208597" y="94298"/>
                </a:lnTo>
                <a:lnTo>
                  <a:pt x="231458" y="83820"/>
                </a:lnTo>
                <a:lnTo>
                  <a:pt x="255270" y="73342"/>
                </a:lnTo>
                <a:lnTo>
                  <a:pt x="278130" y="63817"/>
                </a:lnTo>
                <a:lnTo>
                  <a:pt x="300990" y="56198"/>
                </a:lnTo>
                <a:lnTo>
                  <a:pt x="324803" y="49530"/>
                </a:lnTo>
                <a:lnTo>
                  <a:pt x="347663" y="42863"/>
                </a:lnTo>
                <a:lnTo>
                  <a:pt x="370522" y="37148"/>
                </a:lnTo>
                <a:lnTo>
                  <a:pt x="394335" y="32385"/>
                </a:lnTo>
                <a:lnTo>
                  <a:pt x="417195" y="27623"/>
                </a:lnTo>
                <a:lnTo>
                  <a:pt x="440055" y="23813"/>
                </a:lnTo>
                <a:lnTo>
                  <a:pt x="463867" y="20002"/>
                </a:lnTo>
                <a:lnTo>
                  <a:pt x="486728" y="17145"/>
                </a:lnTo>
                <a:lnTo>
                  <a:pt x="509588" y="14288"/>
                </a:lnTo>
                <a:lnTo>
                  <a:pt x="533400" y="11430"/>
                </a:lnTo>
                <a:lnTo>
                  <a:pt x="556260" y="9525"/>
                </a:lnTo>
                <a:lnTo>
                  <a:pt x="579120" y="7620"/>
                </a:lnTo>
                <a:lnTo>
                  <a:pt x="602933" y="5715"/>
                </a:lnTo>
                <a:lnTo>
                  <a:pt x="625792" y="3810"/>
                </a:lnTo>
                <a:lnTo>
                  <a:pt x="648653" y="2857"/>
                </a:lnTo>
                <a:lnTo>
                  <a:pt x="672465" y="1905"/>
                </a:lnTo>
                <a:lnTo>
                  <a:pt x="695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A63237"/>
            </a:solidFill>
          </a:ln>
        </p:spPr>
      </p:sp>
      <p:sp>
        <p:nvSpPr>
          <p:cNvPr id="35" name="p37-文本-0035">
            <a:extLst xmlns:a="http://schemas.openxmlformats.org/drawingml/2006/main">
              <a:ext uri="{FF2B5EF4-FFF2-40B4-BE49-F238E27FC236}">
                <a16:creationId xmlns:a16="http://schemas.microsoft.com/office/drawing/2014/main" id="{E400069B-D5E5-4EDC-A260-44D77007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4743" y="255170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时序对齐</a:t>
            </a:r>
          </a:p>
        </p:txBody>
      </p:sp>
      <p:sp>
        <p:nvSpPr>
          <p:cNvPr id="36" name="p37-文本-0036">
            <a:extLst xmlns:a="http://schemas.openxmlformats.org/drawingml/2006/main">
              <a:ext uri="{FF2B5EF4-FFF2-40B4-BE49-F238E27FC236}">
                <a16:creationId xmlns:a16="http://schemas.microsoft.com/office/drawing/2014/main" id="{7095ED57-71A8-456F-B2E6-CFD77CB9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1681"/>
            <a:ext cx="2327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固定厚度、光强与介质条件</a:t>
            </a:r>
          </a:p>
        </p:txBody>
      </p:sp>
      <p:sp>
        <p:nvSpPr>
          <p:cNvPr id="37" name="p37-文本-0037">
            <a:extLst xmlns:a="http://schemas.openxmlformats.org/drawingml/2006/main">
              <a:ext uri="{FF2B5EF4-FFF2-40B4-BE49-F238E27FC236}">
                <a16:creationId xmlns:a16="http://schemas.microsoft.com/office/drawing/2014/main" id="{E7D4B12C-B968-4B2E-845E-2C0A9AF1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6481"/>
            <a:ext cx="2708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记录完整时序，分离幅度与速度</a:t>
            </a:r>
          </a:p>
        </p:txBody>
      </p:sp>
      <p:sp>
        <p:nvSpPr>
          <p:cNvPr id="38" name="p37-线-0038">
            <a:extLst xmlns:a="http://schemas.openxmlformats.org/drawingml/2006/main">
              <a:ext uri="{FF2B5EF4-FFF2-40B4-BE49-F238E27FC236}">
                <a16:creationId xmlns:a16="http://schemas.microsoft.com/office/drawing/2014/main" id="{A93957D9-5BFA-4D29-9FD8-F928BE63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33975"/>
            <a:ext cx="2552700" cy="95"/>
          </a:xfrm>
          <a:custGeom xmlns:a="http://schemas.openxmlformats.org/drawingml/2006/main"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39" name="p37-线-0039">
            <a:extLst xmlns:a="http://schemas.openxmlformats.org/drawingml/2006/main">
              <a:ext uri="{FF2B5EF4-FFF2-40B4-BE49-F238E27FC236}">
                <a16:creationId xmlns:a16="http://schemas.microsoft.com/office/drawing/2014/main" id="{AC269859-593D-4A75-ABA9-711F1C88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05275"/>
            <a:ext cx="95" cy="1028700"/>
          </a:xfrm>
          <a:custGeom xmlns:a="http://schemas.openxmlformats.org/drawingml/2006/main"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657B8B"/>
            </a:solidFill>
          </a:ln>
        </p:spPr>
      </p:sp>
      <p:sp>
        <p:nvSpPr>
          <p:cNvPr id="40" name="p37-线-0040">
            <a:extLst xmlns:a="http://schemas.openxmlformats.org/drawingml/2006/main">
              <a:ext uri="{FF2B5EF4-FFF2-40B4-BE49-F238E27FC236}">
                <a16:creationId xmlns:a16="http://schemas.microsoft.com/office/drawing/2014/main" id="{89008E11-A39A-4ED2-9D7B-D7235176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33975"/>
            <a:ext cx="2552700" cy="95"/>
          </a:xfrm>
          <a:custGeom xmlns:a="http://schemas.openxmlformats.org/drawingml/2006/main"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1" name="p37-文本-0041">
            <a:extLst xmlns:a="http://schemas.openxmlformats.org/drawingml/2006/main">
              <a:ext uri="{FF2B5EF4-FFF2-40B4-BE49-F238E27FC236}">
                <a16:creationId xmlns:a16="http://schemas.microsoft.com/office/drawing/2014/main" id="{2CD216F6-7E6F-4B96-8907-54CC76F1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25" y="504050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2" name="p37-线-0042">
            <a:extLst xmlns:a="http://schemas.openxmlformats.org/drawingml/2006/main">
              <a:ext uri="{FF2B5EF4-FFF2-40B4-BE49-F238E27FC236}">
                <a16:creationId xmlns:a16="http://schemas.microsoft.com/office/drawing/2014/main" id="{3BC05414-E419-4E05-9958-C05D199B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619625"/>
            <a:ext cx="2552700" cy="95"/>
          </a:xfrm>
          <a:custGeom xmlns:a="http://schemas.openxmlformats.org/drawingml/2006/main"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3" name="p37-文本-0043">
            <a:extLst xmlns:a="http://schemas.openxmlformats.org/drawingml/2006/main">
              <a:ext uri="{FF2B5EF4-FFF2-40B4-BE49-F238E27FC236}">
                <a16:creationId xmlns:a16="http://schemas.microsoft.com/office/drawing/2014/main" id="{8B5EA070-ADAA-4197-8650-7EBED18A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25" y="4526152"/>
            <a:ext cx="2266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0.5</a:t>
            </a:r>
          </a:p>
        </p:txBody>
      </p:sp>
      <p:sp>
        <p:nvSpPr>
          <p:cNvPr id="44" name="p37-线-0044">
            <a:extLst xmlns:a="http://schemas.openxmlformats.org/drawingml/2006/main">
              <a:ext uri="{FF2B5EF4-FFF2-40B4-BE49-F238E27FC236}">
                <a16:creationId xmlns:a16="http://schemas.microsoft.com/office/drawing/2014/main" id="{58A9F510-C762-4CD2-8056-0E45EE87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05275"/>
            <a:ext cx="2552700" cy="95"/>
          </a:xfrm>
          <a:custGeom xmlns:a="http://schemas.openxmlformats.org/drawingml/2006/main"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45" name="p37-文本-0045">
            <a:extLst xmlns:a="http://schemas.openxmlformats.org/drawingml/2006/main">
              <a:ext uri="{FF2B5EF4-FFF2-40B4-BE49-F238E27FC236}">
                <a16:creationId xmlns:a16="http://schemas.microsoft.com/office/drawing/2014/main" id="{A76FAD98-C175-4A61-8415-F64EC52C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25" y="4011802"/>
            <a:ext cx="11630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6" name="p37-路径-0046">
            <a:extLst xmlns:a="http://schemas.openxmlformats.org/drawingml/2006/main">
              <a:ext uri="{FF2B5EF4-FFF2-40B4-BE49-F238E27FC236}">
                <a16:creationId xmlns:a16="http://schemas.microsoft.com/office/drawing/2014/main" id="{4AD79153-33B8-469B-80DE-9360BC90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519613"/>
            <a:ext cx="2552700" cy="521970"/>
          </a:xfrm>
          <a:custGeom xmlns:a="http://schemas.openxmlformats.org/drawingml/2006/main">
            <a:pathLst>
              <a:path w="2552700" h="521970">
                <a:moveTo>
                  <a:pt x="0" y="521970"/>
                </a:moveTo>
                <a:lnTo>
                  <a:pt x="42863" y="489585"/>
                </a:lnTo>
                <a:lnTo>
                  <a:pt x="84773" y="460057"/>
                </a:lnTo>
                <a:lnTo>
                  <a:pt x="127635" y="431482"/>
                </a:lnTo>
                <a:lnTo>
                  <a:pt x="170498" y="404813"/>
                </a:lnTo>
                <a:lnTo>
                  <a:pt x="212407" y="380047"/>
                </a:lnTo>
                <a:lnTo>
                  <a:pt x="255270" y="356235"/>
                </a:lnTo>
                <a:lnTo>
                  <a:pt x="298133" y="334328"/>
                </a:lnTo>
                <a:lnTo>
                  <a:pt x="340043" y="313372"/>
                </a:lnTo>
                <a:lnTo>
                  <a:pt x="382905" y="294322"/>
                </a:lnTo>
                <a:lnTo>
                  <a:pt x="425767" y="275272"/>
                </a:lnTo>
                <a:lnTo>
                  <a:pt x="467677" y="258128"/>
                </a:lnTo>
                <a:lnTo>
                  <a:pt x="510540" y="241935"/>
                </a:lnTo>
                <a:lnTo>
                  <a:pt x="553403" y="226695"/>
                </a:lnTo>
                <a:lnTo>
                  <a:pt x="595313" y="212408"/>
                </a:lnTo>
                <a:lnTo>
                  <a:pt x="638175" y="199072"/>
                </a:lnTo>
                <a:lnTo>
                  <a:pt x="681038" y="186690"/>
                </a:lnTo>
                <a:lnTo>
                  <a:pt x="722948" y="174308"/>
                </a:lnTo>
                <a:lnTo>
                  <a:pt x="765810" y="162878"/>
                </a:lnTo>
                <a:lnTo>
                  <a:pt x="808673" y="152400"/>
                </a:lnTo>
                <a:lnTo>
                  <a:pt x="850583" y="142875"/>
                </a:lnTo>
                <a:lnTo>
                  <a:pt x="893445" y="133350"/>
                </a:lnTo>
                <a:lnTo>
                  <a:pt x="936308" y="124778"/>
                </a:lnTo>
                <a:lnTo>
                  <a:pt x="978217" y="116205"/>
                </a:lnTo>
                <a:lnTo>
                  <a:pt x="1021080" y="108585"/>
                </a:lnTo>
                <a:lnTo>
                  <a:pt x="1063943" y="100965"/>
                </a:lnTo>
                <a:lnTo>
                  <a:pt x="1105853" y="94297"/>
                </a:lnTo>
                <a:lnTo>
                  <a:pt x="1148715" y="87630"/>
                </a:lnTo>
                <a:lnTo>
                  <a:pt x="1191578" y="81915"/>
                </a:lnTo>
                <a:lnTo>
                  <a:pt x="1233488" y="76200"/>
                </a:lnTo>
                <a:lnTo>
                  <a:pt x="1276350" y="71438"/>
                </a:lnTo>
                <a:lnTo>
                  <a:pt x="1319213" y="65722"/>
                </a:lnTo>
                <a:lnTo>
                  <a:pt x="1361123" y="60960"/>
                </a:lnTo>
                <a:lnTo>
                  <a:pt x="1403985" y="57150"/>
                </a:lnTo>
                <a:lnTo>
                  <a:pt x="1446848" y="52388"/>
                </a:lnTo>
                <a:lnTo>
                  <a:pt x="1488758" y="48578"/>
                </a:lnTo>
                <a:lnTo>
                  <a:pt x="1531620" y="44767"/>
                </a:lnTo>
                <a:lnTo>
                  <a:pt x="1574483" y="41910"/>
                </a:lnTo>
                <a:lnTo>
                  <a:pt x="1616393" y="38100"/>
                </a:lnTo>
                <a:lnTo>
                  <a:pt x="1659255" y="35242"/>
                </a:lnTo>
                <a:lnTo>
                  <a:pt x="1702118" y="32385"/>
                </a:lnTo>
                <a:lnTo>
                  <a:pt x="1744028" y="29528"/>
                </a:lnTo>
                <a:lnTo>
                  <a:pt x="1786890" y="26670"/>
                </a:lnTo>
                <a:lnTo>
                  <a:pt x="1829753" y="24765"/>
                </a:lnTo>
                <a:lnTo>
                  <a:pt x="1871663" y="21908"/>
                </a:lnTo>
                <a:lnTo>
                  <a:pt x="1914525" y="20003"/>
                </a:lnTo>
                <a:lnTo>
                  <a:pt x="1957388" y="18097"/>
                </a:lnTo>
                <a:lnTo>
                  <a:pt x="1999297" y="16192"/>
                </a:lnTo>
                <a:lnTo>
                  <a:pt x="2042160" y="14288"/>
                </a:lnTo>
                <a:lnTo>
                  <a:pt x="2085022" y="13335"/>
                </a:lnTo>
                <a:lnTo>
                  <a:pt x="2126933" y="11430"/>
                </a:lnTo>
                <a:lnTo>
                  <a:pt x="2169795" y="9525"/>
                </a:lnTo>
                <a:lnTo>
                  <a:pt x="2212658" y="8572"/>
                </a:lnTo>
                <a:lnTo>
                  <a:pt x="2254568" y="7620"/>
                </a:lnTo>
                <a:lnTo>
                  <a:pt x="2297430" y="5715"/>
                </a:lnTo>
                <a:lnTo>
                  <a:pt x="2340293" y="4763"/>
                </a:lnTo>
                <a:lnTo>
                  <a:pt x="2382203" y="3810"/>
                </a:lnTo>
                <a:lnTo>
                  <a:pt x="2425065" y="2858"/>
                </a:lnTo>
                <a:lnTo>
                  <a:pt x="2467928" y="1905"/>
                </a:lnTo>
                <a:lnTo>
                  <a:pt x="2509838" y="953"/>
                </a:ln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365F85"/>
            </a:solidFill>
          </a:ln>
        </p:spPr>
      </p:sp>
      <p:sp>
        <p:nvSpPr>
          <p:cNvPr id="47" name="p37-椭圆-0047">
            <a:extLst xmlns:a="http://schemas.openxmlformats.org/drawingml/2006/main">
              <a:ext uri="{FF2B5EF4-FFF2-40B4-BE49-F238E27FC236}">
                <a16:creationId xmlns:a16="http://schemas.microsoft.com/office/drawing/2014/main" id="{3A89AD9E-0976-4AA9-A727-2C773088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8" y="501186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8" name="p37-椭圆-0048">
            <a:extLst xmlns:a="http://schemas.openxmlformats.org/drawingml/2006/main">
              <a:ext uri="{FF2B5EF4-FFF2-40B4-BE49-F238E27FC236}">
                <a16:creationId xmlns:a16="http://schemas.microsoft.com/office/drawing/2014/main" id="{210C01FE-6862-47C7-BED8-6E0DFCA6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8" y="473216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49" name="p37-椭圆-0049">
            <a:extLst xmlns:a="http://schemas.openxmlformats.org/drawingml/2006/main">
              <a:ext uri="{FF2B5EF4-FFF2-40B4-BE49-F238E27FC236}">
                <a16:creationId xmlns:a16="http://schemas.microsoft.com/office/drawing/2014/main" id="{2F513131-4C55-46A9-8BF3-AB79A5ED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328" y="459870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0" name="p37-椭圆-0050">
            <a:extLst xmlns:a="http://schemas.openxmlformats.org/drawingml/2006/main">
              <a:ext uri="{FF2B5EF4-FFF2-40B4-BE49-F238E27FC236}">
                <a16:creationId xmlns:a16="http://schemas.microsoft.com/office/drawing/2014/main" id="{627E4238-560D-4D53-98B4-F45E0092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68" y="453503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1" name="p37-椭圆-0051">
            <a:extLst xmlns:a="http://schemas.openxmlformats.org/drawingml/2006/main">
              <a:ext uri="{FF2B5EF4-FFF2-40B4-BE49-F238E27FC236}">
                <a16:creationId xmlns:a16="http://schemas.microsoft.com/office/drawing/2014/main" id="{767D9BE0-7554-4F02-8086-EECBC2B9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407" y="4504660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2" name="p37-椭圆-0052">
            <a:extLst xmlns:a="http://schemas.openxmlformats.org/drawingml/2006/main">
              <a:ext uri="{FF2B5EF4-FFF2-40B4-BE49-F238E27FC236}">
                <a16:creationId xmlns:a16="http://schemas.microsoft.com/office/drawing/2014/main" id="{9CA2A1F7-B222-4AEA-851C-B4588BD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948" y="449016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53" name="p37-路径-0053">
            <a:extLst xmlns:a="http://schemas.openxmlformats.org/drawingml/2006/main">
              <a:ext uri="{FF2B5EF4-FFF2-40B4-BE49-F238E27FC236}">
                <a16:creationId xmlns:a16="http://schemas.microsoft.com/office/drawing/2014/main" id="{94C61193-A912-4CD2-AADA-62AA7E30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5765"/>
            <a:ext cx="2552700" cy="825817"/>
          </a:xfrm>
          <a:custGeom xmlns:a="http://schemas.openxmlformats.org/drawingml/2006/main">
            <a:pathLst>
              <a:path w="2552700" h="825817">
                <a:moveTo>
                  <a:pt x="0" y="825817"/>
                </a:moveTo>
                <a:lnTo>
                  <a:pt x="42863" y="762953"/>
                </a:lnTo>
                <a:lnTo>
                  <a:pt x="84773" y="704850"/>
                </a:lnTo>
                <a:lnTo>
                  <a:pt x="127635" y="651510"/>
                </a:lnTo>
                <a:lnTo>
                  <a:pt x="170498" y="601027"/>
                </a:lnTo>
                <a:lnTo>
                  <a:pt x="212407" y="555307"/>
                </a:lnTo>
                <a:lnTo>
                  <a:pt x="255270" y="513397"/>
                </a:lnTo>
                <a:lnTo>
                  <a:pt x="298133" y="474345"/>
                </a:lnTo>
                <a:lnTo>
                  <a:pt x="340043" y="437197"/>
                </a:lnTo>
                <a:lnTo>
                  <a:pt x="382905" y="403860"/>
                </a:lnTo>
                <a:lnTo>
                  <a:pt x="425767" y="373380"/>
                </a:lnTo>
                <a:lnTo>
                  <a:pt x="467677" y="344805"/>
                </a:lnTo>
                <a:lnTo>
                  <a:pt x="510540" y="318135"/>
                </a:lnTo>
                <a:lnTo>
                  <a:pt x="553403" y="293370"/>
                </a:lnTo>
                <a:lnTo>
                  <a:pt x="595313" y="270510"/>
                </a:lnTo>
                <a:lnTo>
                  <a:pt x="638175" y="249555"/>
                </a:lnTo>
                <a:lnTo>
                  <a:pt x="681038" y="230505"/>
                </a:lnTo>
                <a:lnTo>
                  <a:pt x="722948" y="212407"/>
                </a:lnTo>
                <a:lnTo>
                  <a:pt x="765810" y="196215"/>
                </a:lnTo>
                <a:lnTo>
                  <a:pt x="808673" y="180022"/>
                </a:lnTo>
                <a:lnTo>
                  <a:pt x="850583" y="166688"/>
                </a:lnTo>
                <a:lnTo>
                  <a:pt x="893445" y="153352"/>
                </a:lnTo>
                <a:lnTo>
                  <a:pt x="936308" y="140970"/>
                </a:lnTo>
                <a:lnTo>
                  <a:pt x="978217" y="129540"/>
                </a:lnTo>
                <a:lnTo>
                  <a:pt x="1021080" y="119063"/>
                </a:lnTo>
                <a:lnTo>
                  <a:pt x="1063943" y="109538"/>
                </a:lnTo>
                <a:lnTo>
                  <a:pt x="1105853" y="100965"/>
                </a:lnTo>
                <a:lnTo>
                  <a:pt x="1148715" y="93345"/>
                </a:lnTo>
                <a:lnTo>
                  <a:pt x="1191578" y="85725"/>
                </a:lnTo>
                <a:lnTo>
                  <a:pt x="1233488" y="78105"/>
                </a:lnTo>
                <a:lnTo>
                  <a:pt x="1276350" y="71438"/>
                </a:lnTo>
                <a:lnTo>
                  <a:pt x="1319213" y="65722"/>
                </a:lnTo>
                <a:lnTo>
                  <a:pt x="1361123" y="60007"/>
                </a:lnTo>
                <a:lnTo>
                  <a:pt x="1403985" y="55245"/>
                </a:lnTo>
                <a:lnTo>
                  <a:pt x="1446848" y="50482"/>
                </a:lnTo>
                <a:lnTo>
                  <a:pt x="1488758" y="45720"/>
                </a:lnTo>
                <a:lnTo>
                  <a:pt x="1531620" y="41910"/>
                </a:lnTo>
                <a:lnTo>
                  <a:pt x="1574483" y="38100"/>
                </a:lnTo>
                <a:lnTo>
                  <a:pt x="1616393" y="35242"/>
                </a:lnTo>
                <a:lnTo>
                  <a:pt x="1659255" y="31432"/>
                </a:lnTo>
                <a:lnTo>
                  <a:pt x="1702118" y="28575"/>
                </a:lnTo>
                <a:lnTo>
                  <a:pt x="1744028" y="25717"/>
                </a:lnTo>
                <a:lnTo>
                  <a:pt x="1786890" y="23813"/>
                </a:lnTo>
                <a:lnTo>
                  <a:pt x="1829753" y="20955"/>
                </a:lnTo>
                <a:lnTo>
                  <a:pt x="1871663" y="19050"/>
                </a:lnTo>
                <a:lnTo>
                  <a:pt x="1914525" y="17145"/>
                </a:lnTo>
                <a:lnTo>
                  <a:pt x="1957388" y="15240"/>
                </a:lnTo>
                <a:lnTo>
                  <a:pt x="1999297" y="13335"/>
                </a:lnTo>
                <a:lnTo>
                  <a:pt x="2042160" y="11430"/>
                </a:lnTo>
                <a:lnTo>
                  <a:pt x="2085022" y="10477"/>
                </a:lnTo>
                <a:lnTo>
                  <a:pt x="2126933" y="8572"/>
                </a:lnTo>
                <a:lnTo>
                  <a:pt x="2169795" y="7620"/>
                </a:lnTo>
                <a:lnTo>
                  <a:pt x="2212658" y="6667"/>
                </a:lnTo>
                <a:lnTo>
                  <a:pt x="2254568" y="5715"/>
                </a:lnTo>
                <a:lnTo>
                  <a:pt x="2297430" y="4763"/>
                </a:lnTo>
                <a:lnTo>
                  <a:pt x="2340293" y="3810"/>
                </a:lnTo>
                <a:lnTo>
                  <a:pt x="2382203" y="2857"/>
                </a:lnTo>
                <a:lnTo>
                  <a:pt x="2425065" y="1905"/>
                </a:lnTo>
                <a:lnTo>
                  <a:pt x="2467928" y="952"/>
                </a:lnTo>
                <a:lnTo>
                  <a:pt x="2509838" y="952"/>
                </a:ln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670">
            <a:solidFill>
              <a:srgbClr val="A63237"/>
            </a:solidFill>
          </a:ln>
        </p:spPr>
      </p:sp>
      <p:sp>
        <p:nvSpPr>
          <p:cNvPr id="54" name="p37-椭圆-0054">
            <a:extLst xmlns:a="http://schemas.openxmlformats.org/drawingml/2006/main">
              <a:ext uri="{FF2B5EF4-FFF2-40B4-BE49-F238E27FC236}">
                <a16:creationId xmlns:a16="http://schemas.microsoft.com/office/drawing/2014/main" id="{1FB72B7C-48B3-4794-A140-2FC78838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8" y="501186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5" name="p37-椭圆-0055">
            <a:extLst xmlns:a="http://schemas.openxmlformats.org/drawingml/2006/main">
              <a:ext uri="{FF2B5EF4-FFF2-40B4-BE49-F238E27FC236}">
                <a16:creationId xmlns:a16="http://schemas.microsoft.com/office/drawing/2014/main" id="{F27A0FF9-C0DE-4C04-9D7D-C4C73F7D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8" y="4504107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6" name="p37-椭圆-0056">
            <a:extLst xmlns:a="http://schemas.openxmlformats.org/drawingml/2006/main">
              <a:ext uri="{FF2B5EF4-FFF2-40B4-BE49-F238E27FC236}">
                <a16:creationId xmlns:a16="http://schemas.microsoft.com/office/drawing/2014/main" id="{A630C60D-8F94-49CD-97CA-B99B3093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328" y="4305763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7" name="p37-椭圆-0057">
            <a:extLst xmlns:a="http://schemas.openxmlformats.org/drawingml/2006/main">
              <a:ext uri="{FF2B5EF4-FFF2-40B4-BE49-F238E27FC236}">
                <a16:creationId xmlns:a16="http://schemas.microsoft.com/office/drawing/2014/main" id="{1F4DBDBE-5DE5-43FE-8064-E970A9CF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68" y="4228284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8" name="p37-椭圆-0058">
            <a:extLst xmlns:a="http://schemas.openxmlformats.org/drawingml/2006/main">
              <a:ext uri="{FF2B5EF4-FFF2-40B4-BE49-F238E27FC236}">
                <a16:creationId xmlns:a16="http://schemas.microsoft.com/office/drawing/2014/main" id="{67E6F03C-BF03-4388-B045-CE22A1FB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407" y="4198019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59" name="p37-椭圆-0059">
            <a:extLst xmlns:a="http://schemas.openxmlformats.org/drawingml/2006/main">
              <a:ext uri="{FF2B5EF4-FFF2-40B4-BE49-F238E27FC236}">
                <a16:creationId xmlns:a16="http://schemas.microsoft.com/office/drawing/2014/main" id="{744E043E-F119-4106-BFB1-4901B447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948" y="4186196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60" name="p37-文本-0060">
            <a:extLst xmlns:a="http://schemas.openxmlformats.org/drawingml/2006/main">
              <a:ext uri="{FF2B5EF4-FFF2-40B4-BE49-F238E27FC236}">
                <a16:creationId xmlns:a16="http://schemas.microsoft.com/office/drawing/2014/main" id="{05571FC6-6715-4B57-ABEA-351A489E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33891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归一化响应</a:t>
            </a:r>
          </a:p>
        </p:txBody>
      </p:sp>
      <p:sp>
        <p:nvSpPr>
          <p:cNvPr id="61" name="p37-文本-0061">
            <a:extLst xmlns:a="http://schemas.openxmlformats.org/drawingml/2006/main">
              <a:ext uri="{FF2B5EF4-FFF2-40B4-BE49-F238E27FC236}">
                <a16:creationId xmlns:a16="http://schemas.microsoft.com/office/drawing/2014/main" id="{4BA156D4-BB0D-41BE-8915-257DBFF8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263" y="5238866"/>
            <a:ext cx="84772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归一化时间</a:t>
            </a:r>
          </a:p>
        </p:txBody>
      </p:sp>
      <p:sp>
        <p:nvSpPr>
          <p:cNvPr id="62" name="p37-文本-0062">
            <a:extLst xmlns:a="http://schemas.openxmlformats.org/drawingml/2006/main">
              <a:ext uri="{FF2B5EF4-FFF2-40B4-BE49-F238E27FC236}">
                <a16:creationId xmlns:a16="http://schemas.microsoft.com/office/drawing/2014/main" id="{ACC9A04A-9AA3-41AB-90A7-467B3CD2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35" y="51744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3" name="p37-文本-0063">
            <a:extLst xmlns:a="http://schemas.openxmlformats.org/drawingml/2006/main">
              <a:ext uri="{FF2B5EF4-FFF2-40B4-BE49-F238E27FC236}">
                <a16:creationId xmlns:a16="http://schemas.microsoft.com/office/drawing/2014/main" id="{A738DECF-8EF1-4D0A-9B0F-0AB27F77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135" y="5174405"/>
            <a:ext cx="110680" cy="18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4" name="p37-线-0064">
            <a:extLst xmlns:a="http://schemas.openxmlformats.org/drawingml/2006/main">
              <a:ext uri="{FF2B5EF4-FFF2-40B4-BE49-F238E27FC236}">
                <a16:creationId xmlns:a16="http://schemas.microsoft.com/office/drawing/2014/main" id="{C7D623E3-2EDD-4C69-A815-F229F001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9624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65F85"/>
            </a:solidFill>
          </a:ln>
        </p:spPr>
      </p:sp>
      <p:sp>
        <p:nvSpPr>
          <p:cNvPr id="65" name="p37-文本-0065">
            <a:extLst xmlns:a="http://schemas.openxmlformats.org/drawingml/2006/main">
              <a:ext uri="{FF2B5EF4-FFF2-40B4-BE49-F238E27FC236}">
                <a16:creationId xmlns:a16="http://schemas.microsoft.com/office/drawing/2014/main" id="{1763128E-97B0-447A-B092-40FCC7B8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48216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参照膜</a:t>
            </a:r>
          </a:p>
        </p:txBody>
      </p:sp>
      <p:sp>
        <p:nvSpPr>
          <p:cNvPr id="66" name="p37-线-0066">
            <a:extLst xmlns:a="http://schemas.openxmlformats.org/drawingml/2006/main">
              <a:ext uri="{FF2B5EF4-FFF2-40B4-BE49-F238E27FC236}">
                <a16:creationId xmlns:a16="http://schemas.microsoft.com/office/drawing/2014/main" id="{24C0140A-98E1-4B89-B4A9-F0900EBE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62400"/>
            <a:ext cx="228600" cy="95"/>
          </a:xfrm>
          <a:custGeom xmlns:a="http://schemas.openxmlformats.org/drawingml/2006/main"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63237"/>
            </a:solidFill>
          </a:ln>
        </p:spPr>
      </p:sp>
      <p:sp>
        <p:nvSpPr>
          <p:cNvPr id="67" name="p37-文本-0067">
            <a:extLst xmlns:a="http://schemas.openxmlformats.org/drawingml/2006/main">
              <a:ext uri="{FF2B5EF4-FFF2-40B4-BE49-F238E27FC236}">
                <a16:creationId xmlns:a16="http://schemas.microsoft.com/office/drawing/2014/main" id="{2A6D1845-1A98-4AD0-B2F3-7FD6906D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48216"/>
            <a:ext cx="523875" cy="23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调间距</a:t>
            </a:r>
          </a:p>
        </p:txBody>
      </p:sp>
      <p:sp>
        <p:nvSpPr>
          <p:cNvPr id="68" name="p37-文本-0068">
            <a:extLst xmlns:a="http://schemas.openxmlformats.org/drawingml/2006/main">
              <a:ext uri="{FF2B5EF4-FFF2-40B4-BE49-F238E27FC236}">
                <a16:creationId xmlns:a16="http://schemas.microsoft.com/office/drawing/2014/main" id="{C7466FCA-C6A5-432C-9D5A-29E27D66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560502"/>
            <a:ext cx="244430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读出参数用于约束局部机制</a:t>
            </a:r>
          </a:p>
        </p:txBody>
      </p:sp>
      <p:sp>
        <p:nvSpPr>
          <p:cNvPr id="69" name="p37-文本-0069">
            <a:extLst xmlns:a="http://schemas.openxmlformats.org/drawingml/2006/main">
              <a:ext uri="{FF2B5EF4-FFF2-40B4-BE49-F238E27FC236}">
                <a16:creationId xmlns:a16="http://schemas.microsoft.com/office/drawing/2014/main" id="{A4CA7128-2DAA-4713-8997-01BF61B2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8206"/>
            <a:ext cx="2327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整体：同组成、等厚度样品</a:t>
            </a:r>
          </a:p>
        </p:txBody>
      </p:sp>
      <p:sp>
        <p:nvSpPr>
          <p:cNvPr id="70" name="p37-路径-0070">
            <a:extLst xmlns:a="http://schemas.openxmlformats.org/drawingml/2006/main">
              <a:ext uri="{FF2B5EF4-FFF2-40B4-BE49-F238E27FC236}">
                <a16:creationId xmlns:a16="http://schemas.microsoft.com/office/drawing/2014/main" id="{894A1BC2-A7A7-44B1-A248-357A9DD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3086100" cy="657225"/>
          </a:xfrm>
          <a:custGeom xmlns:a="http://schemas.openxmlformats.org/drawingml/2006/main">
            <a:pathLst>
              <a:path w="3086100" h="657225">
                <a:moveTo>
                  <a:pt x="0" y="180975"/>
                </a:moveTo>
                <a:lnTo>
                  <a:pt x="2495550" y="0"/>
                </a:lnTo>
                <a:lnTo>
                  <a:pt x="3086100" y="447675"/>
                </a:lnTo>
                <a:lnTo>
                  <a:pt x="533400" y="657225"/>
                </a:lnTo>
                <a:close/>
              </a:path>
            </a:pathLst>
          </a:custGeom>
          <a:solidFill xmlns:a="http://schemas.openxmlformats.org/drawingml/2006/main">
            <a:srgbClr val="D4E0E6"/>
          </a:solidFill>
          <a:ln xmlns:a="http://schemas.openxmlformats.org/drawingml/2006/main" w="11430">
            <a:solidFill>
              <a:srgbClr val="365F85"/>
            </a:solidFill>
          </a:ln>
        </p:spPr>
      </p:sp>
      <p:sp>
        <p:nvSpPr>
          <p:cNvPr id="71" name="p37-路径-0071">
            <a:extLst xmlns:a="http://schemas.openxmlformats.org/drawingml/2006/main">
              <a:ext uri="{FF2B5EF4-FFF2-40B4-BE49-F238E27FC236}">
                <a16:creationId xmlns:a16="http://schemas.microsoft.com/office/drawing/2014/main" id="{B5D4DF3C-7844-419D-AEF2-F32B5D47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90775"/>
            <a:ext cx="533400" cy="619125"/>
          </a:xfrm>
          <a:custGeom xmlns:a="http://schemas.openxmlformats.org/drawingml/2006/main">
            <a:pathLst>
              <a:path w="533400" h="619125">
                <a:moveTo>
                  <a:pt x="0" y="0"/>
                </a:moveTo>
                <a:lnTo>
                  <a:pt x="533400" y="476250"/>
                </a:lnTo>
                <a:lnTo>
                  <a:pt x="533400" y="619125"/>
                </a:lnTo>
                <a:lnTo>
                  <a:pt x="0" y="142875"/>
                </a:lnTo>
                <a:close/>
              </a:path>
            </a:pathLst>
          </a:custGeom>
          <a:solidFill xmlns:a="http://schemas.openxmlformats.org/drawingml/2006/main">
            <a:srgbClr val="9DB5C3"/>
          </a:solidFill>
          <a:ln xmlns:a="http://schemas.openxmlformats.org/drawingml/2006/main" w="10478">
            <a:solidFill>
              <a:srgbClr val="365F85"/>
            </a:solidFill>
          </a:ln>
        </p:spPr>
      </p:sp>
      <p:sp>
        <p:nvSpPr>
          <p:cNvPr id="72" name="p37-路径-0072">
            <a:extLst xmlns:a="http://schemas.openxmlformats.org/drawingml/2006/main">
              <a:ext uri="{FF2B5EF4-FFF2-40B4-BE49-F238E27FC236}">
                <a16:creationId xmlns:a16="http://schemas.microsoft.com/office/drawing/2014/main" id="{AE5A9053-6C37-4D6C-A865-7CC2DCFB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57475"/>
            <a:ext cx="2552700" cy="352425"/>
          </a:xfrm>
          <a:custGeom xmlns:a="http://schemas.openxmlformats.org/drawingml/2006/main">
            <a:pathLst>
              <a:path w="2552700" h="352425">
                <a:moveTo>
                  <a:pt x="0" y="209550"/>
                </a:moveTo>
                <a:lnTo>
                  <a:pt x="2552700" y="0"/>
                </a:lnTo>
                <a:lnTo>
                  <a:pt x="2552700" y="152400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7698AC"/>
          </a:solidFill>
          <a:ln xmlns:a="http://schemas.openxmlformats.org/drawingml/2006/main" w="10478">
            <a:solidFill>
              <a:srgbClr val="365F85"/>
            </a:solidFill>
          </a:ln>
        </p:spPr>
      </p:sp>
      <p:sp>
        <p:nvSpPr>
          <p:cNvPr id="73" name="p37-椭圆-0073">
            <a:extLst xmlns:a="http://schemas.openxmlformats.org/drawingml/2006/main">
              <a:ext uri="{FF2B5EF4-FFF2-40B4-BE49-F238E27FC236}">
                <a16:creationId xmlns:a16="http://schemas.microsoft.com/office/drawing/2014/main" id="{BB7DE2FF-8ACB-4D9D-A6F4-6F9CD067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5843" y="2339340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4" name="p37-椭圆-0074">
            <a:extLst xmlns:a="http://schemas.openxmlformats.org/drawingml/2006/main">
              <a:ext uri="{FF2B5EF4-FFF2-40B4-BE49-F238E27FC236}">
                <a16:creationId xmlns:a16="http://schemas.microsoft.com/office/drawing/2014/main" id="{015F9FE5-0884-4F0D-8968-A2ADD9AF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3914" y="2457702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5" name="p37-椭圆-0075">
            <a:extLst xmlns:a="http://schemas.openxmlformats.org/drawingml/2006/main">
              <a:ext uri="{FF2B5EF4-FFF2-40B4-BE49-F238E27FC236}">
                <a16:creationId xmlns:a16="http://schemas.microsoft.com/office/drawing/2014/main" id="{94AE2DF9-F91B-4A4E-A7A6-C3205874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760" y="2576063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6" name="p37-椭圆-0076">
            <a:extLst xmlns:a="http://schemas.openxmlformats.org/drawingml/2006/main">
              <a:ext uri="{FF2B5EF4-FFF2-40B4-BE49-F238E27FC236}">
                <a16:creationId xmlns:a16="http://schemas.microsoft.com/office/drawing/2014/main" id="{F2C8F22F-08F4-43D5-BF54-8FE84C07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8831" y="2408675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7" name="p37-椭圆-0077">
            <a:extLst xmlns:a="http://schemas.openxmlformats.org/drawingml/2006/main">
              <a:ext uri="{FF2B5EF4-FFF2-40B4-BE49-F238E27FC236}">
                <a16:creationId xmlns:a16="http://schemas.microsoft.com/office/drawing/2014/main" id="{679584B6-97F1-48AD-9486-5BFB2828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677" y="2527036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8" name="p37-椭圆-0078">
            <a:extLst xmlns:a="http://schemas.openxmlformats.org/drawingml/2006/main">
              <a:ext uri="{FF2B5EF4-FFF2-40B4-BE49-F238E27FC236}">
                <a16:creationId xmlns:a16="http://schemas.microsoft.com/office/drawing/2014/main" id="{AA7719AB-F111-4EE8-A9FE-74E0E501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2523" y="2359648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79" name="p37-椭圆-0079">
            <a:extLst xmlns:a="http://schemas.openxmlformats.org/drawingml/2006/main">
              <a:ext uri="{FF2B5EF4-FFF2-40B4-BE49-F238E27FC236}">
                <a16:creationId xmlns:a16="http://schemas.microsoft.com/office/drawing/2014/main" id="{B3B52E3F-E65F-4E0C-87F6-4EABD70C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0595" y="2478009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0" name="p37-椭圆-0080">
            <a:extLst xmlns:a="http://schemas.openxmlformats.org/drawingml/2006/main">
              <a:ext uri="{FF2B5EF4-FFF2-40B4-BE49-F238E27FC236}">
                <a16:creationId xmlns:a16="http://schemas.microsoft.com/office/drawing/2014/main" id="{7A617FE7-C85D-4037-AB3E-CEB0EA4B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7441" y="2596371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1" name="p37-椭圆-0081">
            <a:extLst xmlns:a="http://schemas.openxmlformats.org/drawingml/2006/main">
              <a:ext uri="{FF2B5EF4-FFF2-40B4-BE49-F238E27FC236}">
                <a16:creationId xmlns:a16="http://schemas.microsoft.com/office/drawing/2014/main" id="{65BD8E7F-1A4A-419B-BF3E-BAB270FA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5512" y="2428982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2" name="p37-椭圆-0082">
            <a:extLst xmlns:a="http://schemas.openxmlformats.org/drawingml/2006/main">
              <a:ext uri="{FF2B5EF4-FFF2-40B4-BE49-F238E27FC236}">
                <a16:creationId xmlns:a16="http://schemas.microsoft.com/office/drawing/2014/main" id="{1240AA48-035F-4E9A-BD09-C94C863A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358" y="2547344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3" name="p37-椭圆-0083">
            <a:extLst xmlns:a="http://schemas.openxmlformats.org/drawingml/2006/main">
              <a:ext uri="{FF2B5EF4-FFF2-40B4-BE49-F238E27FC236}">
                <a16:creationId xmlns:a16="http://schemas.microsoft.com/office/drawing/2014/main" id="{33A950D8-B03D-446E-9524-8BAB67AB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04" y="2379955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4" name="p37-椭圆-0084">
            <a:extLst xmlns:a="http://schemas.openxmlformats.org/drawingml/2006/main">
              <a:ext uri="{FF2B5EF4-FFF2-40B4-BE49-F238E27FC236}">
                <a16:creationId xmlns:a16="http://schemas.microsoft.com/office/drawing/2014/main" id="{2BEE0733-F521-441F-AB49-F0389151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7276" y="2498317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5" name="p37-椭圆-0085">
            <a:extLst xmlns:a="http://schemas.openxmlformats.org/drawingml/2006/main">
              <a:ext uri="{FF2B5EF4-FFF2-40B4-BE49-F238E27FC236}">
                <a16:creationId xmlns:a16="http://schemas.microsoft.com/office/drawing/2014/main" id="{C0DC6BD9-0988-4EDB-8857-B194F4A8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122" y="2616678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6" name="p37-椭圆-0086">
            <a:extLst xmlns:a="http://schemas.openxmlformats.org/drawingml/2006/main">
              <a:ext uri="{FF2B5EF4-FFF2-40B4-BE49-F238E27FC236}">
                <a16:creationId xmlns:a16="http://schemas.microsoft.com/office/drawing/2014/main" id="{6A0185DC-5F47-44B1-9B6D-CCFA31D6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968" y="2449290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7" name="p37-椭圆-0087">
            <a:extLst xmlns:a="http://schemas.openxmlformats.org/drawingml/2006/main">
              <a:ext uri="{FF2B5EF4-FFF2-40B4-BE49-F238E27FC236}">
                <a16:creationId xmlns:a16="http://schemas.microsoft.com/office/drawing/2014/main" id="{DE207031-4B41-4C0A-BC88-EABC43E7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039" y="2567651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8" name="p37-椭圆-0088">
            <a:extLst xmlns:a="http://schemas.openxmlformats.org/drawingml/2006/main">
              <a:ext uri="{FF2B5EF4-FFF2-40B4-BE49-F238E27FC236}">
                <a16:creationId xmlns:a16="http://schemas.microsoft.com/office/drawing/2014/main" id="{3DCE955C-BFD1-4B3F-B7D5-D79817F7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5885" y="2400263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89" name="p37-椭圆-0089">
            <a:extLst xmlns:a="http://schemas.openxmlformats.org/drawingml/2006/main">
              <a:ext uri="{FF2B5EF4-FFF2-40B4-BE49-F238E27FC236}">
                <a16:creationId xmlns:a16="http://schemas.microsoft.com/office/drawing/2014/main" id="{1EDDA0C0-CDA9-4173-A576-B763C156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3957" y="2518624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0" name="p37-椭圆-0090">
            <a:extLst xmlns:a="http://schemas.openxmlformats.org/drawingml/2006/main">
              <a:ext uri="{FF2B5EF4-FFF2-40B4-BE49-F238E27FC236}">
                <a16:creationId xmlns:a16="http://schemas.microsoft.com/office/drawing/2014/main" id="{E5370055-3322-4896-8192-FC28CF90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803" y="2351236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1" name="p37-椭圆-0091">
            <a:extLst xmlns:a="http://schemas.openxmlformats.org/drawingml/2006/main">
              <a:ext uri="{FF2B5EF4-FFF2-40B4-BE49-F238E27FC236}">
                <a16:creationId xmlns:a16="http://schemas.microsoft.com/office/drawing/2014/main" id="{65295246-0E8A-41B9-B9BC-3B71E22A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649" y="2469597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2" name="p37-椭圆-0092">
            <a:extLst xmlns:a="http://schemas.openxmlformats.org/drawingml/2006/main">
              <a:ext uri="{FF2B5EF4-FFF2-40B4-BE49-F238E27FC236}">
                <a16:creationId xmlns:a16="http://schemas.microsoft.com/office/drawing/2014/main" id="{4C61CDBC-E2F1-4F13-AFC5-720FE1D5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720" y="2587959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3" name="p37-椭圆-0093">
            <a:extLst xmlns:a="http://schemas.openxmlformats.org/drawingml/2006/main">
              <a:ext uri="{FF2B5EF4-FFF2-40B4-BE49-F238E27FC236}">
                <a16:creationId xmlns:a16="http://schemas.microsoft.com/office/drawing/2014/main" id="{70D54760-CF4A-4570-A543-3613F6EA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566" y="2420570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4" name="p37-椭圆-0094">
            <a:extLst xmlns:a="http://schemas.openxmlformats.org/drawingml/2006/main">
              <a:ext uri="{FF2B5EF4-FFF2-40B4-BE49-F238E27FC236}">
                <a16:creationId xmlns:a16="http://schemas.microsoft.com/office/drawing/2014/main" id="{78DF390F-40E9-464E-930A-61200330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637" y="2538932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5" name="p37-椭圆-0095">
            <a:extLst xmlns:a="http://schemas.openxmlformats.org/drawingml/2006/main">
              <a:ext uri="{FF2B5EF4-FFF2-40B4-BE49-F238E27FC236}">
                <a16:creationId xmlns:a16="http://schemas.microsoft.com/office/drawing/2014/main" id="{0BC7F055-0320-4616-AA3E-4302945F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7484" y="2371544"/>
            <a:ext cx="100965" cy="45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37F78"/>
          </a:solidFill>
          <a:ln xmlns:a="http://schemas.openxmlformats.org/drawingml/2006/main" w="4763">
            <a:solidFill>
              <a:srgbClr val="FFFFFF"/>
            </a:solidFill>
          </a:ln>
        </p:spPr>
      </p:sp>
      <p:sp>
        <p:nvSpPr>
          <p:cNvPr id="96" name="p37-矩形-0096">
            <a:extLst xmlns:a="http://schemas.openxmlformats.org/drawingml/2006/main">
              <a:ext uri="{FF2B5EF4-FFF2-40B4-BE49-F238E27FC236}">
                <a16:creationId xmlns:a16="http://schemas.microsoft.com/office/drawing/2014/main" id="{74C07928-1BF2-4EE5-9DBA-1C0B3D34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90775"/>
            <a:ext cx="600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A63237"/>
            </a:solidFill>
          </a:ln>
        </p:spPr>
      </p:sp>
      <p:sp>
        <p:nvSpPr>
          <p:cNvPr id="97" name="p37-路径-0097">
            <a:extLst xmlns:a="http://schemas.openxmlformats.org/drawingml/2006/main">
              <a:ext uri="{FF2B5EF4-FFF2-40B4-BE49-F238E27FC236}">
                <a16:creationId xmlns:a16="http://schemas.microsoft.com/office/drawing/2014/main" id="{96E1BF53-24C2-410D-AAAC-7770282E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62225"/>
            <a:ext cx="790575" cy="1476375"/>
          </a:xfrm>
          <a:custGeom xmlns:a="http://schemas.openxmlformats.org/drawingml/2006/main">
            <a:pathLst>
              <a:path w="790575" h="1476375">
                <a:moveTo>
                  <a:pt x="0" y="0"/>
                </a:moveTo>
                <a:lnTo>
                  <a:pt x="790575" y="0"/>
                </a:lnTo>
                <a:lnTo>
                  <a:pt x="790575" y="1476375"/>
                </a:lnTo>
                <a:lnTo>
                  <a:pt x="628650" y="14763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A63237"/>
            </a:solidFill>
          </a:ln>
        </p:spPr>
      </p:sp>
      <p:sp>
        <p:nvSpPr>
          <p:cNvPr id="98" name="p37-路径-0098">
            <a:extLst xmlns:a="http://schemas.openxmlformats.org/drawingml/2006/main">
              <a:ext uri="{FF2B5EF4-FFF2-40B4-BE49-F238E27FC236}">
                <a16:creationId xmlns:a16="http://schemas.microsoft.com/office/drawing/2014/main" id="{A828204F-A4F7-49D7-A205-B16A67AD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85451"/>
            <a:ext cx="161925" cy="106299"/>
          </a:xfrm>
          <a:custGeom xmlns:a="http://schemas.openxmlformats.org/drawingml/2006/main">
            <a:pathLst>
              <a:path w="161925" h="106299">
                <a:moveTo>
                  <a:pt x="161925" y="34099"/>
                </a:moveTo>
                <a:lnTo>
                  <a:pt x="85725" y="34099"/>
                </a:lnTo>
                <a:lnTo>
                  <a:pt x="85725" y="0"/>
                </a:lnTo>
                <a:lnTo>
                  <a:pt x="0" y="53149"/>
                </a:lnTo>
                <a:lnTo>
                  <a:pt x="85725" y="106299"/>
                </a:lnTo>
                <a:lnTo>
                  <a:pt x="85725" y="72199"/>
                </a:lnTo>
                <a:lnTo>
                  <a:pt x="161925" y="72199"/>
                </a:lnTo>
                <a:close/>
              </a:path>
            </a:pathLst>
          </a:cu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99" name="p37-文本-0099">
            <a:extLst xmlns:a="http://schemas.openxmlformats.org/drawingml/2006/main">
              <a:ext uri="{FF2B5EF4-FFF2-40B4-BE49-F238E27FC236}">
                <a16:creationId xmlns:a16="http://schemas.microsoft.com/office/drawing/2014/main" id="{BBB7F71F-640E-4EFB-9606-5B74B8C9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70834"/>
            <a:ext cx="22115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红框位置对应下方局部截面</a:t>
            </a:r>
          </a:p>
        </p:txBody>
      </p:sp>
      <p:sp>
        <p:nvSpPr>
          <p:cNvPr id="100" name="p37-文本-0100">
            <a:extLst xmlns:a="http://schemas.openxmlformats.org/drawingml/2006/main">
              <a:ext uri="{FF2B5EF4-FFF2-40B4-BE49-F238E27FC236}">
                <a16:creationId xmlns:a16="http://schemas.microsoft.com/office/drawing/2014/main" id="{1B75A1C4-A584-4B50-8B17-BB847534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32231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局部：富集层与传递通道</a:t>
            </a:r>
          </a:p>
        </p:txBody>
      </p:sp>
      <p:sp>
        <p:nvSpPr>
          <p:cNvPr id="101" name="p37-矩形-0101">
            <a:extLst xmlns:a="http://schemas.openxmlformats.org/drawingml/2006/main">
              <a:ext uri="{FF2B5EF4-FFF2-40B4-BE49-F238E27FC236}">
                <a16:creationId xmlns:a16="http://schemas.microsoft.com/office/drawing/2014/main" id="{0E254258-C783-4E78-A566-3CE32935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86200"/>
            <a:ext cx="298132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7"/>
          </a:solidFill>
          <a:ln xmlns:a="http://schemas.openxmlformats.org/drawingml/2006/main" w="9525">
            <a:solidFill>
              <a:srgbClr val="CCD7DF"/>
            </a:solidFill>
          </a:ln>
        </p:spPr>
      </p:sp>
      <p:sp>
        <p:nvSpPr>
          <p:cNvPr id="102" name="p37-矩形-0102">
            <a:extLst xmlns:a="http://schemas.openxmlformats.org/drawingml/2006/main">
              <a:ext uri="{FF2B5EF4-FFF2-40B4-BE49-F238E27FC236}">
                <a16:creationId xmlns:a16="http://schemas.microsoft.com/office/drawing/2014/main" id="{8FDFA033-986F-440C-A4A6-0A961630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71664"/>
            <a:ext cx="864584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3" name="p37-矩形-0103">
            <a:extLst xmlns:a="http://schemas.openxmlformats.org/drawingml/2006/main">
              <a:ext uri="{FF2B5EF4-FFF2-40B4-BE49-F238E27FC236}">
                <a16:creationId xmlns:a16="http://schemas.microsoft.com/office/drawing/2014/main" id="{8626408A-9D38-4DF4-8015-62FD9505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5480" y="4171664"/>
            <a:ext cx="715518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4" name="p37-矩形-0104">
            <a:extLst xmlns:a="http://schemas.openxmlformats.org/drawingml/2006/main">
              <a:ext uri="{FF2B5EF4-FFF2-40B4-BE49-F238E27FC236}">
                <a16:creationId xmlns:a16="http://schemas.microsoft.com/office/drawing/2014/main" id="{E382EBF3-5D85-4D56-82E8-FBF72220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8757" y="4171664"/>
            <a:ext cx="715518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5" name="p37-矩形-0105">
            <a:extLst xmlns:a="http://schemas.openxmlformats.org/drawingml/2006/main">
              <a:ext uri="{FF2B5EF4-FFF2-40B4-BE49-F238E27FC236}">
                <a16:creationId xmlns:a16="http://schemas.microsoft.com/office/drawing/2014/main" id="{F450A36C-1C58-49B9-A4A4-9C9FA593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52283"/>
            <a:ext cx="864584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6" name="p37-矩形-0106">
            <a:extLst xmlns:a="http://schemas.openxmlformats.org/drawingml/2006/main">
              <a:ext uri="{FF2B5EF4-FFF2-40B4-BE49-F238E27FC236}">
                <a16:creationId xmlns:a16="http://schemas.microsoft.com/office/drawing/2014/main" id="{7225E36C-992F-418D-ABA1-2EDB2A26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5480" y="4552283"/>
            <a:ext cx="715518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7" name="p37-矩形-0107">
            <a:extLst xmlns:a="http://schemas.openxmlformats.org/drawingml/2006/main">
              <a:ext uri="{FF2B5EF4-FFF2-40B4-BE49-F238E27FC236}">
                <a16:creationId xmlns:a16="http://schemas.microsoft.com/office/drawing/2014/main" id="{A12186F4-776D-461D-8F65-F1E3097B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8757" y="4552283"/>
            <a:ext cx="715518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BB9"/>
          </a:solidFill>
          <a:ln xmlns:a="http://schemas.openxmlformats.org/drawingml/2006/main" w="0">
            <a:noFill/>
          </a:ln>
        </p:spPr>
      </p:sp>
      <p:sp>
        <p:nvSpPr>
          <p:cNvPr id="108" name="p37-椭圆-0108">
            <a:extLst xmlns:a="http://schemas.openxmlformats.org/drawingml/2006/main">
              <a:ext uri="{FF2B5EF4-FFF2-40B4-BE49-F238E27FC236}">
                <a16:creationId xmlns:a16="http://schemas.microsoft.com/office/drawing/2014/main" id="{F0D416F4-BBE7-4637-9834-7CD4D29C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726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09" name="p37-椭圆-0109">
            <a:extLst xmlns:a="http://schemas.openxmlformats.org/drawingml/2006/main">
              <a:ext uri="{FF2B5EF4-FFF2-40B4-BE49-F238E27FC236}">
                <a16:creationId xmlns:a16="http://schemas.microsoft.com/office/drawing/2014/main" id="{24B85D7B-C62C-4D08-8582-38A50520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826" y="4412266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0" name="p37-椭圆-0110">
            <a:extLst xmlns:a="http://schemas.openxmlformats.org/drawingml/2006/main">
              <a:ext uri="{FF2B5EF4-FFF2-40B4-BE49-F238E27FC236}">
                <a16:creationId xmlns:a16="http://schemas.microsoft.com/office/drawing/2014/main" id="{3B8EF200-EF70-4C37-B078-665B63F0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392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1" name="p37-椭圆-0111">
            <a:extLst xmlns:a="http://schemas.openxmlformats.org/drawingml/2006/main">
              <a:ext uri="{FF2B5EF4-FFF2-40B4-BE49-F238E27FC236}">
                <a16:creationId xmlns:a16="http://schemas.microsoft.com/office/drawing/2014/main" id="{32086BBC-AC98-4576-B1C7-BB18F45F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058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2" name="p37-椭圆-0112">
            <a:extLst xmlns:a="http://schemas.openxmlformats.org/drawingml/2006/main">
              <a:ext uri="{FF2B5EF4-FFF2-40B4-BE49-F238E27FC236}">
                <a16:creationId xmlns:a16="http://schemas.microsoft.com/office/drawing/2014/main" id="{46F93831-0E5B-4E06-888D-FB8E3AC9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158" y="4412266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3" name="p37-椭圆-0113">
            <a:extLst xmlns:a="http://schemas.openxmlformats.org/drawingml/2006/main">
              <a:ext uri="{FF2B5EF4-FFF2-40B4-BE49-F238E27FC236}">
                <a16:creationId xmlns:a16="http://schemas.microsoft.com/office/drawing/2014/main" id="{1C393BA4-7947-4ED1-AD4C-DC531098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5723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4" name="p37-椭圆-0114">
            <a:extLst xmlns:a="http://schemas.openxmlformats.org/drawingml/2006/main">
              <a:ext uri="{FF2B5EF4-FFF2-40B4-BE49-F238E27FC236}">
                <a16:creationId xmlns:a16="http://schemas.microsoft.com/office/drawing/2014/main" id="{53A2830C-17A5-44DC-B5DF-9DC93A5A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8389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5" name="p37-椭圆-0115">
            <a:extLst xmlns:a="http://schemas.openxmlformats.org/drawingml/2006/main">
              <a:ext uri="{FF2B5EF4-FFF2-40B4-BE49-F238E27FC236}">
                <a16:creationId xmlns:a16="http://schemas.microsoft.com/office/drawing/2014/main" id="{8633D8EB-17F9-42DE-828D-454D14D8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489" y="4412266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6" name="p37-椭圆-0116">
            <a:extLst xmlns:a="http://schemas.openxmlformats.org/drawingml/2006/main">
              <a:ext uri="{FF2B5EF4-FFF2-40B4-BE49-F238E27FC236}">
                <a16:creationId xmlns:a16="http://schemas.microsoft.com/office/drawing/2014/main" id="{E1C38D4A-DCED-455A-965D-1FA4891D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054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7" name="p37-椭圆-0117">
            <a:extLst xmlns:a="http://schemas.openxmlformats.org/drawingml/2006/main">
              <a:ext uri="{FF2B5EF4-FFF2-40B4-BE49-F238E27FC236}">
                <a16:creationId xmlns:a16="http://schemas.microsoft.com/office/drawing/2014/main" id="{A0D6327E-6696-4D01-90F6-05FC2982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18" name="p37-椭圆-0118">
            <a:extLst xmlns:a="http://schemas.openxmlformats.org/drawingml/2006/main">
              <a:ext uri="{FF2B5EF4-FFF2-40B4-BE49-F238E27FC236}">
                <a16:creationId xmlns:a16="http://schemas.microsoft.com/office/drawing/2014/main" id="{C4E41EEF-5E3F-423D-8BFD-1B108D2C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4412266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19" name="p37-椭圆-0119">
            <a:extLst xmlns:a="http://schemas.openxmlformats.org/drawingml/2006/main">
              <a:ext uri="{FF2B5EF4-FFF2-40B4-BE49-F238E27FC236}">
                <a16:creationId xmlns:a16="http://schemas.microsoft.com/office/drawing/2014/main" id="{D5850E2A-66F4-4AD4-862D-E69706AA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6386" y="4042220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0" name="p37-路径-0120">
            <a:extLst xmlns:a="http://schemas.openxmlformats.org/drawingml/2006/main">
              <a:ext uri="{FF2B5EF4-FFF2-40B4-BE49-F238E27FC236}">
                <a16:creationId xmlns:a16="http://schemas.microsoft.com/office/drawing/2014/main" id="{F9D1E3FF-3877-4ED8-B5F6-3CCEB38A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2405" y="4076510"/>
            <a:ext cx="118205" cy="718947"/>
          </a:xfrm>
          <a:custGeom xmlns:a="http://schemas.openxmlformats.org/drawingml/2006/main">
            <a:pathLst>
              <a:path w="118205" h="718947">
                <a:moveTo>
                  <a:pt x="40100" y="0"/>
                </a:moveTo>
                <a:lnTo>
                  <a:pt x="40100" y="623697"/>
                </a:lnTo>
                <a:lnTo>
                  <a:pt x="0" y="623697"/>
                </a:lnTo>
                <a:lnTo>
                  <a:pt x="59150" y="718947"/>
                </a:lnTo>
                <a:lnTo>
                  <a:pt x="118205" y="623697"/>
                </a:lnTo>
                <a:lnTo>
                  <a:pt x="78200" y="623697"/>
                </a:lnTo>
                <a:lnTo>
                  <a:pt x="78200" y="0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121" name="p37-路径-0121">
            <a:extLst xmlns:a="http://schemas.openxmlformats.org/drawingml/2006/main">
              <a:ext uri="{FF2B5EF4-FFF2-40B4-BE49-F238E27FC236}">
                <a16:creationId xmlns:a16="http://schemas.microsoft.com/office/drawing/2014/main" id="{8A4C14AD-CB9C-476F-96A9-0973C514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823" y="4076510"/>
            <a:ext cx="118110" cy="718947"/>
          </a:xfrm>
          <a:custGeom xmlns:a="http://schemas.openxmlformats.org/drawingml/2006/main">
            <a:pathLst>
              <a:path w="118110" h="718947">
                <a:moveTo>
                  <a:pt x="40005" y="0"/>
                </a:moveTo>
                <a:lnTo>
                  <a:pt x="40005" y="623697"/>
                </a:lnTo>
                <a:lnTo>
                  <a:pt x="0" y="623697"/>
                </a:lnTo>
                <a:lnTo>
                  <a:pt x="59055" y="718947"/>
                </a:lnTo>
                <a:lnTo>
                  <a:pt x="118110" y="623697"/>
                </a:lnTo>
                <a:lnTo>
                  <a:pt x="78105" y="623697"/>
                </a:lnTo>
                <a:lnTo>
                  <a:pt x="78105" y="0"/>
                </a:lnTo>
                <a:close/>
              </a:path>
            </a:pathLst>
          </a:custGeom>
          <a:solidFill xmlns:a="http://schemas.openxmlformats.org/drawingml/2006/main">
            <a:srgbClr val="537F78"/>
          </a:solidFill>
          <a:ln xmlns:a="http://schemas.openxmlformats.org/drawingml/2006/main" w="0">
            <a:noFill/>
          </a:ln>
        </p:spPr>
      </p:sp>
      <p:sp>
        <p:nvSpPr>
          <p:cNvPr id="122" name="p37-椭圆-0122">
            <a:extLst xmlns:a="http://schemas.openxmlformats.org/drawingml/2006/main">
              <a:ext uri="{FF2B5EF4-FFF2-40B4-BE49-F238E27FC236}">
                <a16:creationId xmlns:a16="http://schemas.microsoft.com/office/drawing/2014/main" id="{3CE62A6A-137C-4FE7-92EF-42AAE634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8716" y="478517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3" name="p37-椭圆-0123">
            <a:extLst xmlns:a="http://schemas.openxmlformats.org/drawingml/2006/main">
              <a:ext uri="{FF2B5EF4-FFF2-40B4-BE49-F238E27FC236}">
                <a16:creationId xmlns:a16="http://schemas.microsoft.com/office/drawing/2014/main" id="{C212D9E5-1508-4574-B576-008BB803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355" y="478517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4" name="p37-椭圆-0124">
            <a:extLst xmlns:a="http://schemas.openxmlformats.org/drawingml/2006/main">
              <a:ext uri="{FF2B5EF4-FFF2-40B4-BE49-F238E27FC236}">
                <a16:creationId xmlns:a16="http://schemas.microsoft.com/office/drawing/2014/main" id="{C11FF964-0435-4F9C-BED5-897EC332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993" y="478517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5" name="p37-椭圆-0125">
            <a:extLst xmlns:a="http://schemas.openxmlformats.org/drawingml/2006/main">
              <a:ext uri="{FF2B5EF4-FFF2-40B4-BE49-F238E27FC236}">
                <a16:creationId xmlns:a16="http://schemas.microsoft.com/office/drawing/2014/main" id="{868CBFDA-8F23-434F-9C74-927D36E4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632" y="478517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6" name="p37-椭圆-0126">
            <a:extLst xmlns:a="http://schemas.openxmlformats.org/drawingml/2006/main">
              <a:ext uri="{FF2B5EF4-FFF2-40B4-BE49-F238E27FC236}">
                <a16:creationId xmlns:a16="http://schemas.microsoft.com/office/drawing/2014/main" id="{5D9A5259-3732-4BC2-8168-47A2099E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270" y="4785170"/>
            <a:ext cx="62865" cy="6286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27" name="p37-文本-0127">
            <a:extLst xmlns:a="http://schemas.openxmlformats.org/drawingml/2006/main">
              <a:ext uri="{FF2B5EF4-FFF2-40B4-BE49-F238E27FC236}">
                <a16:creationId xmlns:a16="http://schemas.microsoft.com/office/drawing/2014/main" id="{19CC174F-9649-4E59-8803-65956F3D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76388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65F85"/>
                </a:solidFill>
                <a:latin typeface="Microsoft YaHei"/>
                <a:ea typeface="Microsoft YaHei"/>
                <a:cs typeface="Microsoft YaHei"/>
              </a:rPr>
              <a:t>上游富集</a:t>
            </a:r>
          </a:p>
        </p:txBody>
      </p:sp>
      <p:sp>
        <p:nvSpPr>
          <p:cNvPr id="128" name="p37-文本-0128">
            <a:extLst xmlns:a="http://schemas.openxmlformats.org/drawingml/2006/main">
              <a:ext uri="{FF2B5EF4-FFF2-40B4-BE49-F238E27FC236}">
                <a16:creationId xmlns:a16="http://schemas.microsoft.com/office/drawing/2014/main" id="{9E73DC25-9FB4-470B-840C-6C77B682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076388"/>
            <a:ext cx="723900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通道传递</a:t>
            </a:r>
          </a:p>
        </p:txBody>
      </p:sp>
      <p:sp>
        <p:nvSpPr>
          <p:cNvPr id="129" name="p37-文本-0129">
            <a:extLst xmlns:a="http://schemas.openxmlformats.org/drawingml/2006/main">
              <a:ext uri="{FF2B5EF4-FFF2-40B4-BE49-F238E27FC236}">
                <a16:creationId xmlns:a16="http://schemas.microsoft.com/office/drawing/2014/main" id="{F80FA492-8970-4068-812F-BA259B55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399131"/>
            <a:ext cx="23279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固定标记位置，比较层间距</a:t>
            </a:r>
          </a:p>
        </p:txBody>
      </p:sp>
      <p:sp>
        <p:nvSpPr>
          <p:cNvPr id="130" name="p37-文本-0130">
            <a:extLst xmlns:a="http://schemas.openxmlformats.org/drawingml/2006/main">
              <a:ext uri="{FF2B5EF4-FFF2-40B4-BE49-F238E27FC236}">
                <a16:creationId xmlns:a16="http://schemas.microsoft.com/office/drawing/2014/main" id="{E318CE7D-5037-47FB-B572-C074FAF2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684881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区分界面富集与通道阻力</a:t>
            </a:r>
          </a:p>
        </p:txBody>
      </p:sp>
      <p:sp>
        <p:nvSpPr>
          <p:cNvPr id="131" name="p37-文本-0131">
            <a:extLst xmlns:a="http://schemas.openxmlformats.org/drawingml/2006/main">
              <a:ext uri="{FF2B5EF4-FFF2-40B4-BE49-F238E27FC236}">
                <a16:creationId xmlns:a16="http://schemas.microsoft.com/office/drawing/2014/main" id="{AE892441-6EC6-4BAE-9B36-E7E08D79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808206"/>
            <a:ext cx="2137410" cy="280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输入特征与实验记录同名</a:t>
            </a:r>
          </a:p>
        </p:txBody>
      </p:sp>
      <p:sp>
        <p:nvSpPr>
          <p:cNvPr id="132" name="p37-矩形-0132">
            <a:extLst xmlns:a="http://schemas.openxmlformats.org/drawingml/2006/main">
              <a:ext uri="{FF2B5EF4-FFF2-40B4-BE49-F238E27FC236}">
                <a16:creationId xmlns:a16="http://schemas.microsoft.com/office/drawing/2014/main" id="{A926A73B-26E3-47AD-A5CF-2F182875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143125"/>
            <a:ext cx="30194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3" name="p37-文本-0133">
            <a:extLst xmlns:a="http://schemas.openxmlformats.org/drawingml/2006/main">
              <a:ext uri="{FF2B5EF4-FFF2-40B4-BE49-F238E27FC236}">
                <a16:creationId xmlns:a16="http://schemas.microsoft.com/office/drawing/2014/main" id="{E7FCA13B-3E2C-4298-94A1-AEB0A3D8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99284"/>
            <a:ext cx="58274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层间距</a:t>
            </a:r>
          </a:p>
        </p:txBody>
      </p:sp>
      <p:sp>
        <p:nvSpPr>
          <p:cNvPr id="134" name="p37-文本-0134">
            <a:extLst xmlns:a="http://schemas.openxmlformats.org/drawingml/2006/main">
              <a:ext uri="{FF2B5EF4-FFF2-40B4-BE49-F238E27FC236}">
                <a16:creationId xmlns:a16="http://schemas.microsoft.com/office/drawing/2014/main" id="{0FFF82CE-3B77-4CD7-B7CE-B9F3EF8F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199284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结构观测</a:t>
            </a:r>
          </a:p>
        </p:txBody>
      </p:sp>
      <p:sp>
        <p:nvSpPr>
          <p:cNvPr id="135" name="p37-矩形-0135">
            <a:extLst xmlns:a="http://schemas.openxmlformats.org/drawingml/2006/main">
              <a:ext uri="{FF2B5EF4-FFF2-40B4-BE49-F238E27FC236}">
                <a16:creationId xmlns:a16="http://schemas.microsoft.com/office/drawing/2014/main" id="{A231FDA1-38DE-49BC-B09B-A81D550D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495550"/>
            <a:ext cx="30194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6" name="p37-文本-0136">
            <a:extLst xmlns:a="http://schemas.openxmlformats.org/drawingml/2006/main">
              <a:ext uri="{FF2B5EF4-FFF2-40B4-BE49-F238E27FC236}">
                <a16:creationId xmlns:a16="http://schemas.microsoft.com/office/drawing/2014/main" id="{A5E999DC-9651-48F1-AECD-AD91837F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51709"/>
            <a:ext cx="944690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厚度与负载</a:t>
            </a:r>
          </a:p>
        </p:txBody>
      </p:sp>
      <p:sp>
        <p:nvSpPr>
          <p:cNvPr id="137" name="p37-文本-0137">
            <a:extLst xmlns:a="http://schemas.openxmlformats.org/drawingml/2006/main">
              <a:ext uri="{FF2B5EF4-FFF2-40B4-BE49-F238E27FC236}">
                <a16:creationId xmlns:a16="http://schemas.microsoft.com/office/drawing/2014/main" id="{B00B777E-4472-4A30-8888-DC723B41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551709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固定条件</a:t>
            </a:r>
          </a:p>
        </p:txBody>
      </p:sp>
      <p:sp>
        <p:nvSpPr>
          <p:cNvPr id="138" name="p37-矩形-0138">
            <a:extLst xmlns:a="http://schemas.openxmlformats.org/drawingml/2006/main">
              <a:ext uri="{FF2B5EF4-FFF2-40B4-BE49-F238E27FC236}">
                <a16:creationId xmlns:a16="http://schemas.microsoft.com/office/drawing/2014/main" id="{B65CAA47-10E8-4FBD-AC0B-2A249DE8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847975"/>
            <a:ext cx="30194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4F8"/>
          </a:solidFill>
          <a:ln xmlns:a="http://schemas.openxmlformats.org/drawingml/2006/main" w="6668">
            <a:solidFill>
              <a:srgbClr val="CCD7DF"/>
            </a:solidFill>
          </a:ln>
        </p:spPr>
      </p:sp>
      <p:sp>
        <p:nvSpPr>
          <p:cNvPr id="139" name="p37-文本-0139">
            <a:extLst xmlns:a="http://schemas.openxmlformats.org/drawingml/2006/main">
              <a:ext uri="{FF2B5EF4-FFF2-40B4-BE49-F238E27FC236}">
                <a16:creationId xmlns:a16="http://schemas.microsoft.com/office/drawing/2014/main" id="{7CBCA2D7-82DF-4363-9B93-DF4A7908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04134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动态参数</a:t>
            </a:r>
          </a:p>
        </p:txBody>
      </p:sp>
      <p:sp>
        <p:nvSpPr>
          <p:cNvPr id="140" name="p37-文本-0140">
            <a:extLst xmlns:a="http://schemas.openxmlformats.org/drawingml/2006/main">
              <a:ext uri="{FF2B5EF4-FFF2-40B4-BE49-F238E27FC236}">
                <a16:creationId xmlns:a16="http://schemas.microsoft.com/office/drawing/2014/main" id="{874C76CE-DB58-45F7-801B-A25A1A9D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904134"/>
            <a:ext cx="763715" cy="26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时序拟合</a:t>
            </a:r>
          </a:p>
        </p:txBody>
      </p:sp>
      <p:sp>
        <p:nvSpPr>
          <p:cNvPr id="141" name="p37-路径-0141">
            <a:extLst xmlns:a="http://schemas.openxmlformats.org/drawingml/2006/main">
              <a:ext uri="{FF2B5EF4-FFF2-40B4-BE49-F238E27FC236}">
                <a16:creationId xmlns:a16="http://schemas.microsoft.com/office/drawing/2014/main" id="{77B58198-D602-461A-B4ED-51CF1268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6765" y="3267075"/>
            <a:ext cx="129921" cy="238125"/>
          </a:xfrm>
          <a:custGeom xmlns:a="http://schemas.openxmlformats.org/drawingml/2006/main">
            <a:pathLst>
              <a:path w="129921" h="238125">
                <a:moveTo>
                  <a:pt x="36385" y="0"/>
                </a:moveTo>
                <a:lnTo>
                  <a:pt x="36385" y="133350"/>
                </a:lnTo>
                <a:lnTo>
                  <a:pt x="0" y="133350"/>
                </a:lnTo>
                <a:lnTo>
                  <a:pt x="64960" y="238125"/>
                </a:lnTo>
                <a:lnTo>
                  <a:pt x="129921" y="133350"/>
                </a:lnTo>
                <a:lnTo>
                  <a:pt x="93535" y="133350"/>
                </a:lnTo>
                <a:lnTo>
                  <a:pt x="93535" y="0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2" name="p37-线-0142">
            <a:extLst xmlns:a="http://schemas.openxmlformats.org/drawingml/2006/main">
              <a:ext uri="{FF2B5EF4-FFF2-40B4-BE49-F238E27FC236}">
                <a16:creationId xmlns:a16="http://schemas.microsoft.com/office/drawing/2014/main" id="{EB4DDA90-9F02-4D74-9079-C1FC7435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00600"/>
            <a:ext cx="2552700" cy="95"/>
          </a:xfrm>
          <a:custGeom xmlns:a="http://schemas.openxmlformats.org/drawingml/2006/main"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43" name="p37-线-0143">
            <a:extLst xmlns:a="http://schemas.openxmlformats.org/drawingml/2006/main">
              <a:ext uri="{FF2B5EF4-FFF2-40B4-BE49-F238E27FC236}">
                <a16:creationId xmlns:a16="http://schemas.microsoft.com/office/drawing/2014/main" id="{16C7F6FC-F048-4B07-805E-4D8A60F9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733800"/>
            <a:ext cx="95" cy="1066800"/>
          </a:xfrm>
          <a:custGeom xmlns:a="http://schemas.openxmlformats.org/drawingml/2006/main">
            <a:pathLst>
              <a:path w="95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57B8B"/>
            </a:solidFill>
          </a:ln>
        </p:spPr>
      </p:sp>
      <p:sp>
        <p:nvSpPr>
          <p:cNvPr id="144" name="p37-线-0144">
            <a:extLst xmlns:a="http://schemas.openxmlformats.org/drawingml/2006/main">
              <a:ext uri="{FF2B5EF4-FFF2-40B4-BE49-F238E27FC236}">
                <a16:creationId xmlns:a16="http://schemas.microsoft.com/office/drawing/2014/main" id="{D7B26005-029E-40CB-96C3-2A93FA42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733800"/>
            <a:ext cx="2552700" cy="1066800"/>
          </a:xfrm>
          <a:custGeom xmlns:a="http://schemas.openxmlformats.org/drawingml/2006/main">
            <a:pathLst>
              <a:path w="2552700" h="1066800">
                <a:moveTo>
                  <a:pt x="0" y="1066800"/>
                </a:moveTo>
                <a:lnTo>
                  <a:pt x="2552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CCD7DF"/>
            </a:solidFill>
            <a:prstDash val="dash"/>
          </a:ln>
        </p:spPr>
      </p:sp>
      <p:sp>
        <p:nvSpPr>
          <p:cNvPr id="145" name="p37-椭圆-0145">
            <a:extLst xmlns:a="http://schemas.openxmlformats.org/drawingml/2006/main">
              <a:ext uri="{FF2B5EF4-FFF2-40B4-BE49-F238E27FC236}">
                <a16:creationId xmlns:a16="http://schemas.microsoft.com/office/drawing/2014/main" id="{43AB453A-286E-4CDB-9238-BBC2CF8E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4895" y="47381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46" name="p37-椭圆-0146">
            <a:extLst xmlns:a="http://schemas.openxmlformats.org/drawingml/2006/main">
              <a:ext uri="{FF2B5EF4-FFF2-40B4-BE49-F238E27FC236}">
                <a16:creationId xmlns:a16="http://schemas.microsoft.com/office/drawing/2014/main" id="{5617928C-31C8-4FF6-8297-4AA4609C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2550" y="39957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7" name="p37-椭圆-0147">
            <a:extLst xmlns:a="http://schemas.openxmlformats.org/drawingml/2006/main">
              <a:ext uri="{FF2B5EF4-FFF2-40B4-BE49-F238E27FC236}">
                <a16:creationId xmlns:a16="http://schemas.microsoft.com/office/drawing/2014/main" id="{5F138BA4-57B5-4C34-8989-8427AD0C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7506" y="456380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8" name="p37-椭圆-0148">
            <a:extLst xmlns:a="http://schemas.openxmlformats.org/drawingml/2006/main">
              <a:ext uri="{FF2B5EF4-FFF2-40B4-BE49-F238E27FC236}">
                <a16:creationId xmlns:a16="http://schemas.microsoft.com/office/drawing/2014/main" id="{50BF0122-BBA8-4110-BE75-D0AC3EB2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5161" y="39559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49" name="p37-椭圆-0149">
            <a:extLst xmlns:a="http://schemas.openxmlformats.org/drawingml/2006/main">
              <a:ext uri="{FF2B5EF4-FFF2-40B4-BE49-F238E27FC236}">
                <a16:creationId xmlns:a16="http://schemas.microsoft.com/office/drawing/2014/main" id="{F7746D8C-9FB0-4375-A07C-530F3F2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116" y="418252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0" name="p37-椭圆-0150">
            <a:extLst xmlns:a="http://schemas.openxmlformats.org/drawingml/2006/main">
              <a:ext uri="{FF2B5EF4-FFF2-40B4-BE49-F238E27FC236}">
                <a16:creationId xmlns:a16="http://schemas.microsoft.com/office/drawing/2014/main" id="{7857DE75-35BB-4691-8B31-1E0A851F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072" y="461013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1" name="p37-椭圆-0151">
            <a:extLst xmlns:a="http://schemas.openxmlformats.org/drawingml/2006/main">
              <a:ext uri="{FF2B5EF4-FFF2-40B4-BE49-F238E27FC236}">
                <a16:creationId xmlns:a16="http://schemas.microsoft.com/office/drawing/2014/main" id="{592F22DC-2E5B-4BBC-9903-B68620B4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2727" y="412377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2" name="p37-椭圆-0152">
            <a:extLst xmlns:a="http://schemas.openxmlformats.org/drawingml/2006/main">
              <a:ext uri="{FF2B5EF4-FFF2-40B4-BE49-F238E27FC236}">
                <a16:creationId xmlns:a16="http://schemas.microsoft.com/office/drawing/2014/main" id="{8DBBF813-12FF-41E8-8805-FC8ED673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683" y="444267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3" name="p37-椭圆-0153">
            <a:extLst xmlns:a="http://schemas.openxmlformats.org/drawingml/2006/main">
              <a:ext uri="{FF2B5EF4-FFF2-40B4-BE49-F238E27FC236}">
                <a16:creationId xmlns:a16="http://schemas.microsoft.com/office/drawing/2014/main" id="{6E74AA65-4CE5-4B2F-B89D-54E50D94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5338" y="37353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4" name="p37-椭圆-0154">
            <a:extLst xmlns:a="http://schemas.openxmlformats.org/drawingml/2006/main">
              <a:ext uri="{FF2B5EF4-FFF2-40B4-BE49-F238E27FC236}">
                <a16:creationId xmlns:a16="http://schemas.microsoft.com/office/drawing/2014/main" id="{1BACB5EB-54A2-41B3-9461-5FE4C9EB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293" y="419609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5" name="p37-椭圆-0155">
            <a:extLst xmlns:a="http://schemas.openxmlformats.org/drawingml/2006/main">
              <a:ext uri="{FF2B5EF4-FFF2-40B4-BE49-F238E27FC236}">
                <a16:creationId xmlns:a16="http://schemas.microsoft.com/office/drawing/2014/main" id="{B67F8D6A-76C9-4DFD-8AB0-BF222A1B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5249" y="46848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6" name="p37-椭圆-0156">
            <a:extLst xmlns:a="http://schemas.openxmlformats.org/drawingml/2006/main">
              <a:ext uri="{FF2B5EF4-FFF2-40B4-BE49-F238E27FC236}">
                <a16:creationId xmlns:a16="http://schemas.microsoft.com/office/drawing/2014/main" id="{5C3D91A9-F52F-41BD-B5DF-DB4BAF2A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2904" y="385018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7" name="p37-椭圆-0157">
            <a:extLst xmlns:a="http://schemas.openxmlformats.org/drawingml/2006/main">
              <a:ext uri="{FF2B5EF4-FFF2-40B4-BE49-F238E27FC236}">
                <a16:creationId xmlns:a16="http://schemas.microsoft.com/office/drawing/2014/main" id="{CA0950FA-4AB2-46AD-AC2E-BFA60435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859" y="424580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58" name="p37-椭圆-0158">
            <a:extLst xmlns:a="http://schemas.openxmlformats.org/drawingml/2006/main">
              <a:ext uri="{FF2B5EF4-FFF2-40B4-BE49-F238E27FC236}">
                <a16:creationId xmlns:a16="http://schemas.microsoft.com/office/drawing/2014/main" id="{1E9682B3-93B2-4A73-AA5B-F579DABA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815" y="47381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59" name="p37-椭圆-0159">
            <a:extLst xmlns:a="http://schemas.openxmlformats.org/drawingml/2006/main">
              <a:ext uri="{FF2B5EF4-FFF2-40B4-BE49-F238E27FC236}">
                <a16:creationId xmlns:a16="http://schemas.microsoft.com/office/drawing/2014/main" id="{77657B5B-A341-418E-9226-A1F6E016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0470" y="411459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0" name="p37-椭圆-0160">
            <a:extLst xmlns:a="http://schemas.openxmlformats.org/drawingml/2006/main">
              <a:ext uri="{FF2B5EF4-FFF2-40B4-BE49-F238E27FC236}">
                <a16:creationId xmlns:a16="http://schemas.microsoft.com/office/drawing/2014/main" id="{8145F035-D0CD-4692-AF7D-A3901085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425" y="436557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1" name="p37-椭圆-0161">
            <a:extLst xmlns:a="http://schemas.openxmlformats.org/drawingml/2006/main">
              <a:ext uri="{FF2B5EF4-FFF2-40B4-BE49-F238E27FC236}">
                <a16:creationId xmlns:a16="http://schemas.microsoft.com/office/drawing/2014/main" id="{683EE40D-2878-4C05-A28C-1CD663C8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081" y="382757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2" name="p37-椭圆-0162">
            <a:extLst xmlns:a="http://schemas.openxmlformats.org/drawingml/2006/main">
              <a:ext uri="{FF2B5EF4-FFF2-40B4-BE49-F238E27FC236}">
                <a16:creationId xmlns:a16="http://schemas.microsoft.com/office/drawing/2014/main" id="{3509B6E6-AE9F-4CAF-A9A2-1AB3C12C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036" y="434355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3" name="p37-椭圆-0163">
            <a:extLst xmlns:a="http://schemas.openxmlformats.org/drawingml/2006/main">
              <a:ext uri="{FF2B5EF4-FFF2-40B4-BE49-F238E27FC236}">
                <a16:creationId xmlns:a16="http://schemas.microsoft.com/office/drawing/2014/main" id="{5C52A67A-06F0-4311-BCAD-4D4637D2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992" y="458676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4" name="p37-椭圆-0164">
            <a:extLst xmlns:a="http://schemas.openxmlformats.org/drawingml/2006/main">
              <a:ext uri="{FF2B5EF4-FFF2-40B4-BE49-F238E27FC236}">
                <a16:creationId xmlns:a16="http://schemas.microsoft.com/office/drawing/2014/main" id="{38AEC756-E512-476E-AFCA-23040FFE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0647" y="388397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5" name="p37-椭圆-0165">
            <a:extLst xmlns:a="http://schemas.openxmlformats.org/drawingml/2006/main">
              <a:ext uri="{FF2B5EF4-FFF2-40B4-BE49-F238E27FC236}">
                <a16:creationId xmlns:a16="http://schemas.microsoft.com/office/drawing/2014/main" id="{8F641F32-CC44-45C7-BED5-A04064A3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602" y="447292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66" name="p37-椭圆-0166">
            <a:extLst xmlns:a="http://schemas.openxmlformats.org/drawingml/2006/main">
              <a:ext uri="{FF2B5EF4-FFF2-40B4-BE49-F238E27FC236}">
                <a16:creationId xmlns:a16="http://schemas.microsoft.com/office/drawing/2014/main" id="{653668AC-D116-49D4-80E7-00D40DBE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258" y="378526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7" name="p37-椭圆-0167">
            <a:extLst xmlns:a="http://schemas.openxmlformats.org/drawingml/2006/main">
              <a:ext uri="{FF2B5EF4-FFF2-40B4-BE49-F238E27FC236}">
                <a16:creationId xmlns:a16="http://schemas.microsoft.com/office/drawing/2014/main" id="{EC5DA644-D657-46DD-9E48-11A2B8B2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213" y="40224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8" name="p37-椭圆-0168">
            <a:extLst xmlns:a="http://schemas.openxmlformats.org/drawingml/2006/main">
              <a:ext uri="{FF2B5EF4-FFF2-40B4-BE49-F238E27FC236}">
                <a16:creationId xmlns:a16="http://schemas.microsoft.com/office/drawing/2014/main" id="{8EECCDC1-38E2-43F0-BF79-4C32930A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168" y="45256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69" name="p37-椭圆-0169">
            <a:extLst xmlns:a="http://schemas.openxmlformats.org/drawingml/2006/main">
              <a:ext uri="{FF2B5EF4-FFF2-40B4-BE49-F238E27FC236}">
                <a16:creationId xmlns:a16="http://schemas.microsoft.com/office/drawing/2014/main" id="{006CD9A6-4DAB-4F2D-A0BE-938D9ED7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24" y="39987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0" name="p37-椭圆-0170">
            <a:extLst xmlns:a="http://schemas.openxmlformats.org/drawingml/2006/main">
              <a:ext uri="{FF2B5EF4-FFF2-40B4-BE49-F238E27FC236}">
                <a16:creationId xmlns:a16="http://schemas.microsoft.com/office/drawing/2014/main" id="{E987AD03-6DF0-4EED-BF1C-5ED0E389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779" y="425811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1" name="p37-椭圆-0171">
            <a:extLst xmlns:a="http://schemas.openxmlformats.org/drawingml/2006/main">
              <a:ext uri="{FF2B5EF4-FFF2-40B4-BE49-F238E27FC236}">
                <a16:creationId xmlns:a16="http://schemas.microsoft.com/office/drawing/2014/main" id="{55E36EAE-CCD8-45CD-AA58-04C61199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0734" y="459184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2" name="p37-椭圆-0172">
            <a:extLst xmlns:a="http://schemas.openxmlformats.org/drawingml/2006/main">
              <a:ext uri="{FF2B5EF4-FFF2-40B4-BE49-F238E27FC236}">
                <a16:creationId xmlns:a16="http://schemas.microsoft.com/office/drawing/2014/main" id="{C3056E23-1320-447A-8BC8-4C55F035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8390" y="41098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3" name="p37-椭圆-0173">
            <a:extLst xmlns:a="http://schemas.openxmlformats.org/drawingml/2006/main">
              <a:ext uri="{FF2B5EF4-FFF2-40B4-BE49-F238E27FC236}">
                <a16:creationId xmlns:a16="http://schemas.microsoft.com/office/drawing/2014/main" id="{07093E61-3789-4C4C-8130-4EDFE46E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3345" y="452088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4" name="p37-椭圆-0174">
            <a:extLst xmlns:a="http://schemas.openxmlformats.org/drawingml/2006/main">
              <a:ext uri="{FF2B5EF4-FFF2-40B4-BE49-F238E27FC236}">
                <a16:creationId xmlns:a16="http://schemas.microsoft.com/office/drawing/2014/main" id="{22669FEE-B3FA-4AC2-80B4-FEB301BC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1001" y="373532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5" name="p37-椭圆-0175">
            <a:extLst xmlns:a="http://schemas.openxmlformats.org/drawingml/2006/main">
              <a:ext uri="{FF2B5EF4-FFF2-40B4-BE49-F238E27FC236}">
                <a16:creationId xmlns:a16="http://schemas.microsoft.com/office/drawing/2014/main" id="{30C434B8-B770-4F65-84A7-7BA8F995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5956" y="415748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6" name="p37-椭圆-0176">
            <a:extLst xmlns:a="http://schemas.openxmlformats.org/drawingml/2006/main">
              <a:ext uri="{FF2B5EF4-FFF2-40B4-BE49-F238E27FC236}">
                <a16:creationId xmlns:a16="http://schemas.microsoft.com/office/drawing/2014/main" id="{207AD499-2D6D-4D45-87D7-9DC8DE8C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0911" y="471710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7" name="p37-椭圆-0177">
            <a:extLst xmlns:a="http://schemas.openxmlformats.org/drawingml/2006/main">
              <a:ext uri="{FF2B5EF4-FFF2-40B4-BE49-F238E27FC236}">
                <a16:creationId xmlns:a16="http://schemas.microsoft.com/office/drawing/2014/main" id="{1CD466AA-7806-4EAE-AF32-8C82D3E0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567" y="39304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78" name="p37-椭圆-0178">
            <a:extLst xmlns:a="http://schemas.openxmlformats.org/drawingml/2006/main">
              <a:ext uri="{FF2B5EF4-FFF2-40B4-BE49-F238E27FC236}">
                <a16:creationId xmlns:a16="http://schemas.microsoft.com/office/drawing/2014/main" id="{412308F6-C4FC-4DD9-8A3A-C7BCA72C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3522" y="4236174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79" name="p37-椭圆-0179">
            <a:extLst xmlns:a="http://schemas.openxmlformats.org/drawingml/2006/main">
              <a:ext uri="{FF2B5EF4-FFF2-40B4-BE49-F238E27FC236}">
                <a16:creationId xmlns:a16="http://schemas.microsoft.com/office/drawing/2014/main" id="{A150A3E6-8DD3-4C3E-98D0-F6B616A9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8477" y="4738116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0" name="p37-椭圆-0180">
            <a:extLst xmlns:a="http://schemas.openxmlformats.org/drawingml/2006/main">
              <a:ext uri="{FF2B5EF4-FFF2-40B4-BE49-F238E27FC236}">
                <a16:creationId xmlns:a16="http://schemas.microsoft.com/office/drawing/2014/main" id="{CECE1F56-B14C-4567-8854-FDA7B7CF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33" y="418735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1" name="p37-椭圆-0181">
            <a:extLst xmlns:a="http://schemas.openxmlformats.org/drawingml/2006/main">
              <a:ext uri="{FF2B5EF4-FFF2-40B4-BE49-F238E27FC236}">
                <a16:creationId xmlns:a16="http://schemas.microsoft.com/office/drawing/2014/main" id="{3AF419DC-9AF2-4FDD-AC2E-9AB5F2AE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088" y="4413197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2" name="p37-椭圆-0182">
            <a:extLst xmlns:a="http://schemas.openxmlformats.org/drawingml/2006/main">
              <a:ext uri="{FF2B5EF4-FFF2-40B4-BE49-F238E27FC236}">
                <a16:creationId xmlns:a16="http://schemas.microsoft.com/office/drawing/2014/main" id="{8883407B-3C77-431C-BA26-81EF2E99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43" y="3790382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3" name="p37-椭圆-0183">
            <a:extLst xmlns:a="http://schemas.openxmlformats.org/drawingml/2006/main">
              <a:ext uri="{FF2B5EF4-FFF2-40B4-BE49-F238E27FC236}">
                <a16:creationId xmlns:a16="http://schemas.microsoft.com/office/drawing/2014/main" id="{BEDD2082-697C-4642-A22A-9E48AF79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3699" y="436505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4" name="p37-椭圆-0184">
            <a:extLst xmlns:a="http://schemas.openxmlformats.org/drawingml/2006/main">
              <a:ext uri="{FF2B5EF4-FFF2-40B4-BE49-F238E27FC236}">
                <a16:creationId xmlns:a16="http://schemas.microsoft.com/office/drawing/2014/main" id="{2FB7F136-2817-4C01-8B89-36EE9643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654" y="466985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5" name="p37-椭圆-0185">
            <a:extLst xmlns:a="http://schemas.openxmlformats.org/drawingml/2006/main">
              <a:ext uri="{FF2B5EF4-FFF2-40B4-BE49-F238E27FC236}">
                <a16:creationId xmlns:a16="http://schemas.microsoft.com/office/drawing/2014/main" id="{0FAF3FE3-F55B-4498-BBD8-BD8CCDF7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6310" y="388399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86" name="p37-椭圆-0186">
            <a:extLst xmlns:a="http://schemas.openxmlformats.org/drawingml/2006/main">
              <a:ext uri="{FF2B5EF4-FFF2-40B4-BE49-F238E27FC236}">
                <a16:creationId xmlns:a16="http://schemas.microsoft.com/office/drawing/2014/main" id="{FCC1E678-BBF3-4A36-B6CF-0FB3846A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1265" y="4444229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7" name="p37-椭圆-0187">
            <a:extLst xmlns:a="http://schemas.openxmlformats.org/drawingml/2006/main">
              <a:ext uri="{FF2B5EF4-FFF2-40B4-BE49-F238E27FC236}">
                <a16:creationId xmlns:a16="http://schemas.microsoft.com/office/drawing/2014/main" id="{AF254514-065A-4C90-B25F-DFA48CBD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920" y="3851003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8" name="p37-椭圆-0188">
            <a:extLst xmlns:a="http://schemas.openxmlformats.org/drawingml/2006/main">
              <a:ext uri="{FF2B5EF4-FFF2-40B4-BE49-F238E27FC236}">
                <a16:creationId xmlns:a16="http://schemas.microsoft.com/office/drawing/2014/main" id="{36DCAFFE-4057-49E0-9B31-65002CD1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876" y="407956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89" name="p37-椭圆-0189">
            <a:extLst xmlns:a="http://schemas.openxmlformats.org/drawingml/2006/main">
              <a:ext uri="{FF2B5EF4-FFF2-40B4-BE49-F238E27FC236}">
                <a16:creationId xmlns:a16="http://schemas.microsoft.com/office/drawing/2014/main" id="{2C5228AA-659B-4F44-A110-FDD8074A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8831" y="4491768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63237"/>
          </a:solidFill>
          <a:ln xmlns:a="http://schemas.openxmlformats.org/drawingml/2006/main" w="0">
            <a:noFill/>
          </a:ln>
        </p:spPr>
      </p:sp>
      <p:sp>
        <p:nvSpPr>
          <p:cNvPr id="190" name="p37-文本-0190">
            <a:extLst xmlns:a="http://schemas.openxmlformats.org/drawingml/2006/main">
              <a:ext uri="{FF2B5EF4-FFF2-40B4-BE49-F238E27FC236}">
                <a16:creationId xmlns:a16="http://schemas.microsoft.com/office/drawing/2014/main" id="{4B09BD3D-798A-4771-8C05-885E2851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878577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测量值</a:t>
            </a:r>
          </a:p>
        </p:txBody>
      </p:sp>
      <p:sp>
        <p:nvSpPr>
          <p:cNvPr id="191" name="p37-文本-0191">
            <a:extLst xmlns:a="http://schemas.openxmlformats.org/drawingml/2006/main">
              <a:ext uri="{FF2B5EF4-FFF2-40B4-BE49-F238E27FC236}">
                <a16:creationId xmlns:a16="http://schemas.microsoft.com/office/drawing/2014/main" id="{8BF461C2-4330-48D3-972E-F9F5F3E0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97452"/>
            <a:ext cx="438150" cy="19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预测值</a:t>
            </a:r>
          </a:p>
        </p:txBody>
      </p:sp>
      <p:sp>
        <p:nvSpPr>
          <p:cNvPr id="192" name="p37-矩形-0192">
            <a:extLst xmlns:a="http://schemas.openxmlformats.org/drawingml/2006/main">
              <a:ext uri="{FF2B5EF4-FFF2-40B4-BE49-F238E27FC236}">
                <a16:creationId xmlns:a16="http://schemas.microsoft.com/office/drawing/2014/main" id="{409893B2-B2DC-4BA5-B17E-F8591E52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229225"/>
            <a:ext cx="30194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E"/>
          </a:solidFill>
          <a:ln xmlns:a="http://schemas.openxmlformats.org/drawingml/2006/main" w="0">
            <a:noFill/>
          </a:ln>
        </p:spPr>
      </p:sp>
      <p:sp>
        <p:nvSpPr>
          <p:cNvPr id="193" name="p37-文本-0193">
            <a:extLst xmlns:a="http://schemas.openxmlformats.org/drawingml/2006/main">
              <a:ext uri="{FF2B5EF4-FFF2-40B4-BE49-F238E27FC236}">
                <a16:creationId xmlns:a16="http://schemas.microsoft.com/office/drawing/2014/main" id="{573D92B4-C91F-44C5-AC75-B84C9732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274752"/>
            <a:ext cx="1244156" cy="294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37F78"/>
                </a:solidFill>
                <a:latin typeface="Microsoft YaHei"/>
                <a:ea typeface="Microsoft YaHei"/>
                <a:cs typeface="Microsoft YaHei"/>
              </a:rPr>
              <a:t>独立验证策略</a:t>
            </a:r>
          </a:p>
        </p:txBody>
      </p:sp>
      <p:sp>
        <p:nvSpPr>
          <p:cNvPr id="194" name="p37-文本-0194">
            <a:extLst xmlns:a="http://schemas.openxmlformats.org/drawingml/2006/main">
              <a:ext uri="{FF2B5EF4-FFF2-40B4-BE49-F238E27FC236}">
                <a16:creationId xmlns:a16="http://schemas.microsoft.com/office/drawing/2014/main" id="{B5026FAA-601C-4796-9A5B-0546435B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638363"/>
            <a:ext cx="2298383" cy="252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5344E"/>
                </a:solidFill>
                <a:latin typeface="Microsoft YaHei"/>
                <a:ea typeface="Microsoft YaHei"/>
                <a:cs typeface="Microsoft YaHei"/>
              </a:rPr>
              <a:t>留出批次 → 盲测 → 回查残差</a:t>
            </a:r>
          </a:p>
        </p:txBody>
      </p:sp>
      <p:sp>
        <p:nvSpPr>
          <p:cNvPr id="195" name="p37-矩形-0195">
            <a:extLst xmlns:a="http://schemas.openxmlformats.org/drawingml/2006/main">
              <a:ext uri="{FF2B5EF4-FFF2-40B4-BE49-F238E27FC236}">
                <a16:creationId xmlns:a16="http://schemas.microsoft.com/office/drawing/2014/main" id="{35C2C7E8-67B1-4051-86E1-F6A6E00E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7675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96" name="p37-路径-0196">
            <a:extLst xmlns:a="http://schemas.openxmlformats.org/drawingml/2006/main">
              <a:ext uri="{FF2B5EF4-FFF2-40B4-BE49-F238E27FC236}">
                <a16:creationId xmlns:a16="http://schemas.microsoft.com/office/drawing/2014/main" id="{777BB2F0-AC00-4083-B620-17EB3C26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23804"/>
            <a:ext cx="285750" cy="153543"/>
          </a:xfrm>
          <a:custGeom xmlns:a="http://schemas.openxmlformats.org/drawingml/2006/main">
            <a:pathLst>
              <a:path w="285750" h="153543">
                <a:moveTo>
                  <a:pt x="0" y="110109"/>
                </a:moveTo>
                <a:lnTo>
                  <a:pt x="161925" y="110109"/>
                </a:lnTo>
                <a:lnTo>
                  <a:pt x="161925" y="153543"/>
                </a:lnTo>
                <a:lnTo>
                  <a:pt x="285750" y="76772"/>
                </a:lnTo>
                <a:lnTo>
                  <a:pt x="161925" y="0"/>
                </a:lnTo>
                <a:lnTo>
                  <a:pt x="161925" y="43434"/>
                </a:lnTo>
                <a:lnTo>
                  <a:pt x="0" y="4343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7" name="p37-矩形-0197">
            <a:extLst xmlns:a="http://schemas.openxmlformats.org/drawingml/2006/main">
              <a:ext uri="{FF2B5EF4-FFF2-40B4-BE49-F238E27FC236}">
                <a16:creationId xmlns:a16="http://schemas.microsoft.com/office/drawing/2014/main" id="{CA06E7CD-B1A8-4F42-96F9-4BE36DFE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98" name="p37-路径-0198">
            <a:extLst xmlns:a="http://schemas.openxmlformats.org/drawingml/2006/main">
              <a:ext uri="{FF2B5EF4-FFF2-40B4-BE49-F238E27FC236}">
                <a16:creationId xmlns:a16="http://schemas.microsoft.com/office/drawing/2014/main" id="{C1D570C7-B510-4DDA-98CF-51FDE8E5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523804"/>
            <a:ext cx="285750" cy="153543"/>
          </a:xfrm>
          <a:custGeom xmlns:a="http://schemas.openxmlformats.org/drawingml/2006/main">
            <a:pathLst>
              <a:path w="285750" h="153543">
                <a:moveTo>
                  <a:pt x="0" y="110109"/>
                </a:moveTo>
                <a:lnTo>
                  <a:pt x="161925" y="110109"/>
                </a:lnTo>
                <a:lnTo>
                  <a:pt x="161925" y="153543"/>
                </a:lnTo>
                <a:lnTo>
                  <a:pt x="285750" y="76772"/>
                </a:lnTo>
                <a:lnTo>
                  <a:pt x="161925" y="0"/>
                </a:lnTo>
                <a:lnTo>
                  <a:pt x="161925" y="43434"/>
                </a:lnTo>
                <a:lnTo>
                  <a:pt x="0" y="43434"/>
                </a:lnTo>
                <a:close/>
              </a:path>
            </a:pathLst>
          </a:custGeom>
          <a:solidFill xmlns:a="http://schemas.openxmlformats.org/drawingml/2006/main">
            <a:srgbClr val="365F85"/>
          </a:solidFill>
          <a:ln xmlns:a="http://schemas.openxmlformats.org/drawingml/2006/main" w="0">
            <a:noFill/>
          </a:ln>
        </p:spPr>
      </p:sp>
      <p:sp>
        <p:nvSpPr>
          <p:cNvPr id="199" name="p37-文本-0199">
            <a:extLst xmlns:a="http://schemas.openxmlformats.org/drawingml/2006/main">
              <a:ext uri="{FF2B5EF4-FFF2-40B4-BE49-F238E27FC236}">
                <a16:creationId xmlns:a16="http://schemas.microsoft.com/office/drawing/2014/main" id="{11D3239C-F8BB-4CEB-ACEA-F1E09D82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7261" y="6062007"/>
            <a:ext cx="7257479" cy="3780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A63237"/>
                </a:solidFill>
                <a:latin typeface="Microsoft YaHei"/>
                <a:ea typeface="Microsoft YaHei"/>
                <a:cs typeface="Microsoft YaHei"/>
              </a:rPr>
              <a:t>实验读出约束机制，位置对应支持特征构建，独立样本检验预测</a:t>
            </a:r>
          </a:p>
        </p:txBody>
      </p:sp>
      <p:sp>
        <p:nvSpPr>
          <p:cNvPr id="200" name="p37-文本-0200">
            <a:extLst xmlns:a="http://schemas.openxmlformats.org/drawingml/2006/main">
              <a:ext uri="{FF2B5EF4-FFF2-40B4-BE49-F238E27FC236}">
                <a16:creationId xmlns:a16="http://schemas.microsoft.com/office/drawing/2014/main" id="{FC610369-A745-473F-B600-E3FC44AF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105" y="6554423"/>
            <a:ext cx="205645" cy="210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57B8B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4705931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原创科研布局参考图册</dc:title>
  <dc:subject>原生可编辑布局与元素参考</dc:subject>
  <dc:creator>Academic Layout Reference Library</dc:creator>
  <dc:description>原创合成教学示例，不代表科学研究结果。文字及基础图形可原生编辑；局部裁剪图在逐页布局数据中单独标记。</dc:description>
  <cp:lastModifiedBy>Academic Layout Reference Library</cp:lastModifiedBy>
  <cp:revision>1</cp:revision>
</cp:coreProperties>
</file>