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cdcb7b941492d" /><Relationship Type="http://schemas.openxmlformats.org/officeDocument/2006/relationships/extended-properties" Target="/docProps/app.xml" Id="Re6536d43b56b4537" /><Relationship Type="http://schemas.openxmlformats.org/officeDocument/2006/relationships/officeDocument" Target="/ppt/presentation.xml" Id="Re72fbb737077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85b639ffd45d4"/>
  </p:sldMasterIdLst>
  <p:notesMasterIdLst>
    <p:notesMasterId xmlns:r="http://schemas.openxmlformats.org/officeDocument/2006/relationships" r:id="R07585069222e47c0"/>
  </p:notesMasterIdLst>
  <p:sldIdLst>
    <p:sldId xmlns:r="http://schemas.openxmlformats.org/officeDocument/2006/relationships" id="256" r:id="Re2f355e438614110"/>
    <p:sldId xmlns:r="http://schemas.openxmlformats.org/officeDocument/2006/relationships" id="257" r:id="R819fef92b7aa4d3f"/>
    <p:sldId xmlns:r="http://schemas.openxmlformats.org/officeDocument/2006/relationships" id="258" r:id="R91da72d998e04c9f"/>
    <p:sldId xmlns:r="http://schemas.openxmlformats.org/officeDocument/2006/relationships" id="259" r:id="R55ec0c722dab42e1"/>
    <p:sldId xmlns:r="http://schemas.openxmlformats.org/officeDocument/2006/relationships" id="260" r:id="Rf39656a12d72465b"/>
    <p:sldId xmlns:r="http://schemas.openxmlformats.org/officeDocument/2006/relationships" id="261" r:id="Racb8db0cb7e545b1"/>
    <p:sldId xmlns:r="http://schemas.openxmlformats.org/officeDocument/2006/relationships" id="262" r:id="Rf3fe6d1d177a49b8"/>
    <p:sldId xmlns:r="http://schemas.openxmlformats.org/officeDocument/2006/relationships" id="263" r:id="R1e8863eb997b445c"/>
    <p:sldId xmlns:r="http://schemas.openxmlformats.org/officeDocument/2006/relationships" id="264" r:id="R354e1a332db14303"/>
    <p:sldId xmlns:r="http://schemas.openxmlformats.org/officeDocument/2006/relationships" id="265" r:id="R187b872930b045b5"/>
    <p:sldId xmlns:r="http://schemas.openxmlformats.org/officeDocument/2006/relationships" id="266" r:id="Re94e2e6b7c0c4ff1"/>
    <p:sldId xmlns:r="http://schemas.openxmlformats.org/officeDocument/2006/relationships" id="267" r:id="R5083512660964a2e"/>
    <p:sldId xmlns:r="http://schemas.openxmlformats.org/officeDocument/2006/relationships" id="268" r:id="R3a170ed021c349d3"/>
    <p:sldId xmlns:r="http://schemas.openxmlformats.org/officeDocument/2006/relationships" id="269" r:id="Rbf54a311c07c4762"/>
    <p:sldId xmlns:r="http://schemas.openxmlformats.org/officeDocument/2006/relationships" id="270" r:id="R35155395c91c4f52"/>
    <p:sldId xmlns:r="http://schemas.openxmlformats.org/officeDocument/2006/relationships" id="271" r:id="R4f7c6ea161844262"/>
    <p:sldId xmlns:r="http://schemas.openxmlformats.org/officeDocument/2006/relationships" id="272" r:id="R5d57f7bdc48842d0"/>
    <p:sldId xmlns:r="http://schemas.openxmlformats.org/officeDocument/2006/relationships" id="273" r:id="R0fd8f93dd38046c1"/>
    <p:sldId xmlns:r="http://schemas.openxmlformats.org/officeDocument/2006/relationships" id="274" r:id="R0158967af7f149fb"/>
    <p:sldId xmlns:r="http://schemas.openxmlformats.org/officeDocument/2006/relationships" id="275" r:id="R54ac6e370dee415a"/>
    <p:sldId xmlns:r="http://schemas.openxmlformats.org/officeDocument/2006/relationships" id="276" r:id="R969094532fdc4dca"/>
    <p:sldId xmlns:r="http://schemas.openxmlformats.org/officeDocument/2006/relationships" id="277" r:id="R1dd033165fd2413f"/>
    <p:sldId xmlns:r="http://schemas.openxmlformats.org/officeDocument/2006/relationships" id="278" r:id="Rea65dd41646b4421"/>
    <p:sldId xmlns:r="http://schemas.openxmlformats.org/officeDocument/2006/relationships" id="279" r:id="R27705a93cb2640f4"/>
    <p:sldId xmlns:r="http://schemas.openxmlformats.org/officeDocument/2006/relationships" id="280" r:id="R7625d818e3f64473"/>
    <p:sldId xmlns:r="http://schemas.openxmlformats.org/officeDocument/2006/relationships" id="281" r:id="Re2c4c3f501be43a5"/>
    <p:sldId xmlns:r="http://schemas.openxmlformats.org/officeDocument/2006/relationships" id="282" r:id="R40e821dd1d704ec9"/>
    <p:sldId xmlns:r="http://schemas.openxmlformats.org/officeDocument/2006/relationships" id="283" r:id="Rfacc80d7c4e348dc"/>
    <p:sldId xmlns:r="http://schemas.openxmlformats.org/officeDocument/2006/relationships" id="284" r:id="Rfae0dedf59074b4b"/>
    <p:sldId xmlns:r="http://schemas.openxmlformats.org/officeDocument/2006/relationships" id="285" r:id="Rc358d05afd324b5b"/>
    <p:sldId xmlns:r="http://schemas.openxmlformats.org/officeDocument/2006/relationships" id="286" r:id="R9ce693e2eb824729"/>
    <p:sldId xmlns:r="http://schemas.openxmlformats.org/officeDocument/2006/relationships" id="287" r:id="R5960786ccf3540a0"/>
    <p:sldId xmlns:r="http://schemas.openxmlformats.org/officeDocument/2006/relationships" id="288" r:id="Rc0d62ef1d5ce47e6"/>
    <p:sldId xmlns:r="http://schemas.openxmlformats.org/officeDocument/2006/relationships" id="289" r:id="R55bc7bbdeda44c21"/>
    <p:sldId xmlns:r="http://schemas.openxmlformats.org/officeDocument/2006/relationships" id="290" r:id="R5b3a2beba8c54f21"/>
    <p:sldId xmlns:r="http://schemas.openxmlformats.org/officeDocument/2006/relationships" id="291" r:id="Rc6c881d22a67429c"/>
    <p:sldId xmlns:r="http://schemas.openxmlformats.org/officeDocument/2006/relationships" id="292" r:id="Rb31a333aba15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cddde305349da" /><Relationship Type="http://schemas.openxmlformats.org/officeDocument/2006/relationships/slideMaster" Target="/ppt/slideMasters/slideMaster1.xml" Id="R96385b639ffd45d4" /><Relationship Type="http://schemas.openxmlformats.org/officeDocument/2006/relationships/notesMaster" Target="/ppt/notesMasters/notesMaster1.xml" Id="R07585069222e47c0" /><Relationship Type="http://schemas.openxmlformats.org/officeDocument/2006/relationships/presProps" Target="/ppt/presProps.xml" Id="R44968b3f7d0d4f0d" /><Relationship Type="http://schemas.openxmlformats.org/officeDocument/2006/relationships/tableStyles" Target="/ppt/tableStyles.xml" Id="Rbc59a37fbdc9443c" /><Relationship Type="http://schemas.openxmlformats.org/officeDocument/2006/relationships/slide" Target="/ppt/slides/slide1.xml" Id="Re2f355e438614110" /><Relationship Type="http://schemas.openxmlformats.org/officeDocument/2006/relationships/slide" Target="/ppt/slides/slide2.xml" Id="R819fef92b7aa4d3f" /><Relationship Type="http://schemas.openxmlformats.org/officeDocument/2006/relationships/slide" Target="/ppt/slides/slide3.xml" Id="R91da72d998e04c9f" /><Relationship Type="http://schemas.openxmlformats.org/officeDocument/2006/relationships/slide" Target="/ppt/slides/slide4.xml" Id="R55ec0c722dab42e1" /><Relationship Type="http://schemas.openxmlformats.org/officeDocument/2006/relationships/slide" Target="/ppt/slides/slide5.xml" Id="Rf39656a12d72465b" /><Relationship Type="http://schemas.openxmlformats.org/officeDocument/2006/relationships/slide" Target="/ppt/slides/slide6.xml" Id="Racb8db0cb7e545b1" /><Relationship Type="http://schemas.openxmlformats.org/officeDocument/2006/relationships/slide" Target="/ppt/slides/slide7.xml" Id="Rf3fe6d1d177a49b8" /><Relationship Type="http://schemas.openxmlformats.org/officeDocument/2006/relationships/slide" Target="/ppt/slides/slide8.xml" Id="R1e8863eb997b445c" /><Relationship Type="http://schemas.openxmlformats.org/officeDocument/2006/relationships/slide" Target="/ppt/slides/slide9.xml" Id="R354e1a332db14303" /><Relationship Type="http://schemas.openxmlformats.org/officeDocument/2006/relationships/slide" Target="/ppt/slides/slide10.xml" Id="R187b872930b045b5" /><Relationship Type="http://schemas.openxmlformats.org/officeDocument/2006/relationships/slide" Target="/ppt/slides/slide11.xml" Id="Re94e2e6b7c0c4ff1" /><Relationship Type="http://schemas.openxmlformats.org/officeDocument/2006/relationships/slide" Target="/ppt/slides/slide12.xml" Id="R5083512660964a2e" /><Relationship Type="http://schemas.openxmlformats.org/officeDocument/2006/relationships/slide" Target="/ppt/slides/slide13.xml" Id="R3a170ed021c349d3" /><Relationship Type="http://schemas.openxmlformats.org/officeDocument/2006/relationships/slide" Target="/ppt/slides/slide14.xml" Id="Rbf54a311c07c4762" /><Relationship Type="http://schemas.openxmlformats.org/officeDocument/2006/relationships/slide" Target="/ppt/slides/slide15.xml" Id="R35155395c91c4f52" /><Relationship Type="http://schemas.openxmlformats.org/officeDocument/2006/relationships/slide" Target="/ppt/slides/slide16.xml" Id="R4f7c6ea161844262" /><Relationship Type="http://schemas.openxmlformats.org/officeDocument/2006/relationships/slide" Target="/ppt/slides/slide17.xml" Id="R5d57f7bdc48842d0" /><Relationship Type="http://schemas.openxmlformats.org/officeDocument/2006/relationships/slide" Target="/ppt/slides/slide18.xml" Id="R0fd8f93dd38046c1" /><Relationship Type="http://schemas.openxmlformats.org/officeDocument/2006/relationships/slide" Target="/ppt/slides/slide19.xml" Id="R0158967af7f149fb" /><Relationship Type="http://schemas.openxmlformats.org/officeDocument/2006/relationships/slide" Target="/ppt/slides/slide20.xml" Id="R54ac6e370dee415a" /><Relationship Type="http://schemas.openxmlformats.org/officeDocument/2006/relationships/slide" Target="/ppt/slides/slide21.xml" Id="R969094532fdc4dca" /><Relationship Type="http://schemas.openxmlformats.org/officeDocument/2006/relationships/slide" Target="/ppt/slides/slide22.xml" Id="R1dd033165fd2413f" /><Relationship Type="http://schemas.openxmlformats.org/officeDocument/2006/relationships/slide" Target="/ppt/slides/slide23.xml" Id="Rea65dd41646b4421" /><Relationship Type="http://schemas.openxmlformats.org/officeDocument/2006/relationships/slide" Target="/ppt/slides/slide24.xml" Id="R27705a93cb2640f4" /><Relationship Type="http://schemas.openxmlformats.org/officeDocument/2006/relationships/slide" Target="/ppt/slides/slide25.xml" Id="R7625d818e3f64473" /><Relationship Type="http://schemas.openxmlformats.org/officeDocument/2006/relationships/slide" Target="/ppt/slides/slide26.xml" Id="Re2c4c3f501be43a5" /><Relationship Type="http://schemas.openxmlformats.org/officeDocument/2006/relationships/slide" Target="/ppt/slides/slide27.xml" Id="R40e821dd1d704ec9" /><Relationship Type="http://schemas.openxmlformats.org/officeDocument/2006/relationships/slide" Target="/ppt/slides/slide28.xml" Id="Rfacc80d7c4e348dc" /><Relationship Type="http://schemas.openxmlformats.org/officeDocument/2006/relationships/slide" Target="/ppt/slides/slide29.xml" Id="Rfae0dedf59074b4b" /><Relationship Type="http://schemas.openxmlformats.org/officeDocument/2006/relationships/slide" Target="/ppt/slides/slide30.xml" Id="Rc358d05afd324b5b" /><Relationship Type="http://schemas.openxmlformats.org/officeDocument/2006/relationships/slide" Target="/ppt/slides/slide31.xml" Id="R9ce693e2eb824729" /><Relationship Type="http://schemas.openxmlformats.org/officeDocument/2006/relationships/slide" Target="/ppt/slides/slide32.xml" Id="R5960786ccf3540a0" /><Relationship Type="http://schemas.openxmlformats.org/officeDocument/2006/relationships/slide" Target="/ppt/slides/slide33.xml" Id="Rc0d62ef1d5ce47e6" /><Relationship Type="http://schemas.openxmlformats.org/officeDocument/2006/relationships/slide" Target="/ppt/slides/slide34.xml" Id="R55bc7bbdeda44c21" /><Relationship Type="http://schemas.openxmlformats.org/officeDocument/2006/relationships/slide" Target="/ppt/slides/slide35.xml" Id="R5b3a2beba8c54f21" /><Relationship Type="http://schemas.openxmlformats.org/officeDocument/2006/relationships/slide" Target="/ppt/slides/slide36.xml" Id="Rc6c881d22a67429c" /><Relationship Type="http://schemas.openxmlformats.org/officeDocument/2006/relationships/slide" Target="/ppt/slides/slide37.xml" Id="Rb31a333aba15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fb8e6b71c0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latin typeface="Times New Roman"/>
        <a:ea typeface="Microsoft YaHei"/>
        <a:cs typeface="Times New Roman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3797a956a4351" /><Relationship Type="http://schemas.openxmlformats.org/officeDocument/2006/relationships/notesMaster" Target="/ppt/notesMasters/notesMaster1.xml" Id="R293ec5c432c5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254ff614841b7" /><Relationship Type="http://schemas.openxmlformats.org/officeDocument/2006/relationships/notesMaster" Target="/ppt/notesMasters/notesMaster1.xml" Id="Ra8902e607004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16abd2d7464f54" /><Relationship Type="http://schemas.openxmlformats.org/officeDocument/2006/relationships/notesMaster" Target="/ppt/notesMasters/notesMaster1.xml" Id="R7bb358f9cd2b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c40a2ab3b64e77" /><Relationship Type="http://schemas.openxmlformats.org/officeDocument/2006/relationships/notesMaster" Target="/ppt/notesMasters/notesMaster1.xml" Id="Re74e9a78dfbc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7037f9452b4c43" /><Relationship Type="http://schemas.openxmlformats.org/officeDocument/2006/relationships/notesMaster" Target="/ppt/notesMasters/notesMaster1.xml" Id="R2a2c96eafa96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6b0883dc5549e9" /><Relationship Type="http://schemas.openxmlformats.org/officeDocument/2006/relationships/notesMaster" Target="/ppt/notesMasters/notesMaster1.xml" Id="R5261571b6730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dbb5aeb1b74878" /><Relationship Type="http://schemas.openxmlformats.org/officeDocument/2006/relationships/notesMaster" Target="/ppt/notesMasters/notesMaster1.xml" Id="R3e748584016549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b8d09e4e04b85" /><Relationship Type="http://schemas.openxmlformats.org/officeDocument/2006/relationships/notesMaster" Target="/ppt/notesMasters/notesMaster1.xml" Id="R027f2f7059bd45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08c08141684393" /><Relationship Type="http://schemas.openxmlformats.org/officeDocument/2006/relationships/notesMaster" Target="/ppt/notesMasters/notesMaster1.xml" Id="R70020eb7f70a49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1cfa2dda9649d6" /><Relationship Type="http://schemas.openxmlformats.org/officeDocument/2006/relationships/notesMaster" Target="/ppt/notesMasters/notesMaster1.xml" Id="R4db24f0a3e50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632e70c9d74837" /><Relationship Type="http://schemas.openxmlformats.org/officeDocument/2006/relationships/notesMaster" Target="/ppt/notesMasters/notesMaster1.xml" Id="R69ec7d7b3a0d46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51bc104a5e4cff" /><Relationship Type="http://schemas.openxmlformats.org/officeDocument/2006/relationships/notesMaster" Target="/ppt/notesMasters/notesMaster1.xml" Id="R8941f0293ec449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08ebaf0cf54fc1" /><Relationship Type="http://schemas.openxmlformats.org/officeDocument/2006/relationships/notesMaster" Target="/ppt/notesMasters/notesMaster1.xml" Id="R189fc95cfd0d4d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1867cd773f47ea" /><Relationship Type="http://schemas.openxmlformats.org/officeDocument/2006/relationships/notesMaster" Target="/ppt/notesMasters/notesMaster1.xml" Id="R9c177ba01afd49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23a1e1779f4be3" /><Relationship Type="http://schemas.openxmlformats.org/officeDocument/2006/relationships/notesMaster" Target="/ppt/notesMasters/notesMaster1.xml" Id="R2eeb21f688fb4c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86f063463c40c5" /><Relationship Type="http://schemas.openxmlformats.org/officeDocument/2006/relationships/notesMaster" Target="/ppt/notesMasters/notesMaster1.xml" Id="R7e54d3230ab54f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33b3bd342e4d1c" /><Relationship Type="http://schemas.openxmlformats.org/officeDocument/2006/relationships/notesMaster" Target="/ppt/notesMasters/notesMaster1.xml" Id="R7b933d5e2c5147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da53296d8941c4" /><Relationship Type="http://schemas.openxmlformats.org/officeDocument/2006/relationships/notesMaster" Target="/ppt/notesMasters/notesMaster1.xml" Id="Ra9040f3961494f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e41abd8b1f4595" /><Relationship Type="http://schemas.openxmlformats.org/officeDocument/2006/relationships/notesMaster" Target="/ppt/notesMasters/notesMaster1.xml" Id="R291d496a041744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4816c3e98e48fd" /><Relationship Type="http://schemas.openxmlformats.org/officeDocument/2006/relationships/notesMaster" Target="/ppt/notesMasters/notesMaster1.xml" Id="R3213228b848446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34793748524b1d" /><Relationship Type="http://schemas.openxmlformats.org/officeDocument/2006/relationships/notesMaster" Target="/ppt/notesMasters/notesMaster1.xml" Id="Rdc23ab03c9de49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7ab83d8fb549eb" /><Relationship Type="http://schemas.openxmlformats.org/officeDocument/2006/relationships/notesMaster" Target="/ppt/notesMasters/notesMaster1.xml" Id="Rd59d45af002b42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44eb2d1c674172" /><Relationship Type="http://schemas.openxmlformats.org/officeDocument/2006/relationships/notesMaster" Target="/ppt/notesMasters/notesMaster1.xml" Id="Rdb21e174e9ae48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2ff484c6ed4cc5" /><Relationship Type="http://schemas.openxmlformats.org/officeDocument/2006/relationships/notesMaster" Target="/ppt/notesMasters/notesMaster1.xml" Id="R15b45dfc4af34f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3cca3a26344a1e" /><Relationship Type="http://schemas.openxmlformats.org/officeDocument/2006/relationships/notesMaster" Target="/ppt/notesMasters/notesMaster1.xml" Id="R0aed3f71ef3d43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0b0233096b747f4" /><Relationship Type="http://schemas.openxmlformats.org/officeDocument/2006/relationships/notesMaster" Target="/ppt/notesMasters/notesMaster1.xml" Id="R2661385529b749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ccb0335db448ca" /><Relationship Type="http://schemas.openxmlformats.org/officeDocument/2006/relationships/notesMaster" Target="/ppt/notesMasters/notesMaster1.xml" Id="Rddaae0ec13b645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ade25a4954428b" /><Relationship Type="http://schemas.openxmlformats.org/officeDocument/2006/relationships/notesMaster" Target="/ppt/notesMasters/notesMaster1.xml" Id="Rdfec23b33e3743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d72ffd84714461" /><Relationship Type="http://schemas.openxmlformats.org/officeDocument/2006/relationships/notesMaster" Target="/ppt/notesMasters/notesMaster1.xml" Id="Rfcf17e50b7c64a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43025918564cf9" /><Relationship Type="http://schemas.openxmlformats.org/officeDocument/2006/relationships/notesMaster" Target="/ppt/notesMasters/notesMaster1.xml" Id="R744ac1ebcd6d42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6c119d3203479e" /><Relationship Type="http://schemas.openxmlformats.org/officeDocument/2006/relationships/notesMaster" Target="/ppt/notesMasters/notesMaster1.xml" Id="R70ecbc1b3f4d4a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1d01c0a4ee44a7b" /><Relationship Type="http://schemas.openxmlformats.org/officeDocument/2006/relationships/notesMaster" Target="/ppt/notesMasters/notesMaster1.xml" Id="R90afe7ec21b64c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138424ae4747fb" /><Relationship Type="http://schemas.openxmlformats.org/officeDocument/2006/relationships/notesMaster" Target="/ppt/notesMasters/notesMaster1.xml" Id="Rff8088c6a13a4c9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019be824917414e" /><Relationship Type="http://schemas.openxmlformats.org/officeDocument/2006/relationships/notesMaster" Target="/ppt/notesMasters/notesMaster1.xml" Id="Re000242e3ff448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16f78b547246c9" /><Relationship Type="http://schemas.openxmlformats.org/officeDocument/2006/relationships/notesMaster" Target="/ppt/notesMasters/notesMaster1.xml" Id="R46bc3f2485e24f6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6c5023d112240a1" /><Relationship Type="http://schemas.openxmlformats.org/officeDocument/2006/relationships/notesMaster" Target="/ppt/notesMasters/notesMaster1.xml" Id="R5ca9169922fa4e8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95eeab1db43400d" /><Relationship Type="http://schemas.openxmlformats.org/officeDocument/2006/relationships/notesMaster" Target="/ppt/notesMasters/notesMaster1.xml" Id="R74780d1b8fc8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布局用途：单一研究主题的简洁开场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阅读顺序：先读主题，再由科学对象图建立领域印象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变形建议：标题长时转为上下排布；用科学对象与核心问题支撑封面，避免大片无功能留白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使用边界：不把封面扩展为摘要页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布局用途：多部分报告的导航与内在逻辑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阅读顺序：按章节纵向阅读，每行再从左到右读取短路线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变形建议：短报告可省略独立目录；各行可改为问题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证据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结论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使用边界：箭头按可见词组间隙居中，不按文本框边界盲对齐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布局用途：章节标题与最简核心路线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阅读顺序：左侧主题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右侧路线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左下进展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变形建议：进展标签按需删除；步骤按真实问题调整数量或改为水平排布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使用边界：状态不能挤在主标题与重点概括之间；章节标题不能被右侧流程压弱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布局用途：说明互补模块如何共同贡献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阅读顺序：读两组模块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跨四块括号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共同目标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变形建议：可改为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3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栏或非等宽区域；加号只在确有合并贡献时保留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使用边界：括号须覆盖全部参与模块；长方形图片区应利用有效宽度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布局用途：同一问题的四个互补观察角度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阅读顺序：按阅读顺序看四块，再由共同指标串联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变形建议：适合背景、问题拆解或研究要素；可改为三块，不强行画递进箭头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使用边界：并列角度不能伪画成必然先后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布局用途：问题与解决动作一一对应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阅读顺序：逐行从左侧难点走向方法、证据和目标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变形建议：问题超过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3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条时按主次拆页；可用于风险应对而非一律三行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使用边界：右侧不能只有方法名，要说明输入与作用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布局用途：让两条路线在同维度下可比较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阅读顺序：先看列维度，再横向读每条路线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变形建议：可以是方法前后或两套平台；小图可换成真实结构与数据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使用边界：两行采用不同指标时必须交代不可直接比较的部分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布局用途：上部图证据与下部解释成对呈现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阅读顺序：左侧已有材料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右侧未解决问题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研究切入点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变形建议：可替换为需求与现状、理论与应用；每列可用大图或两张相关小图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使用边界：不是把外部文献结果当作本研究成绩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布局用途：挑战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方法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目标逐层映射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阅读顺序：先看行层级，再沿三条纵向链阅读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变形建议：列数随问题数量变化；方法层可换成图证据或技术组合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使用边界：每一层必须产生新信息，避免同义重述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布局用途：信息充实的串行技术总览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阅读顺序：沿粗箭头读取输入到反馈，每段读图再读操作与输出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变形建议：可改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3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或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5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段，也可上下两层；方法参数放在有关节点，非另列缩写墙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使用边界：没有先后关系的算法不能为排版而串联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布局用途：多路径汇聚后筛选验证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阅读顺序：三个输入通道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候选集合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共同筛选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实验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变形建议：通道可换成不同数据或算法；筛选可拆成独立页深入说明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使用边界：模型相似性不是功能验证结果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布局用途：窄约束区与宽技术图带对应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阅读顺序：左侧约束为阅读透镜，横向看三项技术措施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变形建议：可换成材料需求或临床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/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工程约束；技术栏根据图大小采用非等宽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使用边界：不要把难点栏与右侧内容做成无关清单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布局用途：整体、局部及作用机制之间的观察层级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阅读顺序：整体定位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局部放大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机制与读出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变形建议：局部可有多个窗口；机制层可换成残基互作、材料界面或细胞区域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使用边界：放大图需要位置与尺度关联，不能任意拼一张近景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布局用途：主热图与实验设计并置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阅读顺序：先理解侧栏条件，再按主图坐标比较模式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变形建议：主图可为矩阵、关联图或图谱；侧栏可换设计图、样本分组或统计依据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使用边界：保留行列、颜色含义及归一化基准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布局用途：将模型学习与科学验证保持区分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阅读顺序：观测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训练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/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评估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推荐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/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检验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变形建议：复杂网络结构可放附录；数据少时把模型节点标为计划而非训练完成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使用边界：不能把内部模型分数直接写成真实实验性能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布局用途：两个互补证据面板并列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阅读顺序：先看指标定义，再比较趋势与偏差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变形建议：可用于速度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/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精度、活性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/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稳定性等维度；两图可不等宽，按证据复杂度分配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使用边界：同页比较应保留单位、条件和必要对照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布局用途：把机制假设转成可核验的实验步骤。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阅读顺序：先读上方原理与预测，再沿下方流程核对每一步产物。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变形建议：原理层保留一个可测预测。；实验层可扩展为四至六步，并标明控制变量。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使用边界：不要用无科学含义的图标代替步骤内容。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布局用途：围绕同一判断安排不同类型的证据。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阅读顺序：左上形貌、右上化学、左下重复性、右下功能，再归纳证据交集。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变形建议：每格回答同一主问题的不同子问题。；优先使用不同图种，减少重复信息。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使用边界：不要把四个互不相关的结果硬拼成一页。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布局用途：突出决定结论的主图，同时交代筛选与解释依据。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阅读顺序：左侧筛选和结构提供背景，右侧主曲线确定条件窗口。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变形建议：主图面积随证据权重增加。；辅助图只保留解释主图所需的信息。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使用边界：不要把弱证据放大成视觉中心。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布局用途：让不同尺度的图件在共同条件下可解释、可比较。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阅读顺序：上方从局部读到整体，再逐行核对固定条件、观测对象和判断边界。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变形建议：在图旁保留尺度身份。；表格逐项对齐各尺度的条件与输出。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使用边界：不要用放大倍数替代物理尺度。；不要从局部图直接推断整体性能。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布局用途：把纵向实施步骤映射到横向证据集合。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阅读顺序：左侧按步骤读方法，右侧由上到下读输入核验、变量效应与复核结果。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变形建议：侧栏只放决定证据解释的方法。；图阵中的条件名称与方法保持一致。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使用边界：不要让方法侧栏挤压证据图到不可读。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布局用途：用原创仪器示意说明设备能回答什么、如何校准。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阅读顺序：先沿光路读主测量链路，再看右侧补充能力与底部共同核验。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变形建议：设备对应具体可测对象。；链路中标清样品、参照与信号出口。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使用边界：不要把设备照片墙当成实施能力证明。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布局用途：比较不同实施路线，并让它们在统一评价端点汇合。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阅读顺序：先分别读两条路线的操作差异，再读底部共享验证约束。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变形建议：两路线共用节点位置便于逐项比较。；把固定测量口径作为实际汇合点。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使用边界：不要用不同条件下的最好结果直接排名。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布局用途：显示任务阶段、前置依赖和可验收出口。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阅读顺序：先读任务行及窗口范围，再沿依赖箭头核对底部里程碑。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变形建议：横轴使用实际日期或明确的阶段窗口。；并行或重叠任务可另行安排，标清依赖何时满足。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使用边界：不要把孤立时间条当成项目逻辑。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布局用途：检查任务与测量端点是否完整匹配。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阅读顺序：按行读任务、方法和产出，再纵向比较证据覆盖范围。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变形建议：在方法列嵌入少量对应科学图形。；产出写明测量量和判断依据。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使用边界：不要把方法名称列表当成技术路线。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布局用途：呈现多输入、计算实验协作和可追溯反馈。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阅读顺序：顶部汇总输入，中部从计算读到实验，底部沿回流路径返回模型更新。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变形建议：标明跨域交换的信息内容。；反馈写清更新对象及触发下一轮的依据。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使用边界：不要只画循环箭头而不说明回流数据。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布局用途：分别概括产出、可信依据和下一步问题。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阅读顺序：左侧归纳结果，右上回看可信依据，右下收束下一步验证。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变形建议：用少量证据缩图唤起前文。；下一步对应当前证据边界。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使用边界：不要把总结页写成三栏纯文字口号。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布局用途：通过科学对象、核心问题和验证路线收束报告并邀请讨论。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阅读顺序：先读致谢与研究主题，再沿三步主线回顾研究，最后进入讨论。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变形建议：用已讲过的对象与主线收束，不在结束页引入新结果。；可按用途替换讨论问题；不需要独立结束页时可省略。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使用边界：不保留大片无功能留白，也不为填满版面加入无关图表。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布局用途：在同一页明确前提、依据、产物和阶段出口。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阅读顺序：按行核对实施条件及其证据，再确认最后一列的进入资格。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变形建议：判断依据写成可观察的状态。；交付列列出实际文件或记录。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使用边界：不要只写资源充足、条件成熟等概括语。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布局用途：把失败情形转成带触发条件的实施分支。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阅读顺序：每行从风险和信号图读向替代动作，最后检查验证出口。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变形建议：识别信号使用实际可测现象。；替代路线保留研究目标并明确验证方式。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使用边界：不要堆叠没有触发条件的警告。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布局用途：把高维筛选、候选提取与分布验证连成可读推理。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阅读顺序：左上读候选区域，左下读提取规则，右侧读独立复核的整体分布。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变形建议：用边框明确候选区在热图中的位置。；分布图应检验候选集合而非孤立最优值。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使用边界：不要用均值单独代表离散候选的表现。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布局用途：并列比较两项核心性能，并用次级证据说明适用边界。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阅读顺序：先读左右两块主要性能，再读底部拓展条件及其验证作用。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变形建议：主证据共用可比较的图尺度。；拓展证据保留独立条件身份。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使用边界：不要把次要拓展结果写成主要性能的替代证明。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布局用途：场景和带标注平台主图的对应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阅读顺序：左场景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右界面的编号操作区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变形建议：实际项目换成获授权的真实截图；标注编号旁给明确功能，不只画高亮框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使用边界：不要用臆造界面暗示已有软件功能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布局用途：文件或记录图像与相邻判断结合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阅读顺序：看记录类型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定位证据区域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读支持的判断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变形建议：可用于审查材料、方法记录、文献证据；证据图难读时裁出关键区域并保留上下文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使用边界：不要把合成记录当作真实证明材料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布局用途：两列三行功能目录，窄标签与图文结合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阅读顺序：先按标签定位功能，再看对象图与用途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变形建议：功能少时改一列或</a:t>
            </a:r>
            <a:r>
              <a:rPr lang="en-US">
                <a:latin typeface="Times New Roman"/>
                <a:ea typeface="Times New Roman"/>
                <a:cs typeface="Times New Roman"/>
              </a:rPr>
              <a:t xml:space="preserve">2×2</a:t>
            </a:r>
            <a:r>
              <a:rPr lang="zh-CN">
                <a:latin typeface="Microsoft YaHei"/>
                <a:ea typeface="Microsoft YaHei"/>
                <a:cs typeface="Microsoft YaHei"/>
              </a:rPr>
              <a:t xml:space="preserve">；单元尺寸按内容调整，不要求满六项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使用边界：功能介绍应对应真实可用能力，不能把计划混为现成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布局用途：把背景需求逐步推进为对象、子系统机制及可测科学问题。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阅读顺序：从左上背景顺时针读到右上对象、右下机制，最后在左下形成独立检验。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变形建议：四个象限承担前后依赖的不同论证任务。；终点给出能区分解释的操作变量与读出。；存在真实更新关系时再增加注明回流信息的返回路径。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使用边界：不要把顺序四象限改成互不关联的四个视角。；不要为了闭合形状添加无信息的回流箭头。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布局用途：以三种不同内部构图连接实验、局部机制和模型验证。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阅读顺序：左栏由实验小流程读到时序数据，中栏由整体红框读到局部，右栏由输入特征读到预测和独立验证。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变形建议：三栏围绕同一研究对象，但分别使用流程、位置放大与特征预测结构。；保留整体与局部的位置连线，模型输入与实验记录使用同名变量。；跨栏箭头连接证据与解释，栏内图件各自保留必要标签。</a:t>
            </a:r>
          </a:p>
          <a:p xmlns:a="http://schemas.openxmlformats.org/drawingml/2006/main">
            <a:r>
              <a:rPr lang="zh-CN">
                <a:latin typeface="Microsoft YaHei"/>
                <a:ea typeface="Microsoft YaHei"/>
                <a:cs typeface="Microsoft YaHei"/>
              </a:rPr>
              <a:t xml:space="preserve">使用边界：不要将三栏简化成重复的图标加三行文字。；不要让训练内拟合替代独立验证。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d18e6425c4f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7068b9dec45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fd5bb11a440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79ef81d0e42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e12a954b54e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d108fef624e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4D2EAA-9EC5-4880-8DC9-7D998D7C86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80E89C-CE4E-483A-8E57-DF0F9745F5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93D3F0-12A7-421B-9711-9FA8ACE18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39FA75-5142-441D-BF59-CA9EFFA4D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A6FE6B-6D93-4B90-933C-1CEF0B96A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43C93-ABBA-4A92-B849-3E2F4662A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6E9AD9-829F-4292-A818-C76119DCF4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2717AA-B604-488A-8E6D-F01354C3E2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320387-9D76-47C9-8D3E-BA62F9A17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E9CECD-9192-4D76-A41B-9308AE92F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Times New Roman"/>
                <a:ea typeface="Microsoft YaHei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65bb54b99d4487" /><Relationship Type="http://schemas.openxmlformats.org/officeDocument/2006/relationships/slideLayout" Target="/ppt/slideLayouts/slideLayout1.xml" Id="R06f05a17873b4460" /><Relationship Type="http://schemas.openxmlformats.org/officeDocument/2006/relationships/slideLayout" Target="/ppt/slideLayouts/slideLayout2.xml" Id="R7b09c6c114c642b2" /><Relationship Type="http://schemas.openxmlformats.org/officeDocument/2006/relationships/slideLayout" Target="/ppt/slideLayouts/slideLayout3.xml" Id="R49d13146e6eb4e41" /><Relationship Type="http://schemas.openxmlformats.org/officeDocument/2006/relationships/slideLayout" Target="/ppt/slideLayouts/slideLayout4.xml" Id="R4d01b32c19a84d35" /><Relationship Type="http://schemas.openxmlformats.org/officeDocument/2006/relationships/slideLayout" Target="/ppt/slideLayouts/slideLayout5.xml" Id="Rf3cbc8c006234cae" /><Relationship Type="http://schemas.openxmlformats.org/officeDocument/2006/relationships/slideLayout" Target="/ppt/slideLayouts/slideLayout6.xml" Id="R616446f4aa7f47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05a17873b4460"/>
    <p:sldLayoutId xmlns:r="http://schemas.openxmlformats.org/officeDocument/2006/relationships" id="2147483650" r:id="R7b09c6c114c642b2"/>
    <p:sldLayoutId xmlns:r="http://schemas.openxmlformats.org/officeDocument/2006/relationships" id="2147483651" r:id="R49d13146e6eb4e41"/>
    <p:sldLayoutId xmlns:r="http://schemas.openxmlformats.org/officeDocument/2006/relationships" id="2147483652" r:id="R4d01b32c19a84d35"/>
    <p:sldLayoutId xmlns:r="http://schemas.openxmlformats.org/officeDocument/2006/relationships" id="2147483653" r:id="Rf3cbc8c006234cae"/>
    <p:sldLayoutId xmlns:r="http://schemas.openxmlformats.org/officeDocument/2006/relationships" id="2147483654" r:id="R616446f4aa7f47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17b7346be42f2" /><Relationship Type="http://schemas.openxmlformats.org/officeDocument/2006/relationships/notesSlide" Target="/ppt/notesSlides/notesSlide1.xml" Id="R4d03c6d3c777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01744267040ac" /><Relationship Type="http://schemas.openxmlformats.org/officeDocument/2006/relationships/notesSlide" Target="/ppt/notesSlides/notesSlide2.xml" Id="R75a4cba7edc04c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1e1ee3875444c" /><Relationship Type="http://schemas.openxmlformats.org/officeDocument/2006/relationships/notesSlide" Target="/ppt/notesSlides/notesSlide3.xml" Id="R6f28f803a31d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ffc6c578c4bdc" /><Relationship Type="http://schemas.openxmlformats.org/officeDocument/2006/relationships/notesSlide" Target="/ppt/notesSlides/notesSlide4.xml" Id="R75dc9224cbe7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51c2b122d4557" /><Relationship Type="http://schemas.openxmlformats.org/officeDocument/2006/relationships/notesSlide" Target="/ppt/notesSlides/notesSlide5.xml" Id="Ra043071bf1c646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0a24f431344a8" /><Relationship Type="http://schemas.openxmlformats.org/officeDocument/2006/relationships/notesSlide" Target="/ppt/notesSlides/notesSlide6.xml" Id="R830d36882d6042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792b0cd584914" /><Relationship Type="http://schemas.openxmlformats.org/officeDocument/2006/relationships/notesSlide" Target="/ppt/notesSlides/notesSlide7.xml" Id="Rbbe492e24aae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67c90258a4560" /><Relationship Type="http://schemas.openxmlformats.org/officeDocument/2006/relationships/notesSlide" Target="/ppt/notesSlides/notesSlide8.xml" Id="Re85a2ca3211a49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7a4b0b8a84368" /><Relationship Type="http://schemas.openxmlformats.org/officeDocument/2006/relationships/notesSlide" Target="/ppt/notesSlides/notesSlide9.xml" Id="R676fb81fe59040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8dd9fed414356" /><Relationship Type="http://schemas.openxmlformats.org/officeDocument/2006/relationships/notesSlide" Target="/ppt/notesSlides/notesSlide10.xml" Id="R335513387c7643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6e324f15448ed" /><Relationship Type="http://schemas.openxmlformats.org/officeDocument/2006/relationships/notesSlide" Target="/ppt/notesSlides/notesSlide11.xml" Id="R7b7fa06408f548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c16c53d864199" /><Relationship Type="http://schemas.openxmlformats.org/officeDocument/2006/relationships/notesSlide" Target="/ppt/notesSlides/notesSlide12.xml" Id="Rae8fe83494394b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26c74b09545f2" /><Relationship Type="http://schemas.openxmlformats.org/officeDocument/2006/relationships/image" Target="/ppt/media/image.png" Id="R18ebcc560694419b" /><Relationship Type="http://schemas.openxmlformats.org/officeDocument/2006/relationships/notesSlide" Target="/ppt/notesSlides/notesSlide13.xml" Id="Rf1751e750ef945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3f3432ac24921" /><Relationship Type="http://schemas.openxmlformats.org/officeDocument/2006/relationships/notesSlide" Target="/ppt/notesSlides/notesSlide14.xml" Id="Rdb165e0e7d0049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962c525954de8" /><Relationship Type="http://schemas.openxmlformats.org/officeDocument/2006/relationships/notesSlide" Target="/ppt/notesSlides/notesSlide15.xml" Id="R27b76920d5c24c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e513668794ba5" /><Relationship Type="http://schemas.openxmlformats.org/officeDocument/2006/relationships/notesSlide" Target="/ppt/notesSlides/notesSlide16.xml" Id="Rdcd6b5ad005942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3982721b444b8" /><Relationship Type="http://schemas.openxmlformats.org/officeDocument/2006/relationships/notesSlide" Target="/ppt/notesSlides/notesSlide17.xml" Id="R440c1a6e8d5f4b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9f0c045b5a49c1" /><Relationship Type="http://schemas.openxmlformats.org/officeDocument/2006/relationships/notesSlide" Target="/ppt/notesSlides/notesSlide18.xml" Id="R3a4e29f951014a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fa3642ed34da1" /><Relationship Type="http://schemas.openxmlformats.org/officeDocument/2006/relationships/notesSlide" Target="/ppt/notesSlides/notesSlide19.xml" Id="Rc1a60dbcb50745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19b92229245c7" /><Relationship Type="http://schemas.openxmlformats.org/officeDocument/2006/relationships/notesSlide" Target="/ppt/notesSlides/notesSlide20.xml" Id="R5984736fe90746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6d8b5fe2e4d39" /><Relationship Type="http://schemas.openxmlformats.org/officeDocument/2006/relationships/notesSlide" Target="/ppt/notesSlides/notesSlide21.xml" Id="R952c0b63e21247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83314f0a34c80" /><Relationship Type="http://schemas.openxmlformats.org/officeDocument/2006/relationships/notesSlide" Target="/ppt/notesSlides/notesSlide22.xml" Id="R51c41a3a329b45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d075e57cd469a" /><Relationship Type="http://schemas.openxmlformats.org/officeDocument/2006/relationships/notesSlide" Target="/ppt/notesSlides/notesSlide23.xml" Id="R5cfd355a3fb0426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1725eae5847d1" /><Relationship Type="http://schemas.openxmlformats.org/officeDocument/2006/relationships/notesSlide" Target="/ppt/notesSlides/notesSlide24.xml" Id="Redd8f7c897d24c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909349ff9457a" /><Relationship Type="http://schemas.openxmlformats.org/officeDocument/2006/relationships/notesSlide" Target="/ppt/notesSlides/notesSlide25.xml" Id="Rff8c73f32d0749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e9e0cc3bf4cda" /><Relationship Type="http://schemas.openxmlformats.org/officeDocument/2006/relationships/notesSlide" Target="/ppt/notesSlides/notesSlide26.xml" Id="Rf775be058d1347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792c66b1a4fa3" /><Relationship Type="http://schemas.openxmlformats.org/officeDocument/2006/relationships/notesSlide" Target="/ppt/notesSlides/notesSlide27.xml" Id="R75097c374e7b4e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da1ca11674b18" /><Relationship Type="http://schemas.openxmlformats.org/officeDocument/2006/relationships/notesSlide" Target="/ppt/notesSlides/notesSlide28.xml" Id="R62fde711e66641d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652e4b1d04ea3" /><Relationship Type="http://schemas.openxmlformats.org/officeDocument/2006/relationships/notesSlide" Target="/ppt/notesSlides/notesSlide29.xml" Id="Rcf9dd174fba04ee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70d65cb6140c9" /><Relationship Type="http://schemas.openxmlformats.org/officeDocument/2006/relationships/notesSlide" Target="/ppt/notesSlides/notesSlide30.xml" Id="Re42201afdf6648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62bbc46034454" /><Relationship Type="http://schemas.openxmlformats.org/officeDocument/2006/relationships/notesSlide" Target="/ppt/notesSlides/notesSlide31.xml" Id="Rf293c8880e884ee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1680be8444bbe" /><Relationship Type="http://schemas.openxmlformats.org/officeDocument/2006/relationships/notesSlide" Target="/ppt/notesSlides/notesSlide32.xml" Id="R14bd732b0ae54ca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80ea7a603433d" /><Relationship Type="http://schemas.openxmlformats.org/officeDocument/2006/relationships/notesSlide" Target="/ppt/notesSlides/notesSlide33.xml" Id="R57340855fa2a4ed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2d246a28e4480" /><Relationship Type="http://schemas.openxmlformats.org/officeDocument/2006/relationships/notesSlide" Target="/ppt/notesSlides/notesSlide34.xml" Id="R4d647eda294148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58393e2f64044" /><Relationship Type="http://schemas.openxmlformats.org/officeDocument/2006/relationships/notesSlide" Target="/ppt/notesSlides/notesSlide35.xml" Id="R0ff807e53c684c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c7ee01a054344" /><Relationship Type="http://schemas.openxmlformats.org/officeDocument/2006/relationships/notesSlide" Target="/ppt/notesSlides/notesSlide36.xml" Id="Re92711574a614f0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2ba84d83a43d8" /><Relationship Type="http://schemas.openxmlformats.org/officeDocument/2006/relationships/notesSlide" Target="/ppt/notesSlides/notesSlide37.xml" Id="R3e44fdef63e04c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p01-矩形-0001">
            <a:extLst xmlns:a="http://schemas.openxmlformats.org/drawingml/2006/main">
              <a:ext uri="{FF2B5EF4-FFF2-40B4-BE49-F238E27FC236}">
                <a16:creationId xmlns:a16="http://schemas.microsoft.com/office/drawing/2014/main" id="{91780161-E76E-4C82-8D8B-B63042D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1-矩形-0002">
            <a:extLst xmlns:a="http://schemas.openxmlformats.org/drawingml/2006/main">
              <a:ext uri="{FF2B5EF4-FFF2-40B4-BE49-F238E27FC236}">
                <a16:creationId xmlns:a16="http://schemas.microsoft.com/office/drawing/2014/main" id="{6864C17C-D624-4F5D-A717-81F1885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1-矩形-0003">
            <a:extLst xmlns:a="http://schemas.openxmlformats.org/drawingml/2006/main">
              <a:ext uri="{FF2B5EF4-FFF2-40B4-BE49-F238E27FC236}">
                <a16:creationId xmlns:a16="http://schemas.microsoft.com/office/drawing/2014/main" id="{886D48E7-D79D-46FD-B5A6-CE54772F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"/>
            <a:ext cx="4953000" cy="647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01-矩形-0004">
            <a:extLst xmlns:a="http://schemas.openxmlformats.org/drawingml/2006/main">
              <a:ext uri="{FF2B5EF4-FFF2-40B4-BE49-F238E27FC236}">
                <a16:creationId xmlns:a16="http://schemas.microsoft.com/office/drawing/2014/main" id="{1F1BE403-09F6-4C1B-9F35-6B0A9BD7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24050"/>
            <a:ext cx="3581400" cy="244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p01-线-0005">
            <a:extLst xmlns:a="http://schemas.openxmlformats.org/drawingml/2006/main">
              <a:ext uri="{FF2B5EF4-FFF2-40B4-BE49-F238E27FC236}">
                <a16:creationId xmlns:a16="http://schemas.microsoft.com/office/drawing/2014/main" id="{74A5BA44-11EF-4237-B2A4-D7D55F8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" name="p01-线-0006">
            <a:extLst xmlns:a="http://schemas.openxmlformats.org/drawingml/2006/main">
              <a:ext uri="{FF2B5EF4-FFF2-40B4-BE49-F238E27FC236}">
                <a16:creationId xmlns:a16="http://schemas.microsoft.com/office/drawing/2014/main" id="{6B8FF566-5672-44EB-B0F4-987D2F18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" name="p01-线-0007">
            <a:extLst xmlns:a="http://schemas.openxmlformats.org/drawingml/2006/main">
              <a:ext uri="{FF2B5EF4-FFF2-40B4-BE49-F238E27FC236}">
                <a16:creationId xmlns:a16="http://schemas.microsoft.com/office/drawing/2014/main" id="{D5E70EB9-C18C-41CD-8AE2-0F3FE401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" name="p01-线-0008">
            <a:extLst xmlns:a="http://schemas.openxmlformats.org/drawingml/2006/main">
              <a:ext uri="{FF2B5EF4-FFF2-40B4-BE49-F238E27FC236}">
                <a16:creationId xmlns:a16="http://schemas.microsoft.com/office/drawing/2014/main" id="{B928348A-21C7-4400-9E0E-DA0CA17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" name="p01-线-0009">
            <a:extLst xmlns:a="http://schemas.openxmlformats.org/drawingml/2006/main">
              <a:ext uri="{FF2B5EF4-FFF2-40B4-BE49-F238E27FC236}">
                <a16:creationId xmlns:a16="http://schemas.microsoft.com/office/drawing/2014/main" id="{0F1E0413-9296-4F17-BE7A-61E360EF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" name="p01-线-0010">
            <a:extLst xmlns:a="http://schemas.openxmlformats.org/drawingml/2006/main">
              <a:ext uri="{FF2B5EF4-FFF2-40B4-BE49-F238E27FC236}">
                <a16:creationId xmlns:a16="http://schemas.microsoft.com/office/drawing/2014/main" id="{C5EA9BB1-E8C4-409A-A2C5-A3126B31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" name="p01-线-0011">
            <a:extLst xmlns:a="http://schemas.openxmlformats.org/drawingml/2006/main">
              <a:ext uri="{FF2B5EF4-FFF2-40B4-BE49-F238E27FC236}">
                <a16:creationId xmlns:a16="http://schemas.microsoft.com/office/drawing/2014/main" id="{92786291-B7EA-4B27-A037-E8FA45B4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" name="p01-线-0012">
            <a:extLst xmlns:a="http://schemas.openxmlformats.org/drawingml/2006/main">
              <a:ext uri="{FF2B5EF4-FFF2-40B4-BE49-F238E27FC236}">
                <a16:creationId xmlns:a16="http://schemas.microsoft.com/office/drawing/2014/main" id="{FCDDAD3F-7FF0-439D-956A-35B5AA0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" name="p01-线-0013">
            <a:extLst xmlns:a="http://schemas.openxmlformats.org/drawingml/2006/main">
              <a:ext uri="{FF2B5EF4-FFF2-40B4-BE49-F238E27FC236}">
                <a16:creationId xmlns:a16="http://schemas.microsoft.com/office/drawing/2014/main" id="{CB051020-5D0C-4537-B176-D5BA2D30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" name="p01-线-0014">
            <a:extLst xmlns:a="http://schemas.openxmlformats.org/drawingml/2006/main">
              <a:ext uri="{FF2B5EF4-FFF2-40B4-BE49-F238E27FC236}">
                <a16:creationId xmlns:a16="http://schemas.microsoft.com/office/drawing/2014/main" id="{59209125-0602-4D0E-961B-66EB1684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" name="p01-线-0015">
            <a:extLst xmlns:a="http://schemas.openxmlformats.org/drawingml/2006/main">
              <a:ext uri="{FF2B5EF4-FFF2-40B4-BE49-F238E27FC236}">
                <a16:creationId xmlns:a16="http://schemas.microsoft.com/office/drawing/2014/main" id="{7FEDC460-A622-4D9D-9DAD-ED21A01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" name="p01-线-0016">
            <a:extLst xmlns:a="http://schemas.openxmlformats.org/drawingml/2006/main">
              <a:ext uri="{FF2B5EF4-FFF2-40B4-BE49-F238E27FC236}">
                <a16:creationId xmlns:a16="http://schemas.microsoft.com/office/drawing/2014/main" id="{7448AC74-C1AF-428A-AE41-31DEF9E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" name="p01-线-0017">
            <a:extLst xmlns:a="http://schemas.openxmlformats.org/drawingml/2006/main">
              <a:ext uri="{FF2B5EF4-FFF2-40B4-BE49-F238E27FC236}">
                <a16:creationId xmlns:a16="http://schemas.microsoft.com/office/drawing/2014/main" id="{342F3D86-AB6A-4B05-B9FB-7273446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" name="p01-线-0018">
            <a:extLst xmlns:a="http://schemas.openxmlformats.org/drawingml/2006/main">
              <a:ext uri="{FF2B5EF4-FFF2-40B4-BE49-F238E27FC236}">
                <a16:creationId xmlns:a16="http://schemas.microsoft.com/office/drawing/2014/main" id="{C68AFE7E-ED85-467A-B557-C10AD8EE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" name="p01-线-0019">
            <a:extLst xmlns:a="http://schemas.openxmlformats.org/drawingml/2006/main">
              <a:ext uri="{FF2B5EF4-FFF2-40B4-BE49-F238E27FC236}">
                <a16:creationId xmlns:a16="http://schemas.microsoft.com/office/drawing/2014/main" id="{A4E7C822-5152-4D1A-A24D-764C56F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" name="p01-线-0020">
            <a:extLst xmlns:a="http://schemas.openxmlformats.org/drawingml/2006/main">
              <a:ext uri="{FF2B5EF4-FFF2-40B4-BE49-F238E27FC236}">
                <a16:creationId xmlns:a16="http://schemas.microsoft.com/office/drawing/2014/main" id="{C175D6B4-6FB8-437B-AD74-367EB497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" name="p01-线-0021">
            <a:extLst xmlns:a="http://schemas.openxmlformats.org/drawingml/2006/main">
              <a:ext uri="{FF2B5EF4-FFF2-40B4-BE49-F238E27FC236}">
                <a16:creationId xmlns:a16="http://schemas.microsoft.com/office/drawing/2014/main" id="{D24A7E06-1B0D-493C-9B0B-20050FB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" name="p01-线-0022">
            <a:extLst xmlns:a="http://schemas.openxmlformats.org/drawingml/2006/main">
              <a:ext uri="{FF2B5EF4-FFF2-40B4-BE49-F238E27FC236}">
                <a16:creationId xmlns:a16="http://schemas.microsoft.com/office/drawing/2014/main" id="{461171BC-4710-41D9-9581-0515C55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" name="p01-线-0023">
            <a:extLst xmlns:a="http://schemas.openxmlformats.org/drawingml/2006/main">
              <a:ext uri="{FF2B5EF4-FFF2-40B4-BE49-F238E27FC236}">
                <a16:creationId xmlns:a16="http://schemas.microsoft.com/office/drawing/2014/main" id="{17AA3057-5397-4270-8E64-CED9DA3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01-线-0024">
            <a:extLst xmlns:a="http://schemas.openxmlformats.org/drawingml/2006/main">
              <a:ext uri="{FF2B5EF4-FFF2-40B4-BE49-F238E27FC236}">
                <a16:creationId xmlns:a16="http://schemas.microsoft.com/office/drawing/2014/main" id="{099EF275-1680-4ADA-BCAE-E940D285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01-线-0025">
            <a:extLst xmlns:a="http://schemas.openxmlformats.org/drawingml/2006/main">
              <a:ext uri="{FF2B5EF4-FFF2-40B4-BE49-F238E27FC236}">
                <a16:creationId xmlns:a16="http://schemas.microsoft.com/office/drawing/2014/main" id="{8203D01D-7DA7-4652-ACBA-15B1B66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" name="p01-线-0026">
            <a:extLst xmlns:a="http://schemas.openxmlformats.org/drawingml/2006/main">
              <a:ext uri="{FF2B5EF4-FFF2-40B4-BE49-F238E27FC236}">
                <a16:creationId xmlns:a16="http://schemas.microsoft.com/office/drawing/2014/main" id="{9333521D-EE3C-410E-8B4F-EDC9714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01-线-0027">
            <a:extLst xmlns:a="http://schemas.openxmlformats.org/drawingml/2006/main">
              <a:ext uri="{FF2B5EF4-FFF2-40B4-BE49-F238E27FC236}">
                <a16:creationId xmlns:a16="http://schemas.microsoft.com/office/drawing/2014/main" id="{F289175B-6C10-494D-B6E9-9902568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01-线-0028">
            <a:extLst xmlns:a="http://schemas.openxmlformats.org/drawingml/2006/main">
              <a:ext uri="{FF2B5EF4-FFF2-40B4-BE49-F238E27FC236}">
                <a16:creationId xmlns:a16="http://schemas.microsoft.com/office/drawing/2014/main" id="{4FA5042A-9F77-426E-81C1-09BA9992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" name="p01-线-0029">
            <a:extLst xmlns:a="http://schemas.openxmlformats.org/drawingml/2006/main">
              <a:ext uri="{FF2B5EF4-FFF2-40B4-BE49-F238E27FC236}">
                <a16:creationId xmlns:a16="http://schemas.microsoft.com/office/drawing/2014/main" id="{4934E018-DAF6-4D29-B1F1-BA438549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01-线-0030">
            <a:extLst xmlns:a="http://schemas.openxmlformats.org/drawingml/2006/main">
              <a:ext uri="{FF2B5EF4-FFF2-40B4-BE49-F238E27FC236}">
                <a16:creationId xmlns:a16="http://schemas.microsoft.com/office/drawing/2014/main" id="{54320F24-E030-4B33-A52C-3F56B4D8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01-线-0031">
            <a:extLst xmlns:a="http://schemas.openxmlformats.org/drawingml/2006/main">
              <a:ext uri="{FF2B5EF4-FFF2-40B4-BE49-F238E27FC236}">
                <a16:creationId xmlns:a16="http://schemas.microsoft.com/office/drawing/2014/main" id="{D33496D0-F1A9-470E-BA2A-541ED78B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2" name="p01-线-0032">
            <a:extLst xmlns:a="http://schemas.openxmlformats.org/drawingml/2006/main">
              <a:ext uri="{FF2B5EF4-FFF2-40B4-BE49-F238E27FC236}">
                <a16:creationId xmlns:a16="http://schemas.microsoft.com/office/drawing/2014/main" id="{D81B7D37-269D-407C-AF8D-7C298862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192405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01-线-0033">
            <a:extLst xmlns:a="http://schemas.openxmlformats.org/drawingml/2006/main">
              <a:ext uri="{FF2B5EF4-FFF2-40B4-BE49-F238E27FC236}">
                <a16:creationId xmlns:a16="http://schemas.microsoft.com/office/drawing/2014/main" id="{91EE8118-48E9-419D-B636-1C9C52D9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01-线-0034">
            <a:extLst xmlns:a="http://schemas.openxmlformats.org/drawingml/2006/main">
              <a:ext uri="{FF2B5EF4-FFF2-40B4-BE49-F238E27FC236}">
                <a16:creationId xmlns:a16="http://schemas.microsoft.com/office/drawing/2014/main" id="{F7AEC8DE-3887-454D-A516-4F88F47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1924050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5" name="p01-线-0035">
            <a:extLst xmlns:a="http://schemas.openxmlformats.org/drawingml/2006/main">
              <a:ext uri="{FF2B5EF4-FFF2-40B4-BE49-F238E27FC236}">
                <a16:creationId xmlns:a16="http://schemas.microsoft.com/office/drawing/2014/main" id="{6D3E0169-26D3-4EC4-AD4D-2992426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924050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01-线-0036">
            <a:extLst xmlns:a="http://schemas.openxmlformats.org/drawingml/2006/main">
              <a:ext uri="{FF2B5EF4-FFF2-40B4-BE49-F238E27FC236}">
                <a16:creationId xmlns:a16="http://schemas.microsoft.com/office/drawing/2014/main" id="{AFE19295-F7D0-4BE5-A596-F8EC5FF4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01-线-0037">
            <a:extLst xmlns:a="http://schemas.openxmlformats.org/drawingml/2006/main">
              <a:ext uri="{FF2B5EF4-FFF2-40B4-BE49-F238E27FC236}">
                <a16:creationId xmlns:a16="http://schemas.microsoft.com/office/drawing/2014/main" id="{F7013015-3E06-42C1-96D4-8624397C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01-线-0038">
            <a:extLst xmlns:a="http://schemas.openxmlformats.org/drawingml/2006/main">
              <a:ext uri="{FF2B5EF4-FFF2-40B4-BE49-F238E27FC236}">
                <a16:creationId xmlns:a16="http://schemas.microsoft.com/office/drawing/2014/main" id="{DB052E3F-5FAB-4396-957A-1D5C428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" name="p01-线-0039">
            <a:extLst xmlns:a="http://schemas.openxmlformats.org/drawingml/2006/main">
              <a:ext uri="{FF2B5EF4-FFF2-40B4-BE49-F238E27FC236}">
                <a16:creationId xmlns:a16="http://schemas.microsoft.com/office/drawing/2014/main" id="{A3E8A45A-58A6-458A-B200-A0B081FD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01-线-0040">
            <a:extLst xmlns:a="http://schemas.openxmlformats.org/drawingml/2006/main">
              <a:ext uri="{FF2B5EF4-FFF2-40B4-BE49-F238E27FC236}">
                <a16:creationId xmlns:a16="http://schemas.microsoft.com/office/drawing/2014/main" id="{C470167B-BC80-43D4-B5CF-DB5BF2B2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01-线-0041">
            <a:extLst xmlns:a="http://schemas.openxmlformats.org/drawingml/2006/main">
              <a:ext uri="{FF2B5EF4-FFF2-40B4-BE49-F238E27FC236}">
                <a16:creationId xmlns:a16="http://schemas.microsoft.com/office/drawing/2014/main" id="{4DBBB546-ADDA-4219-9142-C3584CB8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" name="p01-线-0042">
            <a:extLst xmlns:a="http://schemas.openxmlformats.org/drawingml/2006/main">
              <a:ext uri="{FF2B5EF4-FFF2-40B4-BE49-F238E27FC236}">
                <a16:creationId xmlns:a16="http://schemas.microsoft.com/office/drawing/2014/main" id="{C748629F-94A2-460A-9D54-0BED156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" name="p01-线-0043">
            <a:extLst xmlns:a="http://schemas.openxmlformats.org/drawingml/2006/main">
              <a:ext uri="{FF2B5EF4-FFF2-40B4-BE49-F238E27FC236}">
                <a16:creationId xmlns:a16="http://schemas.microsoft.com/office/drawing/2014/main" id="{74AD790E-E2E6-4FDC-B664-97792C6A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01-线-0044">
            <a:extLst xmlns:a="http://schemas.openxmlformats.org/drawingml/2006/main">
              <a:ext uri="{FF2B5EF4-FFF2-40B4-BE49-F238E27FC236}">
                <a16:creationId xmlns:a16="http://schemas.microsoft.com/office/drawing/2014/main" id="{51A96739-1966-4505-BA48-B8D77847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5" name="p01-线-0045">
            <a:extLst xmlns:a="http://schemas.openxmlformats.org/drawingml/2006/main">
              <a:ext uri="{FF2B5EF4-FFF2-40B4-BE49-F238E27FC236}">
                <a16:creationId xmlns:a16="http://schemas.microsoft.com/office/drawing/2014/main" id="{66FFC6E2-F9CE-4BAA-801B-E09506D7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01-线-0046">
            <a:extLst xmlns:a="http://schemas.openxmlformats.org/drawingml/2006/main">
              <a:ext uri="{FF2B5EF4-FFF2-40B4-BE49-F238E27FC236}">
                <a16:creationId xmlns:a16="http://schemas.microsoft.com/office/drawing/2014/main" id="{2EC2C962-BF8A-45B1-B3F9-A77C721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01-线-0047">
            <a:extLst xmlns:a="http://schemas.openxmlformats.org/drawingml/2006/main">
              <a:ext uri="{FF2B5EF4-FFF2-40B4-BE49-F238E27FC236}">
                <a16:creationId xmlns:a16="http://schemas.microsoft.com/office/drawing/2014/main" id="{E80CD409-D153-4A57-95E2-DC31C86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8" name="p01-线-0048">
            <a:extLst xmlns:a="http://schemas.openxmlformats.org/drawingml/2006/main">
              <a:ext uri="{FF2B5EF4-FFF2-40B4-BE49-F238E27FC236}">
                <a16:creationId xmlns:a16="http://schemas.microsoft.com/office/drawing/2014/main" id="{163E852B-C6D0-4903-B6A5-D806ADED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01-线-0049">
            <a:extLst xmlns:a="http://schemas.openxmlformats.org/drawingml/2006/main">
              <a:ext uri="{FF2B5EF4-FFF2-40B4-BE49-F238E27FC236}">
                <a16:creationId xmlns:a16="http://schemas.microsoft.com/office/drawing/2014/main" id="{4A788789-E735-4FF5-9017-EFEB9EA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01-线-0050">
            <a:extLst xmlns:a="http://schemas.openxmlformats.org/drawingml/2006/main">
              <a:ext uri="{FF2B5EF4-FFF2-40B4-BE49-F238E27FC236}">
                <a16:creationId xmlns:a16="http://schemas.microsoft.com/office/drawing/2014/main" id="{F7C50486-6B97-4524-872C-193ACC75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1" name="p01-线-0051">
            <a:extLst xmlns:a="http://schemas.openxmlformats.org/drawingml/2006/main">
              <a:ext uri="{FF2B5EF4-FFF2-40B4-BE49-F238E27FC236}">
                <a16:creationId xmlns:a16="http://schemas.microsoft.com/office/drawing/2014/main" id="{5B8AEFC2-A523-4782-AE76-700491D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01-线-0052">
            <a:extLst xmlns:a="http://schemas.openxmlformats.org/drawingml/2006/main">
              <a:ext uri="{FF2B5EF4-FFF2-40B4-BE49-F238E27FC236}">
                <a16:creationId xmlns:a16="http://schemas.microsoft.com/office/drawing/2014/main" id="{27032727-B98C-4DEB-B4EB-834F8847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01-线-0053">
            <a:extLst xmlns:a="http://schemas.openxmlformats.org/drawingml/2006/main">
              <a:ext uri="{FF2B5EF4-FFF2-40B4-BE49-F238E27FC236}">
                <a16:creationId xmlns:a16="http://schemas.microsoft.com/office/drawing/2014/main" id="{6712256F-09E1-4C62-B009-37FDDF1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4" name="p01-线-0054">
            <a:extLst xmlns:a="http://schemas.openxmlformats.org/drawingml/2006/main">
              <a:ext uri="{FF2B5EF4-FFF2-40B4-BE49-F238E27FC236}">
                <a16:creationId xmlns:a16="http://schemas.microsoft.com/office/drawing/2014/main" id="{0ED4AFE6-D1B4-46A0-9A1A-4AF15278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01-线-0055">
            <a:extLst xmlns:a="http://schemas.openxmlformats.org/drawingml/2006/main">
              <a:ext uri="{FF2B5EF4-FFF2-40B4-BE49-F238E27FC236}">
                <a16:creationId xmlns:a16="http://schemas.microsoft.com/office/drawing/2014/main" id="{BC66B86A-5B7C-47AE-8BDA-1BDE6B2F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01-线-0056">
            <a:extLst xmlns:a="http://schemas.openxmlformats.org/drawingml/2006/main">
              <a:ext uri="{FF2B5EF4-FFF2-40B4-BE49-F238E27FC236}">
                <a16:creationId xmlns:a16="http://schemas.microsoft.com/office/drawing/2014/main" id="{A6F87368-EE17-46E9-8F69-DB6E119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7" name="p01-线-0057">
            <a:extLst xmlns:a="http://schemas.openxmlformats.org/drawingml/2006/main">
              <a:ext uri="{FF2B5EF4-FFF2-40B4-BE49-F238E27FC236}">
                <a16:creationId xmlns:a16="http://schemas.microsoft.com/office/drawing/2014/main" id="{6CBE281E-13F6-4E71-8FC9-053B60F0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01-线-0058">
            <a:extLst xmlns:a="http://schemas.openxmlformats.org/drawingml/2006/main">
              <a:ext uri="{FF2B5EF4-FFF2-40B4-BE49-F238E27FC236}">
                <a16:creationId xmlns:a16="http://schemas.microsoft.com/office/drawing/2014/main" id="{DCE4272E-4908-44A9-B39D-BB8E2F9E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01-线-0059">
            <a:extLst xmlns:a="http://schemas.openxmlformats.org/drawingml/2006/main">
              <a:ext uri="{FF2B5EF4-FFF2-40B4-BE49-F238E27FC236}">
                <a16:creationId xmlns:a16="http://schemas.microsoft.com/office/drawing/2014/main" id="{62A2BA28-732F-4C9D-832D-8F605C6C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0" name="p01-线-0060">
            <a:extLst xmlns:a="http://schemas.openxmlformats.org/drawingml/2006/main">
              <a:ext uri="{FF2B5EF4-FFF2-40B4-BE49-F238E27FC236}">
                <a16:creationId xmlns:a16="http://schemas.microsoft.com/office/drawing/2014/main" id="{4763542D-A378-42F2-80B4-205DE8A1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01-线-0061">
            <a:extLst xmlns:a="http://schemas.openxmlformats.org/drawingml/2006/main">
              <a:ext uri="{FF2B5EF4-FFF2-40B4-BE49-F238E27FC236}">
                <a16:creationId xmlns:a16="http://schemas.microsoft.com/office/drawing/2014/main" id="{721FA524-5D17-48A5-90C2-BA1CD87B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01-线-0062">
            <a:extLst xmlns:a="http://schemas.openxmlformats.org/drawingml/2006/main">
              <a:ext uri="{FF2B5EF4-FFF2-40B4-BE49-F238E27FC236}">
                <a16:creationId xmlns:a16="http://schemas.microsoft.com/office/drawing/2014/main" id="{ABACCC04-E863-4E33-9C95-F14E2D02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3" name="p01-线-0063">
            <a:extLst xmlns:a="http://schemas.openxmlformats.org/drawingml/2006/main">
              <a:ext uri="{FF2B5EF4-FFF2-40B4-BE49-F238E27FC236}">
                <a16:creationId xmlns:a16="http://schemas.microsoft.com/office/drawing/2014/main" id="{71B18427-42FF-4847-BA04-96600878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233203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01-线-0064">
            <a:extLst xmlns:a="http://schemas.openxmlformats.org/drawingml/2006/main">
              <a:ext uri="{FF2B5EF4-FFF2-40B4-BE49-F238E27FC236}">
                <a16:creationId xmlns:a16="http://schemas.microsoft.com/office/drawing/2014/main" id="{8015B744-7C7D-425D-9297-9B795D65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01-线-0065">
            <a:extLst xmlns:a="http://schemas.openxmlformats.org/drawingml/2006/main">
              <a:ext uri="{FF2B5EF4-FFF2-40B4-BE49-F238E27FC236}">
                <a16:creationId xmlns:a16="http://schemas.microsoft.com/office/drawing/2014/main" id="{4C1AA006-3F47-4E73-8308-1F7A6A2B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2332038"/>
            <a:ext cx="358140" cy="407988"/>
          </a:xfrm>
          <a:custGeom xmlns:a="http://schemas.openxmlformats.org/drawingml/2006/main">
            <a:pathLst>
              <a:path w="358140" h="407988">
                <a:moveTo>
                  <a:pt x="0" y="0"/>
                </a:moveTo>
                <a:lnTo>
                  <a:pt x="35814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6" name="p01-线-0066">
            <a:extLst xmlns:a="http://schemas.openxmlformats.org/drawingml/2006/main">
              <a:ext uri="{FF2B5EF4-FFF2-40B4-BE49-F238E27FC236}">
                <a16:creationId xmlns:a16="http://schemas.microsoft.com/office/drawing/2014/main" id="{052BF011-636E-4FD6-A3D1-4042F950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332038"/>
            <a:ext cx="95" cy="407988"/>
          </a:xfrm>
          <a:custGeom xmlns:a="http://schemas.openxmlformats.org/drawingml/2006/main">
            <a:pathLst>
              <a:path w="95" h="407988">
                <a:moveTo>
                  <a:pt x="0" y="0"/>
                </a:moveTo>
                <a:lnTo>
                  <a:pt x="0" y="4079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01-线-0067">
            <a:extLst xmlns:a="http://schemas.openxmlformats.org/drawingml/2006/main">
              <a:ext uri="{FF2B5EF4-FFF2-40B4-BE49-F238E27FC236}">
                <a16:creationId xmlns:a16="http://schemas.microsoft.com/office/drawing/2014/main" id="{219A097E-C874-4514-8758-99E36441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01-线-0068">
            <a:extLst xmlns:a="http://schemas.openxmlformats.org/drawingml/2006/main">
              <a:ext uri="{FF2B5EF4-FFF2-40B4-BE49-F238E27FC236}">
                <a16:creationId xmlns:a16="http://schemas.microsoft.com/office/drawing/2014/main" id="{A365B163-A0CD-4843-8C9C-AA05353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01-线-0069">
            <a:extLst xmlns:a="http://schemas.openxmlformats.org/drawingml/2006/main">
              <a:ext uri="{FF2B5EF4-FFF2-40B4-BE49-F238E27FC236}">
                <a16:creationId xmlns:a16="http://schemas.microsoft.com/office/drawing/2014/main" id="{DE844D6C-4D2A-40E5-B670-E3C65409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01-线-0070">
            <a:extLst xmlns:a="http://schemas.openxmlformats.org/drawingml/2006/main">
              <a:ext uri="{FF2B5EF4-FFF2-40B4-BE49-F238E27FC236}">
                <a16:creationId xmlns:a16="http://schemas.microsoft.com/office/drawing/2014/main" id="{F3410CC7-FBF3-48A4-B156-6D58BA2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01-线-0071">
            <a:extLst xmlns:a="http://schemas.openxmlformats.org/drawingml/2006/main">
              <a:ext uri="{FF2B5EF4-FFF2-40B4-BE49-F238E27FC236}">
                <a16:creationId xmlns:a16="http://schemas.microsoft.com/office/drawing/2014/main" id="{1C86F073-5102-4D8A-BC60-B977EFAF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01-线-0072">
            <a:extLst xmlns:a="http://schemas.openxmlformats.org/drawingml/2006/main">
              <a:ext uri="{FF2B5EF4-FFF2-40B4-BE49-F238E27FC236}">
                <a16:creationId xmlns:a16="http://schemas.microsoft.com/office/drawing/2014/main" id="{F052A56E-839D-44BA-B1E6-46334BE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3" name="p01-线-0073">
            <a:extLst xmlns:a="http://schemas.openxmlformats.org/drawingml/2006/main">
              <a:ext uri="{FF2B5EF4-FFF2-40B4-BE49-F238E27FC236}">
                <a16:creationId xmlns:a16="http://schemas.microsoft.com/office/drawing/2014/main" id="{7020C0FB-1CF4-4CF4-A589-2CAFDF2D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01-线-0074">
            <a:extLst xmlns:a="http://schemas.openxmlformats.org/drawingml/2006/main">
              <a:ext uri="{FF2B5EF4-FFF2-40B4-BE49-F238E27FC236}">
                <a16:creationId xmlns:a16="http://schemas.microsoft.com/office/drawing/2014/main" id="{F515E163-9BC1-46E8-95CD-CE6F42C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01-线-0075">
            <a:extLst xmlns:a="http://schemas.openxmlformats.org/drawingml/2006/main">
              <a:ext uri="{FF2B5EF4-FFF2-40B4-BE49-F238E27FC236}">
                <a16:creationId xmlns:a16="http://schemas.microsoft.com/office/drawing/2014/main" id="{3718CF56-4E41-4569-B464-E52FED1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6" name="p01-线-0076">
            <a:extLst xmlns:a="http://schemas.openxmlformats.org/drawingml/2006/main">
              <a:ext uri="{FF2B5EF4-FFF2-40B4-BE49-F238E27FC236}">
                <a16:creationId xmlns:a16="http://schemas.microsoft.com/office/drawing/2014/main" id="{D4B03B54-96AC-4B01-BF12-4F1F386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01-线-0077">
            <a:extLst xmlns:a="http://schemas.openxmlformats.org/drawingml/2006/main">
              <a:ext uri="{FF2B5EF4-FFF2-40B4-BE49-F238E27FC236}">
                <a16:creationId xmlns:a16="http://schemas.microsoft.com/office/drawing/2014/main" id="{C8788FF8-C777-4937-989B-382A432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01-线-0078">
            <a:extLst xmlns:a="http://schemas.openxmlformats.org/drawingml/2006/main">
              <a:ext uri="{FF2B5EF4-FFF2-40B4-BE49-F238E27FC236}">
                <a16:creationId xmlns:a16="http://schemas.microsoft.com/office/drawing/2014/main" id="{C051AFAC-FDD1-4921-B73F-24982A5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9" name="p01-线-0079">
            <a:extLst xmlns:a="http://schemas.openxmlformats.org/drawingml/2006/main">
              <a:ext uri="{FF2B5EF4-FFF2-40B4-BE49-F238E27FC236}">
                <a16:creationId xmlns:a16="http://schemas.microsoft.com/office/drawing/2014/main" id="{1A871C26-DC9A-48CB-B65C-3C6BB167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01-线-0080">
            <a:extLst xmlns:a="http://schemas.openxmlformats.org/drawingml/2006/main">
              <a:ext uri="{FF2B5EF4-FFF2-40B4-BE49-F238E27FC236}">
                <a16:creationId xmlns:a16="http://schemas.microsoft.com/office/drawing/2014/main" id="{776FAE5F-9D29-47E3-9D2A-E6DB815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01-线-0081">
            <a:extLst xmlns:a="http://schemas.openxmlformats.org/drawingml/2006/main">
              <a:ext uri="{FF2B5EF4-FFF2-40B4-BE49-F238E27FC236}">
                <a16:creationId xmlns:a16="http://schemas.microsoft.com/office/drawing/2014/main" id="{B98711AB-0AE1-4487-AD61-B4370253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2" name="p01-线-0082">
            <a:extLst xmlns:a="http://schemas.openxmlformats.org/drawingml/2006/main">
              <a:ext uri="{FF2B5EF4-FFF2-40B4-BE49-F238E27FC236}">
                <a16:creationId xmlns:a16="http://schemas.microsoft.com/office/drawing/2014/main" id="{73CCB3A6-3A5C-4B1D-A189-66E3B107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01-线-0083">
            <a:extLst xmlns:a="http://schemas.openxmlformats.org/drawingml/2006/main">
              <a:ext uri="{FF2B5EF4-FFF2-40B4-BE49-F238E27FC236}">
                <a16:creationId xmlns:a16="http://schemas.microsoft.com/office/drawing/2014/main" id="{2AAFB344-8E8A-4F0B-87A9-D1A185A1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01-线-0084">
            <a:extLst xmlns:a="http://schemas.openxmlformats.org/drawingml/2006/main">
              <a:ext uri="{FF2B5EF4-FFF2-40B4-BE49-F238E27FC236}">
                <a16:creationId xmlns:a16="http://schemas.microsoft.com/office/drawing/2014/main" id="{2728B2AF-2C0E-4960-9253-0DC6A136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5" name="p01-线-0085">
            <a:extLst xmlns:a="http://schemas.openxmlformats.org/drawingml/2006/main">
              <a:ext uri="{FF2B5EF4-FFF2-40B4-BE49-F238E27FC236}">
                <a16:creationId xmlns:a16="http://schemas.microsoft.com/office/drawing/2014/main" id="{ADCB0B18-109F-4F61-BBC2-D257286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01-线-0086">
            <a:extLst xmlns:a="http://schemas.openxmlformats.org/drawingml/2006/main">
              <a:ext uri="{FF2B5EF4-FFF2-40B4-BE49-F238E27FC236}">
                <a16:creationId xmlns:a16="http://schemas.microsoft.com/office/drawing/2014/main" id="{19B9F1AC-2C84-4121-893A-8CF4092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01-线-0087">
            <a:extLst xmlns:a="http://schemas.openxmlformats.org/drawingml/2006/main">
              <a:ext uri="{FF2B5EF4-FFF2-40B4-BE49-F238E27FC236}">
                <a16:creationId xmlns:a16="http://schemas.microsoft.com/office/drawing/2014/main" id="{FB1A5693-2F6D-4F30-93EC-4BB643CF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8" name="p01-线-0088">
            <a:extLst xmlns:a="http://schemas.openxmlformats.org/drawingml/2006/main">
              <a:ext uri="{FF2B5EF4-FFF2-40B4-BE49-F238E27FC236}">
                <a16:creationId xmlns:a16="http://schemas.microsoft.com/office/drawing/2014/main" id="{D7F9A51B-4871-433E-AFED-FD25261A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01-线-0089">
            <a:extLst xmlns:a="http://schemas.openxmlformats.org/drawingml/2006/main">
              <a:ext uri="{FF2B5EF4-FFF2-40B4-BE49-F238E27FC236}">
                <a16:creationId xmlns:a16="http://schemas.microsoft.com/office/drawing/2014/main" id="{0777B1C6-24BB-4BD4-876F-46633EA3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01-线-0090">
            <a:extLst xmlns:a="http://schemas.openxmlformats.org/drawingml/2006/main">
              <a:ext uri="{FF2B5EF4-FFF2-40B4-BE49-F238E27FC236}">
                <a16:creationId xmlns:a16="http://schemas.microsoft.com/office/drawing/2014/main" id="{D3228F6C-08E9-4726-BE81-DC8B4C3A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1" name="p01-线-0091">
            <a:extLst xmlns:a="http://schemas.openxmlformats.org/drawingml/2006/main">
              <a:ext uri="{FF2B5EF4-FFF2-40B4-BE49-F238E27FC236}">
                <a16:creationId xmlns:a16="http://schemas.microsoft.com/office/drawing/2014/main" id="{F0B7AA39-0976-4AB6-B3A4-5DF12F4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01-线-0092">
            <a:extLst xmlns:a="http://schemas.openxmlformats.org/drawingml/2006/main">
              <a:ext uri="{FF2B5EF4-FFF2-40B4-BE49-F238E27FC236}">
                <a16:creationId xmlns:a16="http://schemas.microsoft.com/office/drawing/2014/main" id="{1DA40C21-6AE9-46B0-8292-24521395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01-线-0093">
            <a:extLst xmlns:a="http://schemas.openxmlformats.org/drawingml/2006/main">
              <a:ext uri="{FF2B5EF4-FFF2-40B4-BE49-F238E27FC236}">
                <a16:creationId xmlns:a16="http://schemas.microsoft.com/office/drawing/2014/main" id="{1902F8D8-02DA-4993-8C29-7AA879B3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4" name="p01-线-0094">
            <a:extLst xmlns:a="http://schemas.openxmlformats.org/drawingml/2006/main">
              <a:ext uri="{FF2B5EF4-FFF2-40B4-BE49-F238E27FC236}">
                <a16:creationId xmlns:a16="http://schemas.microsoft.com/office/drawing/2014/main" id="{D8054DD1-589A-4FB2-892B-99B0ECCB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274002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01-线-0095">
            <a:extLst xmlns:a="http://schemas.openxmlformats.org/drawingml/2006/main">
              <a:ext uri="{FF2B5EF4-FFF2-40B4-BE49-F238E27FC236}">
                <a16:creationId xmlns:a16="http://schemas.microsoft.com/office/drawing/2014/main" id="{EF1F8488-C140-4300-B569-88CD504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01-线-0096">
            <a:extLst xmlns:a="http://schemas.openxmlformats.org/drawingml/2006/main">
              <a:ext uri="{FF2B5EF4-FFF2-40B4-BE49-F238E27FC236}">
                <a16:creationId xmlns:a16="http://schemas.microsoft.com/office/drawing/2014/main" id="{F7DA2698-EA24-4C85-ADFD-FB8198AA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2740025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7" name="p01-线-0097">
            <a:extLst xmlns:a="http://schemas.openxmlformats.org/drawingml/2006/main">
              <a:ext uri="{FF2B5EF4-FFF2-40B4-BE49-F238E27FC236}">
                <a16:creationId xmlns:a16="http://schemas.microsoft.com/office/drawing/2014/main" id="{C0D0B097-27BE-4F12-82B9-0AF71B66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740025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01-线-0098">
            <a:extLst xmlns:a="http://schemas.openxmlformats.org/drawingml/2006/main">
              <a:ext uri="{FF2B5EF4-FFF2-40B4-BE49-F238E27FC236}">
                <a16:creationId xmlns:a16="http://schemas.microsoft.com/office/drawing/2014/main" id="{CD953900-3E97-4C1C-9C23-908C1C0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01-线-0099">
            <a:extLst xmlns:a="http://schemas.openxmlformats.org/drawingml/2006/main">
              <a:ext uri="{FF2B5EF4-FFF2-40B4-BE49-F238E27FC236}">
                <a16:creationId xmlns:a16="http://schemas.microsoft.com/office/drawing/2014/main" id="{FCFAAC54-9489-4A51-93C0-8FAB40A8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01-线-0100">
            <a:extLst xmlns:a="http://schemas.openxmlformats.org/drawingml/2006/main">
              <a:ext uri="{FF2B5EF4-FFF2-40B4-BE49-F238E27FC236}">
                <a16:creationId xmlns:a16="http://schemas.microsoft.com/office/drawing/2014/main" id="{CFB75FC0-EAF9-4878-BDFA-765D4584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01-线-0101">
            <a:extLst xmlns:a="http://schemas.openxmlformats.org/drawingml/2006/main">
              <a:ext uri="{FF2B5EF4-FFF2-40B4-BE49-F238E27FC236}">
                <a16:creationId xmlns:a16="http://schemas.microsoft.com/office/drawing/2014/main" id="{DC88C1FD-43B0-4634-BB15-F066990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01-线-0102">
            <a:extLst xmlns:a="http://schemas.openxmlformats.org/drawingml/2006/main">
              <a:ext uri="{FF2B5EF4-FFF2-40B4-BE49-F238E27FC236}">
                <a16:creationId xmlns:a16="http://schemas.microsoft.com/office/drawing/2014/main" id="{0A12D836-82D8-4FDA-9DF2-1CC58534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01-线-0103">
            <a:extLst xmlns:a="http://schemas.openxmlformats.org/drawingml/2006/main">
              <a:ext uri="{FF2B5EF4-FFF2-40B4-BE49-F238E27FC236}">
                <a16:creationId xmlns:a16="http://schemas.microsoft.com/office/drawing/2014/main" id="{A3610FED-31A7-4453-A231-DFA82BF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4" name="p01-线-0104">
            <a:extLst xmlns:a="http://schemas.openxmlformats.org/drawingml/2006/main">
              <a:ext uri="{FF2B5EF4-FFF2-40B4-BE49-F238E27FC236}">
                <a16:creationId xmlns:a16="http://schemas.microsoft.com/office/drawing/2014/main" id="{D1F4236E-5496-482B-8C91-D6CAEBBE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01-线-0105">
            <a:extLst xmlns:a="http://schemas.openxmlformats.org/drawingml/2006/main">
              <a:ext uri="{FF2B5EF4-FFF2-40B4-BE49-F238E27FC236}">
                <a16:creationId xmlns:a16="http://schemas.microsoft.com/office/drawing/2014/main" id="{415BBC8C-0C90-44B4-88A6-99BACAE3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01-线-0106">
            <a:extLst xmlns:a="http://schemas.openxmlformats.org/drawingml/2006/main">
              <a:ext uri="{FF2B5EF4-FFF2-40B4-BE49-F238E27FC236}">
                <a16:creationId xmlns:a16="http://schemas.microsoft.com/office/drawing/2014/main" id="{19AB8291-58B0-4C9C-9A74-614BED0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7" name="p01-线-0107">
            <a:extLst xmlns:a="http://schemas.openxmlformats.org/drawingml/2006/main">
              <a:ext uri="{FF2B5EF4-FFF2-40B4-BE49-F238E27FC236}">
                <a16:creationId xmlns:a16="http://schemas.microsoft.com/office/drawing/2014/main" id="{82ECD476-ED63-49D4-A4F0-424F7BAD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1-线-0108">
            <a:extLst xmlns:a="http://schemas.openxmlformats.org/drawingml/2006/main">
              <a:ext uri="{FF2B5EF4-FFF2-40B4-BE49-F238E27FC236}">
                <a16:creationId xmlns:a16="http://schemas.microsoft.com/office/drawing/2014/main" id="{8C1654C0-C434-45CC-9871-8B09E7A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01-线-0109">
            <a:extLst xmlns:a="http://schemas.openxmlformats.org/drawingml/2006/main">
              <a:ext uri="{FF2B5EF4-FFF2-40B4-BE49-F238E27FC236}">
                <a16:creationId xmlns:a16="http://schemas.microsoft.com/office/drawing/2014/main" id="{038A6FEA-B005-4034-9C09-DEF01163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0" name="p01-线-0110">
            <a:extLst xmlns:a="http://schemas.openxmlformats.org/drawingml/2006/main">
              <a:ext uri="{FF2B5EF4-FFF2-40B4-BE49-F238E27FC236}">
                <a16:creationId xmlns:a16="http://schemas.microsoft.com/office/drawing/2014/main" id="{F943B0A2-2736-4CC8-9B13-1520C1E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1-线-0111">
            <a:extLst xmlns:a="http://schemas.openxmlformats.org/drawingml/2006/main">
              <a:ext uri="{FF2B5EF4-FFF2-40B4-BE49-F238E27FC236}">
                <a16:creationId xmlns:a16="http://schemas.microsoft.com/office/drawing/2014/main" id="{EC9534C1-10B0-4BAF-A699-A66144AD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01-线-0112">
            <a:extLst xmlns:a="http://schemas.openxmlformats.org/drawingml/2006/main">
              <a:ext uri="{FF2B5EF4-FFF2-40B4-BE49-F238E27FC236}">
                <a16:creationId xmlns:a16="http://schemas.microsoft.com/office/drawing/2014/main" id="{38DA9A1C-D42F-40C1-AEFB-A1136489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3" name="p01-线-0113">
            <a:extLst xmlns:a="http://schemas.openxmlformats.org/drawingml/2006/main">
              <a:ext uri="{FF2B5EF4-FFF2-40B4-BE49-F238E27FC236}">
                <a16:creationId xmlns:a16="http://schemas.microsoft.com/office/drawing/2014/main" id="{EE84C916-E5F6-433D-A39D-1859F5D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1-线-0114">
            <a:extLst xmlns:a="http://schemas.openxmlformats.org/drawingml/2006/main">
              <a:ext uri="{FF2B5EF4-FFF2-40B4-BE49-F238E27FC236}">
                <a16:creationId xmlns:a16="http://schemas.microsoft.com/office/drawing/2014/main" id="{E57AC7D6-1CC3-4DBA-AC85-CF8871CD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01-线-0115">
            <a:extLst xmlns:a="http://schemas.openxmlformats.org/drawingml/2006/main">
              <a:ext uri="{FF2B5EF4-FFF2-40B4-BE49-F238E27FC236}">
                <a16:creationId xmlns:a16="http://schemas.microsoft.com/office/drawing/2014/main" id="{2E347295-D1F1-4E8E-965A-20544F21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6" name="p01-线-0116">
            <a:extLst xmlns:a="http://schemas.openxmlformats.org/drawingml/2006/main">
              <a:ext uri="{FF2B5EF4-FFF2-40B4-BE49-F238E27FC236}">
                <a16:creationId xmlns:a16="http://schemas.microsoft.com/office/drawing/2014/main" id="{1E14E89C-6FCB-4E95-AB68-F7DD8637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01-线-0117">
            <a:extLst xmlns:a="http://schemas.openxmlformats.org/drawingml/2006/main">
              <a:ext uri="{FF2B5EF4-FFF2-40B4-BE49-F238E27FC236}">
                <a16:creationId xmlns:a16="http://schemas.microsoft.com/office/drawing/2014/main" id="{1586266F-674E-488F-A898-3143F01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01-线-0118">
            <a:extLst xmlns:a="http://schemas.openxmlformats.org/drawingml/2006/main">
              <a:ext uri="{FF2B5EF4-FFF2-40B4-BE49-F238E27FC236}">
                <a16:creationId xmlns:a16="http://schemas.microsoft.com/office/drawing/2014/main" id="{07F9DC61-F662-437B-9BCB-C5C43FB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9" name="p01-线-0119">
            <a:extLst xmlns:a="http://schemas.openxmlformats.org/drawingml/2006/main">
              <a:ext uri="{FF2B5EF4-FFF2-40B4-BE49-F238E27FC236}">
                <a16:creationId xmlns:a16="http://schemas.microsoft.com/office/drawing/2014/main" id="{58648ABA-AB61-4D6D-8E49-531E50B4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01-线-0120">
            <a:extLst xmlns:a="http://schemas.openxmlformats.org/drawingml/2006/main">
              <a:ext uri="{FF2B5EF4-FFF2-40B4-BE49-F238E27FC236}">
                <a16:creationId xmlns:a16="http://schemas.microsoft.com/office/drawing/2014/main" id="{81BF74D5-1E9F-4622-B1CF-7BCB36C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01-线-0121">
            <a:extLst xmlns:a="http://schemas.openxmlformats.org/drawingml/2006/main">
              <a:ext uri="{FF2B5EF4-FFF2-40B4-BE49-F238E27FC236}">
                <a16:creationId xmlns:a16="http://schemas.microsoft.com/office/drawing/2014/main" id="{3D34DB09-27A5-40E4-99B7-682DCD7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2" name="p01-线-0122">
            <a:extLst xmlns:a="http://schemas.openxmlformats.org/drawingml/2006/main">
              <a:ext uri="{FF2B5EF4-FFF2-40B4-BE49-F238E27FC236}">
                <a16:creationId xmlns:a16="http://schemas.microsoft.com/office/drawing/2014/main" id="{9C51459D-E5E0-440D-9BCB-95CF67E6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01-线-0123">
            <a:extLst xmlns:a="http://schemas.openxmlformats.org/drawingml/2006/main">
              <a:ext uri="{FF2B5EF4-FFF2-40B4-BE49-F238E27FC236}">
                <a16:creationId xmlns:a16="http://schemas.microsoft.com/office/drawing/2014/main" id="{A36A6A9A-9ACD-4433-A60B-3808BE1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01-线-0124">
            <a:extLst xmlns:a="http://schemas.openxmlformats.org/drawingml/2006/main">
              <a:ext uri="{FF2B5EF4-FFF2-40B4-BE49-F238E27FC236}">
                <a16:creationId xmlns:a16="http://schemas.microsoft.com/office/drawing/2014/main" id="{A175FE4F-77DA-4B81-A028-E4546633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5" name="p01-线-0125">
            <a:extLst xmlns:a="http://schemas.openxmlformats.org/drawingml/2006/main">
              <a:ext uri="{FF2B5EF4-FFF2-40B4-BE49-F238E27FC236}">
                <a16:creationId xmlns:a16="http://schemas.microsoft.com/office/drawing/2014/main" id="{5674B1C3-68B0-4452-8FE0-91BB55C6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148013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01-线-0126">
            <a:extLst xmlns:a="http://schemas.openxmlformats.org/drawingml/2006/main">
              <a:ext uri="{FF2B5EF4-FFF2-40B4-BE49-F238E27FC236}">
                <a16:creationId xmlns:a16="http://schemas.microsoft.com/office/drawing/2014/main" id="{596592F6-9C61-491C-BDC3-35BA0EA9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01-线-0127">
            <a:extLst xmlns:a="http://schemas.openxmlformats.org/drawingml/2006/main">
              <a:ext uri="{FF2B5EF4-FFF2-40B4-BE49-F238E27FC236}">
                <a16:creationId xmlns:a16="http://schemas.microsoft.com/office/drawing/2014/main" id="{2DD5A751-796E-4F70-A23D-DD505232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148013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8" name="p01-线-0128">
            <a:extLst xmlns:a="http://schemas.openxmlformats.org/drawingml/2006/main">
              <a:ext uri="{FF2B5EF4-FFF2-40B4-BE49-F238E27FC236}">
                <a16:creationId xmlns:a16="http://schemas.microsoft.com/office/drawing/2014/main" id="{6F3F7EFA-0358-49E4-8FDD-9E9343FD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148013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01-线-0129">
            <a:extLst xmlns:a="http://schemas.openxmlformats.org/drawingml/2006/main">
              <a:ext uri="{FF2B5EF4-FFF2-40B4-BE49-F238E27FC236}">
                <a16:creationId xmlns:a16="http://schemas.microsoft.com/office/drawing/2014/main" id="{2506DEDF-D942-47F9-AE34-92FDC1E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01-线-0130">
            <a:extLst xmlns:a="http://schemas.openxmlformats.org/drawingml/2006/main">
              <a:ext uri="{FF2B5EF4-FFF2-40B4-BE49-F238E27FC236}">
                <a16:creationId xmlns:a16="http://schemas.microsoft.com/office/drawing/2014/main" id="{9E8A01E7-4B44-4AC6-AE00-17A3335B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01-线-0131">
            <a:extLst xmlns:a="http://schemas.openxmlformats.org/drawingml/2006/main">
              <a:ext uri="{FF2B5EF4-FFF2-40B4-BE49-F238E27FC236}">
                <a16:creationId xmlns:a16="http://schemas.microsoft.com/office/drawing/2014/main" id="{025858B2-371B-4D2D-89CB-07FB34FC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01-线-0132">
            <a:extLst xmlns:a="http://schemas.openxmlformats.org/drawingml/2006/main">
              <a:ext uri="{FF2B5EF4-FFF2-40B4-BE49-F238E27FC236}">
                <a16:creationId xmlns:a16="http://schemas.microsoft.com/office/drawing/2014/main" id="{2D1AFAAB-F423-41EC-B495-A1698F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01-线-0133">
            <a:extLst xmlns:a="http://schemas.openxmlformats.org/drawingml/2006/main">
              <a:ext uri="{FF2B5EF4-FFF2-40B4-BE49-F238E27FC236}">
                <a16:creationId xmlns:a16="http://schemas.microsoft.com/office/drawing/2014/main" id="{4B4E59FD-6DE4-4C96-80AD-67E90D0F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01-线-0134">
            <a:extLst xmlns:a="http://schemas.openxmlformats.org/drawingml/2006/main">
              <a:ext uri="{FF2B5EF4-FFF2-40B4-BE49-F238E27FC236}">
                <a16:creationId xmlns:a16="http://schemas.microsoft.com/office/drawing/2014/main" id="{1339DE12-6334-4B9B-9AB6-2F8AF922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5" name="p01-线-0135">
            <a:extLst xmlns:a="http://schemas.openxmlformats.org/drawingml/2006/main">
              <a:ext uri="{FF2B5EF4-FFF2-40B4-BE49-F238E27FC236}">
                <a16:creationId xmlns:a16="http://schemas.microsoft.com/office/drawing/2014/main" id="{C4CAB100-C319-4ABF-87AA-6F5DE547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01-线-0136">
            <a:extLst xmlns:a="http://schemas.openxmlformats.org/drawingml/2006/main">
              <a:ext uri="{FF2B5EF4-FFF2-40B4-BE49-F238E27FC236}">
                <a16:creationId xmlns:a16="http://schemas.microsoft.com/office/drawing/2014/main" id="{D148BF38-8457-43DC-B46F-2E869C9D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01-线-0137">
            <a:extLst xmlns:a="http://schemas.openxmlformats.org/drawingml/2006/main">
              <a:ext uri="{FF2B5EF4-FFF2-40B4-BE49-F238E27FC236}">
                <a16:creationId xmlns:a16="http://schemas.microsoft.com/office/drawing/2014/main" id="{F74244F9-4F14-4ED0-94DE-9E776DB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8" name="p01-线-0138">
            <a:extLst xmlns:a="http://schemas.openxmlformats.org/drawingml/2006/main">
              <a:ext uri="{FF2B5EF4-FFF2-40B4-BE49-F238E27FC236}">
                <a16:creationId xmlns:a16="http://schemas.microsoft.com/office/drawing/2014/main" id="{F90FE3E9-ECBF-4972-BC20-0ECDD4D2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1-线-0139">
            <a:extLst xmlns:a="http://schemas.openxmlformats.org/drawingml/2006/main">
              <a:ext uri="{FF2B5EF4-FFF2-40B4-BE49-F238E27FC236}">
                <a16:creationId xmlns:a16="http://schemas.microsoft.com/office/drawing/2014/main" id="{88838154-2745-4A45-9E14-A6842744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01-线-0140">
            <a:extLst xmlns:a="http://schemas.openxmlformats.org/drawingml/2006/main">
              <a:ext uri="{FF2B5EF4-FFF2-40B4-BE49-F238E27FC236}">
                <a16:creationId xmlns:a16="http://schemas.microsoft.com/office/drawing/2014/main" id="{2B7B5427-E616-47AA-B40C-F9FAA2F7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1" name="p01-线-0141">
            <a:extLst xmlns:a="http://schemas.openxmlformats.org/drawingml/2006/main">
              <a:ext uri="{FF2B5EF4-FFF2-40B4-BE49-F238E27FC236}">
                <a16:creationId xmlns:a16="http://schemas.microsoft.com/office/drawing/2014/main" id="{99D887CF-89BA-4635-B1A7-CD6279A8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1-线-0142">
            <a:extLst xmlns:a="http://schemas.openxmlformats.org/drawingml/2006/main">
              <a:ext uri="{FF2B5EF4-FFF2-40B4-BE49-F238E27FC236}">
                <a16:creationId xmlns:a16="http://schemas.microsoft.com/office/drawing/2014/main" id="{AFCE6469-44B8-4B94-8B75-35DAB0BD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01-线-0143">
            <a:extLst xmlns:a="http://schemas.openxmlformats.org/drawingml/2006/main">
              <a:ext uri="{FF2B5EF4-FFF2-40B4-BE49-F238E27FC236}">
                <a16:creationId xmlns:a16="http://schemas.microsoft.com/office/drawing/2014/main" id="{CB473A42-D650-4691-8E59-2D64487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4" name="p01-线-0144">
            <a:extLst xmlns:a="http://schemas.openxmlformats.org/drawingml/2006/main">
              <a:ext uri="{FF2B5EF4-FFF2-40B4-BE49-F238E27FC236}">
                <a16:creationId xmlns:a16="http://schemas.microsoft.com/office/drawing/2014/main" id="{0983B23F-3936-48FB-B0CD-603F621F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1-线-0145">
            <a:extLst xmlns:a="http://schemas.openxmlformats.org/drawingml/2006/main">
              <a:ext uri="{FF2B5EF4-FFF2-40B4-BE49-F238E27FC236}">
                <a16:creationId xmlns:a16="http://schemas.microsoft.com/office/drawing/2014/main" id="{A8724B5E-B177-48EF-B4A5-69955D8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01-线-0146">
            <a:extLst xmlns:a="http://schemas.openxmlformats.org/drawingml/2006/main">
              <a:ext uri="{FF2B5EF4-FFF2-40B4-BE49-F238E27FC236}">
                <a16:creationId xmlns:a16="http://schemas.microsoft.com/office/drawing/2014/main" id="{CB0A114E-ACED-43AF-9F5B-D9293232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7" name="p01-线-0147">
            <a:extLst xmlns:a="http://schemas.openxmlformats.org/drawingml/2006/main">
              <a:ext uri="{FF2B5EF4-FFF2-40B4-BE49-F238E27FC236}">
                <a16:creationId xmlns:a16="http://schemas.microsoft.com/office/drawing/2014/main" id="{0AFDB447-9000-4068-A8A6-6C1FA901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01-线-0148">
            <a:extLst xmlns:a="http://schemas.openxmlformats.org/drawingml/2006/main">
              <a:ext uri="{FF2B5EF4-FFF2-40B4-BE49-F238E27FC236}">
                <a16:creationId xmlns:a16="http://schemas.microsoft.com/office/drawing/2014/main" id="{A9F3AF90-D34B-4C58-A938-68840F99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01-线-0149">
            <a:extLst xmlns:a="http://schemas.openxmlformats.org/drawingml/2006/main">
              <a:ext uri="{FF2B5EF4-FFF2-40B4-BE49-F238E27FC236}">
                <a16:creationId xmlns:a16="http://schemas.microsoft.com/office/drawing/2014/main" id="{47012217-E67E-4554-8B9A-35E651B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0" name="p01-线-0150">
            <a:extLst xmlns:a="http://schemas.openxmlformats.org/drawingml/2006/main">
              <a:ext uri="{FF2B5EF4-FFF2-40B4-BE49-F238E27FC236}">
                <a16:creationId xmlns:a16="http://schemas.microsoft.com/office/drawing/2014/main" id="{6BD53F64-0B91-49CD-A354-431E59F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01-线-0151">
            <a:extLst xmlns:a="http://schemas.openxmlformats.org/drawingml/2006/main">
              <a:ext uri="{FF2B5EF4-FFF2-40B4-BE49-F238E27FC236}">
                <a16:creationId xmlns:a16="http://schemas.microsoft.com/office/drawing/2014/main" id="{7685BC85-8A1F-4298-B3C3-2E90C3E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01-线-0152">
            <a:extLst xmlns:a="http://schemas.openxmlformats.org/drawingml/2006/main">
              <a:ext uri="{FF2B5EF4-FFF2-40B4-BE49-F238E27FC236}">
                <a16:creationId xmlns:a16="http://schemas.microsoft.com/office/drawing/2014/main" id="{8408F0C2-7C0A-44C2-A56C-5C774CF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3" name="p01-线-0153">
            <a:extLst xmlns:a="http://schemas.openxmlformats.org/drawingml/2006/main">
              <a:ext uri="{FF2B5EF4-FFF2-40B4-BE49-F238E27FC236}">
                <a16:creationId xmlns:a16="http://schemas.microsoft.com/office/drawing/2014/main" id="{48C68EC7-B18B-430F-85FB-10E0DC8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01-线-0154">
            <a:extLst xmlns:a="http://schemas.openxmlformats.org/drawingml/2006/main">
              <a:ext uri="{FF2B5EF4-FFF2-40B4-BE49-F238E27FC236}">
                <a16:creationId xmlns:a16="http://schemas.microsoft.com/office/drawing/2014/main" id="{DFB1AAC0-A542-4ADF-BA44-89F68DF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01-线-0155">
            <a:extLst xmlns:a="http://schemas.openxmlformats.org/drawingml/2006/main">
              <a:ext uri="{FF2B5EF4-FFF2-40B4-BE49-F238E27FC236}">
                <a16:creationId xmlns:a16="http://schemas.microsoft.com/office/drawing/2014/main" id="{C3DCBFE2-B8FD-4415-85F9-D4EE3DD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6" name="p01-线-0156">
            <a:extLst xmlns:a="http://schemas.openxmlformats.org/drawingml/2006/main">
              <a:ext uri="{FF2B5EF4-FFF2-40B4-BE49-F238E27FC236}">
                <a16:creationId xmlns:a16="http://schemas.microsoft.com/office/drawing/2014/main" id="{63F4004E-8607-47A9-A7E5-3833488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556000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01-线-0157">
            <a:extLst xmlns:a="http://schemas.openxmlformats.org/drawingml/2006/main">
              <a:ext uri="{FF2B5EF4-FFF2-40B4-BE49-F238E27FC236}">
                <a16:creationId xmlns:a16="http://schemas.microsoft.com/office/drawing/2014/main" id="{058E2A82-C219-453C-B9CC-5AAAF52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01-线-0158">
            <a:extLst xmlns:a="http://schemas.openxmlformats.org/drawingml/2006/main">
              <a:ext uri="{FF2B5EF4-FFF2-40B4-BE49-F238E27FC236}">
                <a16:creationId xmlns:a16="http://schemas.microsoft.com/office/drawing/2014/main" id="{65FBBDA3-E28C-48BE-B4F7-DAD4101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556000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9" name="p01-线-0159">
            <a:extLst xmlns:a="http://schemas.openxmlformats.org/drawingml/2006/main">
              <a:ext uri="{FF2B5EF4-FFF2-40B4-BE49-F238E27FC236}">
                <a16:creationId xmlns:a16="http://schemas.microsoft.com/office/drawing/2014/main" id="{1C7886EA-4780-457B-8AE2-082C442B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556000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01-线-0160">
            <a:extLst xmlns:a="http://schemas.openxmlformats.org/drawingml/2006/main">
              <a:ext uri="{FF2B5EF4-FFF2-40B4-BE49-F238E27FC236}">
                <a16:creationId xmlns:a16="http://schemas.microsoft.com/office/drawing/2014/main" id="{72620F1C-ECE5-41FF-9CF8-CA7322B5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01-线-0161">
            <a:extLst xmlns:a="http://schemas.openxmlformats.org/drawingml/2006/main">
              <a:ext uri="{FF2B5EF4-FFF2-40B4-BE49-F238E27FC236}">
                <a16:creationId xmlns:a16="http://schemas.microsoft.com/office/drawing/2014/main" id="{BABE75EE-024A-4CC9-8E7C-E76E8A4C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01-线-0162">
            <a:extLst xmlns:a="http://schemas.openxmlformats.org/drawingml/2006/main">
              <a:ext uri="{FF2B5EF4-FFF2-40B4-BE49-F238E27FC236}">
                <a16:creationId xmlns:a16="http://schemas.microsoft.com/office/drawing/2014/main" id="{2CD2C279-1E45-4BDE-AB04-BC3CC0CD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01-线-0163">
            <a:extLst xmlns:a="http://schemas.openxmlformats.org/drawingml/2006/main">
              <a:ext uri="{FF2B5EF4-FFF2-40B4-BE49-F238E27FC236}">
                <a16:creationId xmlns:a16="http://schemas.microsoft.com/office/drawing/2014/main" id="{796C48D1-3E23-4657-AE63-5158262F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01-线-0164">
            <a:extLst xmlns:a="http://schemas.openxmlformats.org/drawingml/2006/main">
              <a:ext uri="{FF2B5EF4-FFF2-40B4-BE49-F238E27FC236}">
                <a16:creationId xmlns:a16="http://schemas.microsoft.com/office/drawing/2014/main" id="{15424610-FBF6-4096-92EE-B7EB1D7D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01-线-0165">
            <a:extLst xmlns:a="http://schemas.openxmlformats.org/drawingml/2006/main">
              <a:ext uri="{FF2B5EF4-FFF2-40B4-BE49-F238E27FC236}">
                <a16:creationId xmlns:a16="http://schemas.microsoft.com/office/drawing/2014/main" id="{9A4660AD-7F93-4605-A99D-1374938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6" name="p01-线-0166">
            <a:extLst xmlns:a="http://schemas.openxmlformats.org/drawingml/2006/main">
              <a:ext uri="{FF2B5EF4-FFF2-40B4-BE49-F238E27FC236}">
                <a16:creationId xmlns:a16="http://schemas.microsoft.com/office/drawing/2014/main" id="{B145CE97-24A8-468D-90F8-A90A986F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01-线-0167">
            <a:extLst xmlns:a="http://schemas.openxmlformats.org/drawingml/2006/main">
              <a:ext uri="{FF2B5EF4-FFF2-40B4-BE49-F238E27FC236}">
                <a16:creationId xmlns:a16="http://schemas.microsoft.com/office/drawing/2014/main" id="{E97429F8-6540-432B-90CE-34EA40B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01-线-0168">
            <a:extLst xmlns:a="http://schemas.openxmlformats.org/drawingml/2006/main">
              <a:ext uri="{FF2B5EF4-FFF2-40B4-BE49-F238E27FC236}">
                <a16:creationId xmlns:a16="http://schemas.microsoft.com/office/drawing/2014/main" id="{40F936A9-075A-47DC-8F24-41CFDC1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9" name="p01-线-0169">
            <a:extLst xmlns:a="http://schemas.openxmlformats.org/drawingml/2006/main">
              <a:ext uri="{FF2B5EF4-FFF2-40B4-BE49-F238E27FC236}">
                <a16:creationId xmlns:a16="http://schemas.microsoft.com/office/drawing/2014/main" id="{6509F5E1-9A78-4477-B367-AD474F53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1-线-0170">
            <a:extLst xmlns:a="http://schemas.openxmlformats.org/drawingml/2006/main">
              <a:ext uri="{FF2B5EF4-FFF2-40B4-BE49-F238E27FC236}">
                <a16:creationId xmlns:a16="http://schemas.microsoft.com/office/drawing/2014/main" id="{C8794AA3-964B-4C54-ACE3-8A91B058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01-线-0171">
            <a:extLst xmlns:a="http://schemas.openxmlformats.org/drawingml/2006/main">
              <a:ext uri="{FF2B5EF4-FFF2-40B4-BE49-F238E27FC236}">
                <a16:creationId xmlns:a16="http://schemas.microsoft.com/office/drawing/2014/main" id="{B09E78E4-BC6D-495F-B955-9F369A9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2" name="p01-线-0172">
            <a:extLst xmlns:a="http://schemas.openxmlformats.org/drawingml/2006/main">
              <a:ext uri="{FF2B5EF4-FFF2-40B4-BE49-F238E27FC236}">
                <a16:creationId xmlns:a16="http://schemas.microsoft.com/office/drawing/2014/main" id="{E952ECA6-756B-4C0D-BDE5-248EE2CA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1-线-0173">
            <a:extLst xmlns:a="http://schemas.openxmlformats.org/drawingml/2006/main">
              <a:ext uri="{FF2B5EF4-FFF2-40B4-BE49-F238E27FC236}">
                <a16:creationId xmlns:a16="http://schemas.microsoft.com/office/drawing/2014/main" id="{E3917DB4-F01E-4718-96AA-1725C4F9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01-线-0174">
            <a:extLst xmlns:a="http://schemas.openxmlformats.org/drawingml/2006/main">
              <a:ext uri="{FF2B5EF4-FFF2-40B4-BE49-F238E27FC236}">
                <a16:creationId xmlns:a16="http://schemas.microsoft.com/office/drawing/2014/main" id="{6FF8BB30-BF8E-465D-AE09-4CEEA147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5" name="p01-线-0175">
            <a:extLst xmlns:a="http://schemas.openxmlformats.org/drawingml/2006/main">
              <a:ext uri="{FF2B5EF4-FFF2-40B4-BE49-F238E27FC236}">
                <a16:creationId xmlns:a16="http://schemas.microsoft.com/office/drawing/2014/main" id="{7FA40C60-54C2-445D-B6BD-3E47A608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1-线-0176">
            <a:extLst xmlns:a="http://schemas.openxmlformats.org/drawingml/2006/main">
              <a:ext uri="{FF2B5EF4-FFF2-40B4-BE49-F238E27FC236}">
                <a16:creationId xmlns:a16="http://schemas.microsoft.com/office/drawing/2014/main" id="{A4A9CAAC-5BE6-4836-B1D7-82557601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01-线-0177">
            <a:extLst xmlns:a="http://schemas.openxmlformats.org/drawingml/2006/main">
              <a:ext uri="{FF2B5EF4-FFF2-40B4-BE49-F238E27FC236}">
                <a16:creationId xmlns:a16="http://schemas.microsoft.com/office/drawing/2014/main" id="{882AFCB5-CF5A-4B22-AF43-D3BE992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8" name="p01-线-0178">
            <a:extLst xmlns:a="http://schemas.openxmlformats.org/drawingml/2006/main">
              <a:ext uri="{FF2B5EF4-FFF2-40B4-BE49-F238E27FC236}">
                <a16:creationId xmlns:a16="http://schemas.microsoft.com/office/drawing/2014/main" id="{89AFD0BC-2807-4F97-BFD4-FDD649F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01-线-0179">
            <a:extLst xmlns:a="http://schemas.openxmlformats.org/drawingml/2006/main">
              <a:ext uri="{FF2B5EF4-FFF2-40B4-BE49-F238E27FC236}">
                <a16:creationId xmlns:a16="http://schemas.microsoft.com/office/drawing/2014/main" id="{E1DB3733-EE94-41E1-896F-1A542B2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01-线-0180">
            <a:extLst xmlns:a="http://schemas.openxmlformats.org/drawingml/2006/main">
              <a:ext uri="{FF2B5EF4-FFF2-40B4-BE49-F238E27FC236}">
                <a16:creationId xmlns:a16="http://schemas.microsoft.com/office/drawing/2014/main" id="{12DD985C-5AB7-4E75-97ED-6E5BDA4B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1" name="p01-线-0181">
            <a:extLst xmlns:a="http://schemas.openxmlformats.org/drawingml/2006/main">
              <a:ext uri="{FF2B5EF4-FFF2-40B4-BE49-F238E27FC236}">
                <a16:creationId xmlns:a16="http://schemas.microsoft.com/office/drawing/2014/main" id="{4085ADCC-BE49-4724-87B5-66ECAF9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01-线-0182">
            <a:extLst xmlns:a="http://schemas.openxmlformats.org/drawingml/2006/main">
              <a:ext uri="{FF2B5EF4-FFF2-40B4-BE49-F238E27FC236}">
                <a16:creationId xmlns:a16="http://schemas.microsoft.com/office/drawing/2014/main" id="{0A0593A2-D094-4345-9A55-D4ADC21C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01-线-0183">
            <a:extLst xmlns:a="http://schemas.openxmlformats.org/drawingml/2006/main">
              <a:ext uri="{FF2B5EF4-FFF2-40B4-BE49-F238E27FC236}">
                <a16:creationId xmlns:a16="http://schemas.microsoft.com/office/drawing/2014/main" id="{49B1EE01-CCC1-4ED1-9FB3-6F4548AB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4" name="p01-线-0184">
            <a:extLst xmlns:a="http://schemas.openxmlformats.org/drawingml/2006/main">
              <a:ext uri="{FF2B5EF4-FFF2-40B4-BE49-F238E27FC236}">
                <a16:creationId xmlns:a16="http://schemas.microsoft.com/office/drawing/2014/main" id="{819A90F9-67C4-4A10-8C2E-5EFC2050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01-线-0185">
            <a:extLst xmlns:a="http://schemas.openxmlformats.org/drawingml/2006/main">
              <a:ext uri="{FF2B5EF4-FFF2-40B4-BE49-F238E27FC236}">
                <a16:creationId xmlns:a16="http://schemas.microsoft.com/office/drawing/2014/main" id="{E4C2F0BF-83E9-44D6-80EA-6237E4D3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01-线-0186">
            <a:extLst xmlns:a="http://schemas.openxmlformats.org/drawingml/2006/main">
              <a:ext uri="{FF2B5EF4-FFF2-40B4-BE49-F238E27FC236}">
                <a16:creationId xmlns:a16="http://schemas.microsoft.com/office/drawing/2014/main" id="{94C5FE6B-1D8F-4D45-A325-67CCD454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7" name="p01-线-0187">
            <a:extLst xmlns:a="http://schemas.openxmlformats.org/drawingml/2006/main">
              <a:ext uri="{FF2B5EF4-FFF2-40B4-BE49-F238E27FC236}">
                <a16:creationId xmlns:a16="http://schemas.microsoft.com/office/drawing/2014/main" id="{34DC2361-F718-4623-8450-B65EEDF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963988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01-线-0188">
            <a:extLst xmlns:a="http://schemas.openxmlformats.org/drawingml/2006/main">
              <a:ext uri="{FF2B5EF4-FFF2-40B4-BE49-F238E27FC236}">
                <a16:creationId xmlns:a16="http://schemas.microsoft.com/office/drawing/2014/main" id="{6F3BF159-42B0-42A4-8C7E-2EB082F3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01-线-0189">
            <a:extLst xmlns:a="http://schemas.openxmlformats.org/drawingml/2006/main">
              <a:ext uri="{FF2B5EF4-FFF2-40B4-BE49-F238E27FC236}">
                <a16:creationId xmlns:a16="http://schemas.microsoft.com/office/drawing/2014/main" id="{7AD2C57D-C67B-4314-BFA6-9BA173B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3963988"/>
            <a:ext cx="358140" cy="407987"/>
          </a:xfrm>
          <a:custGeom xmlns:a="http://schemas.openxmlformats.org/drawingml/2006/main">
            <a:pathLst>
              <a:path w="358140" h="407987">
                <a:moveTo>
                  <a:pt x="0" y="0"/>
                </a:moveTo>
                <a:lnTo>
                  <a:pt x="35814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0" name="p01-线-0190">
            <a:extLst xmlns:a="http://schemas.openxmlformats.org/drawingml/2006/main">
              <a:ext uri="{FF2B5EF4-FFF2-40B4-BE49-F238E27FC236}">
                <a16:creationId xmlns:a16="http://schemas.microsoft.com/office/drawing/2014/main" id="{C2EE0EF5-CCEA-4A02-9164-6C71AB3F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963988"/>
            <a:ext cx="95" cy="407987"/>
          </a:xfrm>
          <a:custGeom xmlns:a="http://schemas.openxmlformats.org/drawingml/2006/main">
            <a:pathLst>
              <a:path w="95" h="407987">
                <a:moveTo>
                  <a:pt x="0" y="0"/>
                </a:moveTo>
                <a:lnTo>
                  <a:pt x="0" y="4079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01-线-0191">
            <a:extLst xmlns:a="http://schemas.openxmlformats.org/drawingml/2006/main">
              <a:ext uri="{FF2B5EF4-FFF2-40B4-BE49-F238E27FC236}">
                <a16:creationId xmlns:a16="http://schemas.microsoft.com/office/drawing/2014/main" id="{CC1F0903-08E1-4740-B17E-2541219F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01-线-0192">
            <a:extLst xmlns:a="http://schemas.openxmlformats.org/drawingml/2006/main">
              <a:ext uri="{FF2B5EF4-FFF2-40B4-BE49-F238E27FC236}">
                <a16:creationId xmlns:a16="http://schemas.microsoft.com/office/drawing/2014/main" id="{D305FD8D-2D79-4D9D-82D4-ECDAA17A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01-线-0193">
            <a:extLst xmlns:a="http://schemas.openxmlformats.org/drawingml/2006/main">
              <a:ext uri="{FF2B5EF4-FFF2-40B4-BE49-F238E27FC236}">
                <a16:creationId xmlns:a16="http://schemas.microsoft.com/office/drawing/2014/main" id="{D672ABE7-0F4A-4DA7-A2ED-3AF4550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25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01-线-0194">
            <a:extLst xmlns:a="http://schemas.openxmlformats.org/drawingml/2006/main">
              <a:ext uri="{FF2B5EF4-FFF2-40B4-BE49-F238E27FC236}">
                <a16:creationId xmlns:a16="http://schemas.microsoft.com/office/drawing/2014/main" id="{8C89DC2C-346E-41CB-87AC-7D48431A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9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01-线-0195">
            <a:extLst xmlns:a="http://schemas.openxmlformats.org/drawingml/2006/main">
              <a:ext uri="{FF2B5EF4-FFF2-40B4-BE49-F238E27FC236}">
                <a16:creationId xmlns:a16="http://schemas.microsoft.com/office/drawing/2014/main" id="{A14AEBFA-9CF8-44BC-8D98-D5FFE939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01-线-0196">
            <a:extLst xmlns:a="http://schemas.openxmlformats.org/drawingml/2006/main">
              <a:ext uri="{FF2B5EF4-FFF2-40B4-BE49-F238E27FC236}">
                <a16:creationId xmlns:a16="http://schemas.microsoft.com/office/drawing/2014/main" id="{9521D241-449C-4A0C-8BCF-63AF471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01-线-0197">
            <a:extLst xmlns:a="http://schemas.openxmlformats.org/drawingml/2006/main">
              <a:ext uri="{FF2B5EF4-FFF2-40B4-BE49-F238E27FC236}">
                <a16:creationId xmlns:a16="http://schemas.microsoft.com/office/drawing/2014/main" id="{D24B1993-49AB-458F-B34A-E30A003B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01-线-0198">
            <a:extLst xmlns:a="http://schemas.openxmlformats.org/drawingml/2006/main">
              <a:ext uri="{FF2B5EF4-FFF2-40B4-BE49-F238E27FC236}">
                <a16:creationId xmlns:a16="http://schemas.microsoft.com/office/drawing/2014/main" id="{4A439A55-61FE-4B8E-8954-8F40BCB3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95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01-线-0199">
            <a:extLst xmlns:a="http://schemas.openxmlformats.org/drawingml/2006/main">
              <a:ext uri="{FF2B5EF4-FFF2-40B4-BE49-F238E27FC236}">
                <a16:creationId xmlns:a16="http://schemas.microsoft.com/office/drawing/2014/main" id="{F88805DC-7B2C-44E4-B45F-00BF9547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01-线-0200">
            <a:extLst xmlns:a="http://schemas.openxmlformats.org/drawingml/2006/main">
              <a:ext uri="{FF2B5EF4-FFF2-40B4-BE49-F238E27FC236}">
                <a16:creationId xmlns:a16="http://schemas.microsoft.com/office/drawing/2014/main" id="{B13BA229-B3E9-4321-9B6B-EC64A269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35" y="4371975"/>
            <a:ext cx="358140" cy="95"/>
          </a:xfrm>
          <a:custGeom xmlns:a="http://schemas.openxmlformats.org/drawingml/2006/main">
            <a:pathLst>
              <a:path w="358140" h="95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1-椭圆-0201">
            <a:extLst xmlns:a="http://schemas.openxmlformats.org/drawingml/2006/main">
              <a:ext uri="{FF2B5EF4-FFF2-40B4-BE49-F238E27FC236}">
                <a16:creationId xmlns:a16="http://schemas.microsoft.com/office/drawing/2014/main" id="{FE8B2BFE-CEDC-4E4A-9DC2-06616C10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899" y="2582252"/>
            <a:ext cx="394433" cy="3155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2" name="p01-椭圆-0202">
            <a:extLst xmlns:a="http://schemas.openxmlformats.org/drawingml/2006/main">
              <a:ext uri="{FF2B5EF4-FFF2-40B4-BE49-F238E27FC236}">
                <a16:creationId xmlns:a16="http://schemas.microsoft.com/office/drawing/2014/main" id="{549DD55C-BB80-4075-8A76-D58F59DB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963" y="2606079"/>
            <a:ext cx="334865" cy="267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3" name="p01-椭圆-0203">
            <a:extLst xmlns:a="http://schemas.openxmlformats.org/drawingml/2006/main">
              <a:ext uri="{FF2B5EF4-FFF2-40B4-BE49-F238E27FC236}">
                <a16:creationId xmlns:a16="http://schemas.microsoft.com/office/drawing/2014/main" id="{37DAB402-3546-4364-B165-B5A4CAF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91" y="2571078"/>
            <a:ext cx="422368" cy="337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4" name="p01-椭圆-0204">
            <a:extLst xmlns:a="http://schemas.openxmlformats.org/drawingml/2006/main">
              <a:ext uri="{FF2B5EF4-FFF2-40B4-BE49-F238E27FC236}">
                <a16:creationId xmlns:a16="http://schemas.microsoft.com/office/drawing/2014/main" id="{A81D4C50-F0E7-4FB2-A340-E826000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401" y="2576382"/>
            <a:ext cx="409108" cy="327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5" name="p01-椭圆-0205">
            <a:extLst xmlns:a="http://schemas.openxmlformats.org/drawingml/2006/main">
              <a:ext uri="{FF2B5EF4-FFF2-40B4-BE49-F238E27FC236}">
                <a16:creationId xmlns:a16="http://schemas.microsoft.com/office/drawing/2014/main" id="{8578BB79-3E14-4C9A-B4B2-7D5921F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915" y="2606969"/>
            <a:ext cx="332641" cy="266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6" name="p01-椭圆-0206">
            <a:extLst xmlns:a="http://schemas.openxmlformats.org/drawingml/2006/main">
              <a:ext uri="{FF2B5EF4-FFF2-40B4-BE49-F238E27FC236}">
                <a16:creationId xmlns:a16="http://schemas.microsoft.com/office/drawing/2014/main" id="{AE2EA3A9-1C68-4FAF-9325-48ABA08F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683" y="3422054"/>
            <a:ext cx="334865" cy="267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7" name="p01-椭圆-0207">
            <a:extLst xmlns:a="http://schemas.openxmlformats.org/drawingml/2006/main">
              <a:ext uri="{FF2B5EF4-FFF2-40B4-BE49-F238E27FC236}">
                <a16:creationId xmlns:a16="http://schemas.microsoft.com/office/drawing/2014/main" id="{D5D5F705-328E-4D39-825A-DA9AD5E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211" y="3387053"/>
            <a:ext cx="422368" cy="337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8" name="p01-椭圆-0208">
            <a:extLst xmlns:a="http://schemas.openxmlformats.org/drawingml/2006/main">
              <a:ext uri="{FF2B5EF4-FFF2-40B4-BE49-F238E27FC236}">
                <a16:creationId xmlns:a16="http://schemas.microsoft.com/office/drawing/2014/main" id="{2682B7A5-04BD-4B11-8DA6-EAE580CA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121" y="3392357"/>
            <a:ext cx="409108" cy="327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9" name="p01-椭圆-0209">
            <a:extLst xmlns:a="http://schemas.openxmlformats.org/drawingml/2006/main">
              <a:ext uri="{FF2B5EF4-FFF2-40B4-BE49-F238E27FC236}">
                <a16:creationId xmlns:a16="http://schemas.microsoft.com/office/drawing/2014/main" id="{1CF6B966-7976-4F53-A804-EE6A75DF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635" y="3422944"/>
            <a:ext cx="332641" cy="266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0" name="p01-椭圆-0210">
            <a:extLst xmlns:a="http://schemas.openxmlformats.org/drawingml/2006/main">
              <a:ext uri="{FF2B5EF4-FFF2-40B4-BE49-F238E27FC236}">
                <a16:creationId xmlns:a16="http://schemas.microsoft.com/office/drawing/2014/main" id="{BA988FEA-7DAC-4E33-A1B4-057BA04E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463" y="3392183"/>
            <a:ext cx="409544" cy="3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1" name="p01-路径-0211">
            <a:extLst xmlns:a="http://schemas.openxmlformats.org/drawingml/2006/main">
              <a:ext uri="{FF2B5EF4-FFF2-40B4-BE49-F238E27FC236}">
                <a16:creationId xmlns:a16="http://schemas.microsoft.com/office/drawing/2014/main" id="{28D49D98-AD2A-47EB-BA46-404AF2B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21663"/>
            <a:ext cx="3429000" cy="432128"/>
          </a:xfrm>
          <a:custGeom xmlns:a="http://schemas.openxmlformats.org/drawingml/2006/main">
            <a:pathLst>
              <a:path w="3429000" h="432128">
                <a:moveTo>
                  <a:pt x="0" y="177391"/>
                </a:moveTo>
                <a:lnTo>
                  <a:pt x="46977" y="146911"/>
                </a:lnTo>
                <a:lnTo>
                  <a:pt x="94321" y="119655"/>
                </a:lnTo>
                <a:lnTo>
                  <a:pt x="142023" y="95511"/>
                </a:lnTo>
                <a:lnTo>
                  <a:pt x="190077" y="74370"/>
                </a:lnTo>
                <a:lnTo>
                  <a:pt x="238474" y="56120"/>
                </a:lnTo>
                <a:lnTo>
                  <a:pt x="287207" y="40650"/>
                </a:lnTo>
                <a:lnTo>
                  <a:pt x="336269" y="27849"/>
                </a:lnTo>
                <a:lnTo>
                  <a:pt x="385651" y="17606"/>
                </a:lnTo>
                <a:lnTo>
                  <a:pt x="435346" y="9811"/>
                </a:lnTo>
                <a:lnTo>
                  <a:pt x="485348" y="4352"/>
                </a:lnTo>
                <a:lnTo>
                  <a:pt x="535647" y="1119"/>
                </a:lnTo>
                <a:lnTo>
                  <a:pt x="586237" y="0"/>
                </a:lnTo>
                <a:lnTo>
                  <a:pt x="637109" y="885"/>
                </a:lnTo>
                <a:lnTo>
                  <a:pt x="688257" y="3662"/>
                </a:lnTo>
                <a:lnTo>
                  <a:pt x="791349" y="14451"/>
                </a:lnTo>
                <a:lnTo>
                  <a:pt x="895451" y="31479"/>
                </a:lnTo>
                <a:lnTo>
                  <a:pt x="1000502" y="53859"/>
                </a:lnTo>
                <a:lnTo>
                  <a:pt x="1106442" y="80704"/>
                </a:lnTo>
                <a:lnTo>
                  <a:pt x="1213210" y="111125"/>
                </a:lnTo>
                <a:lnTo>
                  <a:pt x="1320745" y="144235"/>
                </a:lnTo>
                <a:lnTo>
                  <a:pt x="1428987" y="179148"/>
                </a:lnTo>
                <a:lnTo>
                  <a:pt x="1647349" y="250829"/>
                </a:lnTo>
                <a:lnTo>
                  <a:pt x="1757347" y="285822"/>
                </a:lnTo>
                <a:lnTo>
                  <a:pt x="1867809" y="319067"/>
                </a:lnTo>
                <a:lnTo>
                  <a:pt x="1978674" y="349676"/>
                </a:lnTo>
                <a:lnTo>
                  <a:pt x="2089882" y="376763"/>
                </a:lnTo>
                <a:lnTo>
                  <a:pt x="2201371" y="399439"/>
                </a:lnTo>
                <a:lnTo>
                  <a:pt x="2313082" y="416817"/>
                </a:lnTo>
                <a:lnTo>
                  <a:pt x="2424953" y="428009"/>
                </a:lnTo>
                <a:lnTo>
                  <a:pt x="2480930" y="431008"/>
                </a:lnTo>
                <a:lnTo>
                  <a:pt x="2536924" y="432128"/>
                </a:lnTo>
                <a:lnTo>
                  <a:pt x="2592928" y="431258"/>
                </a:lnTo>
                <a:lnTo>
                  <a:pt x="2648934" y="428287"/>
                </a:lnTo>
                <a:lnTo>
                  <a:pt x="2704935" y="423104"/>
                </a:lnTo>
                <a:lnTo>
                  <a:pt x="2760923" y="415597"/>
                </a:lnTo>
                <a:lnTo>
                  <a:pt x="2816890" y="405657"/>
                </a:lnTo>
                <a:lnTo>
                  <a:pt x="2872829" y="393173"/>
                </a:lnTo>
                <a:lnTo>
                  <a:pt x="2928732" y="378032"/>
                </a:lnTo>
                <a:lnTo>
                  <a:pt x="2984592" y="360125"/>
                </a:lnTo>
                <a:lnTo>
                  <a:pt x="3040401" y="339340"/>
                </a:lnTo>
                <a:lnTo>
                  <a:pt x="3096151" y="315566"/>
                </a:lnTo>
                <a:lnTo>
                  <a:pt x="3151835" y="288693"/>
                </a:lnTo>
                <a:lnTo>
                  <a:pt x="3207446" y="258610"/>
                </a:lnTo>
                <a:lnTo>
                  <a:pt x="3262975" y="225205"/>
                </a:lnTo>
                <a:lnTo>
                  <a:pt x="3318416" y="188368"/>
                </a:lnTo>
                <a:lnTo>
                  <a:pt x="3373760" y="147988"/>
                </a:lnTo>
                <a:lnTo>
                  <a:pt x="3429000" y="103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12" name="p01-路径-0212">
            <a:extLst xmlns:a="http://schemas.openxmlformats.org/drawingml/2006/main">
              <a:ext uri="{FF2B5EF4-FFF2-40B4-BE49-F238E27FC236}">
                <a16:creationId xmlns:a16="http://schemas.microsoft.com/office/drawing/2014/main" id="{AB94A576-2D88-4E0E-A4FF-8C01CF6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48200"/>
            <a:ext cx="2247900" cy="371475"/>
          </a:xfrm>
          <a:custGeom xmlns:a="http://schemas.openxmlformats.org/drawingml/2006/main">
            <a:pathLst>
              <a:path w="2247900" h="371475">
                <a:moveTo>
                  <a:pt x="0" y="142875"/>
                </a:moveTo>
                <a:lnTo>
                  <a:pt x="1753362" y="0"/>
                </a:lnTo>
                <a:lnTo>
                  <a:pt x="2247900" y="228600"/>
                </a:lnTo>
                <a:lnTo>
                  <a:pt x="494538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p01-路径-0213">
            <a:extLst xmlns:a="http://schemas.openxmlformats.org/drawingml/2006/main">
              <a:ext uri="{FF2B5EF4-FFF2-40B4-BE49-F238E27FC236}">
                <a16:creationId xmlns:a16="http://schemas.microsoft.com/office/drawing/2014/main" id="{CB67506E-A2B5-42EE-94FF-EFB632DB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47273"/>
            <a:ext cx="2247900" cy="371475"/>
          </a:xfrm>
          <a:custGeom xmlns:a="http://schemas.openxmlformats.org/drawingml/2006/main">
            <a:pathLst>
              <a:path w="2247900" h="371475">
                <a:moveTo>
                  <a:pt x="0" y="142875"/>
                </a:moveTo>
                <a:lnTo>
                  <a:pt x="1753362" y="0"/>
                </a:lnTo>
                <a:lnTo>
                  <a:pt x="2247900" y="228600"/>
                </a:lnTo>
                <a:lnTo>
                  <a:pt x="494538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p01-路径-0214">
            <a:extLst xmlns:a="http://schemas.openxmlformats.org/drawingml/2006/main">
              <a:ext uri="{FF2B5EF4-FFF2-40B4-BE49-F238E27FC236}">
                <a16:creationId xmlns:a16="http://schemas.microsoft.com/office/drawing/2014/main" id="{5AB4A60E-CF9F-4072-9FBA-12BD3AAD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6345"/>
            <a:ext cx="2247900" cy="371475"/>
          </a:xfrm>
          <a:custGeom xmlns:a="http://schemas.openxmlformats.org/drawingml/2006/main">
            <a:pathLst>
              <a:path w="2247900" h="371475">
                <a:moveTo>
                  <a:pt x="0" y="142875"/>
                </a:moveTo>
                <a:lnTo>
                  <a:pt x="1753362" y="0"/>
                </a:lnTo>
                <a:lnTo>
                  <a:pt x="2247900" y="228600"/>
                </a:lnTo>
                <a:lnTo>
                  <a:pt x="494538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p01-路径-0215">
            <a:extLst xmlns:a="http://schemas.openxmlformats.org/drawingml/2006/main">
              <a:ext uri="{FF2B5EF4-FFF2-40B4-BE49-F238E27FC236}">
                <a16:creationId xmlns:a16="http://schemas.microsoft.com/office/drawing/2014/main" id="{ABE317A8-8793-4B07-A1D5-CC94577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45418"/>
            <a:ext cx="2247900" cy="371475"/>
          </a:xfrm>
          <a:custGeom xmlns:a="http://schemas.openxmlformats.org/drawingml/2006/main">
            <a:pathLst>
              <a:path w="2247900" h="371475">
                <a:moveTo>
                  <a:pt x="0" y="142875"/>
                </a:moveTo>
                <a:lnTo>
                  <a:pt x="1753362" y="0"/>
                </a:lnTo>
                <a:lnTo>
                  <a:pt x="2247900" y="228600"/>
                </a:lnTo>
                <a:lnTo>
                  <a:pt x="494538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p01-路径-0216">
            <a:extLst xmlns:a="http://schemas.openxmlformats.org/drawingml/2006/main">
              <a:ext uri="{FF2B5EF4-FFF2-40B4-BE49-F238E27FC236}">
                <a16:creationId xmlns:a16="http://schemas.microsoft.com/office/drawing/2014/main" id="{89496FC2-A54F-4E28-B362-C2C88828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741" y="5517833"/>
            <a:ext cx="94488" cy="157163"/>
          </a:xfrm>
          <a:custGeom xmlns:a="http://schemas.openxmlformats.org/drawingml/2006/main">
            <a:pathLst>
              <a:path w="94488" h="157163">
                <a:moveTo>
                  <a:pt x="32956" y="0"/>
                </a:moveTo>
                <a:lnTo>
                  <a:pt x="32956" y="80963"/>
                </a:lnTo>
                <a:lnTo>
                  <a:pt x="0" y="80963"/>
                </a:lnTo>
                <a:lnTo>
                  <a:pt x="47244" y="157163"/>
                </a:lnTo>
                <a:lnTo>
                  <a:pt x="94488" y="80963"/>
                </a:lnTo>
                <a:lnTo>
                  <a:pt x="61531" y="80963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17" name="p01-路径-0217">
            <a:extLst xmlns:a="http://schemas.openxmlformats.org/drawingml/2006/main">
              <a:ext uri="{FF2B5EF4-FFF2-40B4-BE49-F238E27FC236}">
                <a16:creationId xmlns:a16="http://schemas.microsoft.com/office/drawing/2014/main" id="{6384B55B-8AD6-4F33-989F-AF28923A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489" y="5517833"/>
            <a:ext cx="94488" cy="157163"/>
          </a:xfrm>
          <a:custGeom xmlns:a="http://schemas.openxmlformats.org/drawingml/2006/main">
            <a:pathLst>
              <a:path w="94488" h="157163">
                <a:moveTo>
                  <a:pt x="32957" y="0"/>
                </a:moveTo>
                <a:lnTo>
                  <a:pt x="32957" y="80963"/>
                </a:lnTo>
                <a:lnTo>
                  <a:pt x="0" y="80963"/>
                </a:lnTo>
                <a:lnTo>
                  <a:pt x="47244" y="157163"/>
                </a:lnTo>
                <a:lnTo>
                  <a:pt x="94488" y="80963"/>
                </a:lnTo>
                <a:lnTo>
                  <a:pt x="61532" y="80963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18" name="p01-路径-0218">
            <a:extLst xmlns:a="http://schemas.openxmlformats.org/drawingml/2006/main">
              <a:ext uri="{FF2B5EF4-FFF2-40B4-BE49-F238E27FC236}">
                <a16:creationId xmlns:a16="http://schemas.microsoft.com/office/drawing/2014/main" id="{8F2B097E-631C-4D2E-B4B2-175BF636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237" y="5517833"/>
            <a:ext cx="94488" cy="157163"/>
          </a:xfrm>
          <a:custGeom xmlns:a="http://schemas.openxmlformats.org/drawingml/2006/main">
            <a:pathLst>
              <a:path w="94488" h="157163">
                <a:moveTo>
                  <a:pt x="32956" y="0"/>
                </a:moveTo>
                <a:lnTo>
                  <a:pt x="32956" y="80963"/>
                </a:lnTo>
                <a:lnTo>
                  <a:pt x="0" y="80963"/>
                </a:lnTo>
                <a:lnTo>
                  <a:pt x="47244" y="157163"/>
                </a:lnTo>
                <a:lnTo>
                  <a:pt x="94488" y="80963"/>
                </a:lnTo>
                <a:lnTo>
                  <a:pt x="61531" y="80963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19" name="p01-路径-0219">
            <a:extLst xmlns:a="http://schemas.openxmlformats.org/drawingml/2006/main">
              <a:ext uri="{FF2B5EF4-FFF2-40B4-BE49-F238E27FC236}">
                <a16:creationId xmlns:a16="http://schemas.microsoft.com/office/drawing/2014/main" id="{B83F7718-234D-4DD3-BB66-CCEE5D64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5517833"/>
            <a:ext cx="94488" cy="157163"/>
          </a:xfrm>
          <a:custGeom xmlns:a="http://schemas.openxmlformats.org/drawingml/2006/main">
            <a:pathLst>
              <a:path w="94488" h="157163">
                <a:moveTo>
                  <a:pt x="32957" y="0"/>
                </a:moveTo>
                <a:lnTo>
                  <a:pt x="32957" y="80963"/>
                </a:lnTo>
                <a:lnTo>
                  <a:pt x="0" y="80963"/>
                </a:lnTo>
                <a:lnTo>
                  <a:pt x="47244" y="157163"/>
                </a:lnTo>
                <a:lnTo>
                  <a:pt x="94488" y="80963"/>
                </a:lnTo>
                <a:lnTo>
                  <a:pt x="61532" y="80963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0" name="p01-路径-0220">
            <a:extLst xmlns:a="http://schemas.openxmlformats.org/drawingml/2006/main">
              <a:ext uri="{FF2B5EF4-FFF2-40B4-BE49-F238E27FC236}">
                <a16:creationId xmlns:a16="http://schemas.microsoft.com/office/drawing/2014/main" id="{F82FA739-999D-4707-9841-076A8DD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733" y="5517833"/>
            <a:ext cx="94488" cy="157163"/>
          </a:xfrm>
          <a:custGeom xmlns:a="http://schemas.openxmlformats.org/drawingml/2006/main">
            <a:pathLst>
              <a:path w="94488" h="157163">
                <a:moveTo>
                  <a:pt x="32956" y="0"/>
                </a:moveTo>
                <a:lnTo>
                  <a:pt x="32956" y="80963"/>
                </a:lnTo>
                <a:lnTo>
                  <a:pt x="0" y="80963"/>
                </a:lnTo>
                <a:lnTo>
                  <a:pt x="47244" y="157163"/>
                </a:lnTo>
                <a:lnTo>
                  <a:pt x="94488" y="80963"/>
                </a:lnTo>
                <a:lnTo>
                  <a:pt x="61531" y="80963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1" name="p01-路径-0221">
            <a:extLst xmlns:a="http://schemas.openxmlformats.org/drawingml/2006/main">
              <a:ext uri="{FF2B5EF4-FFF2-40B4-BE49-F238E27FC236}">
                <a16:creationId xmlns:a16="http://schemas.microsoft.com/office/drawing/2014/main" id="{C7793A8F-D6A4-4838-B222-7A78EBFD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481" y="5517833"/>
            <a:ext cx="94488" cy="157163"/>
          </a:xfrm>
          <a:custGeom xmlns:a="http://schemas.openxmlformats.org/drawingml/2006/main">
            <a:pathLst>
              <a:path w="94488" h="157163">
                <a:moveTo>
                  <a:pt x="32957" y="0"/>
                </a:moveTo>
                <a:lnTo>
                  <a:pt x="32957" y="80963"/>
                </a:lnTo>
                <a:lnTo>
                  <a:pt x="0" y="80963"/>
                </a:lnTo>
                <a:lnTo>
                  <a:pt x="47244" y="157163"/>
                </a:lnTo>
                <a:lnTo>
                  <a:pt x="94488" y="80963"/>
                </a:lnTo>
                <a:lnTo>
                  <a:pt x="61532" y="80963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2" name="p01-文本-0222">
            <a:extLst xmlns:a="http://schemas.openxmlformats.org/drawingml/2006/main">
              <a:ext uri="{FF2B5EF4-FFF2-40B4-BE49-F238E27FC236}">
                <a16:creationId xmlns:a16="http://schemas.microsoft.com/office/drawing/2014/main" id="{34C58E87-A53E-4F5B-8662-743DDDA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8409"/>
            <a:ext cx="4672584" cy="672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36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多孔材料的结构与传输</a:t>
            </a:r>
          </a:p>
        </p:txBody>
      </p:sp>
      <p:sp>
        <p:nvSpPr>
          <p:cNvPr id="223" name="p01-文本-0223">
            <a:extLst xmlns:a="http://schemas.openxmlformats.org/drawingml/2006/main">
              <a:ext uri="{FF2B5EF4-FFF2-40B4-BE49-F238E27FC236}">
                <a16:creationId xmlns:a16="http://schemas.microsoft.com/office/drawing/2014/main" id="{157ED213-159E-4BB1-A21A-FDF9D73C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1321"/>
            <a:ext cx="3206115" cy="42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2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研究进展与下一阶段验证</a:t>
            </a:r>
          </a:p>
        </p:txBody>
      </p:sp>
      <p:sp>
        <p:nvSpPr>
          <p:cNvPr id="224" name="p01-文本-0224">
            <a:extLst xmlns:a="http://schemas.openxmlformats.org/drawingml/2006/main">
              <a:ext uri="{FF2B5EF4-FFF2-40B4-BE49-F238E27FC236}">
                <a16:creationId xmlns:a16="http://schemas.microsoft.com/office/drawing/2014/main" id="{48F30708-3922-4B3A-98AF-7B6693F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3289"/>
            <a:ext cx="243363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从结构表征到性能比较</a:t>
            </a:r>
          </a:p>
        </p:txBody>
      </p:sp>
      <p:sp>
        <p:nvSpPr>
          <p:cNvPr id="225" name="p01-文本-0225">
            <a:extLst xmlns:a="http://schemas.openxmlformats.org/drawingml/2006/main">
              <a:ext uri="{FF2B5EF4-FFF2-40B4-BE49-F238E27FC236}">
                <a16:creationId xmlns:a16="http://schemas.microsoft.com/office/drawing/2014/main" id="{B8DD5E87-F600-4195-8239-CB931BCB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3339"/>
            <a:ext cx="243363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建立可检验的设计依据</a:t>
            </a:r>
          </a:p>
        </p:txBody>
      </p:sp>
      <p:sp>
        <p:nvSpPr>
          <p:cNvPr id="226" name="p01-线-0226">
            <a:extLst xmlns:a="http://schemas.openxmlformats.org/drawingml/2006/main">
              <a:ext uri="{FF2B5EF4-FFF2-40B4-BE49-F238E27FC236}">
                <a16:creationId xmlns:a16="http://schemas.microsoft.com/office/drawing/2014/main" id="{09ABA718-90F2-4395-9351-60D4452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3571875" cy="95"/>
          </a:xfrm>
          <a:custGeom xmlns:a="http://schemas.openxmlformats.org/drawingml/2006/main">
            <a:pathLst>
              <a:path w="3571875" h="95">
                <a:moveTo>
                  <a:pt x="0" y="0"/>
                </a:moveTo>
                <a:lnTo>
                  <a:pt x="3571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227" name="p01-文本-0227">
            <a:extLst xmlns:a="http://schemas.openxmlformats.org/drawingml/2006/main">
              <a:ext uri="{FF2B5EF4-FFF2-40B4-BE49-F238E27FC236}">
                <a16:creationId xmlns:a16="http://schemas.microsoft.com/office/drawing/2014/main" id="{42F750EB-682E-4E19-BBB4-5575F302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7978"/>
            <a:ext cx="3525774" cy="39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1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结构变化如何影响传输响应？</a:t>
            </a:r>
          </a:p>
        </p:txBody>
      </p:sp>
      <p:sp>
        <p:nvSpPr>
          <p:cNvPr id="228" name="p01-文本-0228">
            <a:extLst xmlns:a="http://schemas.openxmlformats.org/drawingml/2006/main">
              <a:ext uri="{FF2B5EF4-FFF2-40B4-BE49-F238E27FC236}">
                <a16:creationId xmlns:a16="http://schemas.microsoft.com/office/drawing/2014/main" id="{7384B7FA-177F-4A0B-A845-41D71836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3592"/>
            <a:ext cx="3648265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孔道参数  </a:t>
            </a:r>
            <a:r>
              <a:rPr lang="en-US"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 </a:t>
            </a: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界面过程  </a:t>
            </a:r>
            <a:r>
              <a:rPr lang="en-US"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 </a:t>
            </a: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响应稳定性</a:t>
            </a:r>
          </a:p>
        </p:txBody>
      </p:sp>
      <p:sp>
        <p:nvSpPr>
          <p:cNvPr id="229" name="p01-文本-0229">
            <a:extLst xmlns:a="http://schemas.openxmlformats.org/drawingml/2006/main">
              <a:ext uri="{FF2B5EF4-FFF2-40B4-BE49-F238E27FC236}">
                <a16:creationId xmlns:a16="http://schemas.microsoft.com/office/drawing/2014/main" id="{7ECC6B44-D500-4DE4-81A3-42F6DE23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01</a:t>
            </a:r>
          </a:p>
        </p:txBody>
      </p:sp>
    </p:spTree>
    <p:extLst>
      <p:ext uri="{BB962C8B-B14F-4D97-AF65-F5344CB8AC3E}">
        <p14:creationId xmlns:p14="http://schemas.microsoft.com/office/powerpoint/2010/main" val="770043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02-矩形-0001">
            <a:extLst xmlns:a="http://schemas.openxmlformats.org/drawingml/2006/main">
              <a:ext uri="{FF2B5EF4-FFF2-40B4-BE49-F238E27FC236}">
                <a16:creationId xmlns:a16="http://schemas.microsoft.com/office/drawing/2014/main" id="{989895C6-22C1-45A2-994A-75B449CE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2-矩形-0002">
            <a:extLst xmlns:a="http://schemas.openxmlformats.org/drawingml/2006/main">
              <a:ext uri="{FF2B5EF4-FFF2-40B4-BE49-F238E27FC236}">
                <a16:creationId xmlns:a16="http://schemas.microsoft.com/office/drawing/2014/main" id="{5F486913-126E-439F-ADA8-86525B8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2-文本-0003">
            <a:extLst xmlns:a="http://schemas.openxmlformats.org/drawingml/2006/main">
              <a:ext uri="{FF2B5EF4-FFF2-40B4-BE49-F238E27FC236}">
                <a16:creationId xmlns:a16="http://schemas.microsoft.com/office/drawing/2014/main" id="{C8AF5AAF-3F40-4251-A976-935FE3F3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汇报主线：问题、方法、证据与下一步</a:t>
            </a:r>
          </a:p>
        </p:txBody>
      </p:sp>
      <p:sp>
        <p:nvSpPr>
          <p:cNvPr id="4" name="p02-文本-0004">
            <a:extLst xmlns:a="http://schemas.openxmlformats.org/drawingml/2006/main">
              <a:ext uri="{FF2B5EF4-FFF2-40B4-BE49-F238E27FC236}">
                <a16:creationId xmlns:a16="http://schemas.microsoft.com/office/drawing/2014/main" id="{7E21974D-0010-43C2-BEF5-BF34E3FE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围绕结构如何影响传输，依次展开表征、机制、评价与设计</a:t>
            </a:r>
          </a:p>
        </p:txBody>
      </p:sp>
      <p:sp>
        <p:nvSpPr>
          <p:cNvPr id="5" name="p02-线-0005">
            <a:extLst xmlns:a="http://schemas.openxmlformats.org/drawingml/2006/main">
              <a:ext uri="{FF2B5EF4-FFF2-40B4-BE49-F238E27FC236}">
                <a16:creationId xmlns:a16="http://schemas.microsoft.com/office/drawing/2014/main" id="{1C3E77C1-30B6-45AF-84C2-0191139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2-矩形-0006">
            <a:extLst xmlns:a="http://schemas.openxmlformats.org/drawingml/2006/main">
              <a:ext uri="{FF2B5EF4-FFF2-40B4-BE49-F238E27FC236}">
                <a16:creationId xmlns:a16="http://schemas.microsoft.com/office/drawing/2014/main" id="{ADF9FCDD-0EA2-4D01-9DB4-4D4750E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714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02-文本-0007">
            <a:extLst xmlns:a="http://schemas.openxmlformats.org/drawingml/2006/main">
              <a:ext uri="{FF2B5EF4-FFF2-40B4-BE49-F238E27FC236}">
                <a16:creationId xmlns:a16="http://schemas.microsoft.com/office/drawing/2014/main" id="{E7D003BC-EAA8-462E-9195-C312EC3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82" y="1660927"/>
            <a:ext cx="360236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23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01</a:t>
            </a:r>
          </a:p>
        </p:txBody>
      </p:sp>
      <p:sp>
        <p:nvSpPr>
          <p:cNvPr id="8" name="p02-文本-0008">
            <a:extLst xmlns:a="http://schemas.openxmlformats.org/drawingml/2006/main">
              <a:ext uri="{FF2B5EF4-FFF2-40B4-BE49-F238E27FC236}">
                <a16:creationId xmlns:a16="http://schemas.microsoft.com/office/drawing/2014/main" id="{947073F2-EAC6-4E28-AC5E-2ADB8113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23357"/>
            <a:ext cx="10852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结构表征</a:t>
            </a:r>
          </a:p>
        </p:txBody>
      </p:sp>
      <p:sp>
        <p:nvSpPr>
          <p:cNvPr id="9" name="p02-文本-0009">
            <a:extLst xmlns:a="http://schemas.openxmlformats.org/drawingml/2006/main">
              <a:ext uri="{FF2B5EF4-FFF2-40B4-BE49-F238E27FC236}">
                <a16:creationId xmlns:a16="http://schemas.microsoft.com/office/drawing/2014/main" id="{CF9A2FD7-4316-4577-90E4-7D62460B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04" y="163454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形貌测量</a:t>
            </a:r>
          </a:p>
        </p:txBody>
      </p:sp>
      <p:sp>
        <p:nvSpPr>
          <p:cNvPr id="10" name="p02-文本-0010">
            <a:extLst xmlns:a="http://schemas.openxmlformats.org/drawingml/2006/main">
              <a:ext uri="{FF2B5EF4-FFF2-40B4-BE49-F238E27FC236}">
                <a16:creationId xmlns:a16="http://schemas.microsoft.com/office/drawing/2014/main" id="{0B363DFD-D58C-4768-A685-77F8E95C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954" y="163454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参数提取</a:t>
            </a:r>
          </a:p>
        </p:txBody>
      </p:sp>
      <p:sp>
        <p:nvSpPr>
          <p:cNvPr id="11" name="p02-文本-0011">
            <a:extLst xmlns:a="http://schemas.openxmlformats.org/drawingml/2006/main">
              <a:ext uri="{FF2B5EF4-FFF2-40B4-BE49-F238E27FC236}">
                <a16:creationId xmlns:a16="http://schemas.microsoft.com/office/drawing/2014/main" id="{17EE16DB-907F-4CDF-9205-FD5E2D4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304" y="163454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差异定位</a:t>
            </a:r>
          </a:p>
        </p:txBody>
      </p:sp>
      <p:sp>
        <p:nvSpPr>
          <p:cNvPr id="12" name="p02-路径-0012">
            <a:extLst xmlns:a="http://schemas.openxmlformats.org/drawingml/2006/main">
              <a:ext uri="{FF2B5EF4-FFF2-40B4-BE49-F238E27FC236}">
                <a16:creationId xmlns:a16="http://schemas.microsoft.com/office/drawing/2014/main" id="{F8A17011-8799-4599-B127-DA33656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6212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p02-路径-0013">
            <a:extLst xmlns:a="http://schemas.openxmlformats.org/drawingml/2006/main">
              <a:ext uri="{FF2B5EF4-FFF2-40B4-BE49-F238E27FC236}">
                <a16:creationId xmlns:a16="http://schemas.microsoft.com/office/drawing/2014/main" id="{31D17514-E28A-4DD1-A2C8-F3ADBFA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96212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" name="p02-线-0014">
            <a:extLst xmlns:a="http://schemas.openxmlformats.org/drawingml/2006/main">
              <a:ext uri="{FF2B5EF4-FFF2-40B4-BE49-F238E27FC236}">
                <a16:creationId xmlns:a16="http://schemas.microsoft.com/office/drawing/2014/main" id="{F307AB81-3B9E-477E-B32E-ADB4B320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57425"/>
            <a:ext cx="10182225" cy="95"/>
          </a:xfrm>
          <a:custGeom xmlns:a="http://schemas.openxmlformats.org/drawingml/2006/main">
            <a:pathLst>
              <a:path w="10182225" h="95">
                <a:moveTo>
                  <a:pt x="0" y="0"/>
                </a:moveTo>
                <a:lnTo>
                  <a:pt x="1018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5" name="p02-矩形-0015">
            <a:extLst xmlns:a="http://schemas.openxmlformats.org/drawingml/2006/main">
              <a:ext uri="{FF2B5EF4-FFF2-40B4-BE49-F238E27FC236}">
                <a16:creationId xmlns:a16="http://schemas.microsoft.com/office/drawing/2014/main" id="{FF556D55-2A0B-45C5-878B-5710160C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714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16" name="p02-文本-0016">
            <a:extLst xmlns:a="http://schemas.openxmlformats.org/drawingml/2006/main">
              <a:ext uri="{FF2B5EF4-FFF2-40B4-BE49-F238E27FC236}">
                <a16:creationId xmlns:a16="http://schemas.microsoft.com/office/drawing/2014/main" id="{321393A5-117E-471A-8B41-D88C8678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82" y="2775352"/>
            <a:ext cx="360236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23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02</a:t>
            </a:r>
          </a:p>
        </p:txBody>
      </p:sp>
      <p:sp>
        <p:nvSpPr>
          <p:cNvPr id="17" name="p02-文本-0017">
            <a:extLst xmlns:a="http://schemas.openxmlformats.org/drawingml/2006/main">
              <a:ext uri="{FF2B5EF4-FFF2-40B4-BE49-F238E27FC236}">
                <a16:creationId xmlns:a16="http://schemas.microsoft.com/office/drawing/2014/main" id="{CCCE09CF-4C72-467B-8229-67E9AB52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7782"/>
            <a:ext cx="10852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传输机制</a:t>
            </a:r>
          </a:p>
        </p:txBody>
      </p:sp>
      <p:sp>
        <p:nvSpPr>
          <p:cNvPr id="18" name="p02-文本-0018">
            <a:extLst xmlns:a="http://schemas.openxmlformats.org/drawingml/2006/main">
              <a:ext uri="{FF2B5EF4-FFF2-40B4-BE49-F238E27FC236}">
                <a16:creationId xmlns:a16="http://schemas.microsoft.com/office/drawing/2014/main" id="{3FE3C524-CEA4-432B-B18F-7BDC660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04" y="274896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路径建模</a:t>
            </a:r>
          </a:p>
        </p:txBody>
      </p:sp>
      <p:sp>
        <p:nvSpPr>
          <p:cNvPr id="19" name="p02-文本-0019">
            <a:extLst xmlns:a="http://schemas.openxmlformats.org/drawingml/2006/main">
              <a:ext uri="{FF2B5EF4-FFF2-40B4-BE49-F238E27FC236}">
                <a16:creationId xmlns:a16="http://schemas.microsoft.com/office/drawing/2014/main" id="{7FE2AAF7-DA9C-4239-948A-CD03D87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954" y="274896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约束分析</a:t>
            </a:r>
          </a:p>
        </p:txBody>
      </p:sp>
      <p:sp>
        <p:nvSpPr>
          <p:cNvPr id="20" name="p02-文本-0020">
            <a:extLst xmlns:a="http://schemas.openxmlformats.org/drawingml/2006/main">
              <a:ext uri="{FF2B5EF4-FFF2-40B4-BE49-F238E27FC236}">
                <a16:creationId xmlns:a16="http://schemas.microsoft.com/office/drawing/2014/main" id="{D70315FC-D8B4-4271-AB49-EA68EBC1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304" y="274896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机制检验</a:t>
            </a:r>
          </a:p>
        </p:txBody>
      </p:sp>
      <p:sp>
        <p:nvSpPr>
          <p:cNvPr id="21" name="p02-路径-0021">
            <a:extLst xmlns:a="http://schemas.openxmlformats.org/drawingml/2006/main">
              <a:ext uri="{FF2B5EF4-FFF2-40B4-BE49-F238E27FC236}">
                <a16:creationId xmlns:a16="http://schemas.microsoft.com/office/drawing/2014/main" id="{013BCA70-0024-4FEA-A8B0-EF87D65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0637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" name="p02-路径-0022">
            <a:extLst xmlns:a="http://schemas.openxmlformats.org/drawingml/2006/main">
              <a:ext uri="{FF2B5EF4-FFF2-40B4-BE49-F238E27FC236}">
                <a16:creationId xmlns:a16="http://schemas.microsoft.com/office/drawing/2014/main" id="{360EEF3A-C685-4173-9292-225C414E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10637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p02-线-0023">
            <a:extLst xmlns:a="http://schemas.openxmlformats.org/drawingml/2006/main">
              <a:ext uri="{FF2B5EF4-FFF2-40B4-BE49-F238E27FC236}">
                <a16:creationId xmlns:a16="http://schemas.microsoft.com/office/drawing/2014/main" id="{F79C4C62-F8F6-4B32-8142-C7B2D40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10182225" cy="95"/>
          </a:xfrm>
          <a:custGeom xmlns:a="http://schemas.openxmlformats.org/drawingml/2006/main">
            <a:pathLst>
              <a:path w="10182225" h="95">
                <a:moveTo>
                  <a:pt x="0" y="0"/>
                </a:moveTo>
                <a:lnTo>
                  <a:pt x="1018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" name="p02-矩形-0024">
            <a:extLst xmlns:a="http://schemas.openxmlformats.org/drawingml/2006/main">
              <a:ext uri="{FF2B5EF4-FFF2-40B4-BE49-F238E27FC236}">
                <a16:creationId xmlns:a16="http://schemas.microsoft.com/office/drawing/2014/main" id="{6110853D-72C3-4BB9-B32F-CD0AAC34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57600"/>
            <a:ext cx="714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" name="p02-文本-0025">
            <a:extLst xmlns:a="http://schemas.openxmlformats.org/drawingml/2006/main">
              <a:ext uri="{FF2B5EF4-FFF2-40B4-BE49-F238E27FC236}">
                <a16:creationId xmlns:a16="http://schemas.microsoft.com/office/drawing/2014/main" id="{56589C1D-063D-4E6F-B8E1-AD967B2B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82" y="3889777"/>
            <a:ext cx="360236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23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03</a:t>
            </a:r>
          </a:p>
        </p:txBody>
      </p:sp>
      <p:sp>
        <p:nvSpPr>
          <p:cNvPr id="26" name="p02-文本-0026">
            <a:extLst xmlns:a="http://schemas.openxmlformats.org/drawingml/2006/main">
              <a:ext uri="{FF2B5EF4-FFF2-40B4-BE49-F238E27FC236}">
                <a16:creationId xmlns:a16="http://schemas.microsoft.com/office/drawing/2014/main" id="{91EC5314-C08C-4844-A243-BF0BF75D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52207"/>
            <a:ext cx="10852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性能评价</a:t>
            </a:r>
          </a:p>
        </p:txBody>
      </p:sp>
      <p:sp>
        <p:nvSpPr>
          <p:cNvPr id="27" name="p02-文本-0027">
            <a:extLst xmlns:a="http://schemas.openxmlformats.org/drawingml/2006/main">
              <a:ext uri="{FF2B5EF4-FFF2-40B4-BE49-F238E27FC236}">
                <a16:creationId xmlns:a16="http://schemas.microsoft.com/office/drawing/2014/main" id="{329E633E-8281-4204-9EF1-94AEE70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04" y="386339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统一条件</a:t>
            </a:r>
          </a:p>
        </p:txBody>
      </p:sp>
      <p:sp>
        <p:nvSpPr>
          <p:cNvPr id="28" name="p02-文本-0028">
            <a:extLst xmlns:a="http://schemas.openxmlformats.org/drawingml/2006/main">
              <a:ext uri="{FF2B5EF4-FFF2-40B4-BE49-F238E27FC236}">
                <a16:creationId xmlns:a16="http://schemas.microsoft.com/office/drawing/2014/main" id="{FB6C1B7D-CE0A-47F1-8890-8F0FFC0A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954" y="386339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平行测量</a:t>
            </a:r>
          </a:p>
        </p:txBody>
      </p:sp>
      <p:sp>
        <p:nvSpPr>
          <p:cNvPr id="29" name="p02-文本-0029">
            <a:extLst xmlns:a="http://schemas.openxmlformats.org/drawingml/2006/main">
              <a:ext uri="{FF2B5EF4-FFF2-40B4-BE49-F238E27FC236}">
                <a16:creationId xmlns:a16="http://schemas.microsoft.com/office/drawing/2014/main" id="{522AC100-D19D-45DC-9329-1F3925C0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304" y="386339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证据比较</a:t>
            </a:r>
          </a:p>
        </p:txBody>
      </p:sp>
      <p:sp>
        <p:nvSpPr>
          <p:cNvPr id="30" name="p02-路径-0030">
            <a:extLst xmlns:a="http://schemas.openxmlformats.org/drawingml/2006/main">
              <a:ext uri="{FF2B5EF4-FFF2-40B4-BE49-F238E27FC236}">
                <a16:creationId xmlns:a16="http://schemas.microsoft.com/office/drawing/2014/main" id="{D308485C-2C4C-4A9F-A09B-38B37A4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5062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1" name="p02-路径-0031">
            <a:extLst xmlns:a="http://schemas.openxmlformats.org/drawingml/2006/main">
              <a:ext uri="{FF2B5EF4-FFF2-40B4-BE49-F238E27FC236}">
                <a16:creationId xmlns:a16="http://schemas.microsoft.com/office/drawing/2014/main" id="{406620CC-9E6A-460B-B2B5-96278EE8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25062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2" name="p02-线-0032">
            <a:extLst xmlns:a="http://schemas.openxmlformats.org/drawingml/2006/main">
              <a:ext uri="{FF2B5EF4-FFF2-40B4-BE49-F238E27FC236}">
                <a16:creationId xmlns:a16="http://schemas.microsoft.com/office/drawing/2014/main" id="{B729A0AF-3283-4074-A41B-C83612D7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86275"/>
            <a:ext cx="10182225" cy="95"/>
          </a:xfrm>
          <a:custGeom xmlns:a="http://schemas.openxmlformats.org/drawingml/2006/main">
            <a:pathLst>
              <a:path w="10182225" h="95">
                <a:moveTo>
                  <a:pt x="0" y="0"/>
                </a:moveTo>
                <a:lnTo>
                  <a:pt x="1018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33" name="p02-矩形-0033">
            <a:extLst xmlns:a="http://schemas.openxmlformats.org/drawingml/2006/main">
              <a:ext uri="{FF2B5EF4-FFF2-40B4-BE49-F238E27FC236}">
                <a16:creationId xmlns:a16="http://schemas.microsoft.com/office/drawing/2014/main" id="{716F8C34-3FCF-4892-B3D0-91E01BF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72025"/>
            <a:ext cx="714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4" name="p02-文本-0034">
            <a:extLst xmlns:a="http://schemas.openxmlformats.org/drawingml/2006/main">
              <a:ext uri="{FF2B5EF4-FFF2-40B4-BE49-F238E27FC236}">
                <a16:creationId xmlns:a16="http://schemas.microsoft.com/office/drawing/2014/main" id="{C502902C-E248-452E-BF69-B447CB5D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82" y="5004202"/>
            <a:ext cx="360236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23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04</a:t>
            </a:r>
          </a:p>
        </p:txBody>
      </p:sp>
      <p:sp>
        <p:nvSpPr>
          <p:cNvPr id="35" name="p02-文本-0035">
            <a:extLst xmlns:a="http://schemas.openxmlformats.org/drawingml/2006/main">
              <a:ext uri="{FF2B5EF4-FFF2-40B4-BE49-F238E27FC236}">
                <a16:creationId xmlns:a16="http://schemas.microsoft.com/office/drawing/2014/main" id="{DFBFBD17-7BBB-4231-910B-B6379CB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66632"/>
            <a:ext cx="10852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迭代设计</a:t>
            </a:r>
          </a:p>
        </p:txBody>
      </p:sp>
      <p:sp>
        <p:nvSpPr>
          <p:cNvPr id="36" name="p02-文本-0036">
            <a:extLst xmlns:a="http://schemas.openxmlformats.org/drawingml/2006/main">
              <a:ext uri="{FF2B5EF4-FFF2-40B4-BE49-F238E27FC236}">
                <a16:creationId xmlns:a16="http://schemas.microsoft.com/office/drawing/2014/main" id="{FD99B5E5-92A7-492E-BFA6-03BB2F3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04" y="497781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选择变量</a:t>
            </a:r>
          </a:p>
        </p:txBody>
      </p:sp>
      <p:sp>
        <p:nvSpPr>
          <p:cNvPr id="37" name="p02-文本-0037">
            <a:extLst xmlns:a="http://schemas.openxmlformats.org/drawingml/2006/main">
              <a:ext uri="{FF2B5EF4-FFF2-40B4-BE49-F238E27FC236}">
                <a16:creationId xmlns:a16="http://schemas.microsoft.com/office/drawing/2014/main" id="{D2BA27B1-66F2-43EC-827F-5B817FA1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954" y="497781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新增实验</a:t>
            </a:r>
          </a:p>
        </p:txBody>
      </p:sp>
      <p:sp>
        <p:nvSpPr>
          <p:cNvPr id="38" name="p02-文本-0038">
            <a:extLst xmlns:a="http://schemas.openxmlformats.org/drawingml/2006/main">
              <a:ext uri="{FF2B5EF4-FFF2-40B4-BE49-F238E27FC236}">
                <a16:creationId xmlns:a16="http://schemas.microsoft.com/office/drawing/2014/main" id="{9BADEA7B-EDB1-4F2F-8CF9-EC9AE8C7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304" y="497781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更新认识</a:t>
            </a:r>
          </a:p>
        </p:txBody>
      </p:sp>
      <p:sp>
        <p:nvSpPr>
          <p:cNvPr id="39" name="p02-路径-0039">
            <a:extLst xmlns:a="http://schemas.openxmlformats.org/drawingml/2006/main">
              <a:ext uri="{FF2B5EF4-FFF2-40B4-BE49-F238E27FC236}">
                <a16:creationId xmlns:a16="http://schemas.microsoft.com/office/drawing/2014/main" id="{11ED4FF3-65B5-43CA-89BA-F0946A37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39487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" name="p02-路径-0040">
            <a:extLst xmlns:a="http://schemas.openxmlformats.org/drawingml/2006/main">
              <a:ext uri="{FF2B5EF4-FFF2-40B4-BE49-F238E27FC236}">
                <a16:creationId xmlns:a16="http://schemas.microsoft.com/office/drawing/2014/main" id="{9CD0D578-5D2B-48F6-B095-E31973E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039487"/>
            <a:ext cx="542925" cy="188976"/>
          </a:xfrm>
          <a:custGeom xmlns:a="http://schemas.openxmlformats.org/drawingml/2006/main">
            <a:pathLst>
              <a:path w="542925" h="188976">
                <a:moveTo>
                  <a:pt x="0" y="132588"/>
                </a:moveTo>
                <a:lnTo>
                  <a:pt x="390525" y="132588"/>
                </a:lnTo>
                <a:lnTo>
                  <a:pt x="390525" y="188976"/>
                </a:lnTo>
                <a:lnTo>
                  <a:pt x="542925" y="94488"/>
                </a:lnTo>
                <a:lnTo>
                  <a:pt x="390525" y="0"/>
                </a:lnTo>
                <a:lnTo>
                  <a:pt x="390525" y="56388"/>
                </a:lnTo>
                <a:lnTo>
                  <a:pt x="0" y="5638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" name="p02-线-0041">
            <a:extLst xmlns:a="http://schemas.openxmlformats.org/drawingml/2006/main">
              <a:ext uri="{FF2B5EF4-FFF2-40B4-BE49-F238E27FC236}">
                <a16:creationId xmlns:a16="http://schemas.microsoft.com/office/drawing/2014/main" id="{F737E41A-125A-4B7A-AA61-6B28A70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10182225" cy="95"/>
          </a:xfrm>
          <a:custGeom xmlns:a="http://schemas.openxmlformats.org/drawingml/2006/main">
            <a:pathLst>
              <a:path w="10182225" h="95">
                <a:moveTo>
                  <a:pt x="0" y="0"/>
                </a:moveTo>
                <a:lnTo>
                  <a:pt x="1018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42" name="p02-文本-0042">
            <a:extLst xmlns:a="http://schemas.openxmlformats.org/drawingml/2006/main">
              <a:ext uri="{FF2B5EF4-FFF2-40B4-BE49-F238E27FC236}">
                <a16:creationId xmlns:a16="http://schemas.microsoft.com/office/drawing/2014/main" id="{E06C4FDF-7237-44EB-A41C-BEBD7EBF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02</a:t>
            </a:r>
          </a:p>
        </p:txBody>
      </p:sp>
    </p:spTree>
    <p:extLst>
      <p:ext uri="{BB962C8B-B14F-4D97-AF65-F5344CB8AC3E}">
        <p14:creationId xmlns:p14="http://schemas.microsoft.com/office/powerpoint/2010/main" val="1039139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p03-矩形-0001">
            <a:extLst xmlns:a="http://schemas.openxmlformats.org/drawingml/2006/main">
              <a:ext uri="{FF2B5EF4-FFF2-40B4-BE49-F238E27FC236}">
                <a16:creationId xmlns:a16="http://schemas.microsoft.com/office/drawing/2014/main" id="{2747DAB3-6719-4279-8274-1AAD5E5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3-矩形-0002">
            <a:extLst xmlns:a="http://schemas.openxmlformats.org/drawingml/2006/main">
              <a:ext uri="{FF2B5EF4-FFF2-40B4-BE49-F238E27FC236}">
                <a16:creationId xmlns:a16="http://schemas.microsoft.com/office/drawing/2014/main" id="{416A3C16-8DC8-4A4B-9DFB-A79D992A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3-线-0003">
            <a:extLst xmlns:a="http://schemas.openxmlformats.org/drawingml/2006/main">
              <a:ext uri="{FF2B5EF4-FFF2-40B4-BE49-F238E27FC236}">
                <a16:creationId xmlns:a16="http://schemas.microsoft.com/office/drawing/2014/main" id="{2DE13D66-27D9-4414-B455-27ED6060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4" name="p03-文本-0004">
            <a:extLst xmlns:a="http://schemas.openxmlformats.org/drawingml/2006/main">
              <a:ext uri="{FF2B5EF4-FFF2-40B4-BE49-F238E27FC236}">
                <a16:creationId xmlns:a16="http://schemas.microsoft.com/office/drawing/2014/main" id="{2C8E1882-F4DD-44E4-B3A5-BBD568A7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2221"/>
            <a:ext cx="9244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第二部分</a:t>
            </a:r>
          </a:p>
        </p:txBody>
      </p:sp>
      <p:sp>
        <p:nvSpPr>
          <p:cNvPr id="5" name="p03-文本-0005">
            <a:extLst xmlns:a="http://schemas.openxmlformats.org/drawingml/2006/main">
              <a:ext uri="{FF2B5EF4-FFF2-40B4-BE49-F238E27FC236}">
                <a16:creationId xmlns:a16="http://schemas.microsoft.com/office/drawing/2014/main" id="{0C6F76EF-30A5-47FE-85BC-359DDC7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8881"/>
            <a:ext cx="3369754" cy="686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36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建立结构与性能</a:t>
            </a:r>
          </a:p>
        </p:txBody>
      </p:sp>
      <p:sp>
        <p:nvSpPr>
          <p:cNvPr id="6" name="p03-文本-0006">
            <a:extLst xmlns:a="http://schemas.openxmlformats.org/drawingml/2006/main">
              <a:ext uri="{FF2B5EF4-FFF2-40B4-BE49-F238E27FC236}">
                <a16:creationId xmlns:a16="http://schemas.microsoft.com/office/drawing/2014/main" id="{4C1B337F-C773-4817-AB67-2E3E686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5631"/>
            <a:ext cx="3836479" cy="686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36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之间的可检验联系</a:t>
            </a:r>
          </a:p>
        </p:txBody>
      </p:sp>
      <p:sp>
        <p:nvSpPr>
          <p:cNvPr id="7" name="p03-文本-0007">
            <a:extLst xmlns:a="http://schemas.openxmlformats.org/drawingml/2006/main">
              <a:ext uri="{FF2B5EF4-FFF2-40B4-BE49-F238E27FC236}">
                <a16:creationId xmlns:a16="http://schemas.microsoft.com/office/drawing/2014/main" id="{F9D9F4EE-B17F-4F1C-9ED3-0330645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8457"/>
            <a:ext cx="21139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0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把观测差异转化为</a:t>
            </a:r>
          </a:p>
        </p:txBody>
      </p:sp>
      <p:sp>
        <p:nvSpPr>
          <p:cNvPr id="8" name="p03-文本-0008">
            <a:extLst xmlns:a="http://schemas.openxmlformats.org/drawingml/2006/main">
              <a:ext uri="{FF2B5EF4-FFF2-40B4-BE49-F238E27FC236}">
                <a16:creationId xmlns:a16="http://schemas.microsoft.com/office/drawing/2014/main" id="{C2B96B54-60F8-4813-A16F-E3217F58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9932"/>
            <a:ext cx="31426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0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可以由实验检验的机制假设</a:t>
            </a:r>
          </a:p>
        </p:txBody>
      </p:sp>
      <p:sp>
        <p:nvSpPr>
          <p:cNvPr id="9" name="p03-矩形-0009">
            <a:extLst xmlns:a="http://schemas.openxmlformats.org/drawingml/2006/main">
              <a:ext uri="{FF2B5EF4-FFF2-40B4-BE49-F238E27FC236}">
                <a16:creationId xmlns:a16="http://schemas.microsoft.com/office/drawing/2014/main" id="{90083BFD-B05A-4820-99A5-7F19632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28775"/>
            <a:ext cx="3705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" name="p03-文本-0010">
            <a:extLst xmlns:a="http://schemas.openxmlformats.org/drawingml/2006/main">
              <a:ext uri="{FF2B5EF4-FFF2-40B4-BE49-F238E27FC236}">
                <a16:creationId xmlns:a16="http://schemas.microsoft.com/office/drawing/2014/main" id="{7795ECD3-A15E-48EF-93A3-2933E617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960" y="165029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结构参数</a:t>
            </a:r>
          </a:p>
        </p:txBody>
      </p:sp>
      <p:sp>
        <p:nvSpPr>
          <p:cNvPr id="11" name="p03-矩形-0011">
            <a:extLst xmlns:a="http://schemas.openxmlformats.org/drawingml/2006/main">
              <a:ext uri="{FF2B5EF4-FFF2-40B4-BE49-F238E27FC236}">
                <a16:creationId xmlns:a16="http://schemas.microsoft.com/office/drawing/2014/main" id="{B28A51B6-8EFE-46AD-8B4C-E039B4A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52625"/>
            <a:ext cx="3705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p03-矩形-0012">
            <a:extLst xmlns:a="http://schemas.openxmlformats.org/drawingml/2006/main">
              <a:ext uri="{FF2B5EF4-FFF2-40B4-BE49-F238E27FC236}">
                <a16:creationId xmlns:a16="http://schemas.microsoft.com/office/drawing/2014/main" id="{28713246-396E-48D8-992E-4334C17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85975"/>
            <a:ext cx="990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p03-线-0013">
            <a:extLst xmlns:a="http://schemas.openxmlformats.org/drawingml/2006/main">
              <a:ext uri="{FF2B5EF4-FFF2-40B4-BE49-F238E27FC236}">
                <a16:creationId xmlns:a16="http://schemas.microsoft.com/office/drawing/2014/main" id="{695242C7-7AC6-49B6-A6A5-DE949272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" name="p03-线-0014">
            <a:extLst xmlns:a="http://schemas.openxmlformats.org/drawingml/2006/main">
              <a:ext uri="{FF2B5EF4-FFF2-40B4-BE49-F238E27FC236}">
                <a16:creationId xmlns:a16="http://schemas.microsoft.com/office/drawing/2014/main" id="{7572BAB1-9A37-4942-A2AF-89C186B6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" name="p03-线-0015">
            <a:extLst xmlns:a="http://schemas.openxmlformats.org/drawingml/2006/main">
              <a:ext uri="{FF2B5EF4-FFF2-40B4-BE49-F238E27FC236}">
                <a16:creationId xmlns:a16="http://schemas.microsoft.com/office/drawing/2014/main" id="{ACE82D64-D571-4982-B16A-8C13C4E7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" name="p03-线-0016">
            <a:extLst xmlns:a="http://schemas.openxmlformats.org/drawingml/2006/main">
              <a:ext uri="{FF2B5EF4-FFF2-40B4-BE49-F238E27FC236}">
                <a16:creationId xmlns:a16="http://schemas.microsoft.com/office/drawing/2014/main" id="{7B2913F1-8A75-4455-8A79-AB2AA31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" name="p03-线-0017">
            <a:extLst xmlns:a="http://schemas.openxmlformats.org/drawingml/2006/main">
              <a:ext uri="{FF2B5EF4-FFF2-40B4-BE49-F238E27FC236}">
                <a16:creationId xmlns:a16="http://schemas.microsoft.com/office/drawing/2014/main" id="{AED0E8B2-29A6-40ED-8F30-F87D8EC4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" name="p03-线-0018">
            <a:extLst xmlns:a="http://schemas.openxmlformats.org/drawingml/2006/main">
              <a:ext uri="{FF2B5EF4-FFF2-40B4-BE49-F238E27FC236}">
                <a16:creationId xmlns:a16="http://schemas.microsoft.com/office/drawing/2014/main" id="{DA19ED62-6534-4EA8-AA10-83B680F9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" name="p03-线-0019">
            <a:extLst xmlns:a="http://schemas.openxmlformats.org/drawingml/2006/main">
              <a:ext uri="{FF2B5EF4-FFF2-40B4-BE49-F238E27FC236}">
                <a16:creationId xmlns:a16="http://schemas.microsoft.com/office/drawing/2014/main" id="{F54FBDFB-079F-4C2C-9AE6-FBD1EE5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" name="p03-线-0020">
            <a:extLst xmlns:a="http://schemas.openxmlformats.org/drawingml/2006/main">
              <a:ext uri="{FF2B5EF4-FFF2-40B4-BE49-F238E27FC236}">
                <a16:creationId xmlns:a16="http://schemas.microsoft.com/office/drawing/2014/main" id="{B2479D11-87E3-47EE-8967-F65BD4F1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" name="p03-线-0021">
            <a:extLst xmlns:a="http://schemas.openxmlformats.org/drawingml/2006/main">
              <a:ext uri="{FF2B5EF4-FFF2-40B4-BE49-F238E27FC236}">
                <a16:creationId xmlns:a16="http://schemas.microsoft.com/office/drawing/2014/main" id="{C3B06244-B595-45D0-97DC-C5C16022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" name="p03-线-0022">
            <a:extLst xmlns:a="http://schemas.openxmlformats.org/drawingml/2006/main">
              <a:ext uri="{FF2B5EF4-FFF2-40B4-BE49-F238E27FC236}">
                <a16:creationId xmlns:a16="http://schemas.microsoft.com/office/drawing/2014/main" id="{4397D87E-E728-40E0-88E7-FDA3EFC7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03-线-0023">
            <a:extLst xmlns:a="http://schemas.openxmlformats.org/drawingml/2006/main">
              <a:ext uri="{FF2B5EF4-FFF2-40B4-BE49-F238E27FC236}">
                <a16:creationId xmlns:a16="http://schemas.microsoft.com/office/drawing/2014/main" id="{10B555E3-B134-4723-A804-0C5AD77C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03-线-0024">
            <a:extLst xmlns:a="http://schemas.openxmlformats.org/drawingml/2006/main">
              <a:ext uri="{FF2B5EF4-FFF2-40B4-BE49-F238E27FC236}">
                <a16:creationId xmlns:a16="http://schemas.microsoft.com/office/drawing/2014/main" id="{5BDF0278-955E-4054-81F6-B62571E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" name="p03-线-0025">
            <a:extLst xmlns:a="http://schemas.openxmlformats.org/drawingml/2006/main">
              <a:ext uri="{FF2B5EF4-FFF2-40B4-BE49-F238E27FC236}">
                <a16:creationId xmlns:a16="http://schemas.microsoft.com/office/drawing/2014/main" id="{C03B4456-81D4-49D9-AE8E-04930D6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03-线-0026">
            <a:extLst xmlns:a="http://schemas.openxmlformats.org/drawingml/2006/main">
              <a:ext uri="{FF2B5EF4-FFF2-40B4-BE49-F238E27FC236}">
                <a16:creationId xmlns:a16="http://schemas.microsoft.com/office/drawing/2014/main" id="{EE36FEAC-21D2-4842-944C-91404DD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03-线-0027">
            <a:extLst xmlns:a="http://schemas.openxmlformats.org/drawingml/2006/main">
              <a:ext uri="{FF2B5EF4-FFF2-40B4-BE49-F238E27FC236}">
                <a16:creationId xmlns:a16="http://schemas.microsoft.com/office/drawing/2014/main" id="{C3006517-9C9D-4214-ABBD-188A6710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" name="p03-线-0028">
            <a:extLst xmlns:a="http://schemas.openxmlformats.org/drawingml/2006/main">
              <a:ext uri="{FF2B5EF4-FFF2-40B4-BE49-F238E27FC236}">
                <a16:creationId xmlns:a16="http://schemas.microsoft.com/office/drawing/2014/main" id="{78FF8660-2248-49B5-B94E-C6F88DA8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03-线-0029">
            <a:extLst xmlns:a="http://schemas.openxmlformats.org/drawingml/2006/main">
              <a:ext uri="{FF2B5EF4-FFF2-40B4-BE49-F238E27FC236}">
                <a16:creationId xmlns:a16="http://schemas.microsoft.com/office/drawing/2014/main" id="{2EDC73F7-8A65-4843-8673-C871361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03-线-0030">
            <a:extLst xmlns:a="http://schemas.openxmlformats.org/drawingml/2006/main">
              <a:ext uri="{FF2B5EF4-FFF2-40B4-BE49-F238E27FC236}">
                <a16:creationId xmlns:a16="http://schemas.microsoft.com/office/drawing/2014/main" id="{0D3329FD-F78F-455F-9A1F-0ED86278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" name="p03-线-0031">
            <a:extLst xmlns:a="http://schemas.openxmlformats.org/drawingml/2006/main">
              <a:ext uri="{FF2B5EF4-FFF2-40B4-BE49-F238E27FC236}">
                <a16:creationId xmlns:a16="http://schemas.microsoft.com/office/drawing/2014/main" id="{500C4C8F-4FFF-4486-A9CA-DEB2F632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03-线-0032">
            <a:extLst xmlns:a="http://schemas.openxmlformats.org/drawingml/2006/main">
              <a:ext uri="{FF2B5EF4-FFF2-40B4-BE49-F238E27FC236}">
                <a16:creationId xmlns:a16="http://schemas.microsoft.com/office/drawing/2014/main" id="{33D5F162-0A46-421E-BFD7-2A055148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03-线-0033">
            <a:extLst xmlns:a="http://schemas.openxmlformats.org/drawingml/2006/main">
              <a:ext uri="{FF2B5EF4-FFF2-40B4-BE49-F238E27FC236}">
                <a16:creationId xmlns:a16="http://schemas.microsoft.com/office/drawing/2014/main" id="{6495AE1D-5800-461A-B0D5-2267E24B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" name="p03-线-0034">
            <a:extLst xmlns:a="http://schemas.openxmlformats.org/drawingml/2006/main">
              <a:ext uri="{FF2B5EF4-FFF2-40B4-BE49-F238E27FC236}">
                <a16:creationId xmlns:a16="http://schemas.microsoft.com/office/drawing/2014/main" id="{986ABDD8-F20D-4C4D-9596-1604FFE5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03-线-0035">
            <a:extLst xmlns:a="http://schemas.openxmlformats.org/drawingml/2006/main">
              <a:ext uri="{FF2B5EF4-FFF2-40B4-BE49-F238E27FC236}">
                <a16:creationId xmlns:a16="http://schemas.microsoft.com/office/drawing/2014/main" id="{418E89F9-6A9E-471B-9CCF-54BD8F1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03-线-0036">
            <a:extLst xmlns:a="http://schemas.openxmlformats.org/drawingml/2006/main">
              <a:ext uri="{FF2B5EF4-FFF2-40B4-BE49-F238E27FC236}">
                <a16:creationId xmlns:a16="http://schemas.microsoft.com/office/drawing/2014/main" id="{7757FF25-7B53-4E39-ADB9-311193E3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" name="p03-线-0037">
            <a:extLst xmlns:a="http://schemas.openxmlformats.org/drawingml/2006/main">
              <a:ext uri="{FF2B5EF4-FFF2-40B4-BE49-F238E27FC236}">
                <a16:creationId xmlns:a16="http://schemas.microsoft.com/office/drawing/2014/main" id="{67A576D2-3421-41E7-9989-28881F64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03-线-0038">
            <a:extLst xmlns:a="http://schemas.openxmlformats.org/drawingml/2006/main">
              <a:ext uri="{FF2B5EF4-FFF2-40B4-BE49-F238E27FC236}">
                <a16:creationId xmlns:a16="http://schemas.microsoft.com/office/drawing/2014/main" id="{48029127-1B6F-4B38-AD3F-E1B335B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03-线-0039">
            <a:extLst xmlns:a="http://schemas.openxmlformats.org/drawingml/2006/main">
              <a:ext uri="{FF2B5EF4-FFF2-40B4-BE49-F238E27FC236}">
                <a16:creationId xmlns:a16="http://schemas.microsoft.com/office/drawing/2014/main" id="{3EB07022-26DB-4633-80F6-AAC38614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" name="p03-线-0040">
            <a:extLst xmlns:a="http://schemas.openxmlformats.org/drawingml/2006/main">
              <a:ext uri="{FF2B5EF4-FFF2-40B4-BE49-F238E27FC236}">
                <a16:creationId xmlns:a16="http://schemas.microsoft.com/office/drawing/2014/main" id="{D12259D8-96DA-4733-ACB0-B8CCDC54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085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03-线-0041">
            <a:extLst xmlns:a="http://schemas.openxmlformats.org/drawingml/2006/main">
              <a:ext uri="{FF2B5EF4-FFF2-40B4-BE49-F238E27FC236}">
                <a16:creationId xmlns:a16="http://schemas.microsoft.com/office/drawing/2014/main" id="{98C22B47-12D8-4B44-91D8-F68DB268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03-线-0042">
            <a:extLst xmlns:a="http://schemas.openxmlformats.org/drawingml/2006/main">
              <a:ext uri="{FF2B5EF4-FFF2-40B4-BE49-F238E27FC236}">
                <a16:creationId xmlns:a16="http://schemas.microsoft.com/office/drawing/2014/main" id="{3FCB4A8C-D749-4D5B-8D79-BF4A9EF7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085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03-线-0043">
            <a:extLst xmlns:a="http://schemas.openxmlformats.org/drawingml/2006/main">
              <a:ext uri="{FF2B5EF4-FFF2-40B4-BE49-F238E27FC236}">
                <a16:creationId xmlns:a16="http://schemas.microsoft.com/office/drawing/2014/main" id="{CB085409-A38C-4E84-A1F6-3AD9CAE3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85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03-线-0044">
            <a:extLst xmlns:a="http://schemas.openxmlformats.org/drawingml/2006/main">
              <a:ext uri="{FF2B5EF4-FFF2-40B4-BE49-F238E27FC236}">
                <a16:creationId xmlns:a16="http://schemas.microsoft.com/office/drawing/2014/main" id="{90B05893-E283-4337-91A7-287CB990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03-线-0045">
            <a:extLst xmlns:a="http://schemas.openxmlformats.org/drawingml/2006/main">
              <a:ext uri="{FF2B5EF4-FFF2-40B4-BE49-F238E27FC236}">
                <a16:creationId xmlns:a16="http://schemas.microsoft.com/office/drawing/2014/main" id="{C5A5A01E-3B1F-4D66-BB10-26B8D5BA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03-线-0046">
            <a:extLst xmlns:a="http://schemas.openxmlformats.org/drawingml/2006/main">
              <a:ext uri="{FF2B5EF4-FFF2-40B4-BE49-F238E27FC236}">
                <a16:creationId xmlns:a16="http://schemas.microsoft.com/office/drawing/2014/main" id="{625EE431-A6CA-4D8C-99A0-F431993F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7" name="p03-线-0047">
            <a:extLst xmlns:a="http://schemas.openxmlformats.org/drawingml/2006/main">
              <a:ext uri="{FF2B5EF4-FFF2-40B4-BE49-F238E27FC236}">
                <a16:creationId xmlns:a16="http://schemas.microsoft.com/office/drawing/2014/main" id="{830DDA4D-1B5E-4C64-9A15-FAD7D8EC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03-线-0048">
            <a:extLst xmlns:a="http://schemas.openxmlformats.org/drawingml/2006/main">
              <a:ext uri="{FF2B5EF4-FFF2-40B4-BE49-F238E27FC236}">
                <a16:creationId xmlns:a16="http://schemas.microsoft.com/office/drawing/2014/main" id="{73090A96-6D8A-4966-8CB9-8D27C1E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03-线-0049">
            <a:extLst xmlns:a="http://schemas.openxmlformats.org/drawingml/2006/main">
              <a:ext uri="{FF2B5EF4-FFF2-40B4-BE49-F238E27FC236}">
                <a16:creationId xmlns:a16="http://schemas.microsoft.com/office/drawing/2014/main" id="{9F834EB9-373F-4A2B-BD8D-DF862E19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0" name="p03-线-0050">
            <a:extLst xmlns:a="http://schemas.openxmlformats.org/drawingml/2006/main">
              <a:ext uri="{FF2B5EF4-FFF2-40B4-BE49-F238E27FC236}">
                <a16:creationId xmlns:a16="http://schemas.microsoft.com/office/drawing/2014/main" id="{2DC0A6DC-E6F8-42FB-8872-D2D6EDB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03-线-0051">
            <a:extLst xmlns:a="http://schemas.openxmlformats.org/drawingml/2006/main">
              <a:ext uri="{FF2B5EF4-FFF2-40B4-BE49-F238E27FC236}">
                <a16:creationId xmlns:a16="http://schemas.microsoft.com/office/drawing/2014/main" id="{B059BF81-6592-4A82-B651-21E89563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03-线-0052">
            <a:extLst xmlns:a="http://schemas.openxmlformats.org/drawingml/2006/main">
              <a:ext uri="{FF2B5EF4-FFF2-40B4-BE49-F238E27FC236}">
                <a16:creationId xmlns:a16="http://schemas.microsoft.com/office/drawing/2014/main" id="{980A48C7-F19F-4621-83D9-C9CC196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3" name="p03-线-0053">
            <a:extLst xmlns:a="http://schemas.openxmlformats.org/drawingml/2006/main">
              <a:ext uri="{FF2B5EF4-FFF2-40B4-BE49-F238E27FC236}">
                <a16:creationId xmlns:a16="http://schemas.microsoft.com/office/drawing/2014/main" id="{F9036762-1488-469E-A57C-192337A2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03-线-0054">
            <a:extLst xmlns:a="http://schemas.openxmlformats.org/drawingml/2006/main">
              <a:ext uri="{FF2B5EF4-FFF2-40B4-BE49-F238E27FC236}">
                <a16:creationId xmlns:a16="http://schemas.microsoft.com/office/drawing/2014/main" id="{82FC7138-E2FF-4D8F-92E3-692837E5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03-线-0055">
            <a:extLst xmlns:a="http://schemas.openxmlformats.org/drawingml/2006/main">
              <a:ext uri="{FF2B5EF4-FFF2-40B4-BE49-F238E27FC236}">
                <a16:creationId xmlns:a16="http://schemas.microsoft.com/office/drawing/2014/main" id="{2B862200-3A96-4FF4-99D7-E27729D6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6" name="p03-线-0056">
            <a:extLst xmlns:a="http://schemas.openxmlformats.org/drawingml/2006/main">
              <a:ext uri="{FF2B5EF4-FFF2-40B4-BE49-F238E27FC236}">
                <a16:creationId xmlns:a16="http://schemas.microsoft.com/office/drawing/2014/main" id="{0F6B600C-A4DA-4CC8-B327-926E8C32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03-线-0057">
            <a:extLst xmlns:a="http://schemas.openxmlformats.org/drawingml/2006/main">
              <a:ext uri="{FF2B5EF4-FFF2-40B4-BE49-F238E27FC236}">
                <a16:creationId xmlns:a16="http://schemas.microsoft.com/office/drawing/2014/main" id="{7E903E6E-034B-402D-A3A9-4FF2967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03-线-0058">
            <a:extLst xmlns:a="http://schemas.openxmlformats.org/drawingml/2006/main">
              <a:ext uri="{FF2B5EF4-FFF2-40B4-BE49-F238E27FC236}">
                <a16:creationId xmlns:a16="http://schemas.microsoft.com/office/drawing/2014/main" id="{334A59AF-F35A-4712-8B27-D1EF8E4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9" name="p03-线-0059">
            <a:extLst xmlns:a="http://schemas.openxmlformats.org/drawingml/2006/main">
              <a:ext uri="{FF2B5EF4-FFF2-40B4-BE49-F238E27FC236}">
                <a16:creationId xmlns:a16="http://schemas.microsoft.com/office/drawing/2014/main" id="{53991304-BED4-4AE9-A327-86B9E0E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03-线-0060">
            <a:extLst xmlns:a="http://schemas.openxmlformats.org/drawingml/2006/main">
              <a:ext uri="{FF2B5EF4-FFF2-40B4-BE49-F238E27FC236}">
                <a16:creationId xmlns:a16="http://schemas.microsoft.com/office/drawing/2014/main" id="{7621E163-CF96-4DFA-82ED-D4530A1D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03-线-0061">
            <a:extLst xmlns:a="http://schemas.openxmlformats.org/drawingml/2006/main">
              <a:ext uri="{FF2B5EF4-FFF2-40B4-BE49-F238E27FC236}">
                <a16:creationId xmlns:a16="http://schemas.microsoft.com/office/drawing/2014/main" id="{580C5A69-3572-433A-A22F-90C30F0A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2" name="p03-线-0062">
            <a:extLst xmlns:a="http://schemas.openxmlformats.org/drawingml/2006/main">
              <a:ext uri="{FF2B5EF4-FFF2-40B4-BE49-F238E27FC236}">
                <a16:creationId xmlns:a16="http://schemas.microsoft.com/office/drawing/2014/main" id="{86956D82-F902-4400-8D99-13B62A39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03-线-0063">
            <a:extLst xmlns:a="http://schemas.openxmlformats.org/drawingml/2006/main">
              <a:ext uri="{FF2B5EF4-FFF2-40B4-BE49-F238E27FC236}">
                <a16:creationId xmlns:a16="http://schemas.microsoft.com/office/drawing/2014/main" id="{BFDD6974-6DB7-469C-B48B-F1636C5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03-线-0064">
            <a:extLst xmlns:a="http://schemas.openxmlformats.org/drawingml/2006/main">
              <a:ext uri="{FF2B5EF4-FFF2-40B4-BE49-F238E27FC236}">
                <a16:creationId xmlns:a16="http://schemas.microsoft.com/office/drawing/2014/main" id="{65AFD72E-EC71-4912-A0D9-65771B96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5" name="p03-线-0065">
            <a:extLst xmlns:a="http://schemas.openxmlformats.org/drawingml/2006/main">
              <a:ext uri="{FF2B5EF4-FFF2-40B4-BE49-F238E27FC236}">
                <a16:creationId xmlns:a16="http://schemas.microsoft.com/office/drawing/2014/main" id="{480D003C-8984-44A0-82DF-001AEC6F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03-线-0066">
            <a:extLst xmlns:a="http://schemas.openxmlformats.org/drawingml/2006/main">
              <a:ext uri="{FF2B5EF4-FFF2-40B4-BE49-F238E27FC236}">
                <a16:creationId xmlns:a16="http://schemas.microsoft.com/office/drawing/2014/main" id="{B5501794-C5A3-4109-B7D6-74303B1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03-线-0067">
            <a:extLst xmlns:a="http://schemas.openxmlformats.org/drawingml/2006/main">
              <a:ext uri="{FF2B5EF4-FFF2-40B4-BE49-F238E27FC236}">
                <a16:creationId xmlns:a16="http://schemas.microsoft.com/office/drawing/2014/main" id="{244A2A64-5AF6-4AEA-83D3-654D11B2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8" name="p03-线-0068">
            <a:extLst xmlns:a="http://schemas.openxmlformats.org/drawingml/2006/main">
              <a:ext uri="{FF2B5EF4-FFF2-40B4-BE49-F238E27FC236}">
                <a16:creationId xmlns:a16="http://schemas.microsoft.com/office/drawing/2014/main" id="{BF5E94A6-E6D6-404A-B66F-9D7E2E5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03-线-0069">
            <a:extLst xmlns:a="http://schemas.openxmlformats.org/drawingml/2006/main">
              <a:ext uri="{FF2B5EF4-FFF2-40B4-BE49-F238E27FC236}">
                <a16:creationId xmlns:a16="http://schemas.microsoft.com/office/drawing/2014/main" id="{BC3F5CCF-F56D-4407-BEBC-A82D146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03-线-0070">
            <a:extLst xmlns:a="http://schemas.openxmlformats.org/drawingml/2006/main">
              <a:ext uri="{FF2B5EF4-FFF2-40B4-BE49-F238E27FC236}">
                <a16:creationId xmlns:a16="http://schemas.microsoft.com/office/drawing/2014/main" id="{1259C74B-6750-41E1-90C5-AB89670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1" name="p03-线-0071">
            <a:extLst xmlns:a="http://schemas.openxmlformats.org/drawingml/2006/main">
              <a:ext uri="{FF2B5EF4-FFF2-40B4-BE49-F238E27FC236}">
                <a16:creationId xmlns:a16="http://schemas.microsoft.com/office/drawing/2014/main" id="{2DE28C01-664D-475E-9664-366AE9F3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181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03-线-0072">
            <a:extLst xmlns:a="http://schemas.openxmlformats.org/drawingml/2006/main">
              <a:ext uri="{FF2B5EF4-FFF2-40B4-BE49-F238E27FC236}">
                <a16:creationId xmlns:a16="http://schemas.microsoft.com/office/drawing/2014/main" id="{85EC999E-E5A2-4354-BB3A-264AB13A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03-线-0073">
            <a:extLst xmlns:a="http://schemas.openxmlformats.org/drawingml/2006/main">
              <a:ext uri="{FF2B5EF4-FFF2-40B4-BE49-F238E27FC236}">
                <a16:creationId xmlns:a16="http://schemas.microsoft.com/office/drawing/2014/main" id="{5C933B6D-9A8A-4A2A-BE78-3ED6B3D1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181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03-线-0074">
            <a:extLst xmlns:a="http://schemas.openxmlformats.org/drawingml/2006/main">
              <a:ext uri="{FF2B5EF4-FFF2-40B4-BE49-F238E27FC236}">
                <a16:creationId xmlns:a16="http://schemas.microsoft.com/office/drawing/2014/main" id="{A25DB969-2BE9-4997-99BB-0C07472D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81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03-线-0075">
            <a:extLst xmlns:a="http://schemas.openxmlformats.org/drawingml/2006/main">
              <a:ext uri="{FF2B5EF4-FFF2-40B4-BE49-F238E27FC236}">
                <a16:creationId xmlns:a16="http://schemas.microsoft.com/office/drawing/2014/main" id="{49A0899D-33AC-47F2-A887-69964213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03-线-0076">
            <a:extLst xmlns:a="http://schemas.openxmlformats.org/drawingml/2006/main">
              <a:ext uri="{FF2B5EF4-FFF2-40B4-BE49-F238E27FC236}">
                <a16:creationId xmlns:a16="http://schemas.microsoft.com/office/drawing/2014/main" id="{A4AB5C34-0A0C-41F7-8D45-D6270CF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03-线-0077">
            <a:extLst xmlns:a="http://schemas.openxmlformats.org/drawingml/2006/main">
              <a:ext uri="{FF2B5EF4-FFF2-40B4-BE49-F238E27FC236}">
                <a16:creationId xmlns:a16="http://schemas.microsoft.com/office/drawing/2014/main" id="{2E41F59F-E843-4245-9F4E-29513EB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8" name="p03-线-0078">
            <a:extLst xmlns:a="http://schemas.openxmlformats.org/drawingml/2006/main">
              <a:ext uri="{FF2B5EF4-FFF2-40B4-BE49-F238E27FC236}">
                <a16:creationId xmlns:a16="http://schemas.microsoft.com/office/drawing/2014/main" id="{F674AB7B-6484-4640-8A39-3D3CAC06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03-线-0079">
            <a:extLst xmlns:a="http://schemas.openxmlformats.org/drawingml/2006/main">
              <a:ext uri="{FF2B5EF4-FFF2-40B4-BE49-F238E27FC236}">
                <a16:creationId xmlns:a16="http://schemas.microsoft.com/office/drawing/2014/main" id="{556012A3-2FB3-43C6-ADE8-1C0712F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03-线-0080">
            <a:extLst xmlns:a="http://schemas.openxmlformats.org/drawingml/2006/main">
              <a:ext uri="{FF2B5EF4-FFF2-40B4-BE49-F238E27FC236}">
                <a16:creationId xmlns:a16="http://schemas.microsoft.com/office/drawing/2014/main" id="{CFF5279F-4BCD-476E-B4CB-97E4F44F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1" name="p03-线-0081">
            <a:extLst xmlns:a="http://schemas.openxmlformats.org/drawingml/2006/main">
              <a:ext uri="{FF2B5EF4-FFF2-40B4-BE49-F238E27FC236}">
                <a16:creationId xmlns:a16="http://schemas.microsoft.com/office/drawing/2014/main" id="{B4F7816F-ABD4-405F-8C07-B24F79B4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03-线-0082">
            <a:extLst xmlns:a="http://schemas.openxmlformats.org/drawingml/2006/main">
              <a:ext uri="{FF2B5EF4-FFF2-40B4-BE49-F238E27FC236}">
                <a16:creationId xmlns:a16="http://schemas.microsoft.com/office/drawing/2014/main" id="{28BB8A7A-9E06-48A2-A315-1C22B17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03-线-0083">
            <a:extLst xmlns:a="http://schemas.openxmlformats.org/drawingml/2006/main">
              <a:ext uri="{FF2B5EF4-FFF2-40B4-BE49-F238E27FC236}">
                <a16:creationId xmlns:a16="http://schemas.microsoft.com/office/drawing/2014/main" id="{49DE5322-A104-40A7-82A0-C454772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4" name="p03-线-0084">
            <a:extLst xmlns:a="http://schemas.openxmlformats.org/drawingml/2006/main">
              <a:ext uri="{FF2B5EF4-FFF2-40B4-BE49-F238E27FC236}">
                <a16:creationId xmlns:a16="http://schemas.microsoft.com/office/drawing/2014/main" id="{3F0759C2-68B4-4C14-8A65-9E4EC49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03-线-0085">
            <a:extLst xmlns:a="http://schemas.openxmlformats.org/drawingml/2006/main">
              <a:ext uri="{FF2B5EF4-FFF2-40B4-BE49-F238E27FC236}">
                <a16:creationId xmlns:a16="http://schemas.microsoft.com/office/drawing/2014/main" id="{A6F11620-06CA-4BBE-8EC1-332B650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03-线-0086">
            <a:extLst xmlns:a="http://schemas.openxmlformats.org/drawingml/2006/main">
              <a:ext uri="{FF2B5EF4-FFF2-40B4-BE49-F238E27FC236}">
                <a16:creationId xmlns:a16="http://schemas.microsoft.com/office/drawing/2014/main" id="{7A2C8746-194B-4602-A010-BC734BA0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7" name="p03-线-0087">
            <a:extLst xmlns:a="http://schemas.openxmlformats.org/drawingml/2006/main">
              <a:ext uri="{FF2B5EF4-FFF2-40B4-BE49-F238E27FC236}">
                <a16:creationId xmlns:a16="http://schemas.microsoft.com/office/drawing/2014/main" id="{FD501ADD-6B20-4938-89BC-88752F7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03-线-0088">
            <a:extLst xmlns:a="http://schemas.openxmlformats.org/drawingml/2006/main">
              <a:ext uri="{FF2B5EF4-FFF2-40B4-BE49-F238E27FC236}">
                <a16:creationId xmlns:a16="http://schemas.microsoft.com/office/drawing/2014/main" id="{D8157A42-DBD4-4F09-96EB-9B2C25D4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03-线-0089">
            <a:extLst xmlns:a="http://schemas.openxmlformats.org/drawingml/2006/main">
              <a:ext uri="{FF2B5EF4-FFF2-40B4-BE49-F238E27FC236}">
                <a16:creationId xmlns:a16="http://schemas.microsoft.com/office/drawing/2014/main" id="{1C3AFB6B-3624-4555-9939-AB08913E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0" name="p03-线-0090">
            <a:extLst xmlns:a="http://schemas.openxmlformats.org/drawingml/2006/main">
              <a:ext uri="{FF2B5EF4-FFF2-40B4-BE49-F238E27FC236}">
                <a16:creationId xmlns:a16="http://schemas.microsoft.com/office/drawing/2014/main" id="{123DD008-CF77-44CB-B1D0-D3EC8C9C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03-线-0091">
            <a:extLst xmlns:a="http://schemas.openxmlformats.org/drawingml/2006/main">
              <a:ext uri="{FF2B5EF4-FFF2-40B4-BE49-F238E27FC236}">
                <a16:creationId xmlns:a16="http://schemas.microsoft.com/office/drawing/2014/main" id="{FD38222F-D7C4-43B9-99A3-1F09169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03-线-0092">
            <a:extLst xmlns:a="http://schemas.openxmlformats.org/drawingml/2006/main">
              <a:ext uri="{FF2B5EF4-FFF2-40B4-BE49-F238E27FC236}">
                <a16:creationId xmlns:a16="http://schemas.microsoft.com/office/drawing/2014/main" id="{72F398E5-0A6F-4F86-A7A0-20C955A5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3" name="p03-线-0093">
            <a:extLst xmlns:a="http://schemas.openxmlformats.org/drawingml/2006/main">
              <a:ext uri="{FF2B5EF4-FFF2-40B4-BE49-F238E27FC236}">
                <a16:creationId xmlns:a16="http://schemas.microsoft.com/office/drawing/2014/main" id="{AA2F3F9D-0EDA-49DA-9828-572D83E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03-线-0094">
            <a:extLst xmlns:a="http://schemas.openxmlformats.org/drawingml/2006/main">
              <a:ext uri="{FF2B5EF4-FFF2-40B4-BE49-F238E27FC236}">
                <a16:creationId xmlns:a16="http://schemas.microsoft.com/office/drawing/2014/main" id="{DACDB1C3-3FF5-4ECE-8D1B-93779477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03-线-0095">
            <a:extLst xmlns:a="http://schemas.openxmlformats.org/drawingml/2006/main">
              <a:ext uri="{FF2B5EF4-FFF2-40B4-BE49-F238E27FC236}">
                <a16:creationId xmlns:a16="http://schemas.microsoft.com/office/drawing/2014/main" id="{D24B7D53-4DEC-48AD-9626-104BC11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6" name="p03-线-0096">
            <a:extLst xmlns:a="http://schemas.openxmlformats.org/drawingml/2006/main">
              <a:ext uri="{FF2B5EF4-FFF2-40B4-BE49-F238E27FC236}">
                <a16:creationId xmlns:a16="http://schemas.microsoft.com/office/drawing/2014/main" id="{C9821F8B-F5C1-4D07-A17D-AD9F9EAE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03-线-0097">
            <a:extLst xmlns:a="http://schemas.openxmlformats.org/drawingml/2006/main">
              <a:ext uri="{FF2B5EF4-FFF2-40B4-BE49-F238E27FC236}">
                <a16:creationId xmlns:a16="http://schemas.microsoft.com/office/drawing/2014/main" id="{0953168C-E4B6-4955-B3AC-A92D5D8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03-线-0098">
            <a:extLst xmlns:a="http://schemas.openxmlformats.org/drawingml/2006/main">
              <a:ext uri="{FF2B5EF4-FFF2-40B4-BE49-F238E27FC236}">
                <a16:creationId xmlns:a16="http://schemas.microsoft.com/office/drawing/2014/main" id="{AFA3B87F-ABBF-430C-BBDB-9BAC3DE3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9" name="p03-线-0099">
            <a:extLst xmlns:a="http://schemas.openxmlformats.org/drawingml/2006/main">
              <a:ext uri="{FF2B5EF4-FFF2-40B4-BE49-F238E27FC236}">
                <a16:creationId xmlns:a16="http://schemas.microsoft.com/office/drawing/2014/main" id="{A2B5930D-C52C-4693-8871-C2C5561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03-线-0100">
            <a:extLst xmlns:a="http://schemas.openxmlformats.org/drawingml/2006/main">
              <a:ext uri="{FF2B5EF4-FFF2-40B4-BE49-F238E27FC236}">
                <a16:creationId xmlns:a16="http://schemas.microsoft.com/office/drawing/2014/main" id="{FD44276F-832A-434B-8BC7-94307AE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03-线-0101">
            <a:extLst xmlns:a="http://schemas.openxmlformats.org/drawingml/2006/main">
              <a:ext uri="{FF2B5EF4-FFF2-40B4-BE49-F238E27FC236}">
                <a16:creationId xmlns:a16="http://schemas.microsoft.com/office/drawing/2014/main" id="{A7840ED2-5A1F-4D07-BA56-DAF18C2B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2" name="p03-线-0102">
            <a:extLst xmlns:a="http://schemas.openxmlformats.org/drawingml/2006/main">
              <a:ext uri="{FF2B5EF4-FFF2-40B4-BE49-F238E27FC236}">
                <a16:creationId xmlns:a16="http://schemas.microsoft.com/office/drawing/2014/main" id="{AF0DFEEE-7A22-44FB-9639-7FAD4792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276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03-线-0103">
            <a:extLst xmlns:a="http://schemas.openxmlformats.org/drawingml/2006/main">
              <a:ext uri="{FF2B5EF4-FFF2-40B4-BE49-F238E27FC236}">
                <a16:creationId xmlns:a16="http://schemas.microsoft.com/office/drawing/2014/main" id="{F3257D65-E087-44E6-AA89-C5D77B6B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03-线-0104">
            <a:extLst xmlns:a="http://schemas.openxmlformats.org/drawingml/2006/main">
              <a:ext uri="{FF2B5EF4-FFF2-40B4-BE49-F238E27FC236}">
                <a16:creationId xmlns:a16="http://schemas.microsoft.com/office/drawing/2014/main" id="{9326DD56-3482-4CAE-B133-7FFF7A0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2764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03-线-0105">
            <a:extLst xmlns:a="http://schemas.openxmlformats.org/drawingml/2006/main">
              <a:ext uri="{FF2B5EF4-FFF2-40B4-BE49-F238E27FC236}">
                <a16:creationId xmlns:a16="http://schemas.microsoft.com/office/drawing/2014/main" id="{DCB5EF50-6B74-4B23-9F23-0EF10C74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764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03-线-0106">
            <a:extLst xmlns:a="http://schemas.openxmlformats.org/drawingml/2006/main">
              <a:ext uri="{FF2B5EF4-FFF2-40B4-BE49-F238E27FC236}">
                <a16:creationId xmlns:a16="http://schemas.microsoft.com/office/drawing/2014/main" id="{15504311-E619-4250-8FD1-D1535432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03-线-0107">
            <a:extLst xmlns:a="http://schemas.openxmlformats.org/drawingml/2006/main">
              <a:ext uri="{FF2B5EF4-FFF2-40B4-BE49-F238E27FC236}">
                <a16:creationId xmlns:a16="http://schemas.microsoft.com/office/drawing/2014/main" id="{5F7584D3-DD4A-4C29-98DB-D5760958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3-线-0108">
            <a:extLst xmlns:a="http://schemas.openxmlformats.org/drawingml/2006/main">
              <a:ext uri="{FF2B5EF4-FFF2-40B4-BE49-F238E27FC236}">
                <a16:creationId xmlns:a16="http://schemas.microsoft.com/office/drawing/2014/main" id="{7454B5E1-5D5B-4936-B05D-26E4996B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9" name="p03-线-0109">
            <a:extLst xmlns:a="http://schemas.openxmlformats.org/drawingml/2006/main">
              <a:ext uri="{FF2B5EF4-FFF2-40B4-BE49-F238E27FC236}">
                <a16:creationId xmlns:a16="http://schemas.microsoft.com/office/drawing/2014/main" id="{BADFFA32-0E2D-4D5F-AD9A-FA77BAB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03-线-0110">
            <a:extLst xmlns:a="http://schemas.openxmlformats.org/drawingml/2006/main">
              <a:ext uri="{FF2B5EF4-FFF2-40B4-BE49-F238E27FC236}">
                <a16:creationId xmlns:a16="http://schemas.microsoft.com/office/drawing/2014/main" id="{B6CFD946-EC8D-4792-B372-8932A27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3-线-0111">
            <a:extLst xmlns:a="http://schemas.openxmlformats.org/drawingml/2006/main">
              <a:ext uri="{FF2B5EF4-FFF2-40B4-BE49-F238E27FC236}">
                <a16:creationId xmlns:a16="http://schemas.microsoft.com/office/drawing/2014/main" id="{839DEEE1-DAEF-42B1-AF33-FA6EE214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2" name="p03-线-0112">
            <a:extLst xmlns:a="http://schemas.openxmlformats.org/drawingml/2006/main">
              <a:ext uri="{FF2B5EF4-FFF2-40B4-BE49-F238E27FC236}">
                <a16:creationId xmlns:a16="http://schemas.microsoft.com/office/drawing/2014/main" id="{971F6716-A03C-43C4-A87B-67E17F4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03-线-0113">
            <a:extLst xmlns:a="http://schemas.openxmlformats.org/drawingml/2006/main">
              <a:ext uri="{FF2B5EF4-FFF2-40B4-BE49-F238E27FC236}">
                <a16:creationId xmlns:a16="http://schemas.microsoft.com/office/drawing/2014/main" id="{4AC20E1F-7606-4E8A-BE37-3D0C88A0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3-线-0114">
            <a:extLst xmlns:a="http://schemas.openxmlformats.org/drawingml/2006/main">
              <a:ext uri="{FF2B5EF4-FFF2-40B4-BE49-F238E27FC236}">
                <a16:creationId xmlns:a16="http://schemas.microsoft.com/office/drawing/2014/main" id="{2644B5A9-BA41-4994-90AB-D2C79CCA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5" name="p03-线-0115">
            <a:extLst xmlns:a="http://schemas.openxmlformats.org/drawingml/2006/main">
              <a:ext uri="{FF2B5EF4-FFF2-40B4-BE49-F238E27FC236}">
                <a16:creationId xmlns:a16="http://schemas.microsoft.com/office/drawing/2014/main" id="{F0E3B5C1-542F-4764-9A3C-E81C981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03-线-0116">
            <a:extLst xmlns:a="http://schemas.openxmlformats.org/drawingml/2006/main">
              <a:ext uri="{FF2B5EF4-FFF2-40B4-BE49-F238E27FC236}">
                <a16:creationId xmlns:a16="http://schemas.microsoft.com/office/drawing/2014/main" id="{48E101C7-34BD-4DCC-99B9-62F9D6C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03-线-0117">
            <a:extLst xmlns:a="http://schemas.openxmlformats.org/drawingml/2006/main">
              <a:ext uri="{FF2B5EF4-FFF2-40B4-BE49-F238E27FC236}">
                <a16:creationId xmlns:a16="http://schemas.microsoft.com/office/drawing/2014/main" id="{750423C4-E63B-44B6-9CAF-B13472A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8" name="p03-线-0118">
            <a:extLst xmlns:a="http://schemas.openxmlformats.org/drawingml/2006/main">
              <a:ext uri="{FF2B5EF4-FFF2-40B4-BE49-F238E27FC236}">
                <a16:creationId xmlns:a16="http://schemas.microsoft.com/office/drawing/2014/main" id="{DAA0D542-932F-4AB9-AE34-71781EF7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03-线-0119">
            <a:extLst xmlns:a="http://schemas.openxmlformats.org/drawingml/2006/main">
              <a:ext uri="{FF2B5EF4-FFF2-40B4-BE49-F238E27FC236}">
                <a16:creationId xmlns:a16="http://schemas.microsoft.com/office/drawing/2014/main" id="{B45F550C-30D7-4DBB-905D-21379CEA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03-线-0120">
            <a:extLst xmlns:a="http://schemas.openxmlformats.org/drawingml/2006/main">
              <a:ext uri="{FF2B5EF4-FFF2-40B4-BE49-F238E27FC236}">
                <a16:creationId xmlns:a16="http://schemas.microsoft.com/office/drawing/2014/main" id="{87CBF2A5-545E-445B-9B6D-236FC022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1" name="p03-线-0121">
            <a:extLst xmlns:a="http://schemas.openxmlformats.org/drawingml/2006/main">
              <a:ext uri="{FF2B5EF4-FFF2-40B4-BE49-F238E27FC236}">
                <a16:creationId xmlns:a16="http://schemas.microsoft.com/office/drawing/2014/main" id="{24AB88C0-8609-417F-B8FE-320D577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03-线-0122">
            <a:extLst xmlns:a="http://schemas.openxmlformats.org/drawingml/2006/main">
              <a:ext uri="{FF2B5EF4-FFF2-40B4-BE49-F238E27FC236}">
                <a16:creationId xmlns:a16="http://schemas.microsoft.com/office/drawing/2014/main" id="{31DB427C-FF71-45EB-B438-B32A9BF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03-线-0123">
            <a:extLst xmlns:a="http://schemas.openxmlformats.org/drawingml/2006/main">
              <a:ext uri="{FF2B5EF4-FFF2-40B4-BE49-F238E27FC236}">
                <a16:creationId xmlns:a16="http://schemas.microsoft.com/office/drawing/2014/main" id="{B8C7084C-9B44-42C4-A80D-3E57B06E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4" name="p03-线-0124">
            <a:extLst xmlns:a="http://schemas.openxmlformats.org/drawingml/2006/main">
              <a:ext uri="{FF2B5EF4-FFF2-40B4-BE49-F238E27FC236}">
                <a16:creationId xmlns:a16="http://schemas.microsoft.com/office/drawing/2014/main" id="{D82A9B63-2142-49BF-8E9C-C515A019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03-线-0125">
            <a:extLst xmlns:a="http://schemas.openxmlformats.org/drawingml/2006/main">
              <a:ext uri="{FF2B5EF4-FFF2-40B4-BE49-F238E27FC236}">
                <a16:creationId xmlns:a16="http://schemas.microsoft.com/office/drawing/2014/main" id="{6844BF0B-391D-4ED8-A9A7-AA2D372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03-线-0126">
            <a:extLst xmlns:a="http://schemas.openxmlformats.org/drawingml/2006/main">
              <a:ext uri="{FF2B5EF4-FFF2-40B4-BE49-F238E27FC236}">
                <a16:creationId xmlns:a16="http://schemas.microsoft.com/office/drawing/2014/main" id="{A8A023B7-3D97-4737-BB25-75747D8D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7" name="p03-线-0127">
            <a:extLst xmlns:a="http://schemas.openxmlformats.org/drawingml/2006/main">
              <a:ext uri="{FF2B5EF4-FFF2-40B4-BE49-F238E27FC236}">
                <a16:creationId xmlns:a16="http://schemas.microsoft.com/office/drawing/2014/main" id="{C32EB370-94D7-4465-9010-6C64FD7F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03-线-0128">
            <a:extLst xmlns:a="http://schemas.openxmlformats.org/drawingml/2006/main">
              <a:ext uri="{FF2B5EF4-FFF2-40B4-BE49-F238E27FC236}">
                <a16:creationId xmlns:a16="http://schemas.microsoft.com/office/drawing/2014/main" id="{624E582E-9D64-458B-BEAD-CCDFA1CA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03-线-0129">
            <a:extLst xmlns:a="http://schemas.openxmlformats.org/drawingml/2006/main">
              <a:ext uri="{FF2B5EF4-FFF2-40B4-BE49-F238E27FC236}">
                <a16:creationId xmlns:a16="http://schemas.microsoft.com/office/drawing/2014/main" id="{0765451A-7AFC-4D00-95BC-DD3C446F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0" name="p03-线-0130">
            <a:extLst xmlns:a="http://schemas.openxmlformats.org/drawingml/2006/main">
              <a:ext uri="{FF2B5EF4-FFF2-40B4-BE49-F238E27FC236}">
                <a16:creationId xmlns:a16="http://schemas.microsoft.com/office/drawing/2014/main" id="{F6A92E6D-D70E-48BA-A3AD-C93A0E01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03-线-0131">
            <a:extLst xmlns:a="http://schemas.openxmlformats.org/drawingml/2006/main">
              <a:ext uri="{FF2B5EF4-FFF2-40B4-BE49-F238E27FC236}">
                <a16:creationId xmlns:a16="http://schemas.microsoft.com/office/drawing/2014/main" id="{503845F8-0C90-40E6-A7E6-93D18913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03-线-0132">
            <a:extLst xmlns:a="http://schemas.openxmlformats.org/drawingml/2006/main">
              <a:ext uri="{FF2B5EF4-FFF2-40B4-BE49-F238E27FC236}">
                <a16:creationId xmlns:a16="http://schemas.microsoft.com/office/drawing/2014/main" id="{72EDE1F5-17D3-433F-957F-BEB6D41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3" name="p03-线-0133">
            <a:extLst xmlns:a="http://schemas.openxmlformats.org/drawingml/2006/main">
              <a:ext uri="{FF2B5EF4-FFF2-40B4-BE49-F238E27FC236}">
                <a16:creationId xmlns:a16="http://schemas.microsoft.com/office/drawing/2014/main" id="{6439A9B3-6E78-4B23-8352-3324BD07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3717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03-线-0134">
            <a:extLst xmlns:a="http://schemas.openxmlformats.org/drawingml/2006/main">
              <a:ext uri="{FF2B5EF4-FFF2-40B4-BE49-F238E27FC236}">
                <a16:creationId xmlns:a16="http://schemas.microsoft.com/office/drawing/2014/main" id="{4A980784-8E3A-4F63-AB65-736C9299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03-线-0135">
            <a:extLst xmlns:a="http://schemas.openxmlformats.org/drawingml/2006/main">
              <a:ext uri="{FF2B5EF4-FFF2-40B4-BE49-F238E27FC236}">
                <a16:creationId xmlns:a16="http://schemas.microsoft.com/office/drawing/2014/main" id="{21CAA88B-1986-40F0-A78E-FAAAD1B5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3717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03-线-0136">
            <a:extLst xmlns:a="http://schemas.openxmlformats.org/drawingml/2006/main">
              <a:ext uri="{FF2B5EF4-FFF2-40B4-BE49-F238E27FC236}">
                <a16:creationId xmlns:a16="http://schemas.microsoft.com/office/drawing/2014/main" id="{77CABAFE-44DC-4661-B29A-4B4400B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03-线-0137">
            <a:extLst xmlns:a="http://schemas.openxmlformats.org/drawingml/2006/main">
              <a:ext uri="{FF2B5EF4-FFF2-40B4-BE49-F238E27FC236}">
                <a16:creationId xmlns:a16="http://schemas.microsoft.com/office/drawing/2014/main" id="{514383DB-AD69-4917-A0F5-179143EC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03-线-0138">
            <a:extLst xmlns:a="http://schemas.openxmlformats.org/drawingml/2006/main">
              <a:ext uri="{FF2B5EF4-FFF2-40B4-BE49-F238E27FC236}">
                <a16:creationId xmlns:a16="http://schemas.microsoft.com/office/drawing/2014/main" id="{3DA64751-CED7-4A97-9150-89D9067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3-线-0139">
            <a:extLst xmlns:a="http://schemas.openxmlformats.org/drawingml/2006/main">
              <a:ext uri="{FF2B5EF4-FFF2-40B4-BE49-F238E27FC236}">
                <a16:creationId xmlns:a16="http://schemas.microsoft.com/office/drawing/2014/main" id="{936DF89A-C845-4BB8-91DB-041E14DD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0" name="p03-线-0140">
            <a:extLst xmlns:a="http://schemas.openxmlformats.org/drawingml/2006/main">
              <a:ext uri="{FF2B5EF4-FFF2-40B4-BE49-F238E27FC236}">
                <a16:creationId xmlns:a16="http://schemas.microsoft.com/office/drawing/2014/main" id="{7FD6D93E-4998-4544-8B40-FF96085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03-线-0141">
            <a:extLst xmlns:a="http://schemas.openxmlformats.org/drawingml/2006/main">
              <a:ext uri="{FF2B5EF4-FFF2-40B4-BE49-F238E27FC236}">
                <a16:creationId xmlns:a16="http://schemas.microsoft.com/office/drawing/2014/main" id="{0D203D35-3321-4F3B-A5EB-F31D548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3-线-0142">
            <a:extLst xmlns:a="http://schemas.openxmlformats.org/drawingml/2006/main">
              <a:ext uri="{FF2B5EF4-FFF2-40B4-BE49-F238E27FC236}">
                <a16:creationId xmlns:a16="http://schemas.microsoft.com/office/drawing/2014/main" id="{B62B305A-A9BE-494F-9350-4F12059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3" name="p03-线-0143">
            <a:extLst xmlns:a="http://schemas.openxmlformats.org/drawingml/2006/main">
              <a:ext uri="{FF2B5EF4-FFF2-40B4-BE49-F238E27FC236}">
                <a16:creationId xmlns:a16="http://schemas.microsoft.com/office/drawing/2014/main" id="{5A172CEF-A94C-43A9-87BB-FE0892C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03-线-0144">
            <a:extLst xmlns:a="http://schemas.openxmlformats.org/drawingml/2006/main">
              <a:ext uri="{FF2B5EF4-FFF2-40B4-BE49-F238E27FC236}">
                <a16:creationId xmlns:a16="http://schemas.microsoft.com/office/drawing/2014/main" id="{1508A9E5-9FFD-4261-934B-2BD6A13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3-线-0145">
            <a:extLst xmlns:a="http://schemas.openxmlformats.org/drawingml/2006/main">
              <a:ext uri="{FF2B5EF4-FFF2-40B4-BE49-F238E27FC236}">
                <a16:creationId xmlns:a16="http://schemas.microsoft.com/office/drawing/2014/main" id="{7F9F481D-2B51-4105-A1EF-BE8D141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6" name="p03-线-0146">
            <a:extLst xmlns:a="http://schemas.openxmlformats.org/drawingml/2006/main">
              <a:ext uri="{FF2B5EF4-FFF2-40B4-BE49-F238E27FC236}">
                <a16:creationId xmlns:a16="http://schemas.microsoft.com/office/drawing/2014/main" id="{830FF1F9-9C64-4754-B6B0-754A0A6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03-线-0147">
            <a:extLst xmlns:a="http://schemas.openxmlformats.org/drawingml/2006/main">
              <a:ext uri="{FF2B5EF4-FFF2-40B4-BE49-F238E27FC236}">
                <a16:creationId xmlns:a16="http://schemas.microsoft.com/office/drawing/2014/main" id="{2DD78367-6D82-4EEE-8CD3-2AA01572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03-线-0148">
            <a:extLst xmlns:a="http://schemas.openxmlformats.org/drawingml/2006/main">
              <a:ext uri="{FF2B5EF4-FFF2-40B4-BE49-F238E27FC236}">
                <a16:creationId xmlns:a16="http://schemas.microsoft.com/office/drawing/2014/main" id="{79F0D1B9-8A27-4A04-981F-85345D5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9" name="p03-线-0149">
            <a:extLst xmlns:a="http://schemas.openxmlformats.org/drawingml/2006/main">
              <a:ext uri="{FF2B5EF4-FFF2-40B4-BE49-F238E27FC236}">
                <a16:creationId xmlns:a16="http://schemas.microsoft.com/office/drawing/2014/main" id="{30A19A9A-C9C8-40DB-BC69-3178C72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03-线-0150">
            <a:extLst xmlns:a="http://schemas.openxmlformats.org/drawingml/2006/main">
              <a:ext uri="{FF2B5EF4-FFF2-40B4-BE49-F238E27FC236}">
                <a16:creationId xmlns:a16="http://schemas.microsoft.com/office/drawing/2014/main" id="{C165FFB9-0D46-446C-ACEC-7C01C176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03-线-0151">
            <a:extLst xmlns:a="http://schemas.openxmlformats.org/drawingml/2006/main">
              <a:ext uri="{FF2B5EF4-FFF2-40B4-BE49-F238E27FC236}">
                <a16:creationId xmlns:a16="http://schemas.microsoft.com/office/drawing/2014/main" id="{6F7CD91B-3056-4E3B-B505-9F1B7CB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2" name="p03-线-0152">
            <a:extLst xmlns:a="http://schemas.openxmlformats.org/drawingml/2006/main">
              <a:ext uri="{FF2B5EF4-FFF2-40B4-BE49-F238E27FC236}">
                <a16:creationId xmlns:a16="http://schemas.microsoft.com/office/drawing/2014/main" id="{6BA8A448-9EB9-4962-82FB-30475900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03-线-0153">
            <a:extLst xmlns:a="http://schemas.openxmlformats.org/drawingml/2006/main">
              <a:ext uri="{FF2B5EF4-FFF2-40B4-BE49-F238E27FC236}">
                <a16:creationId xmlns:a16="http://schemas.microsoft.com/office/drawing/2014/main" id="{0403A537-CCBD-44AF-A157-3E6D7C4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03-线-0154">
            <a:extLst xmlns:a="http://schemas.openxmlformats.org/drawingml/2006/main">
              <a:ext uri="{FF2B5EF4-FFF2-40B4-BE49-F238E27FC236}">
                <a16:creationId xmlns:a16="http://schemas.microsoft.com/office/drawing/2014/main" id="{E953A702-C0DA-40E9-8C59-2F23AB87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5" name="p03-线-0155">
            <a:extLst xmlns:a="http://schemas.openxmlformats.org/drawingml/2006/main">
              <a:ext uri="{FF2B5EF4-FFF2-40B4-BE49-F238E27FC236}">
                <a16:creationId xmlns:a16="http://schemas.microsoft.com/office/drawing/2014/main" id="{8AF22B62-6684-4CFE-9E71-5ED44DB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03-线-0156">
            <a:extLst xmlns:a="http://schemas.openxmlformats.org/drawingml/2006/main">
              <a:ext uri="{FF2B5EF4-FFF2-40B4-BE49-F238E27FC236}">
                <a16:creationId xmlns:a16="http://schemas.microsoft.com/office/drawing/2014/main" id="{3639DB11-7139-44B6-BE06-976099D0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03-线-0157">
            <a:extLst xmlns:a="http://schemas.openxmlformats.org/drawingml/2006/main">
              <a:ext uri="{FF2B5EF4-FFF2-40B4-BE49-F238E27FC236}">
                <a16:creationId xmlns:a16="http://schemas.microsoft.com/office/drawing/2014/main" id="{6F133425-3C53-486D-A3D5-6E353D5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8" name="p03-线-0158">
            <a:extLst xmlns:a="http://schemas.openxmlformats.org/drawingml/2006/main">
              <a:ext uri="{FF2B5EF4-FFF2-40B4-BE49-F238E27FC236}">
                <a16:creationId xmlns:a16="http://schemas.microsoft.com/office/drawing/2014/main" id="{480A0737-41DC-4F3C-9A5B-0D7BBD4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03-线-0159">
            <a:extLst xmlns:a="http://schemas.openxmlformats.org/drawingml/2006/main">
              <a:ext uri="{FF2B5EF4-FFF2-40B4-BE49-F238E27FC236}">
                <a16:creationId xmlns:a16="http://schemas.microsoft.com/office/drawing/2014/main" id="{6E3DECED-9E77-40F1-B7E8-9B5159D6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03-线-0160">
            <a:extLst xmlns:a="http://schemas.openxmlformats.org/drawingml/2006/main">
              <a:ext uri="{FF2B5EF4-FFF2-40B4-BE49-F238E27FC236}">
                <a16:creationId xmlns:a16="http://schemas.microsoft.com/office/drawing/2014/main" id="{6CD79339-F409-4546-941D-FE206CD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1" name="p03-线-0161">
            <a:extLst xmlns:a="http://schemas.openxmlformats.org/drawingml/2006/main">
              <a:ext uri="{FF2B5EF4-FFF2-40B4-BE49-F238E27FC236}">
                <a16:creationId xmlns:a16="http://schemas.microsoft.com/office/drawing/2014/main" id="{4E73BDA2-54AF-422E-9604-847895CE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03-线-0162">
            <a:extLst xmlns:a="http://schemas.openxmlformats.org/drawingml/2006/main">
              <a:ext uri="{FF2B5EF4-FFF2-40B4-BE49-F238E27FC236}">
                <a16:creationId xmlns:a16="http://schemas.microsoft.com/office/drawing/2014/main" id="{A83054D0-A39E-43C6-BE84-86C2A4D4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03-线-0163">
            <a:extLst xmlns:a="http://schemas.openxmlformats.org/drawingml/2006/main">
              <a:ext uri="{FF2B5EF4-FFF2-40B4-BE49-F238E27FC236}">
                <a16:creationId xmlns:a16="http://schemas.microsoft.com/office/drawing/2014/main" id="{175AF199-FACE-406C-8992-F6BC69F1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4" name="p03-线-0164">
            <a:extLst xmlns:a="http://schemas.openxmlformats.org/drawingml/2006/main">
              <a:ext uri="{FF2B5EF4-FFF2-40B4-BE49-F238E27FC236}">
                <a16:creationId xmlns:a16="http://schemas.microsoft.com/office/drawing/2014/main" id="{5ECEF82B-77B2-40C1-B831-283C450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4669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03-线-0165">
            <a:extLst xmlns:a="http://schemas.openxmlformats.org/drawingml/2006/main">
              <a:ext uri="{FF2B5EF4-FFF2-40B4-BE49-F238E27FC236}">
                <a16:creationId xmlns:a16="http://schemas.microsoft.com/office/drawing/2014/main" id="{16AEE846-726A-44CB-AFDD-FCFFC22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03-线-0166">
            <a:extLst xmlns:a="http://schemas.openxmlformats.org/drawingml/2006/main">
              <a:ext uri="{FF2B5EF4-FFF2-40B4-BE49-F238E27FC236}">
                <a16:creationId xmlns:a16="http://schemas.microsoft.com/office/drawing/2014/main" id="{3F61FD13-37B6-4214-9B74-51A0EC3C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46697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03-线-0167">
            <a:extLst xmlns:a="http://schemas.openxmlformats.org/drawingml/2006/main">
              <a:ext uri="{FF2B5EF4-FFF2-40B4-BE49-F238E27FC236}">
                <a16:creationId xmlns:a16="http://schemas.microsoft.com/office/drawing/2014/main" id="{6CEFC284-4236-4890-9AED-D63A413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66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03-线-0168">
            <a:extLst xmlns:a="http://schemas.openxmlformats.org/drawingml/2006/main">
              <a:ext uri="{FF2B5EF4-FFF2-40B4-BE49-F238E27FC236}">
                <a16:creationId xmlns:a16="http://schemas.microsoft.com/office/drawing/2014/main" id="{95D8B1BB-DA1F-4AA6-A052-478DAB31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03-线-0169">
            <a:extLst xmlns:a="http://schemas.openxmlformats.org/drawingml/2006/main">
              <a:ext uri="{FF2B5EF4-FFF2-40B4-BE49-F238E27FC236}">
                <a16:creationId xmlns:a16="http://schemas.microsoft.com/office/drawing/2014/main" id="{2169BAC1-2E84-4454-B9B6-26917402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3-线-0170">
            <a:extLst xmlns:a="http://schemas.openxmlformats.org/drawingml/2006/main">
              <a:ext uri="{FF2B5EF4-FFF2-40B4-BE49-F238E27FC236}">
                <a16:creationId xmlns:a16="http://schemas.microsoft.com/office/drawing/2014/main" id="{2B4D35EC-B0EE-4DD9-929E-7061018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1" name="p03-线-0171">
            <a:extLst xmlns:a="http://schemas.openxmlformats.org/drawingml/2006/main">
              <a:ext uri="{FF2B5EF4-FFF2-40B4-BE49-F238E27FC236}">
                <a16:creationId xmlns:a16="http://schemas.microsoft.com/office/drawing/2014/main" id="{79DDC053-42C0-44C8-A6B0-ECBAF044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03-线-0172">
            <a:extLst xmlns:a="http://schemas.openxmlformats.org/drawingml/2006/main">
              <a:ext uri="{FF2B5EF4-FFF2-40B4-BE49-F238E27FC236}">
                <a16:creationId xmlns:a16="http://schemas.microsoft.com/office/drawing/2014/main" id="{5039BEEE-A717-45CC-8B1D-7D78C073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3-线-0173">
            <a:extLst xmlns:a="http://schemas.openxmlformats.org/drawingml/2006/main">
              <a:ext uri="{FF2B5EF4-FFF2-40B4-BE49-F238E27FC236}">
                <a16:creationId xmlns:a16="http://schemas.microsoft.com/office/drawing/2014/main" id="{51E447C6-B260-4F9B-A6C8-1106E00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4" name="p03-线-0174">
            <a:extLst xmlns:a="http://schemas.openxmlformats.org/drawingml/2006/main">
              <a:ext uri="{FF2B5EF4-FFF2-40B4-BE49-F238E27FC236}">
                <a16:creationId xmlns:a16="http://schemas.microsoft.com/office/drawing/2014/main" id="{1748C98A-B5E6-491D-A73E-1F1F5577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03-线-0175">
            <a:extLst xmlns:a="http://schemas.openxmlformats.org/drawingml/2006/main">
              <a:ext uri="{FF2B5EF4-FFF2-40B4-BE49-F238E27FC236}">
                <a16:creationId xmlns:a16="http://schemas.microsoft.com/office/drawing/2014/main" id="{C31DBED4-1FCE-4239-9242-B2F654F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3-线-0176">
            <a:extLst xmlns:a="http://schemas.openxmlformats.org/drawingml/2006/main">
              <a:ext uri="{FF2B5EF4-FFF2-40B4-BE49-F238E27FC236}">
                <a16:creationId xmlns:a16="http://schemas.microsoft.com/office/drawing/2014/main" id="{DDC7D232-624A-4C38-9F73-7C0A4F6F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7" name="p03-线-0177">
            <a:extLst xmlns:a="http://schemas.openxmlformats.org/drawingml/2006/main">
              <a:ext uri="{FF2B5EF4-FFF2-40B4-BE49-F238E27FC236}">
                <a16:creationId xmlns:a16="http://schemas.microsoft.com/office/drawing/2014/main" id="{341A5FD9-8086-478A-9AD2-AC71109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03-线-0178">
            <a:extLst xmlns:a="http://schemas.openxmlformats.org/drawingml/2006/main">
              <a:ext uri="{FF2B5EF4-FFF2-40B4-BE49-F238E27FC236}">
                <a16:creationId xmlns:a16="http://schemas.microsoft.com/office/drawing/2014/main" id="{B119AE72-7451-43AD-9827-B327D435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03-线-0179">
            <a:extLst xmlns:a="http://schemas.openxmlformats.org/drawingml/2006/main">
              <a:ext uri="{FF2B5EF4-FFF2-40B4-BE49-F238E27FC236}">
                <a16:creationId xmlns:a16="http://schemas.microsoft.com/office/drawing/2014/main" id="{FCC7AD24-355E-4689-B16F-671F209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0" name="p03-线-0180">
            <a:extLst xmlns:a="http://schemas.openxmlformats.org/drawingml/2006/main">
              <a:ext uri="{FF2B5EF4-FFF2-40B4-BE49-F238E27FC236}">
                <a16:creationId xmlns:a16="http://schemas.microsoft.com/office/drawing/2014/main" id="{53D65DFD-5E72-4EDD-8F46-F6EF87D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03-线-0181">
            <a:extLst xmlns:a="http://schemas.openxmlformats.org/drawingml/2006/main">
              <a:ext uri="{FF2B5EF4-FFF2-40B4-BE49-F238E27FC236}">
                <a16:creationId xmlns:a16="http://schemas.microsoft.com/office/drawing/2014/main" id="{98379384-6CE9-493E-8D03-198F3D5F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03-线-0182">
            <a:extLst xmlns:a="http://schemas.openxmlformats.org/drawingml/2006/main">
              <a:ext uri="{FF2B5EF4-FFF2-40B4-BE49-F238E27FC236}">
                <a16:creationId xmlns:a16="http://schemas.microsoft.com/office/drawing/2014/main" id="{A49375CD-D919-4E72-8ACF-704CD7A3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3" name="p03-线-0183">
            <a:extLst xmlns:a="http://schemas.openxmlformats.org/drawingml/2006/main">
              <a:ext uri="{FF2B5EF4-FFF2-40B4-BE49-F238E27FC236}">
                <a16:creationId xmlns:a16="http://schemas.microsoft.com/office/drawing/2014/main" id="{CAB37594-4E06-48CA-8F9B-5D33BE3D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03-线-0184">
            <a:extLst xmlns:a="http://schemas.openxmlformats.org/drawingml/2006/main">
              <a:ext uri="{FF2B5EF4-FFF2-40B4-BE49-F238E27FC236}">
                <a16:creationId xmlns:a16="http://schemas.microsoft.com/office/drawing/2014/main" id="{6F24872D-2817-4901-A551-C7C8606C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03-线-0185">
            <a:extLst xmlns:a="http://schemas.openxmlformats.org/drawingml/2006/main">
              <a:ext uri="{FF2B5EF4-FFF2-40B4-BE49-F238E27FC236}">
                <a16:creationId xmlns:a16="http://schemas.microsoft.com/office/drawing/2014/main" id="{AB586ADA-42A7-4B09-8B0C-01601055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6" name="p03-线-0186">
            <a:extLst xmlns:a="http://schemas.openxmlformats.org/drawingml/2006/main">
              <a:ext uri="{FF2B5EF4-FFF2-40B4-BE49-F238E27FC236}">
                <a16:creationId xmlns:a16="http://schemas.microsoft.com/office/drawing/2014/main" id="{F967E74D-DC8F-4E66-9255-1380DB2E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03-线-0187">
            <a:extLst xmlns:a="http://schemas.openxmlformats.org/drawingml/2006/main">
              <a:ext uri="{FF2B5EF4-FFF2-40B4-BE49-F238E27FC236}">
                <a16:creationId xmlns:a16="http://schemas.microsoft.com/office/drawing/2014/main" id="{62112922-E953-4B00-A92D-2EDD687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03-线-0188">
            <a:extLst xmlns:a="http://schemas.openxmlformats.org/drawingml/2006/main">
              <a:ext uri="{FF2B5EF4-FFF2-40B4-BE49-F238E27FC236}">
                <a16:creationId xmlns:a16="http://schemas.microsoft.com/office/drawing/2014/main" id="{1A89E84D-2053-483E-865D-86ACC74D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9" name="p03-线-0189">
            <a:extLst xmlns:a="http://schemas.openxmlformats.org/drawingml/2006/main">
              <a:ext uri="{FF2B5EF4-FFF2-40B4-BE49-F238E27FC236}">
                <a16:creationId xmlns:a16="http://schemas.microsoft.com/office/drawing/2014/main" id="{A81E33E6-7B39-49A5-84E8-9441DD5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03-线-0190">
            <a:extLst xmlns:a="http://schemas.openxmlformats.org/drawingml/2006/main">
              <a:ext uri="{FF2B5EF4-FFF2-40B4-BE49-F238E27FC236}">
                <a16:creationId xmlns:a16="http://schemas.microsoft.com/office/drawing/2014/main" id="{B8713243-8B77-42B0-9D4A-6698BB3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03-线-0191">
            <a:extLst xmlns:a="http://schemas.openxmlformats.org/drawingml/2006/main">
              <a:ext uri="{FF2B5EF4-FFF2-40B4-BE49-F238E27FC236}">
                <a16:creationId xmlns:a16="http://schemas.microsoft.com/office/drawing/2014/main" id="{8774664D-618E-47E9-A607-198ED520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2" name="p03-线-0192">
            <a:extLst xmlns:a="http://schemas.openxmlformats.org/drawingml/2006/main">
              <a:ext uri="{FF2B5EF4-FFF2-40B4-BE49-F238E27FC236}">
                <a16:creationId xmlns:a16="http://schemas.microsoft.com/office/drawing/2014/main" id="{66FD59CF-2A50-43DD-ADDB-E5E43D0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03-线-0193">
            <a:extLst xmlns:a="http://schemas.openxmlformats.org/drawingml/2006/main">
              <a:ext uri="{FF2B5EF4-FFF2-40B4-BE49-F238E27FC236}">
                <a16:creationId xmlns:a16="http://schemas.microsoft.com/office/drawing/2014/main" id="{E418EF1A-340F-421E-9C58-D90E77F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03-线-0194">
            <a:extLst xmlns:a="http://schemas.openxmlformats.org/drawingml/2006/main">
              <a:ext uri="{FF2B5EF4-FFF2-40B4-BE49-F238E27FC236}">
                <a16:creationId xmlns:a16="http://schemas.microsoft.com/office/drawing/2014/main" id="{7A5791AB-B3F5-4ED8-A4FE-D1AFE1C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5" name="p03-线-0195">
            <a:extLst xmlns:a="http://schemas.openxmlformats.org/drawingml/2006/main">
              <a:ext uri="{FF2B5EF4-FFF2-40B4-BE49-F238E27FC236}">
                <a16:creationId xmlns:a16="http://schemas.microsoft.com/office/drawing/2014/main" id="{F59DF17D-73B2-4760-8D40-D1DEDE91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56222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03-线-0196">
            <a:extLst xmlns:a="http://schemas.openxmlformats.org/drawingml/2006/main">
              <a:ext uri="{FF2B5EF4-FFF2-40B4-BE49-F238E27FC236}">
                <a16:creationId xmlns:a16="http://schemas.microsoft.com/office/drawing/2014/main" id="{E433AE4C-5171-4D5F-90B4-DF758938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03-线-0197">
            <a:extLst xmlns:a="http://schemas.openxmlformats.org/drawingml/2006/main">
              <a:ext uri="{FF2B5EF4-FFF2-40B4-BE49-F238E27FC236}">
                <a16:creationId xmlns:a16="http://schemas.microsoft.com/office/drawing/2014/main" id="{5124A429-A6F5-4550-A5E3-DB28ACB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562225"/>
            <a:ext cx="99060" cy="95250"/>
          </a:xfrm>
          <a:custGeom xmlns:a="http://schemas.openxmlformats.org/drawingml/2006/main">
            <a:pathLst>
              <a:path w="99060" h="95250">
                <a:moveTo>
                  <a:pt x="0" y="0"/>
                </a:moveTo>
                <a:lnTo>
                  <a:pt x="9906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8" name="p03-线-0198">
            <a:extLst xmlns:a="http://schemas.openxmlformats.org/drawingml/2006/main">
              <a:ext uri="{FF2B5EF4-FFF2-40B4-BE49-F238E27FC236}">
                <a16:creationId xmlns:a16="http://schemas.microsoft.com/office/drawing/2014/main" id="{B31372FE-13DD-429C-840C-56871667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622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03-线-0199">
            <a:extLst xmlns:a="http://schemas.openxmlformats.org/drawingml/2006/main">
              <a:ext uri="{FF2B5EF4-FFF2-40B4-BE49-F238E27FC236}">
                <a16:creationId xmlns:a16="http://schemas.microsoft.com/office/drawing/2014/main" id="{FD2EB30E-46C0-488E-AF0D-A4D9CB4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03-线-0200">
            <a:extLst xmlns:a="http://schemas.openxmlformats.org/drawingml/2006/main">
              <a:ext uri="{FF2B5EF4-FFF2-40B4-BE49-F238E27FC236}">
                <a16:creationId xmlns:a16="http://schemas.microsoft.com/office/drawing/2014/main" id="{8CCD3EDA-E6D2-49EC-ADAD-67708614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8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3-线-0201">
            <a:extLst xmlns:a="http://schemas.openxmlformats.org/drawingml/2006/main">
              <a:ext uri="{FF2B5EF4-FFF2-40B4-BE49-F238E27FC236}">
                <a16:creationId xmlns:a16="http://schemas.microsoft.com/office/drawing/2014/main" id="{440B94C7-8DEB-43B8-AD16-9901E93A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03-线-0202">
            <a:extLst xmlns:a="http://schemas.openxmlformats.org/drawingml/2006/main">
              <a:ext uri="{FF2B5EF4-FFF2-40B4-BE49-F238E27FC236}">
                <a16:creationId xmlns:a16="http://schemas.microsoft.com/office/drawing/2014/main" id="{6A94F1C4-D10F-437B-84A8-2DC4991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03-线-0203">
            <a:extLst xmlns:a="http://schemas.openxmlformats.org/drawingml/2006/main">
              <a:ext uri="{FF2B5EF4-FFF2-40B4-BE49-F238E27FC236}">
                <a16:creationId xmlns:a16="http://schemas.microsoft.com/office/drawing/2014/main" id="{85A725C3-F7E0-44D9-8D28-8F4B775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6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03-线-0204">
            <a:extLst xmlns:a="http://schemas.openxmlformats.org/drawingml/2006/main">
              <a:ext uri="{FF2B5EF4-FFF2-40B4-BE49-F238E27FC236}">
                <a16:creationId xmlns:a16="http://schemas.microsoft.com/office/drawing/2014/main" id="{6124294C-108E-404D-95F9-F63D4B29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03-线-0205">
            <a:extLst xmlns:a="http://schemas.openxmlformats.org/drawingml/2006/main">
              <a:ext uri="{FF2B5EF4-FFF2-40B4-BE49-F238E27FC236}">
                <a16:creationId xmlns:a16="http://schemas.microsoft.com/office/drawing/2014/main" id="{4E241811-761F-466B-B19B-083CCEA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03-线-0206">
            <a:extLst xmlns:a="http://schemas.openxmlformats.org/drawingml/2006/main">
              <a:ext uri="{FF2B5EF4-FFF2-40B4-BE49-F238E27FC236}">
                <a16:creationId xmlns:a16="http://schemas.microsoft.com/office/drawing/2014/main" id="{17BCB6D7-E896-47C8-B377-4232FB7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03-线-0207">
            <a:extLst xmlns:a="http://schemas.openxmlformats.org/drawingml/2006/main">
              <a:ext uri="{FF2B5EF4-FFF2-40B4-BE49-F238E27FC236}">
                <a16:creationId xmlns:a16="http://schemas.microsoft.com/office/drawing/2014/main" id="{A9A5FD7A-BE0B-4982-9F0C-54AD4222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03-线-0208">
            <a:extLst xmlns:a="http://schemas.openxmlformats.org/drawingml/2006/main">
              <a:ext uri="{FF2B5EF4-FFF2-40B4-BE49-F238E27FC236}">
                <a16:creationId xmlns:a16="http://schemas.microsoft.com/office/drawing/2014/main" id="{46ABBF53-98F5-4100-A13D-992E1195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657475"/>
            <a:ext cx="99060" cy="95"/>
          </a:xfrm>
          <a:custGeom xmlns:a="http://schemas.openxmlformats.org/drawingml/2006/main">
            <a:pathLst>
              <a:path w="99060" h="95">
                <a:moveTo>
                  <a:pt x="0" y="0"/>
                </a:moveTo>
                <a:lnTo>
                  <a:pt x="99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03-椭圆-0209">
            <a:extLst xmlns:a="http://schemas.openxmlformats.org/drawingml/2006/main">
              <a:ext uri="{FF2B5EF4-FFF2-40B4-BE49-F238E27FC236}">
                <a16:creationId xmlns:a16="http://schemas.microsoft.com/office/drawing/2014/main" id="{FDFAE1F4-1BA3-4303-BE29-3472AD8A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34" y="2234514"/>
            <a:ext cx="104902" cy="83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0" name="p03-椭圆-0210">
            <a:extLst xmlns:a="http://schemas.openxmlformats.org/drawingml/2006/main">
              <a:ext uri="{FF2B5EF4-FFF2-40B4-BE49-F238E27FC236}">
                <a16:creationId xmlns:a16="http://schemas.microsoft.com/office/drawing/2014/main" id="{128015BF-96C2-48B4-AC29-F7E7F82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875" y="2240851"/>
            <a:ext cx="89060" cy="7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1" name="p03-椭圆-0211">
            <a:extLst xmlns:a="http://schemas.openxmlformats.org/drawingml/2006/main">
              <a:ext uri="{FF2B5EF4-FFF2-40B4-BE49-F238E27FC236}">
                <a16:creationId xmlns:a16="http://schemas.microsoft.com/office/drawing/2014/main" id="{B298BC6A-EDB3-4ABB-A53C-C5304F4F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359" y="2231542"/>
            <a:ext cx="112332" cy="89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2" name="p03-椭圆-0212">
            <a:extLst xmlns:a="http://schemas.openxmlformats.org/drawingml/2006/main">
              <a:ext uri="{FF2B5EF4-FFF2-40B4-BE49-F238E27FC236}">
                <a16:creationId xmlns:a16="http://schemas.microsoft.com/office/drawing/2014/main" id="{E7D98F96-915B-4B3D-8D12-5595893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5242" y="2232953"/>
            <a:ext cx="108805" cy="87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3" name="p03-椭圆-0213">
            <a:extLst xmlns:a="http://schemas.openxmlformats.org/drawingml/2006/main">
              <a:ext uri="{FF2B5EF4-FFF2-40B4-BE49-F238E27FC236}">
                <a16:creationId xmlns:a16="http://schemas.microsoft.com/office/drawing/2014/main" id="{C8AC4228-1B30-4DAC-9FC4-F1800AAB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531" y="2241088"/>
            <a:ext cx="88468" cy="70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4" name="p03-椭圆-0214">
            <a:extLst xmlns:a="http://schemas.openxmlformats.org/drawingml/2006/main">
              <a:ext uri="{FF2B5EF4-FFF2-40B4-BE49-F238E27FC236}">
                <a16:creationId xmlns:a16="http://schemas.microsoft.com/office/drawing/2014/main" id="{C6933E62-F34A-4B03-9D60-D0B4C7DE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755" y="2431351"/>
            <a:ext cx="89060" cy="7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5" name="p03-椭圆-0215">
            <a:extLst xmlns:a="http://schemas.openxmlformats.org/drawingml/2006/main">
              <a:ext uri="{FF2B5EF4-FFF2-40B4-BE49-F238E27FC236}">
                <a16:creationId xmlns:a16="http://schemas.microsoft.com/office/drawing/2014/main" id="{76E37DF4-FAAE-4D91-9C3F-237C11A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239" y="2422042"/>
            <a:ext cx="112332" cy="89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6" name="p03-椭圆-0216">
            <a:extLst xmlns:a="http://schemas.openxmlformats.org/drawingml/2006/main">
              <a:ext uri="{FF2B5EF4-FFF2-40B4-BE49-F238E27FC236}">
                <a16:creationId xmlns:a16="http://schemas.microsoft.com/office/drawing/2014/main" id="{CB839ABB-A2BE-4A6E-A402-E77C9D49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122" y="2423453"/>
            <a:ext cx="108805" cy="87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7" name="p03-椭圆-0217">
            <a:extLst xmlns:a="http://schemas.openxmlformats.org/drawingml/2006/main">
              <a:ext uri="{FF2B5EF4-FFF2-40B4-BE49-F238E27FC236}">
                <a16:creationId xmlns:a16="http://schemas.microsoft.com/office/drawing/2014/main" id="{055C2BC6-1711-4E3D-B1A5-C199003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411" y="2431588"/>
            <a:ext cx="88468" cy="70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8" name="p03-椭圆-0218">
            <a:extLst xmlns:a="http://schemas.openxmlformats.org/drawingml/2006/main">
              <a:ext uri="{FF2B5EF4-FFF2-40B4-BE49-F238E27FC236}">
                <a16:creationId xmlns:a16="http://schemas.microsoft.com/office/drawing/2014/main" id="{D4E24736-F19B-440F-B453-FE34523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304" y="2423407"/>
            <a:ext cx="108921" cy="87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9" name="p03-路径-0219">
            <a:extLst xmlns:a="http://schemas.openxmlformats.org/drawingml/2006/main">
              <a:ext uri="{FF2B5EF4-FFF2-40B4-BE49-F238E27FC236}">
                <a16:creationId xmlns:a16="http://schemas.microsoft.com/office/drawing/2014/main" id="{1C133773-B998-4A48-943D-B6B9057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318881"/>
            <a:ext cx="838200" cy="100886"/>
          </a:xfrm>
          <a:custGeom xmlns:a="http://schemas.openxmlformats.org/drawingml/2006/main">
            <a:pathLst>
              <a:path w="838200" h="100886">
                <a:moveTo>
                  <a:pt x="0" y="41414"/>
                </a:moveTo>
                <a:lnTo>
                  <a:pt x="21079" y="27935"/>
                </a:lnTo>
                <a:lnTo>
                  <a:pt x="42858" y="17363"/>
                </a:lnTo>
                <a:lnTo>
                  <a:pt x="65299" y="9490"/>
                </a:lnTo>
                <a:lnTo>
                  <a:pt x="88367" y="4110"/>
                </a:lnTo>
                <a:lnTo>
                  <a:pt x="112023" y="1016"/>
                </a:lnTo>
                <a:lnTo>
                  <a:pt x="136231" y="0"/>
                </a:lnTo>
                <a:lnTo>
                  <a:pt x="186154" y="3374"/>
                </a:lnTo>
                <a:lnTo>
                  <a:pt x="237841" y="12574"/>
                </a:lnTo>
                <a:lnTo>
                  <a:pt x="290996" y="25944"/>
                </a:lnTo>
                <a:lnTo>
                  <a:pt x="400526" y="58559"/>
                </a:lnTo>
                <a:lnTo>
                  <a:pt x="456310" y="74490"/>
                </a:lnTo>
                <a:lnTo>
                  <a:pt x="512378" y="87960"/>
                </a:lnTo>
                <a:lnTo>
                  <a:pt x="568435" y="97311"/>
                </a:lnTo>
                <a:lnTo>
                  <a:pt x="624185" y="100886"/>
                </a:lnTo>
                <a:lnTo>
                  <a:pt x="651853" y="99989"/>
                </a:lnTo>
                <a:lnTo>
                  <a:pt x="679332" y="97027"/>
                </a:lnTo>
                <a:lnTo>
                  <a:pt x="706588" y="91791"/>
                </a:lnTo>
                <a:lnTo>
                  <a:pt x="733581" y="84076"/>
                </a:lnTo>
                <a:lnTo>
                  <a:pt x="760276" y="73673"/>
                </a:lnTo>
                <a:lnTo>
                  <a:pt x="786636" y="60376"/>
                </a:lnTo>
                <a:lnTo>
                  <a:pt x="812623" y="43977"/>
                </a:lnTo>
                <a:lnTo>
                  <a:pt x="838200" y="242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20" name="p03-文本-0220">
            <a:extLst xmlns:a="http://schemas.openxmlformats.org/drawingml/2006/main">
              <a:ext uri="{FF2B5EF4-FFF2-40B4-BE49-F238E27FC236}">
                <a16:creationId xmlns:a16="http://schemas.microsoft.com/office/drawing/2014/main" id="{356274C6-9FC2-4861-990B-EE18A25E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84431"/>
            <a:ext cx="422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孔径</a:t>
            </a:r>
          </a:p>
        </p:txBody>
      </p:sp>
      <p:sp>
        <p:nvSpPr>
          <p:cNvPr id="221" name="p03-文本-0221">
            <a:extLst xmlns:a="http://schemas.openxmlformats.org/drawingml/2006/main">
              <a:ext uri="{FF2B5EF4-FFF2-40B4-BE49-F238E27FC236}">
                <a16:creationId xmlns:a16="http://schemas.microsoft.com/office/drawing/2014/main" id="{6F42A74D-F80A-4A84-B87A-40C389C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0656"/>
            <a:ext cx="1153001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连通性 · 厚度</a:t>
            </a:r>
          </a:p>
        </p:txBody>
      </p:sp>
      <p:sp>
        <p:nvSpPr>
          <p:cNvPr id="222" name="p03-路径-0222">
            <a:extLst xmlns:a="http://schemas.openxmlformats.org/drawingml/2006/main">
              <a:ext uri="{FF2B5EF4-FFF2-40B4-BE49-F238E27FC236}">
                <a16:creationId xmlns:a16="http://schemas.microsoft.com/office/drawing/2014/main" id="{0BFF2B1E-5B6F-4292-83DC-ED1524B6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336" y="2809875"/>
            <a:ext cx="155829" cy="209550"/>
          </a:xfrm>
          <a:custGeom xmlns:a="http://schemas.openxmlformats.org/drawingml/2006/main">
            <a:pathLst>
              <a:path w="155829" h="209550">
                <a:moveTo>
                  <a:pt x="25527" y="0"/>
                </a:moveTo>
                <a:lnTo>
                  <a:pt x="25527" y="83820"/>
                </a:lnTo>
                <a:lnTo>
                  <a:pt x="0" y="83820"/>
                </a:lnTo>
                <a:lnTo>
                  <a:pt x="77914" y="209550"/>
                </a:lnTo>
                <a:lnTo>
                  <a:pt x="155829" y="83820"/>
                </a:lnTo>
                <a:lnTo>
                  <a:pt x="130302" y="83820"/>
                </a:lnTo>
                <a:lnTo>
                  <a:pt x="130302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3" name="p03-矩形-0223">
            <a:extLst xmlns:a="http://schemas.openxmlformats.org/drawingml/2006/main">
              <a:ext uri="{FF2B5EF4-FFF2-40B4-BE49-F238E27FC236}">
                <a16:creationId xmlns:a16="http://schemas.microsoft.com/office/drawing/2014/main" id="{A4F0577E-6895-4B84-B439-EFCAAC8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3705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4" name="p03-文本-0224">
            <a:extLst xmlns:a="http://schemas.openxmlformats.org/drawingml/2006/main">
              <a:ext uri="{FF2B5EF4-FFF2-40B4-BE49-F238E27FC236}">
                <a16:creationId xmlns:a16="http://schemas.microsoft.com/office/drawing/2014/main" id="{188F5B98-4B31-4913-88FD-3C58BE86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960" y="31076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机制假设</a:t>
            </a:r>
          </a:p>
        </p:txBody>
      </p:sp>
      <p:sp>
        <p:nvSpPr>
          <p:cNvPr id="225" name="p03-矩形-0225">
            <a:extLst xmlns:a="http://schemas.openxmlformats.org/drawingml/2006/main">
              <a:ext uri="{FF2B5EF4-FFF2-40B4-BE49-F238E27FC236}">
                <a16:creationId xmlns:a16="http://schemas.microsoft.com/office/drawing/2014/main" id="{32EE9C31-ED30-4099-B96F-5D440E7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705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6" name="p03-路径-0226">
            <a:extLst xmlns:a="http://schemas.openxmlformats.org/drawingml/2006/main">
              <a:ext uri="{FF2B5EF4-FFF2-40B4-BE49-F238E27FC236}">
                <a16:creationId xmlns:a16="http://schemas.microsoft.com/office/drawing/2014/main" id="{5E60F461-9733-4225-9177-E2223E9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43300"/>
            <a:ext cx="990600" cy="371475"/>
          </a:xfrm>
          <a:custGeom xmlns:a="http://schemas.openxmlformats.org/drawingml/2006/main">
            <a:pathLst>
              <a:path w="990600" h="371475">
                <a:moveTo>
                  <a:pt x="0" y="142875"/>
                </a:moveTo>
                <a:lnTo>
                  <a:pt x="772668" y="0"/>
                </a:lnTo>
                <a:lnTo>
                  <a:pt x="990600" y="228600"/>
                </a:lnTo>
                <a:lnTo>
                  <a:pt x="217932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p03-路径-0227">
            <a:extLst xmlns:a="http://schemas.openxmlformats.org/drawingml/2006/main">
              <a:ext uri="{FF2B5EF4-FFF2-40B4-BE49-F238E27FC236}">
                <a16:creationId xmlns:a16="http://schemas.microsoft.com/office/drawing/2014/main" id="{5DDE1460-871D-4482-B104-7A9A7ACB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51885"/>
            <a:ext cx="990600" cy="371475"/>
          </a:xfrm>
          <a:custGeom xmlns:a="http://schemas.openxmlformats.org/drawingml/2006/main">
            <a:pathLst>
              <a:path w="990600" h="371475">
                <a:moveTo>
                  <a:pt x="0" y="142875"/>
                </a:moveTo>
                <a:lnTo>
                  <a:pt x="772668" y="0"/>
                </a:lnTo>
                <a:lnTo>
                  <a:pt x="990600" y="228600"/>
                </a:lnTo>
                <a:lnTo>
                  <a:pt x="217932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p03-路径-0228">
            <a:extLst xmlns:a="http://schemas.openxmlformats.org/drawingml/2006/main">
              <a:ext uri="{FF2B5EF4-FFF2-40B4-BE49-F238E27FC236}">
                <a16:creationId xmlns:a16="http://schemas.microsoft.com/office/drawing/2014/main" id="{BF9FD209-F70D-4DF3-B0DE-BF4403FF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60470"/>
            <a:ext cx="990600" cy="371475"/>
          </a:xfrm>
          <a:custGeom xmlns:a="http://schemas.openxmlformats.org/drawingml/2006/main">
            <a:pathLst>
              <a:path w="990600" h="371475">
                <a:moveTo>
                  <a:pt x="0" y="142875"/>
                </a:moveTo>
                <a:lnTo>
                  <a:pt x="772668" y="0"/>
                </a:lnTo>
                <a:lnTo>
                  <a:pt x="990600" y="228600"/>
                </a:lnTo>
                <a:lnTo>
                  <a:pt x="217932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p03-路径-0229">
            <a:extLst xmlns:a="http://schemas.openxmlformats.org/drawingml/2006/main">
              <a:ext uri="{FF2B5EF4-FFF2-40B4-BE49-F238E27FC236}">
                <a16:creationId xmlns:a16="http://schemas.microsoft.com/office/drawing/2014/main" id="{E3A823F7-816E-4864-A711-7A497332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69055"/>
            <a:ext cx="990600" cy="371475"/>
          </a:xfrm>
          <a:custGeom xmlns:a="http://schemas.openxmlformats.org/drawingml/2006/main">
            <a:pathLst>
              <a:path w="990600" h="371475">
                <a:moveTo>
                  <a:pt x="0" y="142875"/>
                </a:moveTo>
                <a:lnTo>
                  <a:pt x="772668" y="0"/>
                </a:lnTo>
                <a:lnTo>
                  <a:pt x="990600" y="228600"/>
                </a:lnTo>
                <a:lnTo>
                  <a:pt x="217932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p03-路径-0230">
            <a:extLst xmlns:a="http://schemas.openxmlformats.org/drawingml/2006/main">
              <a:ext uri="{FF2B5EF4-FFF2-40B4-BE49-F238E27FC236}">
                <a16:creationId xmlns:a16="http://schemas.microsoft.com/office/drawing/2014/main" id="{F7163D00-A7D5-4A0E-99AB-F7DB52D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06" y="4017645"/>
            <a:ext cx="63818" cy="85725"/>
          </a:xfrm>
          <a:custGeom xmlns:a="http://schemas.openxmlformats.org/drawingml/2006/main">
            <a:pathLst>
              <a:path w="63818" h="85725">
                <a:moveTo>
                  <a:pt x="17621" y="0"/>
                </a:moveTo>
                <a:lnTo>
                  <a:pt x="17621" y="34290"/>
                </a:lnTo>
                <a:lnTo>
                  <a:pt x="0" y="34290"/>
                </a:lnTo>
                <a:lnTo>
                  <a:pt x="31909" y="85725"/>
                </a:lnTo>
                <a:lnTo>
                  <a:pt x="63818" y="34290"/>
                </a:lnTo>
                <a:lnTo>
                  <a:pt x="46196" y="34290"/>
                </a:lnTo>
                <a:lnTo>
                  <a:pt x="46196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1" name="p03-路径-0231">
            <a:extLst xmlns:a="http://schemas.openxmlformats.org/drawingml/2006/main">
              <a:ext uri="{FF2B5EF4-FFF2-40B4-BE49-F238E27FC236}">
                <a16:creationId xmlns:a16="http://schemas.microsoft.com/office/drawing/2014/main" id="{E5C903B9-524D-4A66-A82C-E5F794D8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778" y="4017645"/>
            <a:ext cx="63817" cy="85725"/>
          </a:xfrm>
          <a:custGeom xmlns:a="http://schemas.openxmlformats.org/drawingml/2006/main">
            <a:pathLst>
              <a:path w="63817" h="85725">
                <a:moveTo>
                  <a:pt x="17621" y="0"/>
                </a:moveTo>
                <a:lnTo>
                  <a:pt x="17621" y="34290"/>
                </a:lnTo>
                <a:lnTo>
                  <a:pt x="0" y="34290"/>
                </a:lnTo>
                <a:lnTo>
                  <a:pt x="31909" y="85725"/>
                </a:lnTo>
                <a:lnTo>
                  <a:pt x="63817" y="34290"/>
                </a:lnTo>
                <a:lnTo>
                  <a:pt x="46196" y="34290"/>
                </a:lnTo>
                <a:lnTo>
                  <a:pt x="46196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2" name="p03-路径-0232">
            <a:extLst xmlns:a="http://schemas.openxmlformats.org/drawingml/2006/main">
              <a:ext uri="{FF2B5EF4-FFF2-40B4-BE49-F238E27FC236}">
                <a16:creationId xmlns:a16="http://schemas.microsoft.com/office/drawing/2014/main" id="{B8681DDC-D22C-4874-BDDE-BBB4210B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650" y="4017645"/>
            <a:ext cx="63817" cy="85725"/>
          </a:xfrm>
          <a:custGeom xmlns:a="http://schemas.openxmlformats.org/drawingml/2006/main">
            <a:pathLst>
              <a:path w="63817" h="85725">
                <a:moveTo>
                  <a:pt x="17621" y="0"/>
                </a:moveTo>
                <a:lnTo>
                  <a:pt x="17621" y="34290"/>
                </a:lnTo>
                <a:lnTo>
                  <a:pt x="0" y="34290"/>
                </a:lnTo>
                <a:lnTo>
                  <a:pt x="31909" y="85725"/>
                </a:lnTo>
                <a:lnTo>
                  <a:pt x="63817" y="34290"/>
                </a:lnTo>
                <a:lnTo>
                  <a:pt x="46196" y="34290"/>
                </a:lnTo>
                <a:lnTo>
                  <a:pt x="46196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3" name="p03-路径-0233">
            <a:extLst xmlns:a="http://schemas.openxmlformats.org/drawingml/2006/main">
              <a:ext uri="{FF2B5EF4-FFF2-40B4-BE49-F238E27FC236}">
                <a16:creationId xmlns:a16="http://schemas.microsoft.com/office/drawing/2014/main" id="{B546F9F3-B687-44C7-A0B6-D10FF95C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22" y="4017645"/>
            <a:ext cx="63817" cy="85725"/>
          </a:xfrm>
          <a:custGeom xmlns:a="http://schemas.openxmlformats.org/drawingml/2006/main">
            <a:pathLst>
              <a:path w="63817" h="85725">
                <a:moveTo>
                  <a:pt x="17621" y="0"/>
                </a:moveTo>
                <a:lnTo>
                  <a:pt x="17621" y="34290"/>
                </a:lnTo>
                <a:lnTo>
                  <a:pt x="0" y="34290"/>
                </a:lnTo>
                <a:lnTo>
                  <a:pt x="31909" y="85725"/>
                </a:lnTo>
                <a:lnTo>
                  <a:pt x="63817" y="34290"/>
                </a:lnTo>
                <a:lnTo>
                  <a:pt x="46196" y="34290"/>
                </a:lnTo>
                <a:lnTo>
                  <a:pt x="46196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4" name="p03-路径-0234">
            <a:extLst xmlns:a="http://schemas.openxmlformats.org/drawingml/2006/main">
              <a:ext uri="{FF2B5EF4-FFF2-40B4-BE49-F238E27FC236}">
                <a16:creationId xmlns:a16="http://schemas.microsoft.com/office/drawing/2014/main" id="{4F9211C9-7808-4EDA-A191-2750DC2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4" y="4017645"/>
            <a:ext cx="63818" cy="85725"/>
          </a:xfrm>
          <a:custGeom xmlns:a="http://schemas.openxmlformats.org/drawingml/2006/main">
            <a:pathLst>
              <a:path w="63818" h="85725">
                <a:moveTo>
                  <a:pt x="17621" y="0"/>
                </a:moveTo>
                <a:lnTo>
                  <a:pt x="17621" y="34290"/>
                </a:lnTo>
                <a:lnTo>
                  <a:pt x="0" y="34290"/>
                </a:lnTo>
                <a:lnTo>
                  <a:pt x="31909" y="85725"/>
                </a:lnTo>
                <a:lnTo>
                  <a:pt x="63818" y="34290"/>
                </a:lnTo>
                <a:lnTo>
                  <a:pt x="46196" y="34290"/>
                </a:lnTo>
                <a:lnTo>
                  <a:pt x="46196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5" name="p03-路径-0235">
            <a:extLst xmlns:a="http://schemas.openxmlformats.org/drawingml/2006/main">
              <a:ext uri="{FF2B5EF4-FFF2-40B4-BE49-F238E27FC236}">
                <a16:creationId xmlns:a16="http://schemas.microsoft.com/office/drawing/2014/main" id="{91F95727-A854-4E32-8B80-0BF48C36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266" y="4017645"/>
            <a:ext cx="63818" cy="85725"/>
          </a:xfrm>
          <a:custGeom xmlns:a="http://schemas.openxmlformats.org/drawingml/2006/main">
            <a:pathLst>
              <a:path w="63818" h="85725">
                <a:moveTo>
                  <a:pt x="17621" y="0"/>
                </a:moveTo>
                <a:lnTo>
                  <a:pt x="17621" y="34290"/>
                </a:lnTo>
                <a:lnTo>
                  <a:pt x="0" y="34290"/>
                </a:lnTo>
                <a:lnTo>
                  <a:pt x="31909" y="85725"/>
                </a:lnTo>
                <a:lnTo>
                  <a:pt x="63818" y="34290"/>
                </a:lnTo>
                <a:lnTo>
                  <a:pt x="46196" y="34290"/>
                </a:lnTo>
                <a:lnTo>
                  <a:pt x="46196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6" name="p03-文本-0236">
            <a:extLst xmlns:a="http://schemas.openxmlformats.org/drawingml/2006/main">
              <a:ext uri="{FF2B5EF4-FFF2-40B4-BE49-F238E27FC236}">
                <a16:creationId xmlns:a16="http://schemas.microsoft.com/office/drawing/2014/main" id="{B8D62CAC-03E7-4C12-BA66-5A2611F7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1756"/>
            <a:ext cx="422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路径</a:t>
            </a:r>
          </a:p>
        </p:txBody>
      </p:sp>
      <p:sp>
        <p:nvSpPr>
          <p:cNvPr id="237" name="p03-文本-0237">
            <a:extLst xmlns:a="http://schemas.openxmlformats.org/drawingml/2006/main">
              <a:ext uri="{FF2B5EF4-FFF2-40B4-BE49-F238E27FC236}">
                <a16:creationId xmlns:a16="http://schemas.microsoft.com/office/drawing/2014/main" id="{DCB95AF6-75C9-4269-A97C-E55ABFBC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7981"/>
            <a:ext cx="1343501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阻力 · 边界条件</a:t>
            </a:r>
          </a:p>
        </p:txBody>
      </p:sp>
      <p:sp>
        <p:nvSpPr>
          <p:cNvPr id="238" name="p03-路径-0238">
            <a:extLst xmlns:a="http://schemas.openxmlformats.org/drawingml/2006/main">
              <a:ext uri="{FF2B5EF4-FFF2-40B4-BE49-F238E27FC236}">
                <a16:creationId xmlns:a16="http://schemas.microsoft.com/office/drawing/2014/main" id="{0C71C6D9-C57D-4270-8918-B56D2D26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336" y="4267200"/>
            <a:ext cx="155829" cy="209550"/>
          </a:xfrm>
          <a:custGeom xmlns:a="http://schemas.openxmlformats.org/drawingml/2006/main">
            <a:pathLst>
              <a:path w="155829" h="209550">
                <a:moveTo>
                  <a:pt x="25527" y="0"/>
                </a:moveTo>
                <a:lnTo>
                  <a:pt x="25527" y="83820"/>
                </a:lnTo>
                <a:lnTo>
                  <a:pt x="0" y="83820"/>
                </a:lnTo>
                <a:lnTo>
                  <a:pt x="77914" y="209550"/>
                </a:lnTo>
                <a:lnTo>
                  <a:pt x="155829" y="83820"/>
                </a:lnTo>
                <a:lnTo>
                  <a:pt x="130302" y="83820"/>
                </a:lnTo>
                <a:lnTo>
                  <a:pt x="130302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9" name="p03-矩形-0239">
            <a:extLst xmlns:a="http://schemas.openxmlformats.org/drawingml/2006/main">
              <a:ext uri="{FF2B5EF4-FFF2-40B4-BE49-F238E27FC236}">
                <a16:creationId xmlns:a16="http://schemas.microsoft.com/office/drawing/2014/main" id="{4950AF38-7897-4566-A502-A22C8DB1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3425"/>
            <a:ext cx="3705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0" name="p03-文本-0240">
            <a:extLst xmlns:a="http://schemas.openxmlformats.org/drawingml/2006/main">
              <a:ext uri="{FF2B5EF4-FFF2-40B4-BE49-F238E27FC236}">
                <a16:creationId xmlns:a16="http://schemas.microsoft.com/office/drawing/2014/main" id="{7ECEC5B8-392C-4ADE-AE28-5EFE746A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960" y="45649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独立检验</a:t>
            </a:r>
          </a:p>
        </p:txBody>
      </p:sp>
      <p:sp>
        <p:nvSpPr>
          <p:cNvPr id="241" name="p03-矩形-0241">
            <a:extLst xmlns:a="http://schemas.openxmlformats.org/drawingml/2006/main">
              <a:ext uri="{FF2B5EF4-FFF2-40B4-BE49-F238E27FC236}">
                <a16:creationId xmlns:a16="http://schemas.microsoft.com/office/drawing/2014/main" id="{FD446394-5245-49D4-AADC-A99167B9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67275"/>
            <a:ext cx="37052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2" name="p03-文本-0242">
            <a:extLst xmlns:a="http://schemas.openxmlformats.org/drawingml/2006/main">
              <a:ext uri="{FF2B5EF4-FFF2-40B4-BE49-F238E27FC236}">
                <a16:creationId xmlns:a16="http://schemas.microsoft.com/office/drawing/2014/main" id="{EA2CB8A1-6B07-4662-B5F6-2D146AEF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6430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43" name="p03-线-0243">
            <a:extLst xmlns:a="http://schemas.openxmlformats.org/drawingml/2006/main">
              <a:ext uri="{FF2B5EF4-FFF2-40B4-BE49-F238E27FC236}">
                <a16:creationId xmlns:a16="http://schemas.microsoft.com/office/drawing/2014/main" id="{F59FF20B-2207-46B8-B1D4-2908063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772150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4" name="p03-线-0244">
            <a:extLst xmlns:a="http://schemas.openxmlformats.org/drawingml/2006/main">
              <a:ext uri="{FF2B5EF4-FFF2-40B4-BE49-F238E27FC236}">
                <a16:creationId xmlns:a16="http://schemas.microsoft.com/office/drawing/2014/main" id="{2BA59E51-009F-4556-80D2-3431119F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29250"/>
            <a:ext cx="95" cy="342900"/>
          </a:xfrm>
          <a:custGeom xmlns:a="http://schemas.openxmlformats.org/drawingml/2006/main"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5" name="p03-线-0245">
            <a:extLst xmlns:a="http://schemas.openxmlformats.org/drawingml/2006/main">
              <a:ext uri="{FF2B5EF4-FFF2-40B4-BE49-F238E27FC236}">
                <a16:creationId xmlns:a16="http://schemas.microsoft.com/office/drawing/2014/main" id="{038E8D62-FC30-4ECD-9E81-978E4E1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514975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6" name="p03-线-0246">
            <a:extLst xmlns:a="http://schemas.openxmlformats.org/drawingml/2006/main">
              <a:ext uri="{FF2B5EF4-FFF2-40B4-BE49-F238E27FC236}">
                <a16:creationId xmlns:a16="http://schemas.microsoft.com/office/drawing/2014/main" id="{8594F166-9185-4866-96D0-4FC5F292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00700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7" name="p03-线-0247">
            <a:extLst xmlns:a="http://schemas.openxmlformats.org/drawingml/2006/main">
              <a:ext uri="{FF2B5EF4-FFF2-40B4-BE49-F238E27FC236}">
                <a16:creationId xmlns:a16="http://schemas.microsoft.com/office/drawing/2014/main" id="{184B187B-F26B-458E-87FB-25CAECDF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86425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8" name="p03-路径-0248">
            <a:extLst xmlns:a="http://schemas.openxmlformats.org/drawingml/2006/main">
              <a:ext uri="{FF2B5EF4-FFF2-40B4-BE49-F238E27FC236}">
                <a16:creationId xmlns:a16="http://schemas.microsoft.com/office/drawing/2014/main" id="{E8101EC8-C1E8-4EC7-AC0A-483CB04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87353"/>
            <a:ext cx="990600" cy="193357"/>
          </a:xfrm>
          <a:custGeom xmlns:a="http://schemas.openxmlformats.org/drawingml/2006/main">
            <a:pathLst>
              <a:path w="990600" h="193357">
                <a:moveTo>
                  <a:pt x="0" y="0"/>
                </a:moveTo>
                <a:lnTo>
                  <a:pt x="33338" y="14288"/>
                </a:lnTo>
                <a:lnTo>
                  <a:pt x="65722" y="27622"/>
                </a:lnTo>
                <a:lnTo>
                  <a:pt x="99060" y="40957"/>
                </a:lnTo>
                <a:lnTo>
                  <a:pt x="132397" y="52388"/>
                </a:lnTo>
                <a:lnTo>
                  <a:pt x="164782" y="63817"/>
                </a:lnTo>
                <a:lnTo>
                  <a:pt x="198120" y="73342"/>
                </a:lnTo>
                <a:lnTo>
                  <a:pt x="231457" y="82867"/>
                </a:lnTo>
                <a:lnTo>
                  <a:pt x="263843" y="92392"/>
                </a:lnTo>
                <a:lnTo>
                  <a:pt x="297180" y="100965"/>
                </a:lnTo>
                <a:lnTo>
                  <a:pt x="330518" y="108585"/>
                </a:lnTo>
                <a:lnTo>
                  <a:pt x="362903" y="116205"/>
                </a:lnTo>
                <a:lnTo>
                  <a:pt x="396240" y="122872"/>
                </a:lnTo>
                <a:lnTo>
                  <a:pt x="429578" y="129540"/>
                </a:lnTo>
                <a:lnTo>
                  <a:pt x="461963" y="135255"/>
                </a:lnTo>
                <a:lnTo>
                  <a:pt x="495300" y="140970"/>
                </a:lnTo>
                <a:lnTo>
                  <a:pt x="528638" y="146685"/>
                </a:lnTo>
                <a:lnTo>
                  <a:pt x="561022" y="151447"/>
                </a:lnTo>
                <a:lnTo>
                  <a:pt x="594360" y="156210"/>
                </a:lnTo>
                <a:lnTo>
                  <a:pt x="627697" y="160020"/>
                </a:lnTo>
                <a:lnTo>
                  <a:pt x="660082" y="164782"/>
                </a:lnTo>
                <a:lnTo>
                  <a:pt x="693420" y="167640"/>
                </a:lnTo>
                <a:lnTo>
                  <a:pt x="726757" y="171450"/>
                </a:lnTo>
                <a:lnTo>
                  <a:pt x="759143" y="175260"/>
                </a:lnTo>
                <a:lnTo>
                  <a:pt x="792480" y="178117"/>
                </a:lnTo>
                <a:lnTo>
                  <a:pt x="825818" y="180975"/>
                </a:lnTo>
                <a:lnTo>
                  <a:pt x="858203" y="183832"/>
                </a:lnTo>
                <a:lnTo>
                  <a:pt x="891540" y="186690"/>
                </a:lnTo>
                <a:lnTo>
                  <a:pt x="924878" y="188595"/>
                </a:lnTo>
                <a:lnTo>
                  <a:pt x="957263" y="190500"/>
                </a:lnTo>
                <a:lnTo>
                  <a:pt x="990600" y="19335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49" name="p03-椭圆-0249">
            <a:extLst xmlns:a="http://schemas.openxmlformats.org/drawingml/2006/main">
              <a:ext uri="{FF2B5EF4-FFF2-40B4-BE49-F238E27FC236}">
                <a16:creationId xmlns:a16="http://schemas.microsoft.com/office/drawing/2014/main" id="{3802EDC9-D1E3-43C3-90E4-61706E8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46087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0" name="p03-椭圆-0250">
            <a:extLst xmlns:a="http://schemas.openxmlformats.org/drawingml/2006/main">
              <a:ext uri="{FF2B5EF4-FFF2-40B4-BE49-F238E27FC236}">
                <a16:creationId xmlns:a16="http://schemas.microsoft.com/office/drawing/2014/main" id="{29170020-9A19-4C62-96E3-BE0A3A75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3435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1" name="p03-椭圆-0251">
            <a:extLst xmlns:a="http://schemas.openxmlformats.org/drawingml/2006/main">
              <a:ext uri="{FF2B5EF4-FFF2-40B4-BE49-F238E27FC236}">
                <a16:creationId xmlns:a16="http://schemas.microsoft.com/office/drawing/2014/main" id="{72199A03-8CDF-4F59-8887-260B796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558360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2" name="p03-椭圆-0252">
            <a:extLst xmlns:a="http://schemas.openxmlformats.org/drawingml/2006/main">
              <a:ext uri="{FF2B5EF4-FFF2-40B4-BE49-F238E27FC236}">
                <a16:creationId xmlns:a16="http://schemas.microsoft.com/office/drawing/2014/main" id="{2DF8C7F6-89A3-4EA4-8BAF-B3CE796D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915" y="561662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3" name="p03-椭圆-0253">
            <a:extLst xmlns:a="http://schemas.openxmlformats.org/drawingml/2006/main">
              <a:ext uri="{FF2B5EF4-FFF2-40B4-BE49-F238E27FC236}">
                <a16:creationId xmlns:a16="http://schemas.microsoft.com/office/drawing/2014/main" id="{604896C2-CE88-467E-9E2D-8D5F463F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035" y="563875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4" name="p03-椭圆-0254">
            <a:extLst xmlns:a="http://schemas.openxmlformats.org/drawingml/2006/main">
              <a:ext uri="{FF2B5EF4-FFF2-40B4-BE49-F238E27FC236}">
                <a16:creationId xmlns:a16="http://schemas.microsoft.com/office/drawing/2014/main" id="{6D2F81C6-D659-44E9-85C2-44DCF254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155" y="565359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5" name="p03-路径-0255">
            <a:extLst xmlns:a="http://schemas.openxmlformats.org/drawingml/2006/main">
              <a:ext uri="{FF2B5EF4-FFF2-40B4-BE49-F238E27FC236}">
                <a16:creationId xmlns:a16="http://schemas.microsoft.com/office/drawing/2014/main" id="{1DEAE190-BAB4-4EFA-A8C9-9E9C798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87353"/>
            <a:ext cx="990600" cy="212407"/>
          </a:xfrm>
          <a:custGeom xmlns:a="http://schemas.openxmlformats.org/drawingml/2006/main">
            <a:pathLst>
              <a:path w="990600" h="212407">
                <a:moveTo>
                  <a:pt x="0" y="0"/>
                </a:moveTo>
                <a:lnTo>
                  <a:pt x="33338" y="20955"/>
                </a:lnTo>
                <a:lnTo>
                  <a:pt x="65722" y="40957"/>
                </a:lnTo>
                <a:lnTo>
                  <a:pt x="99060" y="58103"/>
                </a:lnTo>
                <a:lnTo>
                  <a:pt x="132397" y="73342"/>
                </a:lnTo>
                <a:lnTo>
                  <a:pt x="164782" y="87630"/>
                </a:lnTo>
                <a:lnTo>
                  <a:pt x="198120" y="100965"/>
                </a:lnTo>
                <a:lnTo>
                  <a:pt x="231457" y="112395"/>
                </a:lnTo>
                <a:lnTo>
                  <a:pt x="263843" y="122872"/>
                </a:lnTo>
                <a:lnTo>
                  <a:pt x="297180" y="132397"/>
                </a:lnTo>
                <a:lnTo>
                  <a:pt x="330518" y="140970"/>
                </a:lnTo>
                <a:lnTo>
                  <a:pt x="362903" y="148590"/>
                </a:lnTo>
                <a:lnTo>
                  <a:pt x="396240" y="156210"/>
                </a:lnTo>
                <a:lnTo>
                  <a:pt x="429578" y="161925"/>
                </a:lnTo>
                <a:lnTo>
                  <a:pt x="461963" y="167640"/>
                </a:lnTo>
                <a:lnTo>
                  <a:pt x="495300" y="173355"/>
                </a:lnTo>
                <a:lnTo>
                  <a:pt x="528638" y="178117"/>
                </a:lnTo>
                <a:lnTo>
                  <a:pt x="561022" y="181928"/>
                </a:lnTo>
                <a:lnTo>
                  <a:pt x="594360" y="186690"/>
                </a:lnTo>
                <a:lnTo>
                  <a:pt x="627697" y="189547"/>
                </a:lnTo>
                <a:lnTo>
                  <a:pt x="660082" y="193357"/>
                </a:lnTo>
                <a:lnTo>
                  <a:pt x="693420" y="196215"/>
                </a:lnTo>
                <a:lnTo>
                  <a:pt x="726757" y="198120"/>
                </a:lnTo>
                <a:lnTo>
                  <a:pt x="759143" y="200978"/>
                </a:lnTo>
                <a:lnTo>
                  <a:pt x="792480" y="202882"/>
                </a:lnTo>
                <a:lnTo>
                  <a:pt x="825818" y="204788"/>
                </a:lnTo>
                <a:lnTo>
                  <a:pt x="858203" y="206692"/>
                </a:lnTo>
                <a:lnTo>
                  <a:pt x="891540" y="207645"/>
                </a:lnTo>
                <a:lnTo>
                  <a:pt x="924878" y="209550"/>
                </a:lnTo>
                <a:lnTo>
                  <a:pt x="957263" y="210503"/>
                </a:lnTo>
                <a:lnTo>
                  <a:pt x="990600" y="21240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56" name="p03-椭圆-0256">
            <a:extLst xmlns:a="http://schemas.openxmlformats.org/drawingml/2006/main">
              <a:ext uri="{FF2B5EF4-FFF2-40B4-BE49-F238E27FC236}">
                <a16:creationId xmlns:a16="http://schemas.microsoft.com/office/drawing/2014/main" id="{85D94CED-C7BB-41B4-AFE7-8E1ADF0E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46087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7" name="p03-椭圆-0257">
            <a:extLst xmlns:a="http://schemas.openxmlformats.org/drawingml/2006/main">
              <a:ext uri="{FF2B5EF4-FFF2-40B4-BE49-F238E27FC236}">
                <a16:creationId xmlns:a16="http://schemas.microsoft.com/office/drawing/2014/main" id="{0BF2DED0-3577-4DD7-BB8B-A7C8CBC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6143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8" name="p03-椭圆-0258">
            <a:extLst xmlns:a="http://schemas.openxmlformats.org/drawingml/2006/main">
              <a:ext uri="{FF2B5EF4-FFF2-40B4-BE49-F238E27FC236}">
                <a16:creationId xmlns:a16="http://schemas.microsoft.com/office/drawing/2014/main" id="{F12FC746-73EB-4B27-9004-9D967A2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561662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9" name="p03-椭圆-0259">
            <a:extLst xmlns:a="http://schemas.openxmlformats.org/drawingml/2006/main">
              <a:ext uri="{FF2B5EF4-FFF2-40B4-BE49-F238E27FC236}">
                <a16:creationId xmlns:a16="http://schemas.microsoft.com/office/drawing/2014/main" id="{2C29A01F-571F-4F4A-960E-8674E996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915" y="56469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0" name="p03-椭圆-0260">
            <a:extLst xmlns:a="http://schemas.openxmlformats.org/drawingml/2006/main">
              <a:ext uri="{FF2B5EF4-FFF2-40B4-BE49-F238E27FC236}">
                <a16:creationId xmlns:a16="http://schemas.microsoft.com/office/drawing/2014/main" id="{7AFBDEA4-0947-46E9-A577-B28E889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035" y="566353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1" name="p03-椭圆-0261">
            <a:extLst xmlns:a="http://schemas.openxmlformats.org/drawingml/2006/main">
              <a:ext uri="{FF2B5EF4-FFF2-40B4-BE49-F238E27FC236}">
                <a16:creationId xmlns:a16="http://schemas.microsoft.com/office/drawing/2014/main" id="{417FEC48-1AF3-46FD-994C-94D0D678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155" y="567266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2" name="p03-路径-0262">
            <a:extLst xmlns:a="http://schemas.openxmlformats.org/drawingml/2006/main">
              <a:ext uri="{FF2B5EF4-FFF2-40B4-BE49-F238E27FC236}">
                <a16:creationId xmlns:a16="http://schemas.microsoft.com/office/drawing/2014/main" id="{EAF4BBFC-5ADE-4EC2-B458-B9AA44B9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87353"/>
            <a:ext cx="990600" cy="219075"/>
          </a:xfrm>
          <a:custGeom xmlns:a="http://schemas.openxmlformats.org/drawingml/2006/main">
            <a:pathLst>
              <a:path w="990600" h="219075">
                <a:moveTo>
                  <a:pt x="0" y="0"/>
                </a:moveTo>
                <a:lnTo>
                  <a:pt x="33338" y="27622"/>
                </a:lnTo>
                <a:lnTo>
                  <a:pt x="65722" y="52388"/>
                </a:lnTo>
                <a:lnTo>
                  <a:pt x="99060" y="73342"/>
                </a:lnTo>
                <a:lnTo>
                  <a:pt x="132397" y="92392"/>
                </a:lnTo>
                <a:lnTo>
                  <a:pt x="164782" y="108585"/>
                </a:lnTo>
                <a:lnTo>
                  <a:pt x="198120" y="122872"/>
                </a:lnTo>
                <a:lnTo>
                  <a:pt x="231457" y="135255"/>
                </a:lnTo>
                <a:lnTo>
                  <a:pt x="263843" y="146685"/>
                </a:lnTo>
                <a:lnTo>
                  <a:pt x="297180" y="156210"/>
                </a:lnTo>
                <a:lnTo>
                  <a:pt x="330518" y="164782"/>
                </a:lnTo>
                <a:lnTo>
                  <a:pt x="362903" y="171450"/>
                </a:lnTo>
                <a:lnTo>
                  <a:pt x="396240" y="178117"/>
                </a:lnTo>
                <a:lnTo>
                  <a:pt x="429578" y="183832"/>
                </a:lnTo>
                <a:lnTo>
                  <a:pt x="461963" y="188595"/>
                </a:lnTo>
                <a:lnTo>
                  <a:pt x="495300" y="193357"/>
                </a:lnTo>
                <a:lnTo>
                  <a:pt x="528638" y="196215"/>
                </a:lnTo>
                <a:lnTo>
                  <a:pt x="561022" y="200025"/>
                </a:lnTo>
                <a:lnTo>
                  <a:pt x="594360" y="202882"/>
                </a:lnTo>
                <a:lnTo>
                  <a:pt x="627697" y="205740"/>
                </a:lnTo>
                <a:lnTo>
                  <a:pt x="660082" y="207645"/>
                </a:lnTo>
                <a:lnTo>
                  <a:pt x="693420" y="209550"/>
                </a:lnTo>
                <a:lnTo>
                  <a:pt x="726757" y="211455"/>
                </a:lnTo>
                <a:lnTo>
                  <a:pt x="759143" y="212407"/>
                </a:lnTo>
                <a:lnTo>
                  <a:pt x="792480" y="214313"/>
                </a:lnTo>
                <a:lnTo>
                  <a:pt x="825818" y="215265"/>
                </a:lnTo>
                <a:lnTo>
                  <a:pt x="858203" y="216217"/>
                </a:lnTo>
                <a:lnTo>
                  <a:pt x="891540" y="217170"/>
                </a:lnTo>
                <a:lnTo>
                  <a:pt x="924878" y="218122"/>
                </a:lnTo>
                <a:lnTo>
                  <a:pt x="957263" y="218122"/>
                </a:lnTo>
                <a:lnTo>
                  <a:pt x="9906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63" name="p03-椭圆-0263">
            <a:extLst xmlns:a="http://schemas.openxmlformats.org/drawingml/2006/main">
              <a:ext uri="{FF2B5EF4-FFF2-40B4-BE49-F238E27FC236}">
                <a16:creationId xmlns:a16="http://schemas.microsoft.com/office/drawing/2014/main" id="{A8D0A711-26C7-4060-8704-83D8EFE2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46087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4" name="p03-椭圆-0264">
            <a:extLst xmlns:a="http://schemas.openxmlformats.org/drawingml/2006/main">
              <a:ext uri="{FF2B5EF4-FFF2-40B4-BE49-F238E27FC236}">
                <a16:creationId xmlns:a16="http://schemas.microsoft.com/office/drawing/2014/main" id="{2CDFBCC3-DC4E-448D-B1A0-54603CD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8360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5" name="p03-椭圆-0265">
            <a:extLst xmlns:a="http://schemas.openxmlformats.org/drawingml/2006/main">
              <a:ext uri="{FF2B5EF4-FFF2-40B4-BE49-F238E27FC236}">
                <a16:creationId xmlns:a16="http://schemas.microsoft.com/office/drawing/2014/main" id="{32BB6EB3-869D-4DAC-9CF7-9936767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563875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6" name="p03-椭圆-0266">
            <a:extLst xmlns:a="http://schemas.openxmlformats.org/drawingml/2006/main">
              <a:ext uri="{FF2B5EF4-FFF2-40B4-BE49-F238E27FC236}">
                <a16:creationId xmlns:a16="http://schemas.microsoft.com/office/drawing/2014/main" id="{9AAD3969-768A-4857-B5F7-1FBBC2E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915" y="566353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7" name="p03-椭圆-0267">
            <a:extLst xmlns:a="http://schemas.openxmlformats.org/drawingml/2006/main">
              <a:ext uri="{FF2B5EF4-FFF2-40B4-BE49-F238E27FC236}">
                <a16:creationId xmlns:a16="http://schemas.microsoft.com/office/drawing/2014/main" id="{51A61CD7-F8E4-4CE1-80D7-758E9CA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035" y="567467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8" name="p03-椭圆-0268">
            <a:extLst xmlns:a="http://schemas.openxmlformats.org/drawingml/2006/main">
              <a:ext uri="{FF2B5EF4-FFF2-40B4-BE49-F238E27FC236}">
                <a16:creationId xmlns:a16="http://schemas.microsoft.com/office/drawing/2014/main" id="{F150085C-0731-40DE-9722-EFD79B27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155" y="567967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9" name="p03-文本-0269">
            <a:extLst xmlns:a="http://schemas.openxmlformats.org/drawingml/2006/main">
              <a:ext uri="{FF2B5EF4-FFF2-40B4-BE49-F238E27FC236}">
                <a16:creationId xmlns:a16="http://schemas.microsoft.com/office/drawing/2014/main" id="{29D0AF67-DB2D-47EB-BC8A-2A2A138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6917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70" name="p03-线-0270">
            <a:extLst xmlns:a="http://schemas.openxmlformats.org/drawingml/2006/main">
              <a:ext uri="{FF2B5EF4-FFF2-40B4-BE49-F238E27FC236}">
                <a16:creationId xmlns:a16="http://schemas.microsoft.com/office/drawing/2014/main" id="{AB7200A6-48C8-41FF-8D66-D928022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673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71" name="p03-文本-0271">
            <a:extLst xmlns:a="http://schemas.openxmlformats.org/drawingml/2006/main">
              <a:ext uri="{FF2B5EF4-FFF2-40B4-BE49-F238E27FC236}">
                <a16:creationId xmlns:a16="http://schemas.microsoft.com/office/drawing/2014/main" id="{C891307F-99B0-45E6-A5BC-A660EFB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9508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72" name="p03-线-0272">
            <a:extLst xmlns:a="http://schemas.openxmlformats.org/drawingml/2006/main">
              <a:ext uri="{FF2B5EF4-FFF2-40B4-BE49-F238E27FC236}">
                <a16:creationId xmlns:a16="http://schemas.microsoft.com/office/drawing/2014/main" id="{1A757924-DD4A-4DB9-98AE-71064F3A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75" y="52673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73" name="p03-文本-0273">
            <a:extLst xmlns:a="http://schemas.openxmlformats.org/drawingml/2006/main">
              <a:ext uri="{FF2B5EF4-FFF2-40B4-BE49-F238E27FC236}">
                <a16:creationId xmlns:a16="http://schemas.microsoft.com/office/drawing/2014/main" id="{6A790A45-E499-4D31-836D-E1B1D0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175" y="51950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74" name="p03-线-0274">
            <a:extLst xmlns:a="http://schemas.openxmlformats.org/drawingml/2006/main">
              <a:ext uri="{FF2B5EF4-FFF2-40B4-BE49-F238E27FC236}">
                <a16:creationId xmlns:a16="http://schemas.microsoft.com/office/drawing/2014/main" id="{760E058E-87E5-429B-A9BB-4B237E8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775" y="52673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75" name="p03-文本-0275">
            <a:extLst xmlns:a="http://schemas.openxmlformats.org/drawingml/2006/main">
              <a:ext uri="{FF2B5EF4-FFF2-40B4-BE49-F238E27FC236}">
                <a16:creationId xmlns:a16="http://schemas.microsoft.com/office/drawing/2014/main" id="{F8FEA534-45D9-4DA6-B444-68BD818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75" y="51950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76" name="p03-文本-0276">
            <a:extLst xmlns:a="http://schemas.openxmlformats.org/drawingml/2006/main">
              <a:ext uri="{FF2B5EF4-FFF2-40B4-BE49-F238E27FC236}">
                <a16:creationId xmlns:a16="http://schemas.microsoft.com/office/drawing/2014/main" id="{AEF15D63-DC6A-44C9-8980-C78F315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99081"/>
            <a:ext cx="422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对照</a:t>
            </a:r>
          </a:p>
        </p:txBody>
      </p:sp>
      <p:sp>
        <p:nvSpPr>
          <p:cNvPr id="277" name="p03-文本-0277">
            <a:extLst xmlns:a="http://schemas.openxmlformats.org/drawingml/2006/main">
              <a:ext uri="{FF2B5EF4-FFF2-40B4-BE49-F238E27FC236}">
                <a16:creationId xmlns:a16="http://schemas.microsoft.com/office/drawing/2014/main" id="{171B1B99-E595-47DA-841D-03D0DE9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5306"/>
            <a:ext cx="1343501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重复 · 适用范围</a:t>
            </a:r>
          </a:p>
        </p:txBody>
      </p:sp>
      <p:sp>
        <p:nvSpPr>
          <p:cNvPr id="278" name="p03-文本-0278">
            <a:extLst xmlns:a="http://schemas.openxmlformats.org/drawingml/2006/main">
              <a:ext uri="{FF2B5EF4-FFF2-40B4-BE49-F238E27FC236}">
                <a16:creationId xmlns:a16="http://schemas.microsoft.com/office/drawing/2014/main" id="{E50D1374-67A5-478C-AC45-AFD0786F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0449"/>
            <a:ext cx="25607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研究进展：验证方案制定中</a:t>
            </a:r>
          </a:p>
        </p:txBody>
      </p:sp>
      <p:sp>
        <p:nvSpPr>
          <p:cNvPr id="279" name="p03-文本-0279">
            <a:extLst xmlns:a="http://schemas.openxmlformats.org/drawingml/2006/main">
              <a:ext uri="{FF2B5EF4-FFF2-40B4-BE49-F238E27FC236}">
                <a16:creationId xmlns:a16="http://schemas.microsoft.com/office/drawing/2014/main" id="{7E59CB8F-C330-4055-8B81-30D21AB1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03</a:t>
            </a:r>
          </a:p>
        </p:txBody>
      </p:sp>
    </p:spTree>
    <p:extLst>
      <p:ext uri="{BB962C8B-B14F-4D97-AF65-F5344CB8AC3E}">
        <p14:creationId xmlns:p14="http://schemas.microsoft.com/office/powerpoint/2010/main" val="1013191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p04-矩形-0001">
            <a:extLst xmlns:a="http://schemas.openxmlformats.org/drawingml/2006/main">
              <a:ext uri="{FF2B5EF4-FFF2-40B4-BE49-F238E27FC236}">
                <a16:creationId xmlns:a16="http://schemas.microsoft.com/office/drawing/2014/main" id="{8F50C0F6-7D45-4947-91A9-E7412A2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4-矩形-0002">
            <a:extLst xmlns:a="http://schemas.openxmlformats.org/drawingml/2006/main">
              <a:ext uri="{FF2B5EF4-FFF2-40B4-BE49-F238E27FC236}">
                <a16:creationId xmlns:a16="http://schemas.microsoft.com/office/drawing/2014/main" id="{923EC39F-D61C-42B7-AC60-0E1656DD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4-文本-0003">
            <a:extLst xmlns:a="http://schemas.openxmlformats.org/drawingml/2006/main">
              <a:ext uri="{FF2B5EF4-FFF2-40B4-BE49-F238E27FC236}">
                <a16:creationId xmlns:a16="http://schemas.microsoft.com/office/drawing/2014/main" id="{53E01DCD-F380-43D1-85E4-41DC4CB7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资源与方法共同支撑可重复的材料评价</a:t>
            </a:r>
          </a:p>
        </p:txBody>
      </p:sp>
      <p:sp>
        <p:nvSpPr>
          <p:cNvPr id="4" name="p04-文本-0004">
            <a:extLst xmlns:a="http://schemas.openxmlformats.org/drawingml/2006/main">
              <a:ext uri="{FF2B5EF4-FFF2-40B4-BE49-F238E27FC236}">
                <a16:creationId xmlns:a16="http://schemas.microsoft.com/office/drawing/2014/main" id="{C16BCDED-C045-41EF-A5BE-18016A2C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29354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两组互补能力在同一验证目标下汇合</a:t>
            </a:r>
          </a:p>
        </p:txBody>
      </p:sp>
      <p:sp>
        <p:nvSpPr>
          <p:cNvPr id="5" name="p04-线-0005">
            <a:extLst xmlns:a="http://schemas.openxmlformats.org/drawingml/2006/main">
              <a:ext uri="{FF2B5EF4-FFF2-40B4-BE49-F238E27FC236}">
                <a16:creationId xmlns:a16="http://schemas.microsoft.com/office/drawing/2014/main" id="{3B24B2D3-4533-4E16-80AC-5E3E378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4-矩形-0006">
            <a:extLst xmlns:a="http://schemas.openxmlformats.org/drawingml/2006/main">
              <a:ext uri="{FF2B5EF4-FFF2-40B4-BE49-F238E27FC236}">
                <a16:creationId xmlns:a16="http://schemas.microsoft.com/office/drawing/2014/main" id="{9313B531-3F19-4F92-A56C-E09003D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247650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" name="p04-矩形-0007">
            <a:extLst xmlns:a="http://schemas.openxmlformats.org/drawingml/2006/main">
              <a:ext uri="{FF2B5EF4-FFF2-40B4-BE49-F238E27FC236}">
                <a16:creationId xmlns:a16="http://schemas.microsoft.com/office/drawing/2014/main" id="{6FED51E3-9C35-4A10-AB8C-DBD6F92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p04-文本-0008">
            <a:extLst xmlns:a="http://schemas.openxmlformats.org/drawingml/2006/main">
              <a:ext uri="{FF2B5EF4-FFF2-40B4-BE49-F238E27FC236}">
                <a16:creationId xmlns:a16="http://schemas.microsoft.com/office/drawing/2014/main" id="{8B47B342-8E09-4970-9F95-1A97AD4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35" y="155504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样本与结构</a:t>
            </a:r>
          </a:p>
        </p:txBody>
      </p:sp>
      <p:sp>
        <p:nvSpPr>
          <p:cNvPr id="9" name="p04-矩形-0009">
            <a:extLst xmlns:a="http://schemas.openxmlformats.org/drawingml/2006/main">
              <a:ext uri="{FF2B5EF4-FFF2-40B4-BE49-F238E27FC236}">
                <a16:creationId xmlns:a16="http://schemas.microsoft.com/office/drawing/2014/main" id="{FD569E03-E265-492F-8268-2F813EDC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019300" cy="1292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3"/>
          </a:solidFill>
          <a:ln xmlns:a="http://schemas.openxmlformats.org/drawingml/2006/main" w="0">
            <a:noFill/>
          </a:ln>
        </p:spPr>
      </p:sp>
      <p:sp>
        <p:nvSpPr>
          <p:cNvPr id="10" name="p04-椭圆-0010">
            <a:extLst xmlns:a="http://schemas.openxmlformats.org/drawingml/2006/main">
              <a:ext uri="{FF2B5EF4-FFF2-40B4-BE49-F238E27FC236}">
                <a16:creationId xmlns:a16="http://schemas.microsoft.com/office/drawing/2014/main" id="{05F77EF3-87CF-4FE7-8968-E4295AA3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214312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1" name="p04-椭圆-0011">
            <a:extLst xmlns:a="http://schemas.openxmlformats.org/drawingml/2006/main">
              <a:ext uri="{FF2B5EF4-FFF2-40B4-BE49-F238E27FC236}">
                <a16:creationId xmlns:a16="http://schemas.microsoft.com/office/drawing/2014/main" id="{D56C8F0A-2D31-4B59-BD42-43BD2C68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41" y="258420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2" name="p04-椭圆-0012">
            <a:extLst xmlns:a="http://schemas.openxmlformats.org/drawingml/2006/main">
              <a:ext uri="{FF2B5EF4-FFF2-40B4-BE49-F238E27FC236}">
                <a16:creationId xmlns:a16="http://schemas.microsoft.com/office/drawing/2014/main" id="{D917B1AA-609A-4521-90F9-90A53CB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94" y="3025291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3" name="p04-椭圆-0013">
            <a:extLst xmlns:a="http://schemas.openxmlformats.org/drawingml/2006/main">
              <a:ext uri="{FF2B5EF4-FFF2-40B4-BE49-F238E27FC236}">
                <a16:creationId xmlns:a16="http://schemas.microsoft.com/office/drawing/2014/main" id="{2B47A4C5-6537-4EC4-B91C-738D519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148" y="2364713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4" name="p04-椭圆-0014">
            <a:extLst xmlns:a="http://schemas.openxmlformats.org/drawingml/2006/main">
              <a:ext uri="{FF2B5EF4-FFF2-40B4-BE49-F238E27FC236}">
                <a16:creationId xmlns:a16="http://schemas.microsoft.com/office/drawing/2014/main" id="{CE2473AC-3656-483A-BD34-41E1F6E0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301" y="2805796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5" name="p04-椭圆-0015">
            <a:extLst xmlns:a="http://schemas.openxmlformats.org/drawingml/2006/main">
              <a:ext uri="{FF2B5EF4-FFF2-40B4-BE49-F238E27FC236}">
                <a16:creationId xmlns:a16="http://schemas.microsoft.com/office/drawing/2014/main" id="{5EC32842-78C1-42C7-8B4B-74D5FBE4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55" y="2221418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6" name="p04-椭圆-0016">
            <a:extLst xmlns:a="http://schemas.openxmlformats.org/drawingml/2006/main">
              <a:ext uri="{FF2B5EF4-FFF2-40B4-BE49-F238E27FC236}">
                <a16:creationId xmlns:a16="http://schemas.microsoft.com/office/drawing/2014/main" id="{5B3CF9FD-66F7-4DB9-B079-7EAF9904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608" y="2662501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7" name="p04-椭圆-0017">
            <a:extLst xmlns:a="http://schemas.openxmlformats.org/drawingml/2006/main">
              <a:ext uri="{FF2B5EF4-FFF2-40B4-BE49-F238E27FC236}">
                <a16:creationId xmlns:a16="http://schemas.microsoft.com/office/drawing/2014/main" id="{BA233F77-EB39-4F88-BD38-6232905A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62" y="3103584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8" name="p04-椭圆-0018">
            <a:extLst xmlns:a="http://schemas.openxmlformats.org/drawingml/2006/main">
              <a:ext uri="{FF2B5EF4-FFF2-40B4-BE49-F238E27FC236}">
                <a16:creationId xmlns:a16="http://schemas.microsoft.com/office/drawing/2014/main" id="{6399A057-C910-4C26-9409-0A5B25B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615" y="2443006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9" name="p04-椭圆-0019">
            <a:extLst xmlns:a="http://schemas.openxmlformats.org/drawingml/2006/main">
              <a:ext uri="{FF2B5EF4-FFF2-40B4-BE49-F238E27FC236}">
                <a16:creationId xmlns:a16="http://schemas.microsoft.com/office/drawing/2014/main" id="{AFA365A0-D081-4346-AB66-0685EF8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769" y="2884089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0" name="p04-椭圆-0020">
            <a:extLst xmlns:a="http://schemas.openxmlformats.org/drawingml/2006/main">
              <a:ext uri="{FF2B5EF4-FFF2-40B4-BE49-F238E27FC236}">
                <a16:creationId xmlns:a16="http://schemas.microsoft.com/office/drawing/2014/main" id="{7B207B1B-C030-44BB-9D47-8B010992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22" y="229971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1" name="p04-椭圆-0021">
            <a:extLst xmlns:a="http://schemas.openxmlformats.org/drawingml/2006/main">
              <a:ext uri="{FF2B5EF4-FFF2-40B4-BE49-F238E27FC236}">
                <a16:creationId xmlns:a16="http://schemas.microsoft.com/office/drawing/2014/main" id="{3EFFD78B-D053-4DC9-B78C-8C1AE4C3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076" y="274079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2" name="p04-椭圆-0022">
            <a:extLst xmlns:a="http://schemas.openxmlformats.org/drawingml/2006/main">
              <a:ext uri="{FF2B5EF4-FFF2-40B4-BE49-F238E27FC236}">
                <a16:creationId xmlns:a16="http://schemas.microsoft.com/office/drawing/2014/main" id="{C31AFDD4-5372-4A3E-92AA-750D6AE7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29" y="3181877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3" name="p04-椭圆-0023">
            <a:extLst xmlns:a="http://schemas.openxmlformats.org/drawingml/2006/main">
              <a:ext uri="{FF2B5EF4-FFF2-40B4-BE49-F238E27FC236}">
                <a16:creationId xmlns:a16="http://schemas.microsoft.com/office/drawing/2014/main" id="{8AA53859-0827-4942-AF7A-1E89AEB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83" y="2521298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4" name="p04-椭圆-0024">
            <a:extLst xmlns:a="http://schemas.openxmlformats.org/drawingml/2006/main">
              <a:ext uri="{FF2B5EF4-FFF2-40B4-BE49-F238E27FC236}">
                <a16:creationId xmlns:a16="http://schemas.microsoft.com/office/drawing/2014/main" id="{0DB6C7FF-7495-4EF6-AA6C-BB6D829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236" y="2962381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5" name="p04-椭圆-0025">
            <a:extLst xmlns:a="http://schemas.openxmlformats.org/drawingml/2006/main">
              <a:ext uri="{FF2B5EF4-FFF2-40B4-BE49-F238E27FC236}">
                <a16:creationId xmlns:a16="http://schemas.microsoft.com/office/drawing/2014/main" id="{BBB5E257-1D77-45AA-AFAA-7505D58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89" y="2378003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6" name="p04-椭圆-0026">
            <a:extLst xmlns:a="http://schemas.openxmlformats.org/drawingml/2006/main">
              <a:ext uri="{FF2B5EF4-FFF2-40B4-BE49-F238E27FC236}">
                <a16:creationId xmlns:a16="http://schemas.microsoft.com/office/drawing/2014/main" id="{EAAF6D24-DF37-42F5-A863-183621C9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543" y="2819086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7" name="p04-椭圆-0027">
            <a:extLst xmlns:a="http://schemas.openxmlformats.org/drawingml/2006/main">
              <a:ext uri="{FF2B5EF4-FFF2-40B4-BE49-F238E27FC236}">
                <a16:creationId xmlns:a16="http://schemas.microsoft.com/office/drawing/2014/main" id="{1F696D09-74D1-4276-A672-97B3C5C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696" y="2158508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8" name="p04-椭圆-0028">
            <a:extLst xmlns:a="http://schemas.openxmlformats.org/drawingml/2006/main">
              <a:ext uri="{FF2B5EF4-FFF2-40B4-BE49-F238E27FC236}">
                <a16:creationId xmlns:a16="http://schemas.microsoft.com/office/drawing/2014/main" id="{9372CBD1-0D43-4BD6-87AD-052F4840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0" y="2599591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9" name="p04-椭圆-0029">
            <a:extLst xmlns:a="http://schemas.openxmlformats.org/drawingml/2006/main">
              <a:ext uri="{FF2B5EF4-FFF2-40B4-BE49-F238E27FC236}">
                <a16:creationId xmlns:a16="http://schemas.microsoft.com/office/drawing/2014/main" id="{227111D7-F5D2-4579-9BB6-855BE66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703" y="3040674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0" name="p04-椭圆-0030">
            <a:extLst xmlns:a="http://schemas.openxmlformats.org/drawingml/2006/main">
              <a:ext uri="{FF2B5EF4-FFF2-40B4-BE49-F238E27FC236}">
                <a16:creationId xmlns:a16="http://schemas.microsoft.com/office/drawing/2014/main" id="{3BDDC09A-EE6F-487C-A1F0-1051F584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57" y="2456296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1" name="p04-椭圆-0031">
            <a:extLst xmlns:a="http://schemas.openxmlformats.org/drawingml/2006/main">
              <a:ext uri="{FF2B5EF4-FFF2-40B4-BE49-F238E27FC236}">
                <a16:creationId xmlns:a16="http://schemas.microsoft.com/office/drawing/2014/main" id="{236341A6-76BD-45A1-8EA6-D718CD1D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10" y="2897379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2" name="p04-椭圆-0032">
            <a:extLst xmlns:a="http://schemas.openxmlformats.org/drawingml/2006/main">
              <a:ext uri="{FF2B5EF4-FFF2-40B4-BE49-F238E27FC236}">
                <a16:creationId xmlns:a16="http://schemas.microsoft.com/office/drawing/2014/main" id="{F816C64D-5D26-4502-A790-4D7D0A8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164" y="2236800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3" name="p04-椭圆-0033">
            <a:extLst xmlns:a="http://schemas.openxmlformats.org/drawingml/2006/main">
              <a:ext uri="{FF2B5EF4-FFF2-40B4-BE49-F238E27FC236}">
                <a16:creationId xmlns:a16="http://schemas.microsoft.com/office/drawing/2014/main" id="{7D81F05E-474C-4574-A957-EC6F99B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17" y="267788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4" name="p04-椭圆-0034">
            <a:extLst xmlns:a="http://schemas.openxmlformats.org/drawingml/2006/main">
              <a:ext uri="{FF2B5EF4-FFF2-40B4-BE49-F238E27FC236}">
                <a16:creationId xmlns:a16="http://schemas.microsoft.com/office/drawing/2014/main" id="{051050CF-58DE-4021-BDE0-FD7FA833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171" y="3118967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5" name="p04-椭圆-0035">
            <a:extLst xmlns:a="http://schemas.openxmlformats.org/drawingml/2006/main">
              <a:ext uri="{FF2B5EF4-FFF2-40B4-BE49-F238E27FC236}">
                <a16:creationId xmlns:a16="http://schemas.microsoft.com/office/drawing/2014/main" id="{6192C6B1-D9DB-4C48-A1FA-AB5AD5F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624" y="2534588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6" name="p04-椭圆-0036">
            <a:extLst xmlns:a="http://schemas.openxmlformats.org/drawingml/2006/main">
              <a:ext uri="{FF2B5EF4-FFF2-40B4-BE49-F238E27FC236}">
                <a16:creationId xmlns:a16="http://schemas.microsoft.com/office/drawing/2014/main" id="{CB32AA97-480F-4C46-89CC-8C7E6746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8" y="2975671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7" name="p04-椭圆-0037">
            <a:extLst xmlns:a="http://schemas.openxmlformats.org/drawingml/2006/main">
              <a:ext uri="{FF2B5EF4-FFF2-40B4-BE49-F238E27FC236}">
                <a16:creationId xmlns:a16="http://schemas.microsoft.com/office/drawing/2014/main" id="{CE6343EC-3478-4A5F-A3E1-D8F62427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631" y="2315093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8" name="p04-椭圆-0038">
            <a:extLst xmlns:a="http://schemas.openxmlformats.org/drawingml/2006/main">
              <a:ext uri="{FF2B5EF4-FFF2-40B4-BE49-F238E27FC236}">
                <a16:creationId xmlns:a16="http://schemas.microsoft.com/office/drawing/2014/main" id="{DBC6FE5B-4F20-4286-BFE4-91EA96A6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785" y="2756176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9" name="p04-椭圆-0039">
            <a:extLst xmlns:a="http://schemas.openxmlformats.org/drawingml/2006/main">
              <a:ext uri="{FF2B5EF4-FFF2-40B4-BE49-F238E27FC236}">
                <a16:creationId xmlns:a16="http://schemas.microsoft.com/office/drawing/2014/main" id="{71FA4F1C-F40C-4124-ABD1-E0F647D5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638" y="2095598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0" name="p04-椭圆-0040">
            <a:extLst xmlns:a="http://schemas.openxmlformats.org/drawingml/2006/main">
              <a:ext uri="{FF2B5EF4-FFF2-40B4-BE49-F238E27FC236}">
                <a16:creationId xmlns:a16="http://schemas.microsoft.com/office/drawing/2014/main" id="{729785EF-9A77-4BF8-9924-90F4911F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091" y="2612881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1" name="p04-椭圆-0041">
            <a:extLst xmlns:a="http://schemas.openxmlformats.org/drawingml/2006/main">
              <a:ext uri="{FF2B5EF4-FFF2-40B4-BE49-F238E27FC236}">
                <a16:creationId xmlns:a16="http://schemas.microsoft.com/office/drawing/2014/main" id="{66D78194-6096-40BC-B74C-EA05934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45" y="305396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2" name="p04-椭圆-0042">
            <a:extLst xmlns:a="http://schemas.openxmlformats.org/drawingml/2006/main">
              <a:ext uri="{FF2B5EF4-FFF2-40B4-BE49-F238E27FC236}">
                <a16:creationId xmlns:a16="http://schemas.microsoft.com/office/drawing/2014/main" id="{E23497A1-2199-44B9-8605-BA9D70F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098" y="2393386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3" name="p04-椭圆-0043">
            <a:extLst xmlns:a="http://schemas.openxmlformats.org/drawingml/2006/main">
              <a:ext uri="{FF2B5EF4-FFF2-40B4-BE49-F238E27FC236}">
                <a16:creationId xmlns:a16="http://schemas.microsoft.com/office/drawing/2014/main" id="{29D99A20-A506-4117-81A4-868373A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52" y="283446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4" name="p04-椭圆-0044">
            <a:extLst xmlns:a="http://schemas.openxmlformats.org/drawingml/2006/main">
              <a:ext uri="{FF2B5EF4-FFF2-40B4-BE49-F238E27FC236}">
                <a16:creationId xmlns:a16="http://schemas.microsoft.com/office/drawing/2014/main" id="{F276DB7A-B0C6-47CA-8D4D-1E435AE3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05" y="2173890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5" name="p04-椭圆-0045">
            <a:extLst xmlns:a="http://schemas.openxmlformats.org/drawingml/2006/main">
              <a:ext uri="{FF2B5EF4-FFF2-40B4-BE49-F238E27FC236}">
                <a16:creationId xmlns:a16="http://schemas.microsoft.com/office/drawing/2014/main" id="{5895DE65-9067-417B-ABE2-0314CB7E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559" y="2691174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6" name="p04-椭圆-0046">
            <a:extLst xmlns:a="http://schemas.openxmlformats.org/drawingml/2006/main">
              <a:ext uri="{FF2B5EF4-FFF2-40B4-BE49-F238E27FC236}">
                <a16:creationId xmlns:a16="http://schemas.microsoft.com/office/drawing/2014/main" id="{EFA1B4EA-1460-413B-BE29-AD2C4C1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712" y="3132257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7" name="p04-椭圆-0047">
            <a:extLst xmlns:a="http://schemas.openxmlformats.org/drawingml/2006/main">
              <a:ext uri="{FF2B5EF4-FFF2-40B4-BE49-F238E27FC236}">
                <a16:creationId xmlns:a16="http://schemas.microsoft.com/office/drawing/2014/main" id="{9D4F75FE-69E7-48B4-99A8-DACF94E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66" y="2471678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8" name="p04-线-0048">
            <a:extLst xmlns:a="http://schemas.openxmlformats.org/drawingml/2006/main">
              <a:ext uri="{FF2B5EF4-FFF2-40B4-BE49-F238E27FC236}">
                <a16:creationId xmlns:a16="http://schemas.microsoft.com/office/drawing/2014/main" id="{823C4861-F0DF-4796-A4E4-0ED98FFD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6686"/>
            <a:ext cx="476250" cy="95"/>
          </a:xfrm>
          <a:custGeom xmlns:a="http://schemas.openxmlformats.org/drawingml/2006/main">
            <a:pathLst>
              <a:path w="476250" h="9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9" name="p04-文本-0049">
            <a:extLst xmlns:a="http://schemas.openxmlformats.org/drawingml/2006/main">
              <a:ext uri="{FF2B5EF4-FFF2-40B4-BE49-F238E27FC236}">
                <a16:creationId xmlns:a16="http://schemas.microsoft.com/office/drawing/2014/main" id="{C62B1F65-85CD-4B2E-BF50-CFA704A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6959"/>
            <a:ext cx="495300" cy="16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形貌示意</a:t>
            </a:r>
          </a:p>
        </p:txBody>
      </p:sp>
      <p:sp>
        <p:nvSpPr>
          <p:cNvPr id="50" name="p04-文本-0050">
            <a:extLst xmlns:a="http://schemas.openxmlformats.org/drawingml/2006/main">
              <a:ext uri="{FF2B5EF4-FFF2-40B4-BE49-F238E27FC236}">
                <a16:creationId xmlns:a16="http://schemas.microsoft.com/office/drawing/2014/main" id="{0EC6C156-E789-4BB6-9295-D7314424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433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样本条件统一记录</a:t>
            </a:r>
          </a:p>
        </p:txBody>
      </p:sp>
      <p:sp>
        <p:nvSpPr>
          <p:cNvPr id="51" name="p04-文本-0051">
            <a:extLst xmlns:a="http://schemas.openxmlformats.org/drawingml/2006/main">
              <a:ext uri="{FF2B5EF4-FFF2-40B4-BE49-F238E27FC236}">
                <a16:creationId xmlns:a16="http://schemas.microsoft.com/office/drawing/2014/main" id="{27E2D9AD-E306-4A88-9FA0-9B069C5E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1038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形貌特征可追溯</a:t>
            </a:r>
          </a:p>
        </p:txBody>
      </p:sp>
      <p:sp>
        <p:nvSpPr>
          <p:cNvPr id="52" name="p04-文本-0052">
            <a:extLst xmlns:a="http://schemas.openxmlformats.org/drawingml/2006/main">
              <a:ext uri="{FF2B5EF4-FFF2-40B4-BE49-F238E27FC236}">
                <a16:creationId xmlns:a16="http://schemas.microsoft.com/office/drawing/2014/main" id="{C7761FCB-7EFB-401C-9568-7D9CF46D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49419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建立研究对象</a:t>
            </a:r>
          </a:p>
        </p:txBody>
      </p:sp>
      <p:sp>
        <p:nvSpPr>
          <p:cNvPr id="53" name="p04-矩形-0053">
            <a:extLst xmlns:a="http://schemas.openxmlformats.org/drawingml/2006/main">
              <a:ext uri="{FF2B5EF4-FFF2-40B4-BE49-F238E27FC236}">
                <a16:creationId xmlns:a16="http://schemas.microsoft.com/office/drawing/2014/main" id="{4A6A44A8-9579-4097-AF34-95BF3C7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33525"/>
            <a:ext cx="247650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54" name="p04-矩形-0054">
            <a:extLst xmlns:a="http://schemas.openxmlformats.org/drawingml/2006/main">
              <a:ext uri="{FF2B5EF4-FFF2-40B4-BE49-F238E27FC236}">
                <a16:creationId xmlns:a16="http://schemas.microsoft.com/office/drawing/2014/main" id="{22AA18B3-FC59-403F-BFE3-F6A0F31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335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5" name="p04-文本-0055">
            <a:extLst xmlns:a="http://schemas.openxmlformats.org/drawingml/2006/main">
              <a:ext uri="{FF2B5EF4-FFF2-40B4-BE49-F238E27FC236}">
                <a16:creationId xmlns:a16="http://schemas.microsoft.com/office/drawing/2014/main" id="{00D0E2F4-0A4C-4FED-9AF8-206CD9FB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435" y="155504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制备与测量</a:t>
            </a:r>
          </a:p>
        </p:txBody>
      </p:sp>
      <p:sp>
        <p:nvSpPr>
          <p:cNvPr id="56" name="p04-矩形-0056">
            <a:extLst xmlns:a="http://schemas.openxmlformats.org/drawingml/2006/main">
              <a:ext uri="{FF2B5EF4-FFF2-40B4-BE49-F238E27FC236}">
                <a16:creationId xmlns:a16="http://schemas.microsoft.com/office/drawing/2014/main" id="{426B5C23-6747-4FC9-A4A1-B0B796C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45" y="2205666"/>
            <a:ext cx="1413510" cy="1007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57" name="p04-矩形-0057">
            <a:extLst xmlns:a="http://schemas.openxmlformats.org/drawingml/2006/main">
              <a:ext uri="{FF2B5EF4-FFF2-40B4-BE49-F238E27FC236}">
                <a16:creationId xmlns:a16="http://schemas.microsoft.com/office/drawing/2014/main" id="{83B352F2-8C04-4654-8F9E-78D1339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289" y="2334882"/>
            <a:ext cx="908685" cy="232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8" name="p04-文本-0058">
            <a:extLst xmlns:a="http://schemas.openxmlformats.org/drawingml/2006/main">
              <a:ext uri="{FF2B5EF4-FFF2-40B4-BE49-F238E27FC236}">
                <a16:creationId xmlns:a16="http://schemas.microsoft.com/office/drawing/2014/main" id="{4ABC119D-43E2-4BD7-90A6-238CCCF7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563" y="2355545"/>
            <a:ext cx="338138" cy="21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28.0</a:t>
            </a:r>
          </a:p>
        </p:txBody>
      </p:sp>
      <p:sp>
        <p:nvSpPr>
          <p:cNvPr id="59" name="p04-矩形-0059">
            <a:extLst xmlns:a="http://schemas.openxmlformats.org/drawingml/2006/main">
              <a:ext uri="{FF2B5EF4-FFF2-40B4-BE49-F238E27FC236}">
                <a16:creationId xmlns:a16="http://schemas.microsoft.com/office/drawing/2014/main" id="{EB8E12CF-B752-4279-A557-5BC61185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289" y="2670844"/>
            <a:ext cx="969264" cy="348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60" name="p04-线-0060">
            <a:extLst xmlns:a="http://schemas.openxmlformats.org/drawingml/2006/main">
              <a:ext uri="{FF2B5EF4-FFF2-40B4-BE49-F238E27FC236}">
                <a16:creationId xmlns:a16="http://schemas.microsoft.com/office/drawing/2014/main" id="{436F5665-80EC-4D0A-B82A-873E5C4C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071414"/>
            <a:ext cx="646176" cy="95"/>
          </a:xfrm>
          <a:custGeom xmlns:a="http://schemas.openxmlformats.org/drawingml/2006/main">
            <a:pathLst>
              <a:path w="646176" h="95">
                <a:moveTo>
                  <a:pt x="0" y="0"/>
                </a:moveTo>
                <a:lnTo>
                  <a:pt x="646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555555"/>
            </a:solidFill>
          </a:ln>
        </p:spPr>
      </p:sp>
      <p:sp>
        <p:nvSpPr>
          <p:cNvPr id="61" name="p04-文本-0061">
            <a:extLst xmlns:a="http://schemas.openxmlformats.org/drawingml/2006/main">
              <a:ext uri="{FF2B5EF4-FFF2-40B4-BE49-F238E27FC236}">
                <a16:creationId xmlns:a16="http://schemas.microsoft.com/office/drawing/2014/main" id="{DE842ED6-AABF-43D4-B570-FC9ACB1A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433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制样过程保持一致</a:t>
            </a:r>
          </a:p>
        </p:txBody>
      </p:sp>
      <p:sp>
        <p:nvSpPr>
          <p:cNvPr id="62" name="p04-文本-0062">
            <a:extLst xmlns:a="http://schemas.openxmlformats.org/drawingml/2006/main">
              <a:ext uri="{FF2B5EF4-FFF2-40B4-BE49-F238E27FC236}">
                <a16:creationId xmlns:a16="http://schemas.microsoft.com/office/drawing/2014/main" id="{AAD37D29-CE35-4ECD-8BBF-27A1CE4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103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测量条件统一控制</a:t>
            </a:r>
          </a:p>
        </p:txBody>
      </p:sp>
      <p:sp>
        <p:nvSpPr>
          <p:cNvPr id="63" name="p04-文本-0063">
            <a:extLst xmlns:a="http://schemas.openxmlformats.org/drawingml/2006/main">
              <a:ext uri="{FF2B5EF4-FFF2-40B4-BE49-F238E27FC236}">
                <a16:creationId xmlns:a16="http://schemas.microsoft.com/office/drawing/2014/main" id="{407DEBAB-3CEB-452E-A86C-E3FD729E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795" y="49419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形成可比较数据</a:t>
            </a:r>
          </a:p>
        </p:txBody>
      </p:sp>
      <p:sp>
        <p:nvSpPr>
          <p:cNvPr id="64" name="p04-矩形-0064">
            <a:extLst xmlns:a="http://schemas.openxmlformats.org/drawingml/2006/main">
              <a:ext uri="{FF2B5EF4-FFF2-40B4-BE49-F238E27FC236}">
                <a16:creationId xmlns:a16="http://schemas.microsoft.com/office/drawing/2014/main" id="{619F285D-764D-4915-A5EA-C019CA4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33525"/>
            <a:ext cx="247650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65" name="p04-矩形-0065">
            <a:extLst xmlns:a="http://schemas.openxmlformats.org/drawingml/2006/main">
              <a:ext uri="{FF2B5EF4-FFF2-40B4-BE49-F238E27FC236}">
                <a16:creationId xmlns:a16="http://schemas.microsoft.com/office/drawing/2014/main" id="{6C0BFBE1-88C9-42F0-A1F6-8D0C4E41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335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6" name="p04-文本-0066">
            <a:extLst xmlns:a="http://schemas.openxmlformats.org/drawingml/2006/main">
              <a:ext uri="{FF2B5EF4-FFF2-40B4-BE49-F238E27FC236}">
                <a16:creationId xmlns:a16="http://schemas.microsoft.com/office/drawing/2014/main" id="{C0915527-E673-4699-A9CB-98B14041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435" y="155504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特征与模型</a:t>
            </a:r>
          </a:p>
        </p:txBody>
      </p:sp>
      <p:sp>
        <p:nvSpPr>
          <p:cNvPr id="67" name="p04-线-0067">
            <a:extLst xmlns:a="http://schemas.openxmlformats.org/drawingml/2006/main">
              <a:ext uri="{FF2B5EF4-FFF2-40B4-BE49-F238E27FC236}">
                <a16:creationId xmlns:a16="http://schemas.microsoft.com/office/drawing/2014/main" id="{B2B11E23-F242-4A28-AA18-748F539F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8611"/>
            <a:ext cx="2019300" cy="95"/>
          </a:xfrm>
          <a:custGeom xmlns:a="http://schemas.openxmlformats.org/drawingml/2006/main">
            <a:pathLst>
              <a:path w="2019300" h="95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8" name="p04-线-0068">
            <a:extLst xmlns:a="http://schemas.openxmlformats.org/drawingml/2006/main">
              <a:ext uri="{FF2B5EF4-FFF2-40B4-BE49-F238E27FC236}">
                <a16:creationId xmlns:a16="http://schemas.microsoft.com/office/drawing/2014/main" id="{A0F6AC8B-347C-42CD-B758-8EDA0B9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95" cy="1292161"/>
          </a:xfrm>
          <a:custGeom xmlns:a="http://schemas.openxmlformats.org/drawingml/2006/main">
            <a:pathLst>
              <a:path w="95" h="1292161">
                <a:moveTo>
                  <a:pt x="0" y="0"/>
                </a:moveTo>
                <a:lnTo>
                  <a:pt x="0" y="1292161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9" name="p04-线-0069">
            <a:extLst xmlns:a="http://schemas.openxmlformats.org/drawingml/2006/main">
              <a:ext uri="{FF2B5EF4-FFF2-40B4-BE49-F238E27FC236}">
                <a16:creationId xmlns:a16="http://schemas.microsoft.com/office/drawing/2014/main" id="{0CE8FA7D-CA41-4EDC-838B-1F75A5F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2019300" cy="1292161"/>
          </a:xfrm>
          <a:custGeom xmlns:a="http://schemas.openxmlformats.org/drawingml/2006/main">
            <a:pathLst>
              <a:path w="2019300" h="1292161">
                <a:moveTo>
                  <a:pt x="0" y="1292161"/>
                </a:moveTo>
                <a:lnTo>
                  <a:pt x="201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70" name="p04-椭圆-0070">
            <a:extLst xmlns:a="http://schemas.openxmlformats.org/drawingml/2006/main">
              <a:ext uri="{FF2B5EF4-FFF2-40B4-BE49-F238E27FC236}">
                <a16:creationId xmlns:a16="http://schemas.microsoft.com/office/drawing/2014/main" id="{C6A0FA3C-D0B7-4FE1-B0C1-38C1A76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32993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1" name="p04-椭圆-0071">
            <a:extLst xmlns:a="http://schemas.openxmlformats.org/drawingml/2006/main">
              <a:ext uri="{FF2B5EF4-FFF2-40B4-BE49-F238E27FC236}">
                <a16:creationId xmlns:a16="http://schemas.microsoft.com/office/drawing/2014/main" id="{C442EC75-239C-41E8-8AD0-DB67D887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366" y="240020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2" name="p04-椭圆-0072">
            <a:extLst xmlns:a="http://schemas.openxmlformats.org/drawingml/2006/main">
              <a:ext uri="{FF2B5EF4-FFF2-40B4-BE49-F238E27FC236}">
                <a16:creationId xmlns:a16="http://schemas.microsoft.com/office/drawing/2014/main" id="{3D19737C-3474-4513-B1A5-66B7D2E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062" y="308823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3" name="p04-椭圆-0073">
            <a:extLst xmlns:a="http://schemas.openxmlformats.org/drawingml/2006/main">
              <a:ext uri="{FF2B5EF4-FFF2-40B4-BE49-F238E27FC236}">
                <a16:creationId xmlns:a16="http://schemas.microsoft.com/office/drawing/2014/main" id="{DFA94D2E-F987-4603-A39C-2B6DA6E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058" y="23519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4" name="p04-椭圆-0074">
            <a:extLst xmlns:a="http://schemas.openxmlformats.org/drawingml/2006/main">
              <a:ext uri="{FF2B5EF4-FFF2-40B4-BE49-F238E27FC236}">
                <a16:creationId xmlns:a16="http://schemas.microsoft.com/office/drawing/2014/main" id="{7B084BEE-A365-424E-9495-3CF12B7B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754" y="262640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5" name="p04-椭圆-0075">
            <a:extLst xmlns:a="http://schemas.openxmlformats.org/drawingml/2006/main">
              <a:ext uri="{FF2B5EF4-FFF2-40B4-BE49-F238E27FC236}">
                <a16:creationId xmlns:a16="http://schemas.microsoft.com/office/drawing/2014/main" id="{481FA921-FA98-4547-8F17-E14EB527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450" y="31443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6" name="p04-椭圆-0076">
            <a:extLst xmlns:a="http://schemas.openxmlformats.org/drawingml/2006/main">
              <a:ext uri="{FF2B5EF4-FFF2-40B4-BE49-F238E27FC236}">
                <a16:creationId xmlns:a16="http://schemas.microsoft.com/office/drawing/2014/main" id="{6035B19A-C657-4C3F-B36C-D78AB44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446" y="255524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7" name="p04-椭圆-0077">
            <a:extLst xmlns:a="http://schemas.openxmlformats.org/drawingml/2006/main">
              <a:ext uri="{FF2B5EF4-FFF2-40B4-BE49-F238E27FC236}">
                <a16:creationId xmlns:a16="http://schemas.microsoft.com/office/drawing/2014/main" id="{E603EDE3-4BE9-45DD-90A4-DA273866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142" y="29415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8" name="p04-椭圆-0078">
            <a:extLst xmlns:a="http://schemas.openxmlformats.org/drawingml/2006/main">
              <a:ext uri="{FF2B5EF4-FFF2-40B4-BE49-F238E27FC236}">
                <a16:creationId xmlns:a16="http://schemas.microsoft.com/office/drawing/2014/main" id="{233D4732-B508-42F3-AD74-91E6DA0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138" y="20847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9" name="p04-椭圆-0079">
            <a:extLst xmlns:a="http://schemas.openxmlformats.org/drawingml/2006/main">
              <a:ext uri="{FF2B5EF4-FFF2-40B4-BE49-F238E27FC236}">
                <a16:creationId xmlns:a16="http://schemas.microsoft.com/office/drawing/2014/main" id="{C14C82CD-2F25-4EFC-BD49-D46CCCD7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834" y="26428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0" name="p04-椭圆-0080">
            <a:extLst xmlns:a="http://schemas.openxmlformats.org/drawingml/2006/main">
              <a:ext uri="{FF2B5EF4-FFF2-40B4-BE49-F238E27FC236}">
                <a16:creationId xmlns:a16="http://schemas.microsoft.com/office/drawing/2014/main" id="{79BF2511-C58E-42DA-BEC7-A3C85D5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530" y="32348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1" name="p04-椭圆-0081">
            <a:extLst xmlns:a="http://schemas.openxmlformats.org/drawingml/2006/main">
              <a:ext uri="{FF2B5EF4-FFF2-40B4-BE49-F238E27FC236}">
                <a16:creationId xmlns:a16="http://schemas.microsoft.com/office/drawing/2014/main" id="{AE5559F5-7979-4820-96BF-2D19580B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26" y="222386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2" name="p04-椭圆-0082">
            <a:extLst xmlns:a="http://schemas.openxmlformats.org/drawingml/2006/main">
              <a:ext uri="{FF2B5EF4-FFF2-40B4-BE49-F238E27FC236}">
                <a16:creationId xmlns:a16="http://schemas.microsoft.com/office/drawing/2014/main" id="{184EE964-8ED6-4B4C-B3D0-66A032CF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222" y="27030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3" name="p04-椭圆-0083">
            <a:extLst xmlns:a="http://schemas.openxmlformats.org/drawingml/2006/main">
              <a:ext uri="{FF2B5EF4-FFF2-40B4-BE49-F238E27FC236}">
                <a16:creationId xmlns:a16="http://schemas.microsoft.com/office/drawing/2014/main" id="{D9E36D1B-C093-4DF5-943B-27DA9444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18" y="32993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4" name="p04-椭圆-0084">
            <a:extLst xmlns:a="http://schemas.openxmlformats.org/drawingml/2006/main">
              <a:ext uri="{FF2B5EF4-FFF2-40B4-BE49-F238E27FC236}">
                <a16:creationId xmlns:a16="http://schemas.microsoft.com/office/drawing/2014/main" id="{EB958410-FD29-42F5-B7BB-568BB4F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14" y="254413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5" name="p04-椭圆-0085">
            <a:extLst xmlns:a="http://schemas.openxmlformats.org/drawingml/2006/main">
              <a:ext uri="{FF2B5EF4-FFF2-40B4-BE49-F238E27FC236}">
                <a16:creationId xmlns:a16="http://schemas.microsoft.com/office/drawing/2014/main" id="{0F1E314C-C108-497F-B48B-990CCDEF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611" y="28481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6" name="p04-椭圆-0086">
            <a:extLst xmlns:a="http://schemas.openxmlformats.org/drawingml/2006/main">
              <a:ext uri="{FF2B5EF4-FFF2-40B4-BE49-F238E27FC236}">
                <a16:creationId xmlns:a16="http://schemas.microsoft.com/office/drawing/2014/main" id="{2B9012F1-A84F-47E3-BE9B-0436766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607" y="21964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7" name="p04-椭圆-0087">
            <a:extLst xmlns:a="http://schemas.openxmlformats.org/drawingml/2006/main">
              <a:ext uri="{FF2B5EF4-FFF2-40B4-BE49-F238E27FC236}">
                <a16:creationId xmlns:a16="http://schemas.microsoft.com/office/drawing/2014/main" id="{E02DE777-BE9A-4D75-BB84-B0769EB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303" y="28214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04-椭圆-0088">
            <a:extLst xmlns:a="http://schemas.openxmlformats.org/drawingml/2006/main">
              <a:ext uri="{FF2B5EF4-FFF2-40B4-BE49-F238E27FC236}">
                <a16:creationId xmlns:a16="http://schemas.microsoft.com/office/drawing/2014/main" id="{30F20F29-2130-4F8D-806F-0DC741D8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999" y="311604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9" name="p04-椭圆-0089">
            <a:extLst xmlns:a="http://schemas.openxmlformats.org/drawingml/2006/main">
              <a:ext uri="{FF2B5EF4-FFF2-40B4-BE49-F238E27FC236}">
                <a16:creationId xmlns:a16="http://schemas.microsoft.com/office/drawing/2014/main" id="{25C069A8-441D-463C-AC81-9C5737A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995" y="22647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0" name="p04-椭圆-0090">
            <a:extLst xmlns:a="http://schemas.openxmlformats.org/drawingml/2006/main">
              <a:ext uri="{FF2B5EF4-FFF2-40B4-BE49-F238E27FC236}">
                <a16:creationId xmlns:a16="http://schemas.microsoft.com/office/drawing/2014/main" id="{40C88238-2301-432E-B64E-393E0C4E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691" y="29781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1" name="p04-椭圆-0091">
            <a:extLst xmlns:a="http://schemas.openxmlformats.org/drawingml/2006/main">
              <a:ext uri="{FF2B5EF4-FFF2-40B4-BE49-F238E27FC236}">
                <a16:creationId xmlns:a16="http://schemas.microsoft.com/office/drawing/2014/main" id="{A24A31D6-F5B2-4496-887D-EACEE00B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687" y="21452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04-椭圆-0092">
            <a:extLst xmlns:a="http://schemas.openxmlformats.org/drawingml/2006/main">
              <a:ext uri="{FF2B5EF4-FFF2-40B4-BE49-F238E27FC236}">
                <a16:creationId xmlns:a16="http://schemas.microsoft.com/office/drawing/2014/main" id="{8C9B5A11-659D-44CF-A5C7-53EA98E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383" y="24325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04-椭圆-0093">
            <a:extLst xmlns:a="http://schemas.openxmlformats.org/drawingml/2006/main">
              <a:ext uri="{FF2B5EF4-FFF2-40B4-BE49-F238E27FC236}">
                <a16:creationId xmlns:a16="http://schemas.microsoft.com/office/drawing/2014/main" id="{8069F85C-BCD0-4C7F-83DF-3956FC8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079" y="30420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4" name="p04-椭圆-0094">
            <a:extLst xmlns:a="http://schemas.openxmlformats.org/drawingml/2006/main">
              <a:ext uri="{FF2B5EF4-FFF2-40B4-BE49-F238E27FC236}">
                <a16:creationId xmlns:a16="http://schemas.microsoft.com/office/drawing/2014/main" id="{2C97021B-0CCE-49DF-B9E8-70205193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075" y="240380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5" name="p04-椭圆-0095">
            <a:extLst xmlns:a="http://schemas.openxmlformats.org/drawingml/2006/main">
              <a:ext uri="{FF2B5EF4-FFF2-40B4-BE49-F238E27FC236}">
                <a16:creationId xmlns:a16="http://schemas.microsoft.com/office/drawing/2014/main" id="{AC6235E4-D110-45F7-BC3E-BE548E9B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771" y="271796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04-椭圆-0096">
            <a:extLst xmlns:a="http://schemas.openxmlformats.org/drawingml/2006/main">
              <a:ext uri="{FF2B5EF4-FFF2-40B4-BE49-F238E27FC236}">
                <a16:creationId xmlns:a16="http://schemas.microsoft.com/office/drawing/2014/main" id="{C87E180D-14E7-4133-B2E8-6A8A477A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467" y="31221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7" name="p04-椭圆-0097">
            <a:extLst xmlns:a="http://schemas.openxmlformats.org/drawingml/2006/main">
              <a:ext uri="{FF2B5EF4-FFF2-40B4-BE49-F238E27FC236}">
                <a16:creationId xmlns:a16="http://schemas.microsoft.com/office/drawing/2014/main" id="{466FC696-125B-40DC-B8C9-846E7AE3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463" y="253835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8" name="p04-椭圆-0098">
            <a:extLst xmlns:a="http://schemas.openxmlformats.org/drawingml/2006/main">
              <a:ext uri="{FF2B5EF4-FFF2-40B4-BE49-F238E27FC236}">
                <a16:creationId xmlns:a16="http://schemas.microsoft.com/office/drawing/2014/main" id="{311FAEAF-7430-4E63-956A-7801BD00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159" y="30362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9" name="p04-椭圆-0099">
            <a:extLst xmlns:a="http://schemas.openxmlformats.org/drawingml/2006/main">
              <a:ext uri="{FF2B5EF4-FFF2-40B4-BE49-F238E27FC236}">
                <a16:creationId xmlns:a16="http://schemas.microsoft.com/office/drawing/2014/main" id="{C6DD6CC6-5C3E-4A77-9444-6BAB8F1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155" y="20847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04-椭圆-0100">
            <a:extLst xmlns:a="http://schemas.openxmlformats.org/drawingml/2006/main">
              <a:ext uri="{FF2B5EF4-FFF2-40B4-BE49-F238E27FC236}">
                <a16:creationId xmlns:a16="http://schemas.microsoft.com/office/drawing/2014/main" id="{F8DA0BFA-4D29-4FE8-A136-599CB664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851" y="25960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1" name="p04-椭圆-0101">
            <a:extLst xmlns:a="http://schemas.openxmlformats.org/drawingml/2006/main">
              <a:ext uri="{FF2B5EF4-FFF2-40B4-BE49-F238E27FC236}">
                <a16:creationId xmlns:a16="http://schemas.microsoft.com/office/drawing/2014/main" id="{EAB38216-DBD5-48A0-932A-34351A1D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547" y="32739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2" name="p04-椭圆-0102">
            <a:extLst xmlns:a="http://schemas.openxmlformats.org/drawingml/2006/main">
              <a:ext uri="{FF2B5EF4-FFF2-40B4-BE49-F238E27FC236}">
                <a16:creationId xmlns:a16="http://schemas.microsoft.com/office/drawing/2014/main" id="{69346E81-0100-4236-B3A5-44DECF92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543" y="23210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3" name="p04-椭圆-0103">
            <a:extLst xmlns:a="http://schemas.openxmlformats.org/drawingml/2006/main">
              <a:ext uri="{FF2B5EF4-FFF2-40B4-BE49-F238E27FC236}">
                <a16:creationId xmlns:a16="http://schemas.microsoft.com/office/drawing/2014/main" id="{E496B509-53FD-4CC3-B08D-413F4F3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239" y="26913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4" name="p04-椭圆-0104">
            <a:extLst xmlns:a="http://schemas.openxmlformats.org/drawingml/2006/main">
              <a:ext uri="{FF2B5EF4-FFF2-40B4-BE49-F238E27FC236}">
                <a16:creationId xmlns:a16="http://schemas.microsoft.com/office/drawing/2014/main" id="{B9CAAFA8-C631-449F-BD98-CA5360A2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35" y="32993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5" name="p04-椭圆-0105">
            <a:extLst xmlns:a="http://schemas.openxmlformats.org/drawingml/2006/main">
              <a:ext uri="{FF2B5EF4-FFF2-40B4-BE49-F238E27FC236}">
                <a16:creationId xmlns:a16="http://schemas.microsoft.com/office/drawing/2014/main" id="{53AC08B9-0356-4B90-92F2-6802339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931" y="263225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6" name="p04-椭圆-0106">
            <a:extLst xmlns:a="http://schemas.openxmlformats.org/drawingml/2006/main">
              <a:ext uri="{FF2B5EF4-FFF2-40B4-BE49-F238E27FC236}">
                <a16:creationId xmlns:a16="http://schemas.microsoft.com/office/drawing/2014/main" id="{06E9C91B-D214-4B90-A3E1-FD92147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627" y="29058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7" name="p04-椭圆-0107">
            <a:extLst xmlns:a="http://schemas.openxmlformats.org/drawingml/2006/main">
              <a:ext uri="{FF2B5EF4-FFF2-40B4-BE49-F238E27FC236}">
                <a16:creationId xmlns:a16="http://schemas.microsoft.com/office/drawing/2014/main" id="{2D42B4EA-A215-4D2B-A87F-C0A2D71F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623" y="21514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8" name="p04-椭圆-0108">
            <a:extLst xmlns:a="http://schemas.openxmlformats.org/drawingml/2006/main">
              <a:ext uri="{FF2B5EF4-FFF2-40B4-BE49-F238E27FC236}">
                <a16:creationId xmlns:a16="http://schemas.microsoft.com/office/drawing/2014/main" id="{619CA185-F706-4ED9-8B31-07910071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319" y="28474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9" name="p04-椭圆-0109">
            <a:extLst xmlns:a="http://schemas.openxmlformats.org/drawingml/2006/main">
              <a:ext uri="{FF2B5EF4-FFF2-40B4-BE49-F238E27FC236}">
                <a16:creationId xmlns:a16="http://schemas.microsoft.com/office/drawing/2014/main" id="{7CCF446A-8B3C-4350-A375-4D7F03DC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015" y="32166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0" name="p04-椭圆-0110">
            <a:extLst xmlns:a="http://schemas.openxmlformats.org/drawingml/2006/main">
              <a:ext uri="{FF2B5EF4-FFF2-40B4-BE49-F238E27FC236}">
                <a16:creationId xmlns:a16="http://schemas.microsoft.com/office/drawing/2014/main" id="{303032E1-8507-4656-91CE-C779BF4E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011" y="226480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1" name="p04-椭圆-0111">
            <a:extLst xmlns:a="http://schemas.openxmlformats.org/drawingml/2006/main">
              <a:ext uri="{FF2B5EF4-FFF2-40B4-BE49-F238E27FC236}">
                <a16:creationId xmlns:a16="http://schemas.microsoft.com/office/drawing/2014/main" id="{677E0483-F86B-4374-A294-8EA67AFF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707" y="294339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2" name="p04-椭圆-0112">
            <a:extLst xmlns:a="http://schemas.openxmlformats.org/drawingml/2006/main">
              <a:ext uri="{FF2B5EF4-FFF2-40B4-BE49-F238E27FC236}">
                <a16:creationId xmlns:a16="http://schemas.microsoft.com/office/drawing/2014/main" id="{5191EA75-6A8E-42EF-9039-173D7FD9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703" y="22248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3" name="p04-椭圆-0113">
            <a:extLst xmlns:a="http://schemas.openxmlformats.org/drawingml/2006/main">
              <a:ext uri="{FF2B5EF4-FFF2-40B4-BE49-F238E27FC236}">
                <a16:creationId xmlns:a16="http://schemas.microsoft.com/office/drawing/2014/main" id="{82AB47C9-E3E9-48AF-B26A-AECF38FA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399" y="25017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4" name="p04-椭圆-0114">
            <a:extLst xmlns:a="http://schemas.openxmlformats.org/drawingml/2006/main">
              <a:ext uri="{FF2B5EF4-FFF2-40B4-BE49-F238E27FC236}">
                <a16:creationId xmlns:a16="http://schemas.microsoft.com/office/drawing/2014/main" id="{8CACDD0D-B48A-4C84-962B-F9298B2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095" y="30009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5" name="p04-文本-0115">
            <a:extLst xmlns:a="http://schemas.openxmlformats.org/drawingml/2006/main">
              <a:ext uri="{FF2B5EF4-FFF2-40B4-BE49-F238E27FC236}">
                <a16:creationId xmlns:a16="http://schemas.microsoft.com/office/drawing/2014/main" id="{FC3A26D6-CB7A-4EC5-89AC-E5326EE4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446588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16" name="p04-文本-0116">
            <a:extLst xmlns:a="http://schemas.openxmlformats.org/drawingml/2006/main">
              <a:ext uri="{FF2B5EF4-FFF2-40B4-BE49-F238E27FC236}">
                <a16:creationId xmlns:a16="http://schemas.microsoft.com/office/drawing/2014/main" id="{2BFAEBF7-37B6-4E7A-A1B2-626C145B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01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17" name="p04-文本-0117">
            <a:extLst xmlns:a="http://schemas.openxmlformats.org/drawingml/2006/main">
              <a:ext uri="{FF2B5EF4-FFF2-40B4-BE49-F238E27FC236}">
                <a16:creationId xmlns:a16="http://schemas.microsoft.com/office/drawing/2014/main" id="{746F1569-9793-41CD-8BA7-64098626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4338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关联结构与响应</a:t>
            </a:r>
          </a:p>
        </p:txBody>
      </p:sp>
      <p:sp>
        <p:nvSpPr>
          <p:cNvPr id="118" name="p04-文本-0118">
            <a:extLst xmlns:a="http://schemas.openxmlformats.org/drawingml/2006/main">
              <a:ext uri="{FF2B5EF4-FFF2-40B4-BE49-F238E27FC236}">
                <a16:creationId xmlns:a16="http://schemas.microsoft.com/office/drawing/2014/main" id="{C722F070-1531-4EC8-8F35-50E97061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4103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记录模型适用范围</a:t>
            </a:r>
          </a:p>
        </p:txBody>
      </p:sp>
      <p:sp>
        <p:nvSpPr>
          <p:cNvPr id="119" name="p04-文本-0119">
            <a:extLst xmlns:a="http://schemas.openxmlformats.org/drawingml/2006/main">
              <a:ext uri="{FF2B5EF4-FFF2-40B4-BE49-F238E27FC236}">
                <a16:creationId xmlns:a16="http://schemas.microsoft.com/office/drawing/2014/main" id="{6FD1364A-A9E4-445F-BEA7-6E55C1E3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49419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提出待检验假设</a:t>
            </a:r>
          </a:p>
        </p:txBody>
      </p:sp>
      <p:sp>
        <p:nvSpPr>
          <p:cNvPr id="120" name="p04-矩形-0120">
            <a:extLst xmlns:a="http://schemas.openxmlformats.org/drawingml/2006/main">
              <a:ext uri="{FF2B5EF4-FFF2-40B4-BE49-F238E27FC236}">
                <a16:creationId xmlns:a16="http://schemas.microsoft.com/office/drawing/2014/main" id="{4B1B330B-861E-47FF-A33C-30AC7179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33525"/>
            <a:ext cx="247650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21" name="p04-矩形-0121">
            <a:extLst xmlns:a="http://schemas.openxmlformats.org/drawingml/2006/main">
              <a:ext uri="{FF2B5EF4-FFF2-40B4-BE49-F238E27FC236}">
                <a16:creationId xmlns:a16="http://schemas.microsoft.com/office/drawing/2014/main" id="{176A19C6-28A4-4EF0-99A3-BF084FF2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335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2" name="p04-文本-0122">
            <a:extLst xmlns:a="http://schemas.openxmlformats.org/drawingml/2006/main">
              <a:ext uri="{FF2B5EF4-FFF2-40B4-BE49-F238E27FC236}">
                <a16:creationId xmlns:a16="http://schemas.microsoft.com/office/drawing/2014/main" id="{9760C859-A489-4C33-B265-AB988B8E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47" y="15550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独立验证</a:t>
            </a:r>
          </a:p>
        </p:txBody>
      </p:sp>
      <p:sp>
        <p:nvSpPr>
          <p:cNvPr id="123" name="p04-矩形-0123">
            <a:extLst xmlns:a="http://schemas.openxmlformats.org/drawingml/2006/main">
              <a:ext uri="{FF2B5EF4-FFF2-40B4-BE49-F238E27FC236}">
                <a16:creationId xmlns:a16="http://schemas.microsoft.com/office/drawing/2014/main" id="{1C4668E3-52EB-43F9-9053-F3186960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2019300" cy="1292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124" name="p04-椭圆-0124">
            <a:extLst xmlns:a="http://schemas.openxmlformats.org/drawingml/2006/main">
              <a:ext uri="{FF2B5EF4-FFF2-40B4-BE49-F238E27FC236}">
                <a16:creationId xmlns:a16="http://schemas.microsoft.com/office/drawing/2014/main" id="{986D9918-8FD1-408A-B5DF-49FD9FFC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25" name="p04-椭圆-0125">
            <a:extLst xmlns:a="http://schemas.openxmlformats.org/drawingml/2006/main">
              <a:ext uri="{FF2B5EF4-FFF2-40B4-BE49-F238E27FC236}">
                <a16:creationId xmlns:a16="http://schemas.microsoft.com/office/drawing/2014/main" id="{D5BD9A5E-3C18-409A-9F9A-94AF4DB1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26" name="p04-椭圆-0126">
            <a:extLst xmlns:a="http://schemas.openxmlformats.org/drawingml/2006/main">
              <a:ext uri="{FF2B5EF4-FFF2-40B4-BE49-F238E27FC236}">
                <a16:creationId xmlns:a16="http://schemas.microsoft.com/office/drawing/2014/main" id="{B08E09CB-6F4A-4DF7-A7F7-60E2EF6A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27" name="p04-椭圆-0127">
            <a:extLst xmlns:a="http://schemas.openxmlformats.org/drawingml/2006/main">
              <a:ext uri="{FF2B5EF4-FFF2-40B4-BE49-F238E27FC236}">
                <a16:creationId xmlns:a16="http://schemas.microsoft.com/office/drawing/2014/main" id="{B2703B58-61B6-40A7-BD18-08E5133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28" name="p04-椭圆-0128">
            <a:extLst xmlns:a="http://schemas.openxmlformats.org/drawingml/2006/main">
              <a:ext uri="{FF2B5EF4-FFF2-40B4-BE49-F238E27FC236}">
                <a16:creationId xmlns:a16="http://schemas.microsoft.com/office/drawing/2014/main" id="{3E334448-755F-45FF-AD50-9658D5F0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29" name="p04-椭圆-0129">
            <a:extLst xmlns:a="http://schemas.openxmlformats.org/drawingml/2006/main">
              <a:ext uri="{FF2B5EF4-FFF2-40B4-BE49-F238E27FC236}">
                <a16:creationId xmlns:a16="http://schemas.microsoft.com/office/drawing/2014/main" id="{ED7D09FD-BF0C-46DC-9A70-10D5ED4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30" name="p04-椭圆-0130">
            <a:extLst xmlns:a="http://schemas.openxmlformats.org/drawingml/2006/main">
              <a:ext uri="{FF2B5EF4-FFF2-40B4-BE49-F238E27FC236}">
                <a16:creationId xmlns:a16="http://schemas.microsoft.com/office/drawing/2014/main" id="{ADBB3F5F-2A52-4ECD-879C-1248785A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31" name="p04-椭圆-0131">
            <a:extLst xmlns:a="http://schemas.openxmlformats.org/drawingml/2006/main">
              <a:ext uri="{FF2B5EF4-FFF2-40B4-BE49-F238E27FC236}">
                <a16:creationId xmlns:a16="http://schemas.microsoft.com/office/drawing/2014/main" id="{E5B535D6-9D4C-4935-9540-8A39904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32" name="p04-椭圆-0132">
            <a:extLst xmlns:a="http://schemas.openxmlformats.org/drawingml/2006/main">
              <a:ext uri="{FF2B5EF4-FFF2-40B4-BE49-F238E27FC236}">
                <a16:creationId xmlns:a16="http://schemas.microsoft.com/office/drawing/2014/main" id="{96B72230-B1A6-4004-A385-6D208A8F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33" name="p04-椭圆-0133">
            <a:extLst xmlns:a="http://schemas.openxmlformats.org/drawingml/2006/main">
              <a:ext uri="{FF2B5EF4-FFF2-40B4-BE49-F238E27FC236}">
                <a16:creationId xmlns:a16="http://schemas.microsoft.com/office/drawing/2014/main" id="{E5E5126E-1DF2-499D-AD5C-595DDCFC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34" name="p04-椭圆-0134">
            <a:extLst xmlns:a="http://schemas.openxmlformats.org/drawingml/2006/main">
              <a:ext uri="{FF2B5EF4-FFF2-40B4-BE49-F238E27FC236}">
                <a16:creationId xmlns:a16="http://schemas.microsoft.com/office/drawing/2014/main" id="{FAA69AB5-D52D-4846-ADCC-9393994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35" name="p04-椭圆-0135">
            <a:extLst xmlns:a="http://schemas.openxmlformats.org/drawingml/2006/main">
              <a:ext uri="{FF2B5EF4-FFF2-40B4-BE49-F238E27FC236}">
                <a16:creationId xmlns:a16="http://schemas.microsoft.com/office/drawing/2014/main" id="{228EED72-8EA5-4EE1-95CD-93601619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216128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36" name="p04-椭圆-0136">
            <a:extLst xmlns:a="http://schemas.openxmlformats.org/drawingml/2006/main">
              <a:ext uri="{FF2B5EF4-FFF2-40B4-BE49-F238E27FC236}">
                <a16:creationId xmlns:a16="http://schemas.microsoft.com/office/drawing/2014/main" id="{DD3CBC6C-957C-44B5-8095-216DDD4A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37" name="p04-椭圆-0137">
            <a:extLst xmlns:a="http://schemas.openxmlformats.org/drawingml/2006/main">
              <a:ext uri="{FF2B5EF4-FFF2-40B4-BE49-F238E27FC236}">
                <a16:creationId xmlns:a16="http://schemas.microsoft.com/office/drawing/2014/main" id="{5198F3E7-3763-4E64-88FF-6872E72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38" name="p04-椭圆-0138">
            <a:extLst xmlns:a="http://schemas.openxmlformats.org/drawingml/2006/main">
              <a:ext uri="{FF2B5EF4-FFF2-40B4-BE49-F238E27FC236}">
                <a16:creationId xmlns:a16="http://schemas.microsoft.com/office/drawing/2014/main" id="{EA1FC378-62D4-4528-B2D6-FA6513CC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39" name="p04-椭圆-0139">
            <a:extLst xmlns:a="http://schemas.openxmlformats.org/drawingml/2006/main">
              <a:ext uri="{FF2B5EF4-FFF2-40B4-BE49-F238E27FC236}">
                <a16:creationId xmlns:a16="http://schemas.microsoft.com/office/drawing/2014/main" id="{22185652-5B54-4C92-A65E-80F8196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40" name="p04-椭圆-0140">
            <a:extLst xmlns:a="http://schemas.openxmlformats.org/drawingml/2006/main">
              <a:ext uri="{FF2B5EF4-FFF2-40B4-BE49-F238E27FC236}">
                <a16:creationId xmlns:a16="http://schemas.microsoft.com/office/drawing/2014/main" id="{792B0CEB-D83F-4F1C-AEA5-E335004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1" name="p04-椭圆-0141">
            <a:extLst xmlns:a="http://schemas.openxmlformats.org/drawingml/2006/main">
              <a:ext uri="{FF2B5EF4-FFF2-40B4-BE49-F238E27FC236}">
                <a16:creationId xmlns:a16="http://schemas.microsoft.com/office/drawing/2014/main" id="{8E179B56-32BC-4BF1-A2C5-1FA9E79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2" name="p04-椭圆-0142">
            <a:extLst xmlns:a="http://schemas.openxmlformats.org/drawingml/2006/main">
              <a:ext uri="{FF2B5EF4-FFF2-40B4-BE49-F238E27FC236}">
                <a16:creationId xmlns:a16="http://schemas.microsoft.com/office/drawing/2014/main" id="{474F80D8-8859-41F3-8503-A67A3FF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3" name="p04-椭圆-0143">
            <a:extLst xmlns:a="http://schemas.openxmlformats.org/drawingml/2006/main">
              <a:ext uri="{FF2B5EF4-FFF2-40B4-BE49-F238E27FC236}">
                <a16:creationId xmlns:a16="http://schemas.microsoft.com/office/drawing/2014/main" id="{CCC7C1AB-AB81-4406-BC64-D958E20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44" name="p04-椭圆-0144">
            <a:extLst xmlns:a="http://schemas.openxmlformats.org/drawingml/2006/main">
              <a:ext uri="{FF2B5EF4-FFF2-40B4-BE49-F238E27FC236}">
                <a16:creationId xmlns:a16="http://schemas.microsoft.com/office/drawing/2014/main" id="{05BE2EF0-7596-4254-8A8A-DBA6499F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5" name="p04-椭圆-0145">
            <a:extLst xmlns:a="http://schemas.openxmlformats.org/drawingml/2006/main">
              <a:ext uri="{FF2B5EF4-FFF2-40B4-BE49-F238E27FC236}">
                <a16:creationId xmlns:a16="http://schemas.microsoft.com/office/drawing/2014/main" id="{0D5ED3FA-F60E-4B7B-9357-568CD79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6" name="p04-椭圆-0146">
            <a:extLst xmlns:a="http://schemas.openxmlformats.org/drawingml/2006/main">
              <a:ext uri="{FF2B5EF4-FFF2-40B4-BE49-F238E27FC236}">
                <a16:creationId xmlns:a16="http://schemas.microsoft.com/office/drawing/2014/main" id="{E2416FAE-C470-4188-8493-2A28BDC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7" name="p04-椭圆-0147">
            <a:extLst xmlns:a="http://schemas.openxmlformats.org/drawingml/2006/main">
              <a:ext uri="{FF2B5EF4-FFF2-40B4-BE49-F238E27FC236}">
                <a16:creationId xmlns:a16="http://schemas.microsoft.com/office/drawing/2014/main" id="{A0E1175F-67D3-4173-BB10-A29D134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2304862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48" name="p04-椭圆-0148">
            <a:extLst xmlns:a="http://schemas.openxmlformats.org/drawingml/2006/main">
              <a:ext uri="{FF2B5EF4-FFF2-40B4-BE49-F238E27FC236}">
                <a16:creationId xmlns:a16="http://schemas.microsoft.com/office/drawing/2014/main" id="{281B34B2-7C0F-4E5F-8A8C-94E13FD0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9" name="p04-椭圆-0149">
            <a:extLst xmlns:a="http://schemas.openxmlformats.org/drawingml/2006/main">
              <a:ext uri="{FF2B5EF4-FFF2-40B4-BE49-F238E27FC236}">
                <a16:creationId xmlns:a16="http://schemas.microsoft.com/office/drawing/2014/main" id="{37EB47A9-45E7-44AC-9728-89802846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0" name="p04-椭圆-0150">
            <a:extLst xmlns:a="http://schemas.openxmlformats.org/drawingml/2006/main">
              <a:ext uri="{FF2B5EF4-FFF2-40B4-BE49-F238E27FC236}">
                <a16:creationId xmlns:a16="http://schemas.microsoft.com/office/drawing/2014/main" id="{023073AF-52DF-45B4-97D0-27DD0686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1" name="p04-椭圆-0151">
            <a:extLst xmlns:a="http://schemas.openxmlformats.org/drawingml/2006/main">
              <a:ext uri="{FF2B5EF4-FFF2-40B4-BE49-F238E27FC236}">
                <a16:creationId xmlns:a16="http://schemas.microsoft.com/office/drawing/2014/main" id="{8E1A75F0-33B9-413B-93BB-B6486B5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52" name="p04-椭圆-0152">
            <a:extLst xmlns:a="http://schemas.openxmlformats.org/drawingml/2006/main">
              <a:ext uri="{FF2B5EF4-FFF2-40B4-BE49-F238E27FC236}">
                <a16:creationId xmlns:a16="http://schemas.microsoft.com/office/drawing/2014/main" id="{84C22D0A-BFDC-49B5-AEBF-988C9548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53" name="p04-椭圆-0153">
            <a:extLst xmlns:a="http://schemas.openxmlformats.org/drawingml/2006/main">
              <a:ext uri="{FF2B5EF4-FFF2-40B4-BE49-F238E27FC236}">
                <a16:creationId xmlns:a16="http://schemas.microsoft.com/office/drawing/2014/main" id="{D28E8B22-F325-4F27-80AF-2EAA79C4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54" name="p04-椭圆-0154">
            <a:extLst xmlns:a="http://schemas.openxmlformats.org/drawingml/2006/main">
              <a:ext uri="{FF2B5EF4-FFF2-40B4-BE49-F238E27FC236}">
                <a16:creationId xmlns:a16="http://schemas.microsoft.com/office/drawing/2014/main" id="{A8DA151D-A2C4-4FD3-9B79-D332D76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55" name="p04-椭圆-0155">
            <a:extLst xmlns:a="http://schemas.openxmlformats.org/drawingml/2006/main">
              <a:ext uri="{FF2B5EF4-FFF2-40B4-BE49-F238E27FC236}">
                <a16:creationId xmlns:a16="http://schemas.microsoft.com/office/drawing/2014/main" id="{4B8566BF-7F5F-4B88-A6F3-F336314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6" name="p04-椭圆-0156">
            <a:extLst xmlns:a="http://schemas.openxmlformats.org/drawingml/2006/main">
              <a:ext uri="{FF2B5EF4-FFF2-40B4-BE49-F238E27FC236}">
                <a16:creationId xmlns:a16="http://schemas.microsoft.com/office/drawing/2014/main" id="{37992A47-CCE6-4C7B-B368-A393728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7" name="p04-椭圆-0157">
            <a:extLst xmlns:a="http://schemas.openxmlformats.org/drawingml/2006/main">
              <a:ext uri="{FF2B5EF4-FFF2-40B4-BE49-F238E27FC236}">
                <a16:creationId xmlns:a16="http://schemas.microsoft.com/office/drawing/2014/main" id="{F0127ED0-40FC-46C8-A444-E48F1796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8" name="p04-椭圆-0158">
            <a:extLst xmlns:a="http://schemas.openxmlformats.org/drawingml/2006/main">
              <a:ext uri="{FF2B5EF4-FFF2-40B4-BE49-F238E27FC236}">
                <a16:creationId xmlns:a16="http://schemas.microsoft.com/office/drawing/2014/main" id="{64EC8663-D586-4818-A192-D01E64B8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9" name="p04-椭圆-0159">
            <a:extLst xmlns:a="http://schemas.openxmlformats.org/drawingml/2006/main">
              <a:ext uri="{FF2B5EF4-FFF2-40B4-BE49-F238E27FC236}">
                <a16:creationId xmlns:a16="http://schemas.microsoft.com/office/drawing/2014/main" id="{7F7FDFA4-335F-4E11-B2AA-7BFF535A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244843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0" name="p04-椭圆-0160">
            <a:extLst xmlns:a="http://schemas.openxmlformats.org/drawingml/2006/main">
              <a:ext uri="{FF2B5EF4-FFF2-40B4-BE49-F238E27FC236}">
                <a16:creationId xmlns:a16="http://schemas.microsoft.com/office/drawing/2014/main" id="{247F8D97-7FF0-44A4-BB76-8BC4820D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1" name="p04-椭圆-0161">
            <a:extLst xmlns:a="http://schemas.openxmlformats.org/drawingml/2006/main">
              <a:ext uri="{FF2B5EF4-FFF2-40B4-BE49-F238E27FC236}">
                <a16:creationId xmlns:a16="http://schemas.microsoft.com/office/drawing/2014/main" id="{D15C8DB3-F664-4B62-BF52-08A7C5AA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2" name="p04-椭圆-0162">
            <a:extLst xmlns:a="http://schemas.openxmlformats.org/drawingml/2006/main">
              <a:ext uri="{FF2B5EF4-FFF2-40B4-BE49-F238E27FC236}">
                <a16:creationId xmlns:a16="http://schemas.microsoft.com/office/drawing/2014/main" id="{C11FA756-04A3-41D9-AB78-C4FBA820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63" name="p04-椭圆-0163">
            <a:extLst xmlns:a="http://schemas.openxmlformats.org/drawingml/2006/main">
              <a:ext uri="{FF2B5EF4-FFF2-40B4-BE49-F238E27FC236}">
                <a16:creationId xmlns:a16="http://schemas.microsoft.com/office/drawing/2014/main" id="{57AB99C8-2F69-42CE-8C6B-1D0EC2EA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4" name="p04-椭圆-0164">
            <a:extLst xmlns:a="http://schemas.openxmlformats.org/drawingml/2006/main">
              <a:ext uri="{FF2B5EF4-FFF2-40B4-BE49-F238E27FC236}">
                <a16:creationId xmlns:a16="http://schemas.microsoft.com/office/drawing/2014/main" id="{D94C5FC0-A7B4-4A1D-9F9E-1D61411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5" name="p04-椭圆-0165">
            <a:extLst xmlns:a="http://schemas.openxmlformats.org/drawingml/2006/main">
              <a:ext uri="{FF2B5EF4-FFF2-40B4-BE49-F238E27FC236}">
                <a16:creationId xmlns:a16="http://schemas.microsoft.com/office/drawing/2014/main" id="{EE021349-091D-4D30-A11B-30F5FF7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66" name="p04-椭圆-0166">
            <a:extLst xmlns:a="http://schemas.openxmlformats.org/drawingml/2006/main">
              <a:ext uri="{FF2B5EF4-FFF2-40B4-BE49-F238E27FC236}">
                <a16:creationId xmlns:a16="http://schemas.microsoft.com/office/drawing/2014/main" id="{081FAFBE-4C15-4F73-9534-D5CFF9C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67" name="p04-椭圆-0167">
            <a:extLst xmlns:a="http://schemas.openxmlformats.org/drawingml/2006/main">
              <a:ext uri="{FF2B5EF4-FFF2-40B4-BE49-F238E27FC236}">
                <a16:creationId xmlns:a16="http://schemas.microsoft.com/office/drawing/2014/main" id="{3F67784F-A15D-4E3B-BC21-FD8D99F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8" name="p04-椭圆-0168">
            <a:extLst xmlns:a="http://schemas.openxmlformats.org/drawingml/2006/main">
              <a:ext uri="{FF2B5EF4-FFF2-40B4-BE49-F238E27FC236}">
                <a16:creationId xmlns:a16="http://schemas.microsoft.com/office/drawing/2014/main" id="{0BD4D62E-0E54-41E5-BA17-40961A2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9" name="p04-椭圆-0169">
            <a:extLst xmlns:a="http://schemas.openxmlformats.org/drawingml/2006/main">
              <a:ext uri="{FF2B5EF4-FFF2-40B4-BE49-F238E27FC236}">
                <a16:creationId xmlns:a16="http://schemas.microsoft.com/office/drawing/2014/main" id="{4A199D99-CA94-4D5B-AD92-EA8EDFF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0" name="p04-椭圆-0170">
            <a:extLst xmlns:a="http://schemas.openxmlformats.org/drawingml/2006/main">
              <a:ext uri="{FF2B5EF4-FFF2-40B4-BE49-F238E27FC236}">
                <a16:creationId xmlns:a16="http://schemas.microsoft.com/office/drawing/2014/main" id="{52758D92-240B-44C6-91C9-80E72768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71" name="p04-椭圆-0171">
            <a:extLst xmlns:a="http://schemas.openxmlformats.org/drawingml/2006/main">
              <a:ext uri="{FF2B5EF4-FFF2-40B4-BE49-F238E27FC236}">
                <a16:creationId xmlns:a16="http://schemas.microsoft.com/office/drawing/2014/main" id="{C6C9D555-F163-4D44-9706-FA5B1EB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2592009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2" name="p04-椭圆-0172">
            <a:extLst xmlns:a="http://schemas.openxmlformats.org/drawingml/2006/main">
              <a:ext uri="{FF2B5EF4-FFF2-40B4-BE49-F238E27FC236}">
                <a16:creationId xmlns:a16="http://schemas.microsoft.com/office/drawing/2014/main" id="{F11E9EA4-FF61-4C1D-BEED-DFEB8B92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3" name="p04-椭圆-0173">
            <a:extLst xmlns:a="http://schemas.openxmlformats.org/drawingml/2006/main">
              <a:ext uri="{FF2B5EF4-FFF2-40B4-BE49-F238E27FC236}">
                <a16:creationId xmlns:a16="http://schemas.microsoft.com/office/drawing/2014/main" id="{EF7B4960-A82B-4EA2-8B8B-CCDB61F3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74" name="p04-椭圆-0174">
            <a:extLst xmlns:a="http://schemas.openxmlformats.org/drawingml/2006/main">
              <a:ext uri="{FF2B5EF4-FFF2-40B4-BE49-F238E27FC236}">
                <a16:creationId xmlns:a16="http://schemas.microsoft.com/office/drawing/2014/main" id="{48F1F8D8-571C-4CEB-A50A-7BABBC5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5" name="p04-椭圆-0175">
            <a:extLst xmlns:a="http://schemas.openxmlformats.org/drawingml/2006/main">
              <a:ext uri="{FF2B5EF4-FFF2-40B4-BE49-F238E27FC236}">
                <a16:creationId xmlns:a16="http://schemas.microsoft.com/office/drawing/2014/main" id="{98967BB8-EFA8-4CEF-A112-29290A07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6" name="p04-椭圆-0176">
            <a:extLst xmlns:a="http://schemas.openxmlformats.org/drawingml/2006/main">
              <a:ext uri="{FF2B5EF4-FFF2-40B4-BE49-F238E27FC236}">
                <a16:creationId xmlns:a16="http://schemas.microsoft.com/office/drawing/2014/main" id="{8B2B0E80-CC0D-4183-876E-5400016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7" name="p04-椭圆-0177">
            <a:extLst xmlns:a="http://schemas.openxmlformats.org/drawingml/2006/main">
              <a:ext uri="{FF2B5EF4-FFF2-40B4-BE49-F238E27FC236}">
                <a16:creationId xmlns:a16="http://schemas.microsoft.com/office/drawing/2014/main" id="{DC17B152-A56B-4A67-9B41-17113969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8" name="p04-椭圆-0178">
            <a:extLst xmlns:a="http://schemas.openxmlformats.org/drawingml/2006/main">
              <a:ext uri="{FF2B5EF4-FFF2-40B4-BE49-F238E27FC236}">
                <a16:creationId xmlns:a16="http://schemas.microsoft.com/office/drawing/2014/main" id="{40025538-F56B-4E40-A008-066A4A3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9" name="p04-椭圆-0179">
            <a:extLst xmlns:a="http://schemas.openxmlformats.org/drawingml/2006/main">
              <a:ext uri="{FF2B5EF4-FFF2-40B4-BE49-F238E27FC236}">
                <a16:creationId xmlns:a16="http://schemas.microsoft.com/office/drawing/2014/main" id="{2112C424-7F4F-417C-AA29-BA5535F2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0" name="p04-椭圆-0180">
            <a:extLst xmlns:a="http://schemas.openxmlformats.org/drawingml/2006/main">
              <a:ext uri="{FF2B5EF4-FFF2-40B4-BE49-F238E27FC236}">
                <a16:creationId xmlns:a16="http://schemas.microsoft.com/office/drawing/2014/main" id="{47D3A962-CA88-4BF7-87A7-8DF62D88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1" name="p04-椭圆-0181">
            <a:extLst xmlns:a="http://schemas.openxmlformats.org/drawingml/2006/main">
              <a:ext uri="{FF2B5EF4-FFF2-40B4-BE49-F238E27FC236}">
                <a16:creationId xmlns:a16="http://schemas.microsoft.com/office/drawing/2014/main" id="{57C7561D-0C5F-420C-8B12-BC7B66CF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2" name="p04-椭圆-0182">
            <a:extLst xmlns:a="http://schemas.openxmlformats.org/drawingml/2006/main">
              <a:ext uri="{FF2B5EF4-FFF2-40B4-BE49-F238E27FC236}">
                <a16:creationId xmlns:a16="http://schemas.microsoft.com/office/drawing/2014/main" id="{A2BB77EF-1288-4001-A741-BD02F325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3" name="p04-椭圆-0183">
            <a:extLst xmlns:a="http://schemas.openxmlformats.org/drawingml/2006/main">
              <a:ext uri="{FF2B5EF4-FFF2-40B4-BE49-F238E27FC236}">
                <a16:creationId xmlns:a16="http://schemas.microsoft.com/office/drawing/2014/main" id="{ABAEEFAB-2303-4B4A-BADB-CFDA195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273558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4" name="p04-椭圆-0184">
            <a:extLst xmlns:a="http://schemas.openxmlformats.org/drawingml/2006/main">
              <a:ext uri="{FF2B5EF4-FFF2-40B4-BE49-F238E27FC236}">
                <a16:creationId xmlns:a16="http://schemas.microsoft.com/office/drawing/2014/main" id="{269912ED-0C66-44F0-926D-43F16D0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85" name="p04-椭圆-0185">
            <a:extLst xmlns:a="http://schemas.openxmlformats.org/drawingml/2006/main">
              <a:ext uri="{FF2B5EF4-FFF2-40B4-BE49-F238E27FC236}">
                <a16:creationId xmlns:a16="http://schemas.microsoft.com/office/drawing/2014/main" id="{20510A9C-EF83-472D-B419-1D1E3660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6" name="p04-椭圆-0186">
            <a:extLst xmlns:a="http://schemas.openxmlformats.org/drawingml/2006/main">
              <a:ext uri="{FF2B5EF4-FFF2-40B4-BE49-F238E27FC236}">
                <a16:creationId xmlns:a16="http://schemas.microsoft.com/office/drawing/2014/main" id="{1B083D73-B020-4C3D-A3D0-21C55C82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7" name="p04-椭圆-0187">
            <a:extLst xmlns:a="http://schemas.openxmlformats.org/drawingml/2006/main">
              <a:ext uri="{FF2B5EF4-FFF2-40B4-BE49-F238E27FC236}">
                <a16:creationId xmlns:a16="http://schemas.microsoft.com/office/drawing/2014/main" id="{E1F006E2-01E9-4B84-800A-5BF16D6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8" name="p04-椭圆-0188">
            <a:extLst xmlns:a="http://schemas.openxmlformats.org/drawingml/2006/main">
              <a:ext uri="{FF2B5EF4-FFF2-40B4-BE49-F238E27FC236}">
                <a16:creationId xmlns:a16="http://schemas.microsoft.com/office/drawing/2014/main" id="{9BDA041B-E45A-4B04-87DE-3EBF64F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9" name="p04-椭圆-0189">
            <a:extLst xmlns:a="http://schemas.openxmlformats.org/drawingml/2006/main">
              <a:ext uri="{FF2B5EF4-FFF2-40B4-BE49-F238E27FC236}">
                <a16:creationId xmlns:a16="http://schemas.microsoft.com/office/drawing/2014/main" id="{0F864A99-A0E8-43DF-903D-94D4848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0" name="p04-椭圆-0190">
            <a:extLst xmlns:a="http://schemas.openxmlformats.org/drawingml/2006/main">
              <a:ext uri="{FF2B5EF4-FFF2-40B4-BE49-F238E27FC236}">
                <a16:creationId xmlns:a16="http://schemas.microsoft.com/office/drawing/2014/main" id="{AB43D481-04C9-4E99-9B4C-E3DB24B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1" name="p04-椭圆-0191">
            <a:extLst xmlns:a="http://schemas.openxmlformats.org/drawingml/2006/main">
              <a:ext uri="{FF2B5EF4-FFF2-40B4-BE49-F238E27FC236}">
                <a16:creationId xmlns:a16="http://schemas.microsoft.com/office/drawing/2014/main" id="{9587C2C8-5B5B-4DAE-A3D3-C49DB50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2" name="p04-椭圆-0192">
            <a:extLst xmlns:a="http://schemas.openxmlformats.org/drawingml/2006/main">
              <a:ext uri="{FF2B5EF4-FFF2-40B4-BE49-F238E27FC236}">
                <a16:creationId xmlns:a16="http://schemas.microsoft.com/office/drawing/2014/main" id="{07DA4F2E-C2FB-42D8-98F1-80CE9D98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93" name="p04-椭圆-0193">
            <a:extLst xmlns:a="http://schemas.openxmlformats.org/drawingml/2006/main">
              <a:ext uri="{FF2B5EF4-FFF2-40B4-BE49-F238E27FC236}">
                <a16:creationId xmlns:a16="http://schemas.microsoft.com/office/drawing/2014/main" id="{54404092-0B47-4F7F-8E25-8CC222A9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4" name="p04-椭圆-0194">
            <a:extLst xmlns:a="http://schemas.openxmlformats.org/drawingml/2006/main">
              <a:ext uri="{FF2B5EF4-FFF2-40B4-BE49-F238E27FC236}">
                <a16:creationId xmlns:a16="http://schemas.microsoft.com/office/drawing/2014/main" id="{28AEB2D0-3701-4345-9A80-95A5ACE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5" name="p04-椭圆-0195">
            <a:extLst xmlns:a="http://schemas.openxmlformats.org/drawingml/2006/main">
              <a:ext uri="{FF2B5EF4-FFF2-40B4-BE49-F238E27FC236}">
                <a16:creationId xmlns:a16="http://schemas.microsoft.com/office/drawing/2014/main" id="{574C21AE-78AB-477B-9156-EBC1967D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2879156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6" name="p04-椭圆-0196">
            <a:extLst xmlns:a="http://schemas.openxmlformats.org/drawingml/2006/main">
              <a:ext uri="{FF2B5EF4-FFF2-40B4-BE49-F238E27FC236}">
                <a16:creationId xmlns:a16="http://schemas.microsoft.com/office/drawing/2014/main" id="{2DA80EA9-8586-4DC4-B815-935C6B19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97" name="p04-椭圆-0197">
            <a:extLst xmlns:a="http://schemas.openxmlformats.org/drawingml/2006/main">
              <a:ext uri="{FF2B5EF4-FFF2-40B4-BE49-F238E27FC236}">
                <a16:creationId xmlns:a16="http://schemas.microsoft.com/office/drawing/2014/main" id="{027EB89B-F010-4E53-910A-FB07B36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8" name="p04-椭圆-0198">
            <a:extLst xmlns:a="http://schemas.openxmlformats.org/drawingml/2006/main">
              <a:ext uri="{FF2B5EF4-FFF2-40B4-BE49-F238E27FC236}">
                <a16:creationId xmlns:a16="http://schemas.microsoft.com/office/drawing/2014/main" id="{C120F6A2-38F3-4285-9B44-32B5D497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9" name="p04-椭圆-0199">
            <a:extLst xmlns:a="http://schemas.openxmlformats.org/drawingml/2006/main">
              <a:ext uri="{FF2B5EF4-FFF2-40B4-BE49-F238E27FC236}">
                <a16:creationId xmlns:a16="http://schemas.microsoft.com/office/drawing/2014/main" id="{4555D0D2-4486-44AE-947C-73940E7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00" name="p04-椭圆-0200">
            <a:extLst xmlns:a="http://schemas.openxmlformats.org/drawingml/2006/main">
              <a:ext uri="{FF2B5EF4-FFF2-40B4-BE49-F238E27FC236}">
                <a16:creationId xmlns:a16="http://schemas.microsoft.com/office/drawing/2014/main" id="{38A80C88-8F87-403B-84B4-3661F21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01" name="p04-椭圆-0201">
            <a:extLst xmlns:a="http://schemas.openxmlformats.org/drawingml/2006/main">
              <a:ext uri="{FF2B5EF4-FFF2-40B4-BE49-F238E27FC236}">
                <a16:creationId xmlns:a16="http://schemas.microsoft.com/office/drawing/2014/main" id="{8CA3F801-3DE7-46B0-ADB4-186B9BFD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2" name="p04-椭圆-0202">
            <a:extLst xmlns:a="http://schemas.openxmlformats.org/drawingml/2006/main">
              <a:ext uri="{FF2B5EF4-FFF2-40B4-BE49-F238E27FC236}">
                <a16:creationId xmlns:a16="http://schemas.microsoft.com/office/drawing/2014/main" id="{A38E853E-8C0E-455D-A86D-347F928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3" name="p04-椭圆-0203">
            <a:extLst xmlns:a="http://schemas.openxmlformats.org/drawingml/2006/main">
              <a:ext uri="{FF2B5EF4-FFF2-40B4-BE49-F238E27FC236}">
                <a16:creationId xmlns:a16="http://schemas.microsoft.com/office/drawing/2014/main" id="{A75AD7AC-6418-42BF-8458-AC6F8CCE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04" name="p04-椭圆-0204">
            <a:extLst xmlns:a="http://schemas.openxmlformats.org/drawingml/2006/main">
              <a:ext uri="{FF2B5EF4-FFF2-40B4-BE49-F238E27FC236}">
                <a16:creationId xmlns:a16="http://schemas.microsoft.com/office/drawing/2014/main" id="{FF6B72EF-A624-4780-8F2B-88C7E4C9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5" name="p04-椭圆-0205">
            <a:extLst xmlns:a="http://schemas.openxmlformats.org/drawingml/2006/main">
              <a:ext uri="{FF2B5EF4-FFF2-40B4-BE49-F238E27FC236}">
                <a16:creationId xmlns:a16="http://schemas.microsoft.com/office/drawing/2014/main" id="{9033D0D2-CC4A-49BB-BA96-C1EF1567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6" name="p04-椭圆-0206">
            <a:extLst xmlns:a="http://schemas.openxmlformats.org/drawingml/2006/main">
              <a:ext uri="{FF2B5EF4-FFF2-40B4-BE49-F238E27FC236}">
                <a16:creationId xmlns:a16="http://schemas.microsoft.com/office/drawing/2014/main" id="{4CCC654F-DD0E-486B-B4ED-8CB22F2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7" name="p04-椭圆-0207">
            <a:extLst xmlns:a="http://schemas.openxmlformats.org/drawingml/2006/main">
              <a:ext uri="{FF2B5EF4-FFF2-40B4-BE49-F238E27FC236}">
                <a16:creationId xmlns:a16="http://schemas.microsoft.com/office/drawing/2014/main" id="{3D867EDE-7A81-4D02-BAEC-58C9E3DF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3022730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08" name="p04-椭圆-0208">
            <a:extLst xmlns:a="http://schemas.openxmlformats.org/drawingml/2006/main">
              <a:ext uri="{FF2B5EF4-FFF2-40B4-BE49-F238E27FC236}">
                <a16:creationId xmlns:a16="http://schemas.microsoft.com/office/drawing/2014/main" id="{CE86DCA6-8DDA-4B36-BB16-379E689F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46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9" name="p04-椭圆-0209">
            <a:extLst xmlns:a="http://schemas.openxmlformats.org/drawingml/2006/main">
              <a:ext uri="{FF2B5EF4-FFF2-40B4-BE49-F238E27FC236}">
                <a16:creationId xmlns:a16="http://schemas.microsoft.com/office/drawing/2014/main" id="{EBC699B9-F63B-44EC-9D80-88D1C77A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777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0" name="p04-椭圆-0210">
            <a:extLst xmlns:a="http://schemas.openxmlformats.org/drawingml/2006/main">
              <a:ext uri="{FF2B5EF4-FFF2-40B4-BE49-F238E27FC236}">
                <a16:creationId xmlns:a16="http://schemas.microsoft.com/office/drawing/2014/main" id="{F0437089-735E-42F4-A6BC-30FA6E8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108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1" name="p04-椭圆-0211">
            <a:extLst xmlns:a="http://schemas.openxmlformats.org/drawingml/2006/main">
              <a:ext uri="{FF2B5EF4-FFF2-40B4-BE49-F238E27FC236}">
                <a16:creationId xmlns:a16="http://schemas.microsoft.com/office/drawing/2014/main" id="{D14FA22C-57AC-4326-B920-6667CC4C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438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12" name="p04-椭圆-0212">
            <a:extLst xmlns:a="http://schemas.openxmlformats.org/drawingml/2006/main">
              <a:ext uri="{FF2B5EF4-FFF2-40B4-BE49-F238E27FC236}">
                <a16:creationId xmlns:a16="http://schemas.microsoft.com/office/drawing/2014/main" id="{5B3D94C1-B811-46FE-B7F2-29352E8C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769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3" name="p04-椭圆-0213">
            <a:extLst xmlns:a="http://schemas.openxmlformats.org/drawingml/2006/main">
              <a:ext uri="{FF2B5EF4-FFF2-40B4-BE49-F238E27FC236}">
                <a16:creationId xmlns:a16="http://schemas.microsoft.com/office/drawing/2014/main" id="{EE19F653-6D9B-4246-9083-6D7FDA21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0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4" name="p04-椭圆-0214">
            <a:extLst xmlns:a="http://schemas.openxmlformats.org/drawingml/2006/main">
              <a:ext uri="{FF2B5EF4-FFF2-40B4-BE49-F238E27FC236}">
                <a16:creationId xmlns:a16="http://schemas.microsoft.com/office/drawing/2014/main" id="{FE704626-B8F1-46E4-BEB1-EE06BE2E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31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15" name="p04-椭圆-0215">
            <a:extLst xmlns:a="http://schemas.openxmlformats.org/drawingml/2006/main">
              <a:ext uri="{FF2B5EF4-FFF2-40B4-BE49-F238E27FC236}">
                <a16:creationId xmlns:a16="http://schemas.microsoft.com/office/drawing/2014/main" id="{3EA7DA06-9278-4ED0-A91F-B28A46F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62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6" name="p04-椭圆-0216">
            <a:extLst xmlns:a="http://schemas.openxmlformats.org/drawingml/2006/main">
              <a:ext uri="{FF2B5EF4-FFF2-40B4-BE49-F238E27FC236}">
                <a16:creationId xmlns:a16="http://schemas.microsoft.com/office/drawing/2014/main" id="{C0FB25ED-D23C-4C69-A8BA-DA8F6828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092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7" name="p04-椭圆-0217">
            <a:extLst xmlns:a="http://schemas.openxmlformats.org/drawingml/2006/main">
              <a:ext uri="{FF2B5EF4-FFF2-40B4-BE49-F238E27FC236}">
                <a16:creationId xmlns:a16="http://schemas.microsoft.com/office/drawing/2014/main" id="{848E68CF-E920-48FC-9BF0-61EA678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23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8" name="p04-椭圆-0218">
            <a:extLst xmlns:a="http://schemas.openxmlformats.org/drawingml/2006/main">
              <a:ext uri="{FF2B5EF4-FFF2-40B4-BE49-F238E27FC236}">
                <a16:creationId xmlns:a16="http://schemas.microsoft.com/office/drawing/2014/main" id="{5470B396-D5DE-4697-A458-0E9AECC1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754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9" name="p04-椭圆-0219">
            <a:extLst xmlns:a="http://schemas.openxmlformats.org/drawingml/2006/main">
              <a:ext uri="{FF2B5EF4-FFF2-40B4-BE49-F238E27FC236}">
                <a16:creationId xmlns:a16="http://schemas.microsoft.com/office/drawing/2014/main" id="{94BB1648-B164-4291-9CF2-FC21C4A3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85" y="3166303"/>
            <a:ext cx="117469" cy="11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20" name="p04-文本-0220">
            <a:extLst xmlns:a="http://schemas.openxmlformats.org/drawingml/2006/main">
              <a:ext uri="{FF2B5EF4-FFF2-40B4-BE49-F238E27FC236}">
                <a16:creationId xmlns:a16="http://schemas.microsoft.com/office/drawing/2014/main" id="{DFCA1B5A-1C7C-412C-98BE-095F5449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4338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设置对照与重复</a:t>
            </a:r>
          </a:p>
        </p:txBody>
      </p:sp>
      <p:sp>
        <p:nvSpPr>
          <p:cNvPr id="221" name="p04-文本-0221">
            <a:extLst xmlns:a="http://schemas.openxmlformats.org/drawingml/2006/main">
              <a:ext uri="{FF2B5EF4-FFF2-40B4-BE49-F238E27FC236}">
                <a16:creationId xmlns:a16="http://schemas.microsoft.com/office/drawing/2014/main" id="{6BB65098-4CFA-4E21-9A20-C9EC4A7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103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将测量反馈到设计</a:t>
            </a:r>
          </a:p>
        </p:txBody>
      </p:sp>
      <p:sp>
        <p:nvSpPr>
          <p:cNvPr id="222" name="p04-文本-0222">
            <a:extLst xmlns:a="http://schemas.openxmlformats.org/drawingml/2006/main">
              <a:ext uri="{FF2B5EF4-FFF2-40B4-BE49-F238E27FC236}">
                <a16:creationId xmlns:a16="http://schemas.microsoft.com/office/drawing/2014/main" id="{14B1B1E2-83A6-4BDA-9865-21370D66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045" y="49419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闭合验证链条</a:t>
            </a:r>
          </a:p>
        </p:txBody>
      </p:sp>
      <p:sp>
        <p:nvSpPr>
          <p:cNvPr id="223" name="p04-文本-0223">
            <a:extLst xmlns:a="http://schemas.openxmlformats.org/drawingml/2006/main">
              <a:ext uri="{FF2B5EF4-FFF2-40B4-BE49-F238E27FC236}">
                <a16:creationId xmlns:a16="http://schemas.microsoft.com/office/drawing/2014/main" id="{E39A3BB4-9580-4E66-BFF9-DDCA384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077" y="3115987"/>
            <a:ext cx="285845" cy="455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285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 xml:space="preserve">+</a:t>
            </a:r>
          </a:p>
        </p:txBody>
      </p:sp>
      <p:sp>
        <p:nvSpPr>
          <p:cNvPr id="224" name="p04-路径-0224">
            <a:extLst xmlns:a="http://schemas.openxmlformats.org/drawingml/2006/main">
              <a:ext uri="{FF2B5EF4-FFF2-40B4-BE49-F238E27FC236}">
                <a16:creationId xmlns:a16="http://schemas.microsoft.com/office/drawing/2014/main" id="{884D9D5C-AC30-4D8B-B76C-43B90BC6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906125" cy="257175"/>
          </a:xfrm>
          <a:custGeom xmlns:a="http://schemas.openxmlformats.org/drawingml/2006/main">
            <a:pathLst>
              <a:path w="10906125" h="257175">
                <a:moveTo>
                  <a:pt x="0" y="0"/>
                </a:moveTo>
                <a:lnTo>
                  <a:pt x="0" y="133350"/>
                </a:lnTo>
                <a:lnTo>
                  <a:pt x="5338763" y="133350"/>
                </a:lnTo>
                <a:lnTo>
                  <a:pt x="5453063" y="257175"/>
                </a:lnTo>
                <a:lnTo>
                  <a:pt x="5567363" y="133350"/>
                </a:lnTo>
                <a:lnTo>
                  <a:pt x="10906125" y="133350"/>
                </a:lnTo>
                <a:lnTo>
                  <a:pt x="10906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225" name="p04-文本-0225">
            <a:extLst xmlns:a="http://schemas.openxmlformats.org/drawingml/2006/main">
              <a:ext uri="{FF2B5EF4-FFF2-40B4-BE49-F238E27FC236}">
                <a16:creationId xmlns:a16="http://schemas.microsoft.com/office/drawing/2014/main" id="{C742C73F-1F1D-4C80-B533-7D1ABB32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786" y="6062007"/>
            <a:ext cx="571442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把研究资源、计算分析与实验检验组织成连续过程</a:t>
            </a:r>
          </a:p>
        </p:txBody>
      </p:sp>
      <p:sp>
        <p:nvSpPr>
          <p:cNvPr id="226" name="p04-文本-0226">
            <a:extLst xmlns:a="http://schemas.openxmlformats.org/drawingml/2006/main">
              <a:ext uri="{FF2B5EF4-FFF2-40B4-BE49-F238E27FC236}">
                <a16:creationId xmlns:a16="http://schemas.microsoft.com/office/drawing/2014/main" id="{1A80B7AB-6513-43B3-8CB7-4CA27466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04</a:t>
            </a:r>
          </a:p>
        </p:txBody>
      </p:sp>
    </p:spTree>
    <p:extLst>
      <p:ext uri="{BB962C8B-B14F-4D97-AF65-F5344CB8AC3E}">
        <p14:creationId xmlns:p14="http://schemas.microsoft.com/office/powerpoint/2010/main" val="2108014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p05-矩形-0001">
            <a:extLst xmlns:a="http://schemas.openxmlformats.org/drawingml/2006/main">
              <a:ext uri="{FF2B5EF4-FFF2-40B4-BE49-F238E27FC236}">
                <a16:creationId xmlns:a16="http://schemas.microsoft.com/office/drawing/2014/main" id="{4C3CB01A-7707-4E17-B7F7-775437A5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5-矩形-0002">
            <a:extLst xmlns:a="http://schemas.openxmlformats.org/drawingml/2006/main">
              <a:ext uri="{FF2B5EF4-FFF2-40B4-BE49-F238E27FC236}">
                <a16:creationId xmlns:a16="http://schemas.microsoft.com/office/drawing/2014/main" id="{8C15548D-2406-4370-B5D1-5E507A8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5-文本-0003">
            <a:extLst xmlns:a="http://schemas.openxmlformats.org/drawingml/2006/main">
              <a:ext uri="{FF2B5EF4-FFF2-40B4-BE49-F238E27FC236}">
                <a16:creationId xmlns:a16="http://schemas.microsoft.com/office/drawing/2014/main" id="{DD5F83DE-1255-4D45-AD39-35702D67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2528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把应用要求转化为可测量的设计条件</a:t>
            </a:r>
          </a:p>
        </p:txBody>
      </p:sp>
      <p:sp>
        <p:nvSpPr>
          <p:cNvPr id="4" name="p05-文本-0004">
            <a:extLst xmlns:a="http://schemas.openxmlformats.org/drawingml/2006/main">
              <a:ext uri="{FF2B5EF4-FFF2-40B4-BE49-F238E27FC236}">
                <a16:creationId xmlns:a16="http://schemas.microsoft.com/office/drawing/2014/main" id="{EE993E31-C525-4EAE-BE19-48451F8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0212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需求、对象、评价与验证从四个角度限定同一问题</a:t>
            </a:r>
          </a:p>
        </p:txBody>
      </p:sp>
      <p:sp>
        <p:nvSpPr>
          <p:cNvPr id="5" name="p05-线-0005">
            <a:extLst xmlns:a="http://schemas.openxmlformats.org/drawingml/2006/main">
              <a:ext uri="{FF2B5EF4-FFF2-40B4-BE49-F238E27FC236}">
                <a16:creationId xmlns:a16="http://schemas.microsoft.com/office/drawing/2014/main" id="{7987BF2C-BE02-4597-9C3A-F5F8B38E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5-矩形-0006">
            <a:extLst xmlns:a="http://schemas.openxmlformats.org/drawingml/2006/main">
              <a:ext uri="{FF2B5EF4-FFF2-40B4-BE49-F238E27FC236}">
                <a16:creationId xmlns:a16="http://schemas.microsoft.com/office/drawing/2014/main" id="{6CED20A4-1454-4E34-A478-0FD218B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05-文本-0007">
            <a:extLst xmlns:a="http://schemas.openxmlformats.org/drawingml/2006/main">
              <a:ext uri="{FF2B5EF4-FFF2-40B4-BE49-F238E27FC236}">
                <a16:creationId xmlns:a16="http://schemas.microsoft.com/office/drawing/2014/main" id="{755E1CA2-4F5C-45DC-A1CD-AC3C2089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822" y="145979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应用环境</a:t>
            </a:r>
          </a:p>
        </p:txBody>
      </p:sp>
      <p:sp>
        <p:nvSpPr>
          <p:cNvPr id="8" name="p05-路径-0008">
            <a:extLst xmlns:a="http://schemas.openxmlformats.org/drawingml/2006/main">
              <a:ext uri="{FF2B5EF4-FFF2-40B4-BE49-F238E27FC236}">
                <a16:creationId xmlns:a16="http://schemas.microsoft.com/office/drawing/2014/main" id="{02A7814F-4988-4640-A0E1-77D9FCE3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28825"/>
            <a:ext cx="2143125" cy="371475"/>
          </a:xfrm>
          <a:custGeom xmlns:a="http://schemas.openxmlformats.org/drawingml/2006/main">
            <a:pathLst>
              <a:path w="2143125" h="371475">
                <a:moveTo>
                  <a:pt x="0" y="142875"/>
                </a:moveTo>
                <a:lnTo>
                  <a:pt x="1671638" y="0"/>
                </a:lnTo>
                <a:lnTo>
                  <a:pt x="2143125" y="228600"/>
                </a:lnTo>
                <a:lnTo>
                  <a:pt x="471488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p05-路径-0009">
            <a:extLst xmlns:a="http://schemas.openxmlformats.org/drawingml/2006/main">
              <a:ext uri="{FF2B5EF4-FFF2-40B4-BE49-F238E27FC236}">
                <a16:creationId xmlns:a16="http://schemas.microsoft.com/office/drawing/2014/main" id="{9739F588-1B0F-4F77-A74D-50189099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67712"/>
            <a:ext cx="2143125" cy="371475"/>
          </a:xfrm>
          <a:custGeom xmlns:a="http://schemas.openxmlformats.org/drawingml/2006/main">
            <a:pathLst>
              <a:path w="2143125" h="371475">
                <a:moveTo>
                  <a:pt x="0" y="142875"/>
                </a:moveTo>
                <a:lnTo>
                  <a:pt x="1671638" y="0"/>
                </a:lnTo>
                <a:lnTo>
                  <a:pt x="2143125" y="228600"/>
                </a:lnTo>
                <a:lnTo>
                  <a:pt x="471488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p05-路径-0010">
            <a:extLst xmlns:a="http://schemas.openxmlformats.org/drawingml/2006/main">
              <a:ext uri="{FF2B5EF4-FFF2-40B4-BE49-F238E27FC236}">
                <a16:creationId xmlns:a16="http://schemas.microsoft.com/office/drawing/2014/main" id="{53E389E0-8EFD-4F4E-BA41-6BBE3002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6599"/>
            <a:ext cx="2143125" cy="371475"/>
          </a:xfrm>
          <a:custGeom xmlns:a="http://schemas.openxmlformats.org/drawingml/2006/main">
            <a:pathLst>
              <a:path w="2143125" h="371475">
                <a:moveTo>
                  <a:pt x="0" y="142875"/>
                </a:moveTo>
                <a:lnTo>
                  <a:pt x="1671638" y="0"/>
                </a:lnTo>
                <a:lnTo>
                  <a:pt x="2143125" y="228600"/>
                </a:lnTo>
                <a:lnTo>
                  <a:pt x="471488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p05-路径-0011">
            <a:extLst xmlns:a="http://schemas.openxmlformats.org/drawingml/2006/main">
              <a:ext uri="{FF2B5EF4-FFF2-40B4-BE49-F238E27FC236}">
                <a16:creationId xmlns:a16="http://schemas.microsoft.com/office/drawing/2014/main" id="{C43E7498-64F9-4AD4-9EE5-4E3C7EFB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45486"/>
            <a:ext cx="2143125" cy="371475"/>
          </a:xfrm>
          <a:custGeom xmlns:a="http://schemas.openxmlformats.org/drawingml/2006/main">
            <a:pathLst>
              <a:path w="2143125" h="371475">
                <a:moveTo>
                  <a:pt x="0" y="142875"/>
                </a:moveTo>
                <a:lnTo>
                  <a:pt x="1671638" y="0"/>
                </a:lnTo>
                <a:lnTo>
                  <a:pt x="2143125" y="228600"/>
                </a:lnTo>
                <a:lnTo>
                  <a:pt x="471488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p05-路径-0012">
            <a:extLst xmlns:a="http://schemas.openxmlformats.org/drawingml/2006/main">
              <a:ext uri="{FF2B5EF4-FFF2-40B4-BE49-F238E27FC236}">
                <a16:creationId xmlns:a16="http://schemas.microsoft.com/office/drawing/2014/main" id="{392A13EE-80B3-4CB7-B2EE-33B0DC25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00" y="3072384"/>
            <a:ext cx="94488" cy="188595"/>
          </a:xfrm>
          <a:custGeom xmlns:a="http://schemas.openxmlformats.org/drawingml/2006/main">
            <a:pathLst>
              <a:path w="94488" h="188595">
                <a:moveTo>
                  <a:pt x="32956" y="0"/>
                </a:moveTo>
                <a:lnTo>
                  <a:pt x="32956" y="112395"/>
                </a:lnTo>
                <a:lnTo>
                  <a:pt x="0" y="112395"/>
                </a:lnTo>
                <a:lnTo>
                  <a:pt x="47244" y="188595"/>
                </a:lnTo>
                <a:lnTo>
                  <a:pt x="94488" y="112395"/>
                </a:lnTo>
                <a:lnTo>
                  <a:pt x="61531" y="112395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" name="p05-路径-0013">
            <a:extLst xmlns:a="http://schemas.openxmlformats.org/drawingml/2006/main">
              <a:ext uri="{FF2B5EF4-FFF2-40B4-BE49-F238E27FC236}">
                <a16:creationId xmlns:a16="http://schemas.microsoft.com/office/drawing/2014/main" id="{3AD472CF-27A3-4816-BDE9-E8E9C409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75" y="3072384"/>
            <a:ext cx="94488" cy="188595"/>
          </a:xfrm>
          <a:custGeom xmlns:a="http://schemas.openxmlformats.org/drawingml/2006/main">
            <a:pathLst>
              <a:path w="94488" h="188595">
                <a:moveTo>
                  <a:pt x="32956" y="0"/>
                </a:moveTo>
                <a:lnTo>
                  <a:pt x="32956" y="112395"/>
                </a:lnTo>
                <a:lnTo>
                  <a:pt x="0" y="112395"/>
                </a:lnTo>
                <a:lnTo>
                  <a:pt x="47244" y="188595"/>
                </a:lnTo>
                <a:lnTo>
                  <a:pt x="94488" y="112395"/>
                </a:lnTo>
                <a:lnTo>
                  <a:pt x="61531" y="112395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" name="p05-路径-0014">
            <a:extLst xmlns:a="http://schemas.openxmlformats.org/drawingml/2006/main">
              <a:ext uri="{FF2B5EF4-FFF2-40B4-BE49-F238E27FC236}">
                <a16:creationId xmlns:a16="http://schemas.microsoft.com/office/drawing/2014/main" id="{7B7DE502-70EF-4E13-B697-1897C540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50" y="3072384"/>
            <a:ext cx="94488" cy="188595"/>
          </a:xfrm>
          <a:custGeom xmlns:a="http://schemas.openxmlformats.org/drawingml/2006/main">
            <a:pathLst>
              <a:path w="94488" h="188595">
                <a:moveTo>
                  <a:pt x="32957" y="0"/>
                </a:moveTo>
                <a:lnTo>
                  <a:pt x="32957" y="112395"/>
                </a:lnTo>
                <a:lnTo>
                  <a:pt x="0" y="112395"/>
                </a:lnTo>
                <a:lnTo>
                  <a:pt x="47244" y="188595"/>
                </a:lnTo>
                <a:lnTo>
                  <a:pt x="94488" y="112395"/>
                </a:lnTo>
                <a:lnTo>
                  <a:pt x="61532" y="112395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" name="p05-路径-0015">
            <a:extLst xmlns:a="http://schemas.openxmlformats.org/drawingml/2006/main">
              <a:ext uri="{FF2B5EF4-FFF2-40B4-BE49-F238E27FC236}">
                <a16:creationId xmlns:a16="http://schemas.microsoft.com/office/drawing/2014/main" id="{D704067F-32E0-4192-9C60-5DD53DA6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25" y="3072384"/>
            <a:ext cx="94488" cy="188595"/>
          </a:xfrm>
          <a:custGeom xmlns:a="http://schemas.openxmlformats.org/drawingml/2006/main">
            <a:pathLst>
              <a:path w="94488" h="188595">
                <a:moveTo>
                  <a:pt x="32957" y="0"/>
                </a:moveTo>
                <a:lnTo>
                  <a:pt x="32957" y="112395"/>
                </a:lnTo>
                <a:lnTo>
                  <a:pt x="0" y="112395"/>
                </a:lnTo>
                <a:lnTo>
                  <a:pt x="47244" y="188595"/>
                </a:lnTo>
                <a:lnTo>
                  <a:pt x="94488" y="112395"/>
                </a:lnTo>
                <a:lnTo>
                  <a:pt x="61532" y="112395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" name="p05-路径-0016">
            <a:extLst xmlns:a="http://schemas.openxmlformats.org/drawingml/2006/main">
              <a:ext uri="{FF2B5EF4-FFF2-40B4-BE49-F238E27FC236}">
                <a16:creationId xmlns:a16="http://schemas.microsoft.com/office/drawing/2014/main" id="{64B71B9E-186C-4124-AC6E-4460073B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00" y="3072384"/>
            <a:ext cx="94488" cy="188595"/>
          </a:xfrm>
          <a:custGeom xmlns:a="http://schemas.openxmlformats.org/drawingml/2006/main">
            <a:pathLst>
              <a:path w="94488" h="188595">
                <a:moveTo>
                  <a:pt x="32957" y="0"/>
                </a:moveTo>
                <a:lnTo>
                  <a:pt x="32957" y="112395"/>
                </a:lnTo>
                <a:lnTo>
                  <a:pt x="0" y="112395"/>
                </a:lnTo>
                <a:lnTo>
                  <a:pt x="47244" y="188595"/>
                </a:lnTo>
                <a:lnTo>
                  <a:pt x="94488" y="112395"/>
                </a:lnTo>
                <a:lnTo>
                  <a:pt x="61532" y="112395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" name="p05-路径-0017">
            <a:extLst xmlns:a="http://schemas.openxmlformats.org/drawingml/2006/main">
              <a:ext uri="{FF2B5EF4-FFF2-40B4-BE49-F238E27FC236}">
                <a16:creationId xmlns:a16="http://schemas.microsoft.com/office/drawing/2014/main" id="{1B529CA5-42D4-4161-9CF3-B42DA37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275" y="3072384"/>
            <a:ext cx="94488" cy="188595"/>
          </a:xfrm>
          <a:custGeom xmlns:a="http://schemas.openxmlformats.org/drawingml/2006/main">
            <a:pathLst>
              <a:path w="94488" h="188595">
                <a:moveTo>
                  <a:pt x="32957" y="0"/>
                </a:moveTo>
                <a:lnTo>
                  <a:pt x="32957" y="112395"/>
                </a:lnTo>
                <a:lnTo>
                  <a:pt x="0" y="112395"/>
                </a:lnTo>
                <a:lnTo>
                  <a:pt x="47244" y="188595"/>
                </a:lnTo>
                <a:lnTo>
                  <a:pt x="94488" y="112395"/>
                </a:lnTo>
                <a:lnTo>
                  <a:pt x="61532" y="112395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" name="p05-文本-0018">
            <a:extLst xmlns:a="http://schemas.openxmlformats.org/drawingml/2006/main">
              <a:ext uri="{FF2B5EF4-FFF2-40B4-BE49-F238E27FC236}">
                <a16:creationId xmlns:a16="http://schemas.microsoft.com/office/drawing/2014/main" id="{9BD920D6-9C43-466B-A53E-6EF40E9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4102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使用温度与暴露时间</a:t>
            </a:r>
          </a:p>
        </p:txBody>
      </p:sp>
      <p:sp>
        <p:nvSpPr>
          <p:cNvPr id="19" name="p05-文本-0019">
            <a:extLst xmlns:a="http://schemas.openxmlformats.org/drawingml/2006/main">
              <a:ext uri="{FF2B5EF4-FFF2-40B4-BE49-F238E27FC236}">
                <a16:creationId xmlns:a16="http://schemas.microsoft.com/office/drawing/2014/main" id="{A0D17929-92D4-4FCF-B557-489CDEA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4107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确定材料工作的边界</a:t>
            </a:r>
          </a:p>
        </p:txBody>
      </p:sp>
      <p:sp>
        <p:nvSpPr>
          <p:cNvPr id="20" name="p05-矩形-0020">
            <a:extLst xmlns:a="http://schemas.openxmlformats.org/drawingml/2006/main">
              <a:ext uri="{FF2B5EF4-FFF2-40B4-BE49-F238E27FC236}">
                <a16:creationId xmlns:a16="http://schemas.microsoft.com/office/drawing/2014/main" id="{2463AE24-5DF5-4834-96D8-D2B12F6D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" name="p05-文本-0021">
            <a:extLst xmlns:a="http://schemas.openxmlformats.org/drawingml/2006/main">
              <a:ext uri="{FF2B5EF4-FFF2-40B4-BE49-F238E27FC236}">
                <a16:creationId xmlns:a16="http://schemas.microsoft.com/office/drawing/2014/main" id="{B03BC89E-9A2D-4C35-B834-E4143309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072" y="145979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结构对象</a:t>
            </a:r>
          </a:p>
        </p:txBody>
      </p:sp>
      <p:sp>
        <p:nvSpPr>
          <p:cNvPr id="22" name="p05-矩形-0022">
            <a:extLst xmlns:a="http://schemas.openxmlformats.org/drawingml/2006/main">
              <a:ext uri="{FF2B5EF4-FFF2-40B4-BE49-F238E27FC236}">
                <a16:creationId xmlns:a16="http://schemas.microsoft.com/office/drawing/2014/main" id="{9E9CC136-0AA7-4F6D-B623-E733660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28825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p05-线-0023">
            <a:extLst xmlns:a="http://schemas.openxmlformats.org/drawingml/2006/main">
              <a:ext uri="{FF2B5EF4-FFF2-40B4-BE49-F238E27FC236}">
                <a16:creationId xmlns:a16="http://schemas.microsoft.com/office/drawing/2014/main" id="{9993C3AE-F8E0-4E14-8826-268718C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05-线-0024">
            <a:extLst xmlns:a="http://schemas.openxmlformats.org/drawingml/2006/main">
              <a:ext uri="{FF2B5EF4-FFF2-40B4-BE49-F238E27FC236}">
                <a16:creationId xmlns:a16="http://schemas.microsoft.com/office/drawing/2014/main" id="{3D60E3ED-C462-4304-AEEA-5E758C1C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05-线-0025">
            <a:extLst xmlns:a="http://schemas.openxmlformats.org/drawingml/2006/main">
              <a:ext uri="{FF2B5EF4-FFF2-40B4-BE49-F238E27FC236}">
                <a16:creationId xmlns:a16="http://schemas.microsoft.com/office/drawing/2014/main" id="{427ADDDC-9628-4A9F-874D-00A1AC88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" name="p05-线-0026">
            <a:extLst xmlns:a="http://schemas.openxmlformats.org/drawingml/2006/main">
              <a:ext uri="{FF2B5EF4-FFF2-40B4-BE49-F238E27FC236}">
                <a16:creationId xmlns:a16="http://schemas.microsoft.com/office/drawing/2014/main" id="{9A46DB4E-1D42-4AE7-A8AD-B9621902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05-线-0027">
            <a:extLst xmlns:a="http://schemas.openxmlformats.org/drawingml/2006/main">
              <a:ext uri="{FF2B5EF4-FFF2-40B4-BE49-F238E27FC236}">
                <a16:creationId xmlns:a16="http://schemas.microsoft.com/office/drawing/2014/main" id="{A05A7374-6A44-4806-BAFC-831EF135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05-线-0028">
            <a:extLst xmlns:a="http://schemas.openxmlformats.org/drawingml/2006/main">
              <a:ext uri="{FF2B5EF4-FFF2-40B4-BE49-F238E27FC236}">
                <a16:creationId xmlns:a16="http://schemas.microsoft.com/office/drawing/2014/main" id="{5F200691-8E52-4E82-9027-8E3A91D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" name="p05-线-0029">
            <a:extLst xmlns:a="http://schemas.openxmlformats.org/drawingml/2006/main">
              <a:ext uri="{FF2B5EF4-FFF2-40B4-BE49-F238E27FC236}">
                <a16:creationId xmlns:a16="http://schemas.microsoft.com/office/drawing/2014/main" id="{D12274B4-9D34-4455-9A83-399BBA7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05-线-0030">
            <a:extLst xmlns:a="http://schemas.openxmlformats.org/drawingml/2006/main">
              <a:ext uri="{FF2B5EF4-FFF2-40B4-BE49-F238E27FC236}">
                <a16:creationId xmlns:a16="http://schemas.microsoft.com/office/drawing/2014/main" id="{2FB7F7F5-32E7-470A-A307-E1D0D5F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05-线-0031">
            <a:extLst xmlns:a="http://schemas.openxmlformats.org/drawingml/2006/main">
              <a:ext uri="{FF2B5EF4-FFF2-40B4-BE49-F238E27FC236}">
                <a16:creationId xmlns:a16="http://schemas.microsoft.com/office/drawing/2014/main" id="{DC8E81E7-CD4B-48DB-80E1-C845CDD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2" name="p05-线-0032">
            <a:extLst xmlns:a="http://schemas.openxmlformats.org/drawingml/2006/main">
              <a:ext uri="{FF2B5EF4-FFF2-40B4-BE49-F238E27FC236}">
                <a16:creationId xmlns:a16="http://schemas.microsoft.com/office/drawing/2014/main" id="{3912E176-B591-4D1C-BE19-0DFFC74C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05-线-0033">
            <a:extLst xmlns:a="http://schemas.openxmlformats.org/drawingml/2006/main">
              <a:ext uri="{FF2B5EF4-FFF2-40B4-BE49-F238E27FC236}">
                <a16:creationId xmlns:a16="http://schemas.microsoft.com/office/drawing/2014/main" id="{85D73D81-7E53-4DFB-9C89-9F8ACD99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05-线-0034">
            <a:extLst xmlns:a="http://schemas.openxmlformats.org/drawingml/2006/main">
              <a:ext uri="{FF2B5EF4-FFF2-40B4-BE49-F238E27FC236}">
                <a16:creationId xmlns:a16="http://schemas.microsoft.com/office/drawing/2014/main" id="{F3C55C87-2856-4B03-BF03-CD724B8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5" name="p05-线-0035">
            <a:extLst xmlns:a="http://schemas.openxmlformats.org/drawingml/2006/main">
              <a:ext uri="{FF2B5EF4-FFF2-40B4-BE49-F238E27FC236}">
                <a16:creationId xmlns:a16="http://schemas.microsoft.com/office/drawing/2014/main" id="{24D0BD74-B421-466C-AE53-9A572C93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05-线-0036">
            <a:extLst xmlns:a="http://schemas.openxmlformats.org/drawingml/2006/main">
              <a:ext uri="{FF2B5EF4-FFF2-40B4-BE49-F238E27FC236}">
                <a16:creationId xmlns:a16="http://schemas.microsoft.com/office/drawing/2014/main" id="{B7D54A5C-E2E8-4AE8-B6A4-AB6C9BA1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05-线-0037">
            <a:extLst xmlns:a="http://schemas.openxmlformats.org/drawingml/2006/main">
              <a:ext uri="{FF2B5EF4-FFF2-40B4-BE49-F238E27FC236}">
                <a16:creationId xmlns:a16="http://schemas.microsoft.com/office/drawing/2014/main" id="{A8C2D77A-BE83-4970-B32D-872DD08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8" name="p05-线-0038">
            <a:extLst xmlns:a="http://schemas.openxmlformats.org/drawingml/2006/main">
              <a:ext uri="{FF2B5EF4-FFF2-40B4-BE49-F238E27FC236}">
                <a16:creationId xmlns:a16="http://schemas.microsoft.com/office/drawing/2014/main" id="{B4FDF66E-1CA5-41DB-BF62-37C1BCA3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05-线-0039">
            <a:extLst xmlns:a="http://schemas.openxmlformats.org/drawingml/2006/main">
              <a:ext uri="{FF2B5EF4-FFF2-40B4-BE49-F238E27FC236}">
                <a16:creationId xmlns:a16="http://schemas.microsoft.com/office/drawing/2014/main" id="{CB530975-BCCD-4841-8977-67178EB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05-线-0040">
            <a:extLst xmlns:a="http://schemas.openxmlformats.org/drawingml/2006/main">
              <a:ext uri="{FF2B5EF4-FFF2-40B4-BE49-F238E27FC236}">
                <a16:creationId xmlns:a16="http://schemas.microsoft.com/office/drawing/2014/main" id="{A92ECB80-5432-4942-833E-2FE4881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1" name="p05-线-0041">
            <a:extLst xmlns:a="http://schemas.openxmlformats.org/drawingml/2006/main">
              <a:ext uri="{FF2B5EF4-FFF2-40B4-BE49-F238E27FC236}">
                <a16:creationId xmlns:a16="http://schemas.microsoft.com/office/drawing/2014/main" id="{7BF61E87-F48B-4C95-8FEB-6601424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05-线-0042">
            <a:extLst xmlns:a="http://schemas.openxmlformats.org/drawingml/2006/main">
              <a:ext uri="{FF2B5EF4-FFF2-40B4-BE49-F238E27FC236}">
                <a16:creationId xmlns:a16="http://schemas.microsoft.com/office/drawing/2014/main" id="{824CF4AC-8B47-48CC-BDDE-7BE22466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" name="p05-线-0043">
            <a:extLst xmlns:a="http://schemas.openxmlformats.org/drawingml/2006/main">
              <a:ext uri="{FF2B5EF4-FFF2-40B4-BE49-F238E27FC236}">
                <a16:creationId xmlns:a16="http://schemas.microsoft.com/office/drawing/2014/main" id="{CAD53CFB-88C2-42BB-9117-97D6E75B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4" name="p05-线-0044">
            <a:extLst xmlns:a="http://schemas.openxmlformats.org/drawingml/2006/main">
              <a:ext uri="{FF2B5EF4-FFF2-40B4-BE49-F238E27FC236}">
                <a16:creationId xmlns:a16="http://schemas.microsoft.com/office/drawing/2014/main" id="{25A9ED60-D873-477D-8294-2A85ECB7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05-线-0045">
            <a:extLst xmlns:a="http://schemas.openxmlformats.org/drawingml/2006/main">
              <a:ext uri="{FF2B5EF4-FFF2-40B4-BE49-F238E27FC236}">
                <a16:creationId xmlns:a16="http://schemas.microsoft.com/office/drawing/2014/main" id="{7E201D62-0494-4C58-B51A-C72D4F72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05-线-0046">
            <a:extLst xmlns:a="http://schemas.openxmlformats.org/drawingml/2006/main">
              <a:ext uri="{FF2B5EF4-FFF2-40B4-BE49-F238E27FC236}">
                <a16:creationId xmlns:a16="http://schemas.microsoft.com/office/drawing/2014/main" id="{8F5924F9-A4D5-4599-9D7D-893E7F8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7" name="p05-线-0047">
            <a:extLst xmlns:a="http://schemas.openxmlformats.org/drawingml/2006/main">
              <a:ext uri="{FF2B5EF4-FFF2-40B4-BE49-F238E27FC236}">
                <a16:creationId xmlns:a16="http://schemas.microsoft.com/office/drawing/2014/main" id="{9526521E-9586-4A79-AF19-7FE2BD1C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05-线-0048">
            <a:extLst xmlns:a="http://schemas.openxmlformats.org/drawingml/2006/main">
              <a:ext uri="{FF2B5EF4-FFF2-40B4-BE49-F238E27FC236}">
                <a16:creationId xmlns:a16="http://schemas.microsoft.com/office/drawing/2014/main" id="{50B91921-AF6D-4FB9-8EEB-AD47C7C8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05-线-0049">
            <a:extLst xmlns:a="http://schemas.openxmlformats.org/drawingml/2006/main">
              <a:ext uri="{FF2B5EF4-FFF2-40B4-BE49-F238E27FC236}">
                <a16:creationId xmlns:a16="http://schemas.microsoft.com/office/drawing/2014/main" id="{EB160B3F-097D-4C6F-84C6-02D13156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0" name="p05-线-0050">
            <a:extLst xmlns:a="http://schemas.openxmlformats.org/drawingml/2006/main">
              <a:ext uri="{FF2B5EF4-FFF2-40B4-BE49-F238E27FC236}">
                <a16:creationId xmlns:a16="http://schemas.microsoft.com/office/drawing/2014/main" id="{F36C0CA0-1E11-40EA-89EB-B7E023E7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0288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05-线-0051">
            <a:extLst xmlns:a="http://schemas.openxmlformats.org/drawingml/2006/main">
              <a:ext uri="{FF2B5EF4-FFF2-40B4-BE49-F238E27FC236}">
                <a16:creationId xmlns:a16="http://schemas.microsoft.com/office/drawing/2014/main" id="{1073DBAD-9A78-45B0-AAB5-B6A08532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05-线-0052">
            <a:extLst xmlns:a="http://schemas.openxmlformats.org/drawingml/2006/main">
              <a:ext uri="{FF2B5EF4-FFF2-40B4-BE49-F238E27FC236}">
                <a16:creationId xmlns:a16="http://schemas.microsoft.com/office/drawing/2014/main" id="{389AB7F2-F37D-4631-B7B4-02972ED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0288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3" name="p05-线-0053">
            <a:extLst xmlns:a="http://schemas.openxmlformats.org/drawingml/2006/main">
              <a:ext uri="{FF2B5EF4-FFF2-40B4-BE49-F238E27FC236}">
                <a16:creationId xmlns:a16="http://schemas.microsoft.com/office/drawing/2014/main" id="{B9FA9CC0-6A4D-4004-BFDE-AE0E3A46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288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05-线-0054">
            <a:extLst xmlns:a="http://schemas.openxmlformats.org/drawingml/2006/main">
              <a:ext uri="{FF2B5EF4-FFF2-40B4-BE49-F238E27FC236}">
                <a16:creationId xmlns:a16="http://schemas.microsoft.com/office/drawing/2014/main" id="{765C145A-211F-44B0-9515-B8C8F7B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05-线-0055">
            <a:extLst xmlns:a="http://schemas.openxmlformats.org/drawingml/2006/main">
              <a:ext uri="{FF2B5EF4-FFF2-40B4-BE49-F238E27FC236}">
                <a16:creationId xmlns:a16="http://schemas.microsoft.com/office/drawing/2014/main" id="{1BE98CED-9FC5-49BE-92F4-5AFCDB95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05-线-0056">
            <a:extLst xmlns:a="http://schemas.openxmlformats.org/drawingml/2006/main">
              <a:ext uri="{FF2B5EF4-FFF2-40B4-BE49-F238E27FC236}">
                <a16:creationId xmlns:a16="http://schemas.microsoft.com/office/drawing/2014/main" id="{2BC0EF6B-514D-4B7B-8617-F1685C94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7" name="p05-线-0057">
            <a:extLst xmlns:a="http://schemas.openxmlformats.org/drawingml/2006/main">
              <a:ext uri="{FF2B5EF4-FFF2-40B4-BE49-F238E27FC236}">
                <a16:creationId xmlns:a16="http://schemas.microsoft.com/office/drawing/2014/main" id="{B1CDD3FC-32C7-42F9-B0A9-D71290B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05-线-0058">
            <a:extLst xmlns:a="http://schemas.openxmlformats.org/drawingml/2006/main">
              <a:ext uri="{FF2B5EF4-FFF2-40B4-BE49-F238E27FC236}">
                <a16:creationId xmlns:a16="http://schemas.microsoft.com/office/drawing/2014/main" id="{28F7305D-5F3B-4896-853E-56BC8E0C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05-线-0059">
            <a:extLst xmlns:a="http://schemas.openxmlformats.org/drawingml/2006/main">
              <a:ext uri="{FF2B5EF4-FFF2-40B4-BE49-F238E27FC236}">
                <a16:creationId xmlns:a16="http://schemas.microsoft.com/office/drawing/2014/main" id="{C6C98B91-8F9D-4276-A04B-89F819D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0" name="p05-线-0060">
            <a:extLst xmlns:a="http://schemas.openxmlformats.org/drawingml/2006/main">
              <a:ext uri="{FF2B5EF4-FFF2-40B4-BE49-F238E27FC236}">
                <a16:creationId xmlns:a16="http://schemas.microsoft.com/office/drawing/2014/main" id="{8AE77797-9B97-4E84-BD18-FA99867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05-线-0061">
            <a:extLst xmlns:a="http://schemas.openxmlformats.org/drawingml/2006/main">
              <a:ext uri="{FF2B5EF4-FFF2-40B4-BE49-F238E27FC236}">
                <a16:creationId xmlns:a16="http://schemas.microsoft.com/office/drawing/2014/main" id="{D8E2F0AE-FF5B-44F4-96F5-40D4145F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05-线-0062">
            <a:extLst xmlns:a="http://schemas.openxmlformats.org/drawingml/2006/main">
              <a:ext uri="{FF2B5EF4-FFF2-40B4-BE49-F238E27FC236}">
                <a16:creationId xmlns:a16="http://schemas.microsoft.com/office/drawing/2014/main" id="{F91635E0-D4B7-4F88-B222-BC066F9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3" name="p05-线-0063">
            <a:extLst xmlns:a="http://schemas.openxmlformats.org/drawingml/2006/main">
              <a:ext uri="{FF2B5EF4-FFF2-40B4-BE49-F238E27FC236}">
                <a16:creationId xmlns:a16="http://schemas.microsoft.com/office/drawing/2014/main" id="{CD5AC985-0EC2-43E3-93B0-419FE3C3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05-线-0064">
            <a:extLst xmlns:a="http://schemas.openxmlformats.org/drawingml/2006/main">
              <a:ext uri="{FF2B5EF4-FFF2-40B4-BE49-F238E27FC236}">
                <a16:creationId xmlns:a16="http://schemas.microsoft.com/office/drawing/2014/main" id="{4378DE5D-99E6-46B1-9C8F-6FE3790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05-线-0065">
            <a:extLst xmlns:a="http://schemas.openxmlformats.org/drawingml/2006/main">
              <a:ext uri="{FF2B5EF4-FFF2-40B4-BE49-F238E27FC236}">
                <a16:creationId xmlns:a16="http://schemas.microsoft.com/office/drawing/2014/main" id="{0E364B68-9DE2-4AB1-886C-0275F54A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6" name="p05-线-0066">
            <a:extLst xmlns:a="http://schemas.openxmlformats.org/drawingml/2006/main">
              <a:ext uri="{FF2B5EF4-FFF2-40B4-BE49-F238E27FC236}">
                <a16:creationId xmlns:a16="http://schemas.microsoft.com/office/drawing/2014/main" id="{A7C11697-9712-45E9-8992-E1A66F82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05-线-0067">
            <a:extLst xmlns:a="http://schemas.openxmlformats.org/drawingml/2006/main">
              <a:ext uri="{FF2B5EF4-FFF2-40B4-BE49-F238E27FC236}">
                <a16:creationId xmlns:a16="http://schemas.microsoft.com/office/drawing/2014/main" id="{20B9598A-63E8-4794-9513-E0498C05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05-线-0068">
            <a:extLst xmlns:a="http://schemas.openxmlformats.org/drawingml/2006/main">
              <a:ext uri="{FF2B5EF4-FFF2-40B4-BE49-F238E27FC236}">
                <a16:creationId xmlns:a16="http://schemas.microsoft.com/office/drawing/2014/main" id="{D56C3E43-9BD3-4EA9-B09C-228DCB8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9" name="p05-线-0069">
            <a:extLst xmlns:a="http://schemas.openxmlformats.org/drawingml/2006/main">
              <a:ext uri="{FF2B5EF4-FFF2-40B4-BE49-F238E27FC236}">
                <a16:creationId xmlns:a16="http://schemas.microsoft.com/office/drawing/2014/main" id="{5132DC54-58DC-4DE9-8736-B2C9493D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05-线-0070">
            <a:extLst xmlns:a="http://schemas.openxmlformats.org/drawingml/2006/main">
              <a:ext uri="{FF2B5EF4-FFF2-40B4-BE49-F238E27FC236}">
                <a16:creationId xmlns:a16="http://schemas.microsoft.com/office/drawing/2014/main" id="{0DAA1A9C-DBD6-4214-9D82-2D447FF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05-线-0071">
            <a:extLst xmlns:a="http://schemas.openxmlformats.org/drawingml/2006/main">
              <a:ext uri="{FF2B5EF4-FFF2-40B4-BE49-F238E27FC236}">
                <a16:creationId xmlns:a16="http://schemas.microsoft.com/office/drawing/2014/main" id="{39884672-993D-4B69-90EE-56CA5440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2" name="p05-线-0072">
            <a:extLst xmlns:a="http://schemas.openxmlformats.org/drawingml/2006/main">
              <a:ext uri="{FF2B5EF4-FFF2-40B4-BE49-F238E27FC236}">
                <a16:creationId xmlns:a16="http://schemas.microsoft.com/office/drawing/2014/main" id="{EB933BFD-BDCE-40A0-8C7F-322CBBBE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05-线-0073">
            <a:extLst xmlns:a="http://schemas.openxmlformats.org/drawingml/2006/main">
              <a:ext uri="{FF2B5EF4-FFF2-40B4-BE49-F238E27FC236}">
                <a16:creationId xmlns:a16="http://schemas.microsoft.com/office/drawing/2014/main" id="{785F1AF1-D2A0-48BE-966C-A93006B6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05-线-0074">
            <a:extLst xmlns:a="http://schemas.openxmlformats.org/drawingml/2006/main">
              <a:ext uri="{FF2B5EF4-FFF2-40B4-BE49-F238E27FC236}">
                <a16:creationId xmlns:a16="http://schemas.microsoft.com/office/drawing/2014/main" id="{ADDC46C4-4574-4805-88EA-2D2D14B7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5" name="p05-线-0075">
            <a:extLst xmlns:a="http://schemas.openxmlformats.org/drawingml/2006/main">
              <a:ext uri="{FF2B5EF4-FFF2-40B4-BE49-F238E27FC236}">
                <a16:creationId xmlns:a16="http://schemas.microsoft.com/office/drawing/2014/main" id="{72FABBF7-1D4C-4EB1-8468-AF490F88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05-线-0076">
            <a:extLst xmlns:a="http://schemas.openxmlformats.org/drawingml/2006/main">
              <a:ext uri="{FF2B5EF4-FFF2-40B4-BE49-F238E27FC236}">
                <a16:creationId xmlns:a16="http://schemas.microsoft.com/office/drawing/2014/main" id="{ED6149A9-3C3C-4189-9636-1A03B00E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05-线-0077">
            <a:extLst xmlns:a="http://schemas.openxmlformats.org/drawingml/2006/main">
              <a:ext uri="{FF2B5EF4-FFF2-40B4-BE49-F238E27FC236}">
                <a16:creationId xmlns:a16="http://schemas.microsoft.com/office/drawing/2014/main" id="{0350BB07-AD99-437F-8055-5EE9A4CC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8" name="p05-线-0078">
            <a:extLst xmlns:a="http://schemas.openxmlformats.org/drawingml/2006/main">
              <a:ext uri="{FF2B5EF4-FFF2-40B4-BE49-F238E27FC236}">
                <a16:creationId xmlns:a16="http://schemas.microsoft.com/office/drawing/2014/main" id="{A607EB77-23B1-415F-966C-B009976B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05-线-0079">
            <a:extLst xmlns:a="http://schemas.openxmlformats.org/drawingml/2006/main">
              <a:ext uri="{FF2B5EF4-FFF2-40B4-BE49-F238E27FC236}">
                <a16:creationId xmlns:a16="http://schemas.microsoft.com/office/drawing/2014/main" id="{F758D254-409E-4912-A296-C0AED1F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05-线-0080">
            <a:extLst xmlns:a="http://schemas.openxmlformats.org/drawingml/2006/main">
              <a:ext uri="{FF2B5EF4-FFF2-40B4-BE49-F238E27FC236}">
                <a16:creationId xmlns:a16="http://schemas.microsoft.com/office/drawing/2014/main" id="{22612C10-BD7E-4829-A647-36CC075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1" name="p05-线-0081">
            <a:extLst xmlns:a="http://schemas.openxmlformats.org/drawingml/2006/main">
              <a:ext uri="{FF2B5EF4-FFF2-40B4-BE49-F238E27FC236}">
                <a16:creationId xmlns:a16="http://schemas.microsoft.com/office/drawing/2014/main" id="{F8A92511-22A0-4557-A0EC-0E735FE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2383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05-线-0082">
            <a:extLst xmlns:a="http://schemas.openxmlformats.org/drawingml/2006/main">
              <a:ext uri="{FF2B5EF4-FFF2-40B4-BE49-F238E27FC236}">
                <a16:creationId xmlns:a16="http://schemas.microsoft.com/office/drawing/2014/main" id="{1089E505-46D0-46D9-B794-7133DDF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05-线-0083">
            <a:extLst xmlns:a="http://schemas.openxmlformats.org/drawingml/2006/main">
              <a:ext uri="{FF2B5EF4-FFF2-40B4-BE49-F238E27FC236}">
                <a16:creationId xmlns:a16="http://schemas.microsoft.com/office/drawing/2014/main" id="{4ABB57A5-4404-49C9-9F80-6715DCA3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2383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4" name="p05-线-0084">
            <a:extLst xmlns:a="http://schemas.openxmlformats.org/drawingml/2006/main">
              <a:ext uri="{FF2B5EF4-FFF2-40B4-BE49-F238E27FC236}">
                <a16:creationId xmlns:a16="http://schemas.microsoft.com/office/drawing/2014/main" id="{8FAF7097-8B00-47CF-8550-FF75031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05-线-0085">
            <a:extLst xmlns:a="http://schemas.openxmlformats.org/drawingml/2006/main">
              <a:ext uri="{FF2B5EF4-FFF2-40B4-BE49-F238E27FC236}">
                <a16:creationId xmlns:a16="http://schemas.microsoft.com/office/drawing/2014/main" id="{473466F7-C6DE-4A98-AE07-41AF9BD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05-线-0086">
            <a:extLst xmlns:a="http://schemas.openxmlformats.org/drawingml/2006/main">
              <a:ext uri="{FF2B5EF4-FFF2-40B4-BE49-F238E27FC236}">
                <a16:creationId xmlns:a16="http://schemas.microsoft.com/office/drawing/2014/main" id="{8F2112BB-FB47-4E51-8110-0CBC011A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05-线-0087">
            <a:extLst xmlns:a="http://schemas.openxmlformats.org/drawingml/2006/main">
              <a:ext uri="{FF2B5EF4-FFF2-40B4-BE49-F238E27FC236}">
                <a16:creationId xmlns:a16="http://schemas.microsoft.com/office/drawing/2014/main" id="{1E9576AA-CB3D-4ABF-B240-2666F30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8" name="p05-线-0088">
            <a:extLst xmlns:a="http://schemas.openxmlformats.org/drawingml/2006/main">
              <a:ext uri="{FF2B5EF4-FFF2-40B4-BE49-F238E27FC236}">
                <a16:creationId xmlns:a16="http://schemas.microsoft.com/office/drawing/2014/main" id="{9B8F57C0-F595-44D5-AA87-D3A30E5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05-线-0089">
            <a:extLst xmlns:a="http://schemas.openxmlformats.org/drawingml/2006/main">
              <a:ext uri="{FF2B5EF4-FFF2-40B4-BE49-F238E27FC236}">
                <a16:creationId xmlns:a16="http://schemas.microsoft.com/office/drawing/2014/main" id="{164703B1-CA98-4A8B-8ADB-412738C9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05-线-0090">
            <a:extLst xmlns:a="http://schemas.openxmlformats.org/drawingml/2006/main">
              <a:ext uri="{FF2B5EF4-FFF2-40B4-BE49-F238E27FC236}">
                <a16:creationId xmlns:a16="http://schemas.microsoft.com/office/drawing/2014/main" id="{6DB1D7B0-469D-42BE-AA66-D6EB788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1" name="p05-线-0091">
            <a:extLst xmlns:a="http://schemas.openxmlformats.org/drawingml/2006/main">
              <a:ext uri="{FF2B5EF4-FFF2-40B4-BE49-F238E27FC236}">
                <a16:creationId xmlns:a16="http://schemas.microsoft.com/office/drawing/2014/main" id="{D394CBCE-0C7A-4D6F-B4D2-61FD1628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05-线-0092">
            <a:extLst xmlns:a="http://schemas.openxmlformats.org/drawingml/2006/main">
              <a:ext uri="{FF2B5EF4-FFF2-40B4-BE49-F238E27FC236}">
                <a16:creationId xmlns:a16="http://schemas.microsoft.com/office/drawing/2014/main" id="{381F750E-76F8-48F0-9221-93AD3EA8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05-线-0093">
            <a:extLst xmlns:a="http://schemas.openxmlformats.org/drawingml/2006/main">
              <a:ext uri="{FF2B5EF4-FFF2-40B4-BE49-F238E27FC236}">
                <a16:creationId xmlns:a16="http://schemas.microsoft.com/office/drawing/2014/main" id="{F1343CF4-AB68-405F-8D7A-D32615D8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4" name="p05-线-0094">
            <a:extLst xmlns:a="http://schemas.openxmlformats.org/drawingml/2006/main">
              <a:ext uri="{FF2B5EF4-FFF2-40B4-BE49-F238E27FC236}">
                <a16:creationId xmlns:a16="http://schemas.microsoft.com/office/drawing/2014/main" id="{74346B2E-C0B4-4277-B663-267883B1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05-线-0095">
            <a:extLst xmlns:a="http://schemas.openxmlformats.org/drawingml/2006/main">
              <a:ext uri="{FF2B5EF4-FFF2-40B4-BE49-F238E27FC236}">
                <a16:creationId xmlns:a16="http://schemas.microsoft.com/office/drawing/2014/main" id="{73B8D6A4-EFD5-40CE-93E6-4525725E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05-线-0096">
            <a:extLst xmlns:a="http://schemas.openxmlformats.org/drawingml/2006/main">
              <a:ext uri="{FF2B5EF4-FFF2-40B4-BE49-F238E27FC236}">
                <a16:creationId xmlns:a16="http://schemas.microsoft.com/office/drawing/2014/main" id="{DB5F9846-D8C2-49BE-9C72-28A17D8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7" name="p05-线-0097">
            <a:extLst xmlns:a="http://schemas.openxmlformats.org/drawingml/2006/main">
              <a:ext uri="{FF2B5EF4-FFF2-40B4-BE49-F238E27FC236}">
                <a16:creationId xmlns:a16="http://schemas.microsoft.com/office/drawing/2014/main" id="{3A41744E-3F64-4FD3-9784-45B5600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05-线-0098">
            <a:extLst xmlns:a="http://schemas.openxmlformats.org/drawingml/2006/main">
              <a:ext uri="{FF2B5EF4-FFF2-40B4-BE49-F238E27FC236}">
                <a16:creationId xmlns:a16="http://schemas.microsoft.com/office/drawing/2014/main" id="{49FE9D19-AF5C-43F3-9AB6-37AFA86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05-线-0099">
            <a:extLst xmlns:a="http://schemas.openxmlformats.org/drawingml/2006/main">
              <a:ext uri="{FF2B5EF4-FFF2-40B4-BE49-F238E27FC236}">
                <a16:creationId xmlns:a16="http://schemas.microsoft.com/office/drawing/2014/main" id="{A15CFC7D-81E4-4CFC-AC81-1CCBB62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0" name="p05-线-0100">
            <a:extLst xmlns:a="http://schemas.openxmlformats.org/drawingml/2006/main">
              <a:ext uri="{FF2B5EF4-FFF2-40B4-BE49-F238E27FC236}">
                <a16:creationId xmlns:a16="http://schemas.microsoft.com/office/drawing/2014/main" id="{BA0F3DBB-D620-46F1-9E93-8A5D0C12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05-线-0101">
            <a:extLst xmlns:a="http://schemas.openxmlformats.org/drawingml/2006/main">
              <a:ext uri="{FF2B5EF4-FFF2-40B4-BE49-F238E27FC236}">
                <a16:creationId xmlns:a16="http://schemas.microsoft.com/office/drawing/2014/main" id="{C80B4B0C-610C-4242-9768-FACEA4E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05-线-0102">
            <a:extLst xmlns:a="http://schemas.openxmlformats.org/drawingml/2006/main">
              <a:ext uri="{FF2B5EF4-FFF2-40B4-BE49-F238E27FC236}">
                <a16:creationId xmlns:a16="http://schemas.microsoft.com/office/drawing/2014/main" id="{6ED07FA1-50BE-4430-967F-120F824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3" name="p05-线-0103">
            <a:extLst xmlns:a="http://schemas.openxmlformats.org/drawingml/2006/main">
              <a:ext uri="{FF2B5EF4-FFF2-40B4-BE49-F238E27FC236}">
                <a16:creationId xmlns:a16="http://schemas.microsoft.com/office/drawing/2014/main" id="{57F5C038-8854-43A6-B528-1D7C1BD6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05-线-0104">
            <a:extLst xmlns:a="http://schemas.openxmlformats.org/drawingml/2006/main">
              <a:ext uri="{FF2B5EF4-FFF2-40B4-BE49-F238E27FC236}">
                <a16:creationId xmlns:a16="http://schemas.microsoft.com/office/drawing/2014/main" id="{D371A0A9-387D-4A6B-9C6B-F5997DA9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05-线-0105">
            <a:extLst xmlns:a="http://schemas.openxmlformats.org/drawingml/2006/main">
              <a:ext uri="{FF2B5EF4-FFF2-40B4-BE49-F238E27FC236}">
                <a16:creationId xmlns:a16="http://schemas.microsoft.com/office/drawing/2014/main" id="{C8CC5610-5EE2-46F2-AF12-FCB7841F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6" name="p05-线-0106">
            <a:extLst xmlns:a="http://schemas.openxmlformats.org/drawingml/2006/main">
              <a:ext uri="{FF2B5EF4-FFF2-40B4-BE49-F238E27FC236}">
                <a16:creationId xmlns:a16="http://schemas.microsoft.com/office/drawing/2014/main" id="{173D53A6-73D4-41B7-A248-43712F51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05-线-0107">
            <a:extLst xmlns:a="http://schemas.openxmlformats.org/drawingml/2006/main">
              <a:ext uri="{FF2B5EF4-FFF2-40B4-BE49-F238E27FC236}">
                <a16:creationId xmlns:a16="http://schemas.microsoft.com/office/drawing/2014/main" id="{6E3F9486-B5F2-4854-A612-78CEC70F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5-线-0108">
            <a:extLst xmlns:a="http://schemas.openxmlformats.org/drawingml/2006/main">
              <a:ext uri="{FF2B5EF4-FFF2-40B4-BE49-F238E27FC236}">
                <a16:creationId xmlns:a16="http://schemas.microsoft.com/office/drawing/2014/main" id="{F0BB1705-8A3D-4585-A71D-A1D4FD8B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9" name="p05-线-0109">
            <a:extLst xmlns:a="http://schemas.openxmlformats.org/drawingml/2006/main">
              <a:ext uri="{FF2B5EF4-FFF2-40B4-BE49-F238E27FC236}">
                <a16:creationId xmlns:a16="http://schemas.microsoft.com/office/drawing/2014/main" id="{1B6B4480-A235-477F-A6BF-672E1CB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05-线-0110">
            <a:extLst xmlns:a="http://schemas.openxmlformats.org/drawingml/2006/main">
              <a:ext uri="{FF2B5EF4-FFF2-40B4-BE49-F238E27FC236}">
                <a16:creationId xmlns:a16="http://schemas.microsoft.com/office/drawing/2014/main" id="{20B870E5-3A47-452B-AF07-C2BC97BE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5-线-0111">
            <a:extLst xmlns:a="http://schemas.openxmlformats.org/drawingml/2006/main">
              <a:ext uri="{FF2B5EF4-FFF2-40B4-BE49-F238E27FC236}">
                <a16:creationId xmlns:a16="http://schemas.microsoft.com/office/drawing/2014/main" id="{5D374B41-B63E-4E0E-9284-6934026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2" name="p05-线-0112">
            <a:extLst xmlns:a="http://schemas.openxmlformats.org/drawingml/2006/main">
              <a:ext uri="{FF2B5EF4-FFF2-40B4-BE49-F238E27FC236}">
                <a16:creationId xmlns:a16="http://schemas.microsoft.com/office/drawing/2014/main" id="{097E3E2B-F47E-49F7-B01C-73DE1B4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4479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05-线-0113">
            <a:extLst xmlns:a="http://schemas.openxmlformats.org/drawingml/2006/main">
              <a:ext uri="{FF2B5EF4-FFF2-40B4-BE49-F238E27FC236}">
                <a16:creationId xmlns:a16="http://schemas.microsoft.com/office/drawing/2014/main" id="{237EC8FF-E00D-435E-9742-A207DA3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5-线-0114">
            <a:extLst xmlns:a="http://schemas.openxmlformats.org/drawingml/2006/main">
              <a:ext uri="{FF2B5EF4-FFF2-40B4-BE49-F238E27FC236}">
                <a16:creationId xmlns:a16="http://schemas.microsoft.com/office/drawing/2014/main" id="{E809C911-7512-43B5-B080-8F57B558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4479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5" name="p05-线-0115">
            <a:extLst xmlns:a="http://schemas.openxmlformats.org/drawingml/2006/main">
              <a:ext uri="{FF2B5EF4-FFF2-40B4-BE49-F238E27FC236}">
                <a16:creationId xmlns:a16="http://schemas.microsoft.com/office/drawing/2014/main" id="{618B0EA0-4931-4F07-BC7D-569237BE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479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05-线-0116">
            <a:extLst xmlns:a="http://schemas.openxmlformats.org/drawingml/2006/main">
              <a:ext uri="{FF2B5EF4-FFF2-40B4-BE49-F238E27FC236}">
                <a16:creationId xmlns:a16="http://schemas.microsoft.com/office/drawing/2014/main" id="{4E53CE6F-0354-4CC7-8319-F31D146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05-线-0117">
            <a:extLst xmlns:a="http://schemas.openxmlformats.org/drawingml/2006/main">
              <a:ext uri="{FF2B5EF4-FFF2-40B4-BE49-F238E27FC236}">
                <a16:creationId xmlns:a16="http://schemas.microsoft.com/office/drawing/2014/main" id="{06ABD304-D79F-4972-9C10-0EA6B9C6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05-线-0118">
            <a:extLst xmlns:a="http://schemas.openxmlformats.org/drawingml/2006/main">
              <a:ext uri="{FF2B5EF4-FFF2-40B4-BE49-F238E27FC236}">
                <a16:creationId xmlns:a16="http://schemas.microsoft.com/office/drawing/2014/main" id="{5FAFAC7D-45A0-4C19-B864-099C273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9" name="p05-线-0119">
            <a:extLst xmlns:a="http://schemas.openxmlformats.org/drawingml/2006/main">
              <a:ext uri="{FF2B5EF4-FFF2-40B4-BE49-F238E27FC236}">
                <a16:creationId xmlns:a16="http://schemas.microsoft.com/office/drawing/2014/main" id="{A2D409C8-76FD-4511-A07C-3B46476B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05-线-0120">
            <a:extLst xmlns:a="http://schemas.openxmlformats.org/drawingml/2006/main">
              <a:ext uri="{FF2B5EF4-FFF2-40B4-BE49-F238E27FC236}">
                <a16:creationId xmlns:a16="http://schemas.microsoft.com/office/drawing/2014/main" id="{CDEEBF2C-B4DC-42B9-BE29-631B320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05-线-0121">
            <a:extLst xmlns:a="http://schemas.openxmlformats.org/drawingml/2006/main">
              <a:ext uri="{FF2B5EF4-FFF2-40B4-BE49-F238E27FC236}">
                <a16:creationId xmlns:a16="http://schemas.microsoft.com/office/drawing/2014/main" id="{B71D6280-9008-4319-A2E6-92B538C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2" name="p05-线-0122">
            <a:extLst xmlns:a="http://schemas.openxmlformats.org/drawingml/2006/main">
              <a:ext uri="{FF2B5EF4-FFF2-40B4-BE49-F238E27FC236}">
                <a16:creationId xmlns:a16="http://schemas.microsoft.com/office/drawing/2014/main" id="{8BCE339A-96EB-4B32-A157-7CF451C4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05-线-0123">
            <a:extLst xmlns:a="http://schemas.openxmlformats.org/drawingml/2006/main">
              <a:ext uri="{FF2B5EF4-FFF2-40B4-BE49-F238E27FC236}">
                <a16:creationId xmlns:a16="http://schemas.microsoft.com/office/drawing/2014/main" id="{C844095F-6E2E-46E4-8555-E03D5F2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05-线-0124">
            <a:extLst xmlns:a="http://schemas.openxmlformats.org/drawingml/2006/main">
              <a:ext uri="{FF2B5EF4-FFF2-40B4-BE49-F238E27FC236}">
                <a16:creationId xmlns:a16="http://schemas.microsoft.com/office/drawing/2014/main" id="{36EC5834-7D2C-4574-8483-44341A9C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5" name="p05-线-0125">
            <a:extLst xmlns:a="http://schemas.openxmlformats.org/drawingml/2006/main">
              <a:ext uri="{FF2B5EF4-FFF2-40B4-BE49-F238E27FC236}">
                <a16:creationId xmlns:a16="http://schemas.microsoft.com/office/drawing/2014/main" id="{088C6F3D-7FE1-4A71-83D6-9568BD79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05-线-0126">
            <a:extLst xmlns:a="http://schemas.openxmlformats.org/drawingml/2006/main">
              <a:ext uri="{FF2B5EF4-FFF2-40B4-BE49-F238E27FC236}">
                <a16:creationId xmlns:a16="http://schemas.microsoft.com/office/drawing/2014/main" id="{9EFAA679-D5A4-4A3A-A8BB-A69EFA21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05-线-0127">
            <a:extLst xmlns:a="http://schemas.openxmlformats.org/drawingml/2006/main">
              <a:ext uri="{FF2B5EF4-FFF2-40B4-BE49-F238E27FC236}">
                <a16:creationId xmlns:a16="http://schemas.microsoft.com/office/drawing/2014/main" id="{0BE67D85-B056-49C6-AB0A-5747D8F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8" name="p05-线-0128">
            <a:extLst xmlns:a="http://schemas.openxmlformats.org/drawingml/2006/main">
              <a:ext uri="{FF2B5EF4-FFF2-40B4-BE49-F238E27FC236}">
                <a16:creationId xmlns:a16="http://schemas.microsoft.com/office/drawing/2014/main" id="{A0307DE3-54EE-4219-8A18-94B21596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05-线-0129">
            <a:extLst xmlns:a="http://schemas.openxmlformats.org/drawingml/2006/main">
              <a:ext uri="{FF2B5EF4-FFF2-40B4-BE49-F238E27FC236}">
                <a16:creationId xmlns:a16="http://schemas.microsoft.com/office/drawing/2014/main" id="{442C0DCF-738E-40C7-850F-6A8DC173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05-线-0130">
            <a:extLst xmlns:a="http://schemas.openxmlformats.org/drawingml/2006/main">
              <a:ext uri="{FF2B5EF4-FFF2-40B4-BE49-F238E27FC236}">
                <a16:creationId xmlns:a16="http://schemas.microsoft.com/office/drawing/2014/main" id="{9E55E8D0-1834-4011-945E-8DF5CC36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1" name="p05-线-0131">
            <a:extLst xmlns:a="http://schemas.openxmlformats.org/drawingml/2006/main">
              <a:ext uri="{FF2B5EF4-FFF2-40B4-BE49-F238E27FC236}">
                <a16:creationId xmlns:a16="http://schemas.microsoft.com/office/drawing/2014/main" id="{04DBBCDF-650E-4C8C-9186-64A00F8D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05-线-0132">
            <a:extLst xmlns:a="http://schemas.openxmlformats.org/drawingml/2006/main">
              <a:ext uri="{FF2B5EF4-FFF2-40B4-BE49-F238E27FC236}">
                <a16:creationId xmlns:a16="http://schemas.microsoft.com/office/drawing/2014/main" id="{6BA693E6-850B-467D-9787-4C7D5C22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05-线-0133">
            <a:extLst xmlns:a="http://schemas.openxmlformats.org/drawingml/2006/main">
              <a:ext uri="{FF2B5EF4-FFF2-40B4-BE49-F238E27FC236}">
                <a16:creationId xmlns:a16="http://schemas.microsoft.com/office/drawing/2014/main" id="{8073AC84-DBD7-4502-8B46-4F988920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4" name="p05-线-0134">
            <a:extLst xmlns:a="http://schemas.openxmlformats.org/drawingml/2006/main">
              <a:ext uri="{FF2B5EF4-FFF2-40B4-BE49-F238E27FC236}">
                <a16:creationId xmlns:a16="http://schemas.microsoft.com/office/drawing/2014/main" id="{4B5A4BB0-8BDC-4939-8AD0-BE862F2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05-线-0135">
            <a:extLst xmlns:a="http://schemas.openxmlformats.org/drawingml/2006/main">
              <a:ext uri="{FF2B5EF4-FFF2-40B4-BE49-F238E27FC236}">
                <a16:creationId xmlns:a16="http://schemas.microsoft.com/office/drawing/2014/main" id="{76AA5660-8C1B-40EB-89A7-108F5E40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05-线-0136">
            <a:extLst xmlns:a="http://schemas.openxmlformats.org/drawingml/2006/main">
              <a:ext uri="{FF2B5EF4-FFF2-40B4-BE49-F238E27FC236}">
                <a16:creationId xmlns:a16="http://schemas.microsoft.com/office/drawing/2014/main" id="{9267AA4E-4FBF-467A-AE33-B33D5491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7" name="p05-线-0137">
            <a:extLst xmlns:a="http://schemas.openxmlformats.org/drawingml/2006/main">
              <a:ext uri="{FF2B5EF4-FFF2-40B4-BE49-F238E27FC236}">
                <a16:creationId xmlns:a16="http://schemas.microsoft.com/office/drawing/2014/main" id="{8A09531F-296D-493C-AFB8-FB620C2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05-线-0138">
            <a:extLst xmlns:a="http://schemas.openxmlformats.org/drawingml/2006/main">
              <a:ext uri="{FF2B5EF4-FFF2-40B4-BE49-F238E27FC236}">
                <a16:creationId xmlns:a16="http://schemas.microsoft.com/office/drawing/2014/main" id="{1619B29D-14D9-4681-AA03-D4982FF5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5-线-0139">
            <a:extLst xmlns:a="http://schemas.openxmlformats.org/drawingml/2006/main">
              <a:ext uri="{FF2B5EF4-FFF2-40B4-BE49-F238E27FC236}">
                <a16:creationId xmlns:a16="http://schemas.microsoft.com/office/drawing/2014/main" id="{D59CB89B-63FF-4F0B-A43F-85C0BC69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0" name="p05-线-0140">
            <a:extLst xmlns:a="http://schemas.openxmlformats.org/drawingml/2006/main">
              <a:ext uri="{FF2B5EF4-FFF2-40B4-BE49-F238E27FC236}">
                <a16:creationId xmlns:a16="http://schemas.microsoft.com/office/drawing/2014/main" id="{F7EA33D5-8FEC-456A-AF96-CF0690B2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05-线-0141">
            <a:extLst xmlns:a="http://schemas.openxmlformats.org/drawingml/2006/main">
              <a:ext uri="{FF2B5EF4-FFF2-40B4-BE49-F238E27FC236}">
                <a16:creationId xmlns:a16="http://schemas.microsoft.com/office/drawing/2014/main" id="{A09226FF-56DC-45E9-8260-F7B9D5FB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5-线-0142">
            <a:extLst xmlns:a="http://schemas.openxmlformats.org/drawingml/2006/main">
              <a:ext uri="{FF2B5EF4-FFF2-40B4-BE49-F238E27FC236}">
                <a16:creationId xmlns:a16="http://schemas.microsoft.com/office/drawing/2014/main" id="{D1B9993F-DD6A-4659-8985-18779852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3" name="p05-线-0143">
            <a:extLst xmlns:a="http://schemas.openxmlformats.org/drawingml/2006/main">
              <a:ext uri="{FF2B5EF4-FFF2-40B4-BE49-F238E27FC236}">
                <a16:creationId xmlns:a16="http://schemas.microsoft.com/office/drawing/2014/main" id="{C6185289-4621-4DA7-B34B-1A008C37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6574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05-线-0144">
            <a:extLst xmlns:a="http://schemas.openxmlformats.org/drawingml/2006/main">
              <a:ext uri="{FF2B5EF4-FFF2-40B4-BE49-F238E27FC236}">
                <a16:creationId xmlns:a16="http://schemas.microsoft.com/office/drawing/2014/main" id="{DA0B3B89-96B3-434F-B83B-7939A21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5-线-0145">
            <a:extLst xmlns:a="http://schemas.openxmlformats.org/drawingml/2006/main">
              <a:ext uri="{FF2B5EF4-FFF2-40B4-BE49-F238E27FC236}">
                <a16:creationId xmlns:a16="http://schemas.microsoft.com/office/drawing/2014/main" id="{E7F4063A-03DF-49E2-BA7D-FF086E17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6574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6" name="p05-线-0146">
            <a:extLst xmlns:a="http://schemas.openxmlformats.org/drawingml/2006/main">
              <a:ext uri="{FF2B5EF4-FFF2-40B4-BE49-F238E27FC236}">
                <a16:creationId xmlns:a16="http://schemas.microsoft.com/office/drawing/2014/main" id="{18794233-D170-4B54-BE48-B53FCFC8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574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05-线-0147">
            <a:extLst xmlns:a="http://schemas.openxmlformats.org/drawingml/2006/main">
              <a:ext uri="{FF2B5EF4-FFF2-40B4-BE49-F238E27FC236}">
                <a16:creationId xmlns:a16="http://schemas.microsoft.com/office/drawing/2014/main" id="{58A09173-48FB-4BDF-A459-FC48EFB1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05-线-0148">
            <a:extLst xmlns:a="http://schemas.openxmlformats.org/drawingml/2006/main">
              <a:ext uri="{FF2B5EF4-FFF2-40B4-BE49-F238E27FC236}">
                <a16:creationId xmlns:a16="http://schemas.microsoft.com/office/drawing/2014/main" id="{A0476429-D830-4458-A066-A8552A0B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05-线-0149">
            <a:extLst xmlns:a="http://schemas.openxmlformats.org/drawingml/2006/main">
              <a:ext uri="{FF2B5EF4-FFF2-40B4-BE49-F238E27FC236}">
                <a16:creationId xmlns:a16="http://schemas.microsoft.com/office/drawing/2014/main" id="{C2ACFA50-F97E-4F49-A489-4F3C4A84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0" name="p05-线-0150">
            <a:extLst xmlns:a="http://schemas.openxmlformats.org/drawingml/2006/main">
              <a:ext uri="{FF2B5EF4-FFF2-40B4-BE49-F238E27FC236}">
                <a16:creationId xmlns:a16="http://schemas.microsoft.com/office/drawing/2014/main" id="{C4FC0757-B837-4E0E-AB1B-C355C9E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05-线-0151">
            <a:extLst xmlns:a="http://schemas.openxmlformats.org/drawingml/2006/main">
              <a:ext uri="{FF2B5EF4-FFF2-40B4-BE49-F238E27FC236}">
                <a16:creationId xmlns:a16="http://schemas.microsoft.com/office/drawing/2014/main" id="{EFF6E5A6-3DC3-4D4A-9B32-98C39A96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05-线-0152">
            <a:extLst xmlns:a="http://schemas.openxmlformats.org/drawingml/2006/main">
              <a:ext uri="{FF2B5EF4-FFF2-40B4-BE49-F238E27FC236}">
                <a16:creationId xmlns:a16="http://schemas.microsoft.com/office/drawing/2014/main" id="{90E27C37-1D00-4CA5-9EC0-E4E1181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3" name="p05-线-0153">
            <a:extLst xmlns:a="http://schemas.openxmlformats.org/drawingml/2006/main">
              <a:ext uri="{FF2B5EF4-FFF2-40B4-BE49-F238E27FC236}">
                <a16:creationId xmlns:a16="http://schemas.microsoft.com/office/drawing/2014/main" id="{B66AFA78-B768-44F1-B494-082B314B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05-线-0154">
            <a:extLst xmlns:a="http://schemas.openxmlformats.org/drawingml/2006/main">
              <a:ext uri="{FF2B5EF4-FFF2-40B4-BE49-F238E27FC236}">
                <a16:creationId xmlns:a16="http://schemas.microsoft.com/office/drawing/2014/main" id="{38017460-03C5-43B9-A1DE-4DEA57F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05-线-0155">
            <a:extLst xmlns:a="http://schemas.openxmlformats.org/drawingml/2006/main">
              <a:ext uri="{FF2B5EF4-FFF2-40B4-BE49-F238E27FC236}">
                <a16:creationId xmlns:a16="http://schemas.microsoft.com/office/drawing/2014/main" id="{D61835E1-D394-4700-96B0-C94BA305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6" name="p05-线-0156">
            <a:extLst xmlns:a="http://schemas.openxmlformats.org/drawingml/2006/main">
              <a:ext uri="{FF2B5EF4-FFF2-40B4-BE49-F238E27FC236}">
                <a16:creationId xmlns:a16="http://schemas.microsoft.com/office/drawing/2014/main" id="{9AC8FDE5-C627-4CCB-87E2-D93256AA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05-线-0157">
            <a:extLst xmlns:a="http://schemas.openxmlformats.org/drawingml/2006/main">
              <a:ext uri="{FF2B5EF4-FFF2-40B4-BE49-F238E27FC236}">
                <a16:creationId xmlns:a16="http://schemas.microsoft.com/office/drawing/2014/main" id="{C71F48D5-73F0-4540-9690-5F5857AF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05-线-0158">
            <a:extLst xmlns:a="http://schemas.openxmlformats.org/drawingml/2006/main">
              <a:ext uri="{FF2B5EF4-FFF2-40B4-BE49-F238E27FC236}">
                <a16:creationId xmlns:a16="http://schemas.microsoft.com/office/drawing/2014/main" id="{2E9AA414-D53A-48A1-A2F8-E415D289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9" name="p05-线-0159">
            <a:extLst xmlns:a="http://schemas.openxmlformats.org/drawingml/2006/main">
              <a:ext uri="{FF2B5EF4-FFF2-40B4-BE49-F238E27FC236}">
                <a16:creationId xmlns:a16="http://schemas.microsoft.com/office/drawing/2014/main" id="{FF15921D-9148-44DB-B5C2-9E84DDFC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05-线-0160">
            <a:extLst xmlns:a="http://schemas.openxmlformats.org/drawingml/2006/main">
              <a:ext uri="{FF2B5EF4-FFF2-40B4-BE49-F238E27FC236}">
                <a16:creationId xmlns:a16="http://schemas.microsoft.com/office/drawing/2014/main" id="{225CD924-ED5D-44BA-BF5E-D56E3CFD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05-线-0161">
            <a:extLst xmlns:a="http://schemas.openxmlformats.org/drawingml/2006/main">
              <a:ext uri="{FF2B5EF4-FFF2-40B4-BE49-F238E27FC236}">
                <a16:creationId xmlns:a16="http://schemas.microsoft.com/office/drawing/2014/main" id="{63C9918B-42D2-4787-8C5B-A582AE99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2" name="p05-线-0162">
            <a:extLst xmlns:a="http://schemas.openxmlformats.org/drawingml/2006/main">
              <a:ext uri="{FF2B5EF4-FFF2-40B4-BE49-F238E27FC236}">
                <a16:creationId xmlns:a16="http://schemas.microsoft.com/office/drawing/2014/main" id="{033CF13D-3925-46F1-84A1-3AD5040B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05-线-0163">
            <a:extLst xmlns:a="http://schemas.openxmlformats.org/drawingml/2006/main">
              <a:ext uri="{FF2B5EF4-FFF2-40B4-BE49-F238E27FC236}">
                <a16:creationId xmlns:a16="http://schemas.microsoft.com/office/drawing/2014/main" id="{75487694-0ECC-4C59-906F-DDD16353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05-线-0164">
            <a:extLst xmlns:a="http://schemas.openxmlformats.org/drawingml/2006/main">
              <a:ext uri="{FF2B5EF4-FFF2-40B4-BE49-F238E27FC236}">
                <a16:creationId xmlns:a16="http://schemas.microsoft.com/office/drawing/2014/main" id="{10BA44DF-7E35-4D22-9B5D-932E5DDF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5" name="p05-线-0165">
            <a:extLst xmlns:a="http://schemas.openxmlformats.org/drawingml/2006/main">
              <a:ext uri="{FF2B5EF4-FFF2-40B4-BE49-F238E27FC236}">
                <a16:creationId xmlns:a16="http://schemas.microsoft.com/office/drawing/2014/main" id="{54DDBE5B-F23B-4FC6-B390-D48CAE6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05-线-0166">
            <a:extLst xmlns:a="http://schemas.openxmlformats.org/drawingml/2006/main">
              <a:ext uri="{FF2B5EF4-FFF2-40B4-BE49-F238E27FC236}">
                <a16:creationId xmlns:a16="http://schemas.microsoft.com/office/drawing/2014/main" id="{A6031F87-EEEC-4AC0-820B-73D636F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05-线-0167">
            <a:extLst xmlns:a="http://schemas.openxmlformats.org/drawingml/2006/main">
              <a:ext uri="{FF2B5EF4-FFF2-40B4-BE49-F238E27FC236}">
                <a16:creationId xmlns:a16="http://schemas.microsoft.com/office/drawing/2014/main" id="{9C01CAF6-B243-4192-B234-D84264FE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8" name="p05-线-0168">
            <a:extLst xmlns:a="http://schemas.openxmlformats.org/drawingml/2006/main">
              <a:ext uri="{FF2B5EF4-FFF2-40B4-BE49-F238E27FC236}">
                <a16:creationId xmlns:a16="http://schemas.microsoft.com/office/drawing/2014/main" id="{FEF5F0F9-B8FB-4D82-8383-F56CCF5B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05-线-0169">
            <a:extLst xmlns:a="http://schemas.openxmlformats.org/drawingml/2006/main">
              <a:ext uri="{FF2B5EF4-FFF2-40B4-BE49-F238E27FC236}">
                <a16:creationId xmlns:a16="http://schemas.microsoft.com/office/drawing/2014/main" id="{743BB728-CE3A-4D5B-BFFB-725AD3C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5-线-0170">
            <a:extLst xmlns:a="http://schemas.openxmlformats.org/drawingml/2006/main">
              <a:ext uri="{FF2B5EF4-FFF2-40B4-BE49-F238E27FC236}">
                <a16:creationId xmlns:a16="http://schemas.microsoft.com/office/drawing/2014/main" id="{D3311FC0-BB29-412F-A4DB-0F7D52A6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1" name="p05-线-0171">
            <a:extLst xmlns:a="http://schemas.openxmlformats.org/drawingml/2006/main">
              <a:ext uri="{FF2B5EF4-FFF2-40B4-BE49-F238E27FC236}">
                <a16:creationId xmlns:a16="http://schemas.microsoft.com/office/drawing/2014/main" id="{0732B7F9-4CC2-4B7C-8C07-CEC09E54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05-线-0172">
            <a:extLst xmlns:a="http://schemas.openxmlformats.org/drawingml/2006/main">
              <a:ext uri="{FF2B5EF4-FFF2-40B4-BE49-F238E27FC236}">
                <a16:creationId xmlns:a16="http://schemas.microsoft.com/office/drawing/2014/main" id="{21449DD8-9BD2-4059-A117-9E8AC1B3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5-线-0173">
            <a:extLst xmlns:a="http://schemas.openxmlformats.org/drawingml/2006/main">
              <a:ext uri="{FF2B5EF4-FFF2-40B4-BE49-F238E27FC236}">
                <a16:creationId xmlns:a16="http://schemas.microsoft.com/office/drawing/2014/main" id="{EA66959E-1933-4212-B98E-4948A7B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4" name="p05-线-0174">
            <a:extLst xmlns:a="http://schemas.openxmlformats.org/drawingml/2006/main">
              <a:ext uri="{FF2B5EF4-FFF2-40B4-BE49-F238E27FC236}">
                <a16:creationId xmlns:a16="http://schemas.microsoft.com/office/drawing/2014/main" id="{9070BFDB-39AD-4280-96D8-C6F8EC28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8670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05-线-0175">
            <a:extLst xmlns:a="http://schemas.openxmlformats.org/drawingml/2006/main">
              <a:ext uri="{FF2B5EF4-FFF2-40B4-BE49-F238E27FC236}">
                <a16:creationId xmlns:a16="http://schemas.microsoft.com/office/drawing/2014/main" id="{C831C36F-B8BF-4C9A-B4BF-438B6E0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5-线-0176">
            <a:extLst xmlns:a="http://schemas.openxmlformats.org/drawingml/2006/main">
              <a:ext uri="{FF2B5EF4-FFF2-40B4-BE49-F238E27FC236}">
                <a16:creationId xmlns:a16="http://schemas.microsoft.com/office/drawing/2014/main" id="{861840E3-C67A-4E10-9D23-81042E3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86702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7" name="p05-线-0177">
            <a:extLst xmlns:a="http://schemas.openxmlformats.org/drawingml/2006/main">
              <a:ext uri="{FF2B5EF4-FFF2-40B4-BE49-F238E27FC236}">
                <a16:creationId xmlns:a16="http://schemas.microsoft.com/office/drawing/2014/main" id="{6446928E-232C-4D3B-9B42-45B5B010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67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05-线-0178">
            <a:extLst xmlns:a="http://schemas.openxmlformats.org/drawingml/2006/main">
              <a:ext uri="{FF2B5EF4-FFF2-40B4-BE49-F238E27FC236}">
                <a16:creationId xmlns:a16="http://schemas.microsoft.com/office/drawing/2014/main" id="{D67FDD9C-BD14-4C1E-89B1-10278EF3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05-线-0179">
            <a:extLst xmlns:a="http://schemas.openxmlformats.org/drawingml/2006/main">
              <a:ext uri="{FF2B5EF4-FFF2-40B4-BE49-F238E27FC236}">
                <a16:creationId xmlns:a16="http://schemas.microsoft.com/office/drawing/2014/main" id="{87A9971F-AEF3-4803-88BC-352FF4A3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05-线-0180">
            <a:extLst xmlns:a="http://schemas.openxmlformats.org/drawingml/2006/main">
              <a:ext uri="{FF2B5EF4-FFF2-40B4-BE49-F238E27FC236}">
                <a16:creationId xmlns:a16="http://schemas.microsoft.com/office/drawing/2014/main" id="{AD3A30B7-5D31-45FD-9932-6FBFF47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1" name="p05-线-0181">
            <a:extLst xmlns:a="http://schemas.openxmlformats.org/drawingml/2006/main">
              <a:ext uri="{FF2B5EF4-FFF2-40B4-BE49-F238E27FC236}">
                <a16:creationId xmlns:a16="http://schemas.microsoft.com/office/drawing/2014/main" id="{460E7841-F12F-451A-AF05-2CFFE34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05-线-0182">
            <a:extLst xmlns:a="http://schemas.openxmlformats.org/drawingml/2006/main">
              <a:ext uri="{FF2B5EF4-FFF2-40B4-BE49-F238E27FC236}">
                <a16:creationId xmlns:a16="http://schemas.microsoft.com/office/drawing/2014/main" id="{3F847AA8-4DB5-4FA2-B612-13E53D1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05-线-0183">
            <a:extLst xmlns:a="http://schemas.openxmlformats.org/drawingml/2006/main">
              <a:ext uri="{FF2B5EF4-FFF2-40B4-BE49-F238E27FC236}">
                <a16:creationId xmlns:a16="http://schemas.microsoft.com/office/drawing/2014/main" id="{3CAC6A69-1B77-453E-8905-1043C71A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4" name="p05-线-0184">
            <a:extLst xmlns:a="http://schemas.openxmlformats.org/drawingml/2006/main">
              <a:ext uri="{FF2B5EF4-FFF2-40B4-BE49-F238E27FC236}">
                <a16:creationId xmlns:a16="http://schemas.microsoft.com/office/drawing/2014/main" id="{CD5EA8F2-F854-4E1B-8C6C-337215A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05-线-0185">
            <a:extLst xmlns:a="http://schemas.openxmlformats.org/drawingml/2006/main">
              <a:ext uri="{FF2B5EF4-FFF2-40B4-BE49-F238E27FC236}">
                <a16:creationId xmlns:a16="http://schemas.microsoft.com/office/drawing/2014/main" id="{43ABE79A-881F-4640-B9D3-3F1BD53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05-线-0186">
            <a:extLst xmlns:a="http://schemas.openxmlformats.org/drawingml/2006/main">
              <a:ext uri="{FF2B5EF4-FFF2-40B4-BE49-F238E27FC236}">
                <a16:creationId xmlns:a16="http://schemas.microsoft.com/office/drawing/2014/main" id="{45BE737E-950E-4A6F-B36F-00B968D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7" name="p05-线-0187">
            <a:extLst xmlns:a="http://schemas.openxmlformats.org/drawingml/2006/main">
              <a:ext uri="{FF2B5EF4-FFF2-40B4-BE49-F238E27FC236}">
                <a16:creationId xmlns:a16="http://schemas.microsoft.com/office/drawing/2014/main" id="{3BA45833-8024-4EBC-8C91-D90C704E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05-线-0188">
            <a:extLst xmlns:a="http://schemas.openxmlformats.org/drawingml/2006/main">
              <a:ext uri="{FF2B5EF4-FFF2-40B4-BE49-F238E27FC236}">
                <a16:creationId xmlns:a16="http://schemas.microsoft.com/office/drawing/2014/main" id="{75D541B9-C3E4-4206-B0A5-01F6E3C3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05-线-0189">
            <a:extLst xmlns:a="http://schemas.openxmlformats.org/drawingml/2006/main">
              <a:ext uri="{FF2B5EF4-FFF2-40B4-BE49-F238E27FC236}">
                <a16:creationId xmlns:a16="http://schemas.microsoft.com/office/drawing/2014/main" id="{A3E4699C-D67F-4F4E-9642-0798E7AF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0" name="p05-线-0190">
            <a:extLst xmlns:a="http://schemas.openxmlformats.org/drawingml/2006/main">
              <a:ext uri="{FF2B5EF4-FFF2-40B4-BE49-F238E27FC236}">
                <a16:creationId xmlns:a16="http://schemas.microsoft.com/office/drawing/2014/main" id="{9ED43654-5B5E-4851-990C-96C1E38E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05-线-0191">
            <a:extLst xmlns:a="http://schemas.openxmlformats.org/drawingml/2006/main">
              <a:ext uri="{FF2B5EF4-FFF2-40B4-BE49-F238E27FC236}">
                <a16:creationId xmlns:a16="http://schemas.microsoft.com/office/drawing/2014/main" id="{8E61B171-BDFE-44F1-AF2E-1563AFE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05-线-0192">
            <a:extLst xmlns:a="http://schemas.openxmlformats.org/drawingml/2006/main">
              <a:ext uri="{FF2B5EF4-FFF2-40B4-BE49-F238E27FC236}">
                <a16:creationId xmlns:a16="http://schemas.microsoft.com/office/drawing/2014/main" id="{3DA9F8E0-E835-4CC3-B9CB-3022BE5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3" name="p05-线-0193">
            <a:extLst xmlns:a="http://schemas.openxmlformats.org/drawingml/2006/main">
              <a:ext uri="{FF2B5EF4-FFF2-40B4-BE49-F238E27FC236}">
                <a16:creationId xmlns:a16="http://schemas.microsoft.com/office/drawing/2014/main" id="{2E524B3D-9F07-4CFD-8937-511F78BC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05-线-0194">
            <a:extLst xmlns:a="http://schemas.openxmlformats.org/drawingml/2006/main">
              <a:ext uri="{FF2B5EF4-FFF2-40B4-BE49-F238E27FC236}">
                <a16:creationId xmlns:a16="http://schemas.microsoft.com/office/drawing/2014/main" id="{C2CFAD6D-3B99-4031-9F20-6A00039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05-线-0195">
            <a:extLst xmlns:a="http://schemas.openxmlformats.org/drawingml/2006/main">
              <a:ext uri="{FF2B5EF4-FFF2-40B4-BE49-F238E27FC236}">
                <a16:creationId xmlns:a16="http://schemas.microsoft.com/office/drawing/2014/main" id="{8153C6A6-ADC1-41BD-9DE2-6ED93F2E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6" name="p05-线-0196">
            <a:extLst xmlns:a="http://schemas.openxmlformats.org/drawingml/2006/main">
              <a:ext uri="{FF2B5EF4-FFF2-40B4-BE49-F238E27FC236}">
                <a16:creationId xmlns:a16="http://schemas.microsoft.com/office/drawing/2014/main" id="{A6DAF8F5-B9DD-4781-83D8-E871B1D6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05-线-0197">
            <a:extLst xmlns:a="http://schemas.openxmlformats.org/drawingml/2006/main">
              <a:ext uri="{FF2B5EF4-FFF2-40B4-BE49-F238E27FC236}">
                <a16:creationId xmlns:a16="http://schemas.microsoft.com/office/drawing/2014/main" id="{91641D09-3E70-435B-9518-0F7499D5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05-线-0198">
            <a:extLst xmlns:a="http://schemas.openxmlformats.org/drawingml/2006/main">
              <a:ext uri="{FF2B5EF4-FFF2-40B4-BE49-F238E27FC236}">
                <a16:creationId xmlns:a16="http://schemas.microsoft.com/office/drawing/2014/main" id="{3DBD1772-88DE-49D7-AF39-E51123B1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9" name="p05-线-0199">
            <a:extLst xmlns:a="http://schemas.openxmlformats.org/drawingml/2006/main">
              <a:ext uri="{FF2B5EF4-FFF2-40B4-BE49-F238E27FC236}">
                <a16:creationId xmlns:a16="http://schemas.microsoft.com/office/drawing/2014/main" id="{BA487119-CE0E-4446-897A-577E0E9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05-线-0200">
            <a:extLst xmlns:a="http://schemas.openxmlformats.org/drawingml/2006/main">
              <a:ext uri="{FF2B5EF4-FFF2-40B4-BE49-F238E27FC236}">
                <a16:creationId xmlns:a16="http://schemas.microsoft.com/office/drawing/2014/main" id="{01983695-39FC-4A6E-99B3-0FF31D6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5-线-0201">
            <a:extLst xmlns:a="http://schemas.openxmlformats.org/drawingml/2006/main">
              <a:ext uri="{FF2B5EF4-FFF2-40B4-BE49-F238E27FC236}">
                <a16:creationId xmlns:a16="http://schemas.microsoft.com/office/drawing/2014/main" id="{FD9EE444-F45A-4745-AD2A-F3EB5E7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2" name="p05-线-0202">
            <a:extLst xmlns:a="http://schemas.openxmlformats.org/drawingml/2006/main">
              <a:ext uri="{FF2B5EF4-FFF2-40B4-BE49-F238E27FC236}">
                <a16:creationId xmlns:a16="http://schemas.microsoft.com/office/drawing/2014/main" id="{F1A3CEDF-C60B-44CA-9E23-7B9D8B48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05-线-0203">
            <a:extLst xmlns:a="http://schemas.openxmlformats.org/drawingml/2006/main">
              <a:ext uri="{FF2B5EF4-FFF2-40B4-BE49-F238E27FC236}">
                <a16:creationId xmlns:a16="http://schemas.microsoft.com/office/drawing/2014/main" id="{48C24448-91C2-462C-B524-5C93B39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05-线-0204">
            <a:extLst xmlns:a="http://schemas.openxmlformats.org/drawingml/2006/main">
              <a:ext uri="{FF2B5EF4-FFF2-40B4-BE49-F238E27FC236}">
                <a16:creationId xmlns:a16="http://schemas.microsoft.com/office/drawing/2014/main" id="{046D872E-3886-4654-BCD5-EFE74D1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5" name="p05-线-0205">
            <a:extLst xmlns:a="http://schemas.openxmlformats.org/drawingml/2006/main">
              <a:ext uri="{FF2B5EF4-FFF2-40B4-BE49-F238E27FC236}">
                <a16:creationId xmlns:a16="http://schemas.microsoft.com/office/drawing/2014/main" id="{C20B254A-AC6A-4EF3-923B-9679761E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07657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05-线-0206">
            <a:extLst xmlns:a="http://schemas.openxmlformats.org/drawingml/2006/main">
              <a:ext uri="{FF2B5EF4-FFF2-40B4-BE49-F238E27FC236}">
                <a16:creationId xmlns:a16="http://schemas.microsoft.com/office/drawing/2014/main" id="{E2C0EFCC-4DC1-44FA-8CAC-E212E6AF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05-线-0207">
            <a:extLst xmlns:a="http://schemas.openxmlformats.org/drawingml/2006/main">
              <a:ext uri="{FF2B5EF4-FFF2-40B4-BE49-F238E27FC236}">
                <a16:creationId xmlns:a16="http://schemas.microsoft.com/office/drawing/2014/main" id="{10BF696A-9594-4447-8058-66D58F5C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076575"/>
            <a:ext cx="214313" cy="209550"/>
          </a:xfrm>
          <a:custGeom xmlns:a="http://schemas.openxmlformats.org/drawingml/2006/main">
            <a:pathLst>
              <a:path w="214313" h="209550">
                <a:moveTo>
                  <a:pt x="0" y="0"/>
                </a:moveTo>
                <a:lnTo>
                  <a:pt x="214313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8" name="p05-线-0208">
            <a:extLst xmlns:a="http://schemas.openxmlformats.org/drawingml/2006/main">
              <a:ext uri="{FF2B5EF4-FFF2-40B4-BE49-F238E27FC236}">
                <a16:creationId xmlns:a16="http://schemas.microsoft.com/office/drawing/2014/main" id="{97B9BFE1-9D95-4314-919E-757D2E73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7657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05-线-0209">
            <a:extLst xmlns:a="http://schemas.openxmlformats.org/drawingml/2006/main">
              <a:ext uri="{FF2B5EF4-FFF2-40B4-BE49-F238E27FC236}">
                <a16:creationId xmlns:a16="http://schemas.microsoft.com/office/drawing/2014/main" id="{79B46871-4EF2-4395-9E01-537BC966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05-线-0210">
            <a:extLst xmlns:a="http://schemas.openxmlformats.org/drawingml/2006/main">
              <a:ext uri="{FF2B5EF4-FFF2-40B4-BE49-F238E27FC236}">
                <a16:creationId xmlns:a16="http://schemas.microsoft.com/office/drawing/2014/main" id="{715BFB80-9914-4437-B553-D6A0881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05-线-0211">
            <a:extLst xmlns:a="http://schemas.openxmlformats.org/drawingml/2006/main">
              <a:ext uri="{FF2B5EF4-FFF2-40B4-BE49-F238E27FC236}">
                <a16:creationId xmlns:a16="http://schemas.microsoft.com/office/drawing/2014/main" id="{DF053EEA-FAB8-4D8E-AD5E-7143EE0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05-线-0212">
            <a:extLst xmlns:a="http://schemas.openxmlformats.org/drawingml/2006/main">
              <a:ext uri="{FF2B5EF4-FFF2-40B4-BE49-F238E27FC236}">
                <a16:creationId xmlns:a16="http://schemas.microsoft.com/office/drawing/2014/main" id="{7AE01EEA-4441-412D-801A-7C44E34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05-线-0213">
            <a:extLst xmlns:a="http://schemas.openxmlformats.org/drawingml/2006/main">
              <a:ext uri="{FF2B5EF4-FFF2-40B4-BE49-F238E27FC236}">
                <a16:creationId xmlns:a16="http://schemas.microsoft.com/office/drawing/2014/main" id="{947EF436-91BD-426D-AD74-446E1D0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05-线-0214">
            <a:extLst xmlns:a="http://schemas.openxmlformats.org/drawingml/2006/main">
              <a:ext uri="{FF2B5EF4-FFF2-40B4-BE49-F238E27FC236}">
                <a16:creationId xmlns:a16="http://schemas.microsoft.com/office/drawing/2014/main" id="{4945A4DA-6BF8-4443-A22B-7C646A85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05-线-0215">
            <a:extLst xmlns:a="http://schemas.openxmlformats.org/drawingml/2006/main">
              <a:ext uri="{FF2B5EF4-FFF2-40B4-BE49-F238E27FC236}">
                <a16:creationId xmlns:a16="http://schemas.microsoft.com/office/drawing/2014/main" id="{9A634684-726E-4E10-9E30-8013E94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6" name="p05-线-0216">
            <a:extLst xmlns:a="http://schemas.openxmlformats.org/drawingml/2006/main">
              <a:ext uri="{FF2B5EF4-FFF2-40B4-BE49-F238E27FC236}">
                <a16:creationId xmlns:a16="http://schemas.microsoft.com/office/drawing/2014/main" id="{AD713640-3A84-472D-BF9F-61245C24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05-线-0217">
            <a:extLst xmlns:a="http://schemas.openxmlformats.org/drawingml/2006/main">
              <a:ext uri="{FF2B5EF4-FFF2-40B4-BE49-F238E27FC236}">
                <a16:creationId xmlns:a16="http://schemas.microsoft.com/office/drawing/2014/main" id="{32558F82-0A00-433C-89CA-91B8F53A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8" name="p05-线-0218">
            <a:extLst xmlns:a="http://schemas.openxmlformats.org/drawingml/2006/main">
              <a:ext uri="{FF2B5EF4-FFF2-40B4-BE49-F238E27FC236}">
                <a16:creationId xmlns:a16="http://schemas.microsoft.com/office/drawing/2014/main" id="{DBE24BD3-B818-4499-AA59-DDBB19B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286125"/>
            <a:ext cx="214313" cy="95"/>
          </a:xfrm>
          <a:custGeom xmlns:a="http://schemas.openxmlformats.org/drawingml/2006/main">
            <a:pathLst>
              <a:path w="214313" h="9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9" name="p05-椭圆-0219">
            <a:extLst xmlns:a="http://schemas.openxmlformats.org/drawingml/2006/main">
              <a:ext uri="{FF2B5EF4-FFF2-40B4-BE49-F238E27FC236}">
                <a16:creationId xmlns:a16="http://schemas.microsoft.com/office/drawing/2014/main" id="{8BB71908-3FB2-43C6-9329-D3DA701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345" y="2355611"/>
            <a:ext cx="230785" cy="1846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0" name="p05-椭圆-0220">
            <a:extLst xmlns:a="http://schemas.openxmlformats.org/drawingml/2006/main">
              <a:ext uri="{FF2B5EF4-FFF2-40B4-BE49-F238E27FC236}">
                <a16:creationId xmlns:a16="http://schemas.microsoft.com/office/drawing/2014/main" id="{157EDFA3-DB9C-4A14-BD9D-3BDF101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97" y="2369552"/>
            <a:ext cx="195931" cy="156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1" name="p05-椭圆-0221">
            <a:extLst xmlns:a="http://schemas.openxmlformats.org/drawingml/2006/main">
              <a:ext uri="{FF2B5EF4-FFF2-40B4-BE49-F238E27FC236}">
                <a16:creationId xmlns:a16="http://schemas.microsoft.com/office/drawing/2014/main" id="{A4A335B2-A5AF-4F32-A5AD-F519D85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423" y="2349073"/>
            <a:ext cx="247130" cy="197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2" name="p05-椭圆-0222">
            <a:extLst xmlns:a="http://schemas.openxmlformats.org/drawingml/2006/main">
              <a:ext uri="{FF2B5EF4-FFF2-40B4-BE49-F238E27FC236}">
                <a16:creationId xmlns:a16="http://schemas.microsoft.com/office/drawing/2014/main" id="{8AA5B962-622B-4FD5-89A9-5CE26F17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8927" y="2352176"/>
            <a:ext cx="239372" cy="191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3" name="p05-椭圆-0223">
            <a:extLst xmlns:a="http://schemas.openxmlformats.org/drawingml/2006/main">
              <a:ext uri="{FF2B5EF4-FFF2-40B4-BE49-F238E27FC236}">
                <a16:creationId xmlns:a16="http://schemas.microsoft.com/office/drawing/2014/main" id="{39D9131C-0212-4186-9F78-2D9EF1D0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922" y="2370073"/>
            <a:ext cx="194630" cy="155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4" name="p05-椭圆-0224">
            <a:extLst xmlns:a="http://schemas.openxmlformats.org/drawingml/2006/main">
              <a:ext uri="{FF2B5EF4-FFF2-40B4-BE49-F238E27FC236}">
                <a16:creationId xmlns:a16="http://schemas.microsoft.com/office/drawing/2014/main" id="{F8978583-5281-4267-A7E1-0B3C5BD0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772" y="2788652"/>
            <a:ext cx="195931" cy="156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5" name="p05-椭圆-0225">
            <a:extLst xmlns:a="http://schemas.openxmlformats.org/drawingml/2006/main">
              <a:ext uri="{FF2B5EF4-FFF2-40B4-BE49-F238E27FC236}">
                <a16:creationId xmlns:a16="http://schemas.microsoft.com/office/drawing/2014/main" id="{17BDA374-8338-4900-8923-7A5D2CBB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98" y="2768173"/>
            <a:ext cx="247130" cy="197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6" name="p05-椭圆-0226">
            <a:extLst xmlns:a="http://schemas.openxmlformats.org/drawingml/2006/main">
              <a:ext uri="{FF2B5EF4-FFF2-40B4-BE49-F238E27FC236}">
                <a16:creationId xmlns:a16="http://schemas.microsoft.com/office/drawing/2014/main" id="{62A92A8F-1B7E-4BE6-B0F2-B3F66AB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302" y="2771276"/>
            <a:ext cx="239372" cy="191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7" name="p05-椭圆-0227">
            <a:extLst xmlns:a="http://schemas.openxmlformats.org/drawingml/2006/main">
              <a:ext uri="{FF2B5EF4-FFF2-40B4-BE49-F238E27FC236}">
                <a16:creationId xmlns:a16="http://schemas.microsoft.com/office/drawing/2014/main" id="{2DE0AE96-031C-44D0-B1CD-B74106CF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297" y="2789173"/>
            <a:ext cx="194630" cy="155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8" name="p05-椭圆-0228">
            <a:extLst xmlns:a="http://schemas.openxmlformats.org/drawingml/2006/main">
              <a:ext uri="{FF2B5EF4-FFF2-40B4-BE49-F238E27FC236}">
                <a16:creationId xmlns:a16="http://schemas.microsoft.com/office/drawing/2014/main" id="{D27DE870-C325-4331-B52C-8FBF6900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424" y="2771174"/>
            <a:ext cx="239627" cy="1917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9" name="p05-路径-0229">
            <a:extLst xmlns:a="http://schemas.openxmlformats.org/drawingml/2006/main">
              <a:ext uri="{FF2B5EF4-FFF2-40B4-BE49-F238E27FC236}">
                <a16:creationId xmlns:a16="http://schemas.microsoft.com/office/drawing/2014/main" id="{9A7A14B3-D4F9-4EBD-866C-D42F54D8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41218"/>
            <a:ext cx="1990725" cy="221949"/>
          </a:xfrm>
          <a:custGeom xmlns:a="http://schemas.openxmlformats.org/drawingml/2006/main">
            <a:pathLst>
              <a:path w="1990725" h="221949">
                <a:moveTo>
                  <a:pt x="0" y="91111"/>
                </a:moveTo>
                <a:lnTo>
                  <a:pt x="53661" y="61457"/>
                </a:lnTo>
                <a:lnTo>
                  <a:pt x="108349" y="38198"/>
                </a:lnTo>
                <a:lnTo>
                  <a:pt x="164016" y="20879"/>
                </a:lnTo>
                <a:lnTo>
                  <a:pt x="220614" y="9043"/>
                </a:lnTo>
                <a:lnTo>
                  <a:pt x="278097" y="2235"/>
                </a:lnTo>
                <a:lnTo>
                  <a:pt x="336417" y="0"/>
                </a:lnTo>
                <a:lnTo>
                  <a:pt x="395526" y="1881"/>
                </a:lnTo>
                <a:lnTo>
                  <a:pt x="455377" y="7422"/>
                </a:lnTo>
                <a:lnTo>
                  <a:pt x="515922" y="16168"/>
                </a:lnTo>
                <a:lnTo>
                  <a:pt x="577113" y="27663"/>
                </a:lnTo>
                <a:lnTo>
                  <a:pt x="638904" y="41451"/>
                </a:lnTo>
                <a:lnTo>
                  <a:pt x="701246" y="57076"/>
                </a:lnTo>
                <a:lnTo>
                  <a:pt x="827394" y="92014"/>
                </a:lnTo>
                <a:lnTo>
                  <a:pt x="955179" y="128830"/>
                </a:lnTo>
                <a:lnTo>
                  <a:pt x="1084219" y="163879"/>
                </a:lnTo>
                <a:lnTo>
                  <a:pt x="1149092" y="179600"/>
                </a:lnTo>
                <a:lnTo>
                  <a:pt x="1214135" y="193512"/>
                </a:lnTo>
                <a:lnTo>
                  <a:pt x="1279303" y="205159"/>
                </a:lnTo>
                <a:lnTo>
                  <a:pt x="1344546" y="214085"/>
                </a:lnTo>
                <a:lnTo>
                  <a:pt x="1409819" y="219833"/>
                </a:lnTo>
                <a:lnTo>
                  <a:pt x="1475073" y="221949"/>
                </a:lnTo>
                <a:lnTo>
                  <a:pt x="1540260" y="219976"/>
                </a:lnTo>
                <a:lnTo>
                  <a:pt x="1605334" y="213459"/>
                </a:lnTo>
                <a:lnTo>
                  <a:pt x="1670246" y="201941"/>
                </a:lnTo>
                <a:lnTo>
                  <a:pt x="1734950" y="184967"/>
                </a:lnTo>
                <a:lnTo>
                  <a:pt x="1799397" y="162081"/>
                </a:lnTo>
                <a:lnTo>
                  <a:pt x="1863540" y="132827"/>
                </a:lnTo>
                <a:lnTo>
                  <a:pt x="1927332" y="96749"/>
                </a:lnTo>
                <a:lnTo>
                  <a:pt x="1990725" y="53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30" name="p05-文本-0230">
            <a:extLst xmlns:a="http://schemas.openxmlformats.org/drawingml/2006/main">
              <a:ext uri="{FF2B5EF4-FFF2-40B4-BE49-F238E27FC236}">
                <a16:creationId xmlns:a16="http://schemas.microsoft.com/office/drawing/2014/main" id="{5DB4CCAF-0B51-43AE-A9F2-249AF8A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4102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孔道、界面与有效厚度</a:t>
            </a:r>
          </a:p>
        </p:txBody>
      </p:sp>
      <p:sp>
        <p:nvSpPr>
          <p:cNvPr id="231" name="p05-文本-0231">
            <a:extLst xmlns:a="http://schemas.openxmlformats.org/drawingml/2006/main">
              <a:ext uri="{FF2B5EF4-FFF2-40B4-BE49-F238E27FC236}">
                <a16:creationId xmlns:a16="http://schemas.microsoft.com/office/drawing/2014/main" id="{F2AD2BB8-5136-4721-9C8C-ECA1D154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4107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提取可控制的结构参数</a:t>
            </a:r>
          </a:p>
        </p:txBody>
      </p:sp>
      <p:sp>
        <p:nvSpPr>
          <p:cNvPr id="232" name="p05-矩形-0232">
            <a:extLst xmlns:a="http://schemas.openxmlformats.org/drawingml/2006/main">
              <a:ext uri="{FF2B5EF4-FFF2-40B4-BE49-F238E27FC236}">
                <a16:creationId xmlns:a16="http://schemas.microsoft.com/office/drawing/2014/main" id="{0A8203C6-5751-4CC3-B242-71D3FC96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3" name="p05-文本-0233">
            <a:extLst xmlns:a="http://schemas.openxmlformats.org/drawingml/2006/main">
              <a:ext uri="{FF2B5EF4-FFF2-40B4-BE49-F238E27FC236}">
                <a16:creationId xmlns:a16="http://schemas.microsoft.com/office/drawing/2014/main" id="{66DF9F18-19D9-4F86-A046-0872513E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822" y="3717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评价指标</a:t>
            </a:r>
          </a:p>
        </p:txBody>
      </p:sp>
      <p:sp>
        <p:nvSpPr>
          <p:cNvPr id="234" name="p05-文本-0234">
            <a:extLst xmlns:a="http://schemas.openxmlformats.org/drawingml/2006/main">
              <a:ext uri="{FF2B5EF4-FFF2-40B4-BE49-F238E27FC236}">
                <a16:creationId xmlns:a16="http://schemas.microsoft.com/office/drawing/2014/main" id="{D2160806-1662-4CFA-983D-8333E6F2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4990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35" name="p05-线-0235">
            <a:extLst xmlns:a="http://schemas.openxmlformats.org/drawingml/2006/main">
              <a:ext uri="{FF2B5EF4-FFF2-40B4-BE49-F238E27FC236}">
                <a16:creationId xmlns:a16="http://schemas.microsoft.com/office/drawing/2014/main" id="{3521BEE1-5E68-49D4-8033-880AEB19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6" name="p05-线-0236">
            <a:extLst xmlns:a="http://schemas.openxmlformats.org/drawingml/2006/main">
              <a:ext uri="{FF2B5EF4-FFF2-40B4-BE49-F238E27FC236}">
                <a16:creationId xmlns:a16="http://schemas.microsoft.com/office/drawing/2014/main" id="{62361E93-CF8A-404A-9FF2-5A9FB669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1485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7" name="p05-线-0237">
            <a:extLst xmlns:a="http://schemas.openxmlformats.org/drawingml/2006/main">
              <a:ext uri="{FF2B5EF4-FFF2-40B4-BE49-F238E27FC236}">
                <a16:creationId xmlns:a16="http://schemas.microsoft.com/office/drawing/2014/main" id="{7EF770AB-4B5D-4ACF-AC1B-F2078BC3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72025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8" name="p05-线-0238">
            <a:extLst xmlns:a="http://schemas.openxmlformats.org/drawingml/2006/main">
              <a:ext uri="{FF2B5EF4-FFF2-40B4-BE49-F238E27FC236}">
                <a16:creationId xmlns:a16="http://schemas.microsoft.com/office/drawing/2014/main" id="{49912CC3-1012-4D2D-BB1E-E3786FFD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2920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9" name="p05-线-0239">
            <a:extLst xmlns:a="http://schemas.openxmlformats.org/drawingml/2006/main">
              <a:ext uri="{FF2B5EF4-FFF2-40B4-BE49-F238E27FC236}">
                <a16:creationId xmlns:a16="http://schemas.microsoft.com/office/drawing/2014/main" id="{EABECC45-36D9-484D-9F9A-121126E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86375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0" name="p05-路径-0240">
            <a:extLst xmlns:a="http://schemas.openxmlformats.org/drawingml/2006/main">
              <a:ext uri="{FF2B5EF4-FFF2-40B4-BE49-F238E27FC236}">
                <a16:creationId xmlns:a16="http://schemas.microsoft.com/office/drawing/2014/main" id="{26128854-88C4-40D6-9B87-A8495097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0110"/>
            <a:ext cx="2143125" cy="578168"/>
          </a:xfrm>
          <a:custGeom xmlns:a="http://schemas.openxmlformats.org/drawingml/2006/main">
            <a:pathLst>
              <a:path w="2143125" h="578168">
                <a:moveTo>
                  <a:pt x="0" y="0"/>
                </a:moveTo>
                <a:lnTo>
                  <a:pt x="71438" y="42863"/>
                </a:lnTo>
                <a:lnTo>
                  <a:pt x="142875" y="82868"/>
                </a:lnTo>
                <a:lnTo>
                  <a:pt x="214313" y="120968"/>
                </a:lnTo>
                <a:lnTo>
                  <a:pt x="285750" y="156210"/>
                </a:lnTo>
                <a:lnTo>
                  <a:pt x="357188" y="189547"/>
                </a:lnTo>
                <a:lnTo>
                  <a:pt x="428625" y="220028"/>
                </a:lnTo>
                <a:lnTo>
                  <a:pt x="500063" y="248603"/>
                </a:lnTo>
                <a:lnTo>
                  <a:pt x="571500" y="276225"/>
                </a:lnTo>
                <a:lnTo>
                  <a:pt x="642938" y="300990"/>
                </a:lnTo>
                <a:lnTo>
                  <a:pt x="714375" y="324803"/>
                </a:lnTo>
                <a:lnTo>
                  <a:pt x="785813" y="346710"/>
                </a:lnTo>
                <a:lnTo>
                  <a:pt x="857250" y="367665"/>
                </a:lnTo>
                <a:lnTo>
                  <a:pt x="928688" y="387668"/>
                </a:lnTo>
                <a:lnTo>
                  <a:pt x="1000125" y="405765"/>
                </a:lnTo>
                <a:lnTo>
                  <a:pt x="1071563" y="421958"/>
                </a:lnTo>
                <a:lnTo>
                  <a:pt x="1143000" y="438150"/>
                </a:lnTo>
                <a:lnTo>
                  <a:pt x="1214438" y="453390"/>
                </a:lnTo>
                <a:lnTo>
                  <a:pt x="1285875" y="466725"/>
                </a:lnTo>
                <a:lnTo>
                  <a:pt x="1357313" y="480060"/>
                </a:lnTo>
                <a:lnTo>
                  <a:pt x="1428750" y="492443"/>
                </a:lnTo>
                <a:lnTo>
                  <a:pt x="1500188" y="502920"/>
                </a:lnTo>
                <a:lnTo>
                  <a:pt x="1571625" y="514350"/>
                </a:lnTo>
                <a:lnTo>
                  <a:pt x="1643063" y="523875"/>
                </a:lnTo>
                <a:lnTo>
                  <a:pt x="1714500" y="533400"/>
                </a:lnTo>
                <a:lnTo>
                  <a:pt x="1785938" y="541972"/>
                </a:lnTo>
                <a:lnTo>
                  <a:pt x="1857375" y="550545"/>
                </a:lnTo>
                <a:lnTo>
                  <a:pt x="1928813" y="558165"/>
                </a:lnTo>
                <a:lnTo>
                  <a:pt x="2000250" y="564833"/>
                </a:lnTo>
                <a:lnTo>
                  <a:pt x="2071688" y="571500"/>
                </a:lnTo>
                <a:lnTo>
                  <a:pt x="2143125" y="57816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41" name="p05-椭圆-0241">
            <a:extLst xmlns:a="http://schemas.openxmlformats.org/drawingml/2006/main">
              <a:ext uri="{FF2B5EF4-FFF2-40B4-BE49-F238E27FC236}">
                <a16:creationId xmlns:a16="http://schemas.microsoft.com/office/drawing/2014/main" id="{EDBCB2B0-782F-4A93-BF47-0D351DF1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" y="466305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2" name="p05-椭圆-0242">
            <a:extLst xmlns:a="http://schemas.openxmlformats.org/drawingml/2006/main">
              <a:ext uri="{FF2B5EF4-FFF2-40B4-BE49-F238E27FC236}">
                <a16:creationId xmlns:a16="http://schemas.microsoft.com/office/drawing/2014/main" id="{AF8CF884-7B87-40FD-A5CD-E6F1F8B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88350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3" name="p05-椭圆-0243">
            <a:extLst xmlns:a="http://schemas.openxmlformats.org/drawingml/2006/main">
              <a:ext uri="{FF2B5EF4-FFF2-40B4-BE49-F238E27FC236}">
                <a16:creationId xmlns:a16="http://schemas.microsoft.com/office/drawing/2014/main" id="{BF2999BD-0A8E-46A8-8770-1D66956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" y="50312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4" name="p05-椭圆-0244">
            <a:extLst xmlns:a="http://schemas.openxmlformats.org/drawingml/2006/main">
              <a:ext uri="{FF2B5EF4-FFF2-40B4-BE49-F238E27FC236}">
                <a16:creationId xmlns:a16="http://schemas.microsoft.com/office/drawing/2014/main" id="{683C1C31-8ACF-4D31-AEB8-072CD9F1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51303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5" name="p05-椭圆-0245">
            <a:extLst xmlns:a="http://schemas.openxmlformats.org/drawingml/2006/main">
              <a:ext uri="{FF2B5EF4-FFF2-40B4-BE49-F238E27FC236}">
                <a16:creationId xmlns:a16="http://schemas.microsoft.com/office/drawing/2014/main" id="{F228FC92-3BDE-4C4E-ACD7-9F9B7F9D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05" y="51967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6" name="p05-椭圆-0246">
            <a:extLst xmlns:a="http://schemas.openxmlformats.org/drawingml/2006/main">
              <a:ext uri="{FF2B5EF4-FFF2-40B4-BE49-F238E27FC236}">
                <a16:creationId xmlns:a16="http://schemas.microsoft.com/office/drawing/2014/main" id="{1B371975-1645-4D49-B266-B57664F3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524122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7" name="p05-路径-0247">
            <a:extLst xmlns:a="http://schemas.openxmlformats.org/drawingml/2006/main">
              <a:ext uri="{FF2B5EF4-FFF2-40B4-BE49-F238E27FC236}">
                <a16:creationId xmlns:a16="http://schemas.microsoft.com/office/drawing/2014/main" id="{F47AD65E-503B-46CE-BAF5-AF39425F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0110"/>
            <a:ext cx="2143125" cy="635318"/>
          </a:xfrm>
          <a:custGeom xmlns:a="http://schemas.openxmlformats.org/drawingml/2006/main">
            <a:pathLst>
              <a:path w="2143125" h="635318">
                <a:moveTo>
                  <a:pt x="0" y="0"/>
                </a:moveTo>
                <a:lnTo>
                  <a:pt x="71438" y="62865"/>
                </a:lnTo>
                <a:lnTo>
                  <a:pt x="142875" y="120968"/>
                </a:lnTo>
                <a:lnTo>
                  <a:pt x="214313" y="173355"/>
                </a:lnTo>
                <a:lnTo>
                  <a:pt x="285750" y="220028"/>
                </a:lnTo>
                <a:lnTo>
                  <a:pt x="357188" y="262890"/>
                </a:lnTo>
                <a:lnTo>
                  <a:pt x="428625" y="300990"/>
                </a:lnTo>
                <a:lnTo>
                  <a:pt x="500063" y="336233"/>
                </a:lnTo>
                <a:lnTo>
                  <a:pt x="571500" y="367665"/>
                </a:lnTo>
                <a:lnTo>
                  <a:pt x="642938" y="396240"/>
                </a:lnTo>
                <a:lnTo>
                  <a:pt x="714375" y="421958"/>
                </a:lnTo>
                <a:lnTo>
                  <a:pt x="785813" y="445770"/>
                </a:lnTo>
                <a:lnTo>
                  <a:pt x="857250" y="466725"/>
                </a:lnTo>
                <a:lnTo>
                  <a:pt x="928688" y="485775"/>
                </a:lnTo>
                <a:lnTo>
                  <a:pt x="1000125" y="502920"/>
                </a:lnTo>
                <a:lnTo>
                  <a:pt x="1071563" y="519113"/>
                </a:lnTo>
                <a:lnTo>
                  <a:pt x="1143000" y="533400"/>
                </a:lnTo>
                <a:lnTo>
                  <a:pt x="1214438" y="545783"/>
                </a:lnTo>
                <a:lnTo>
                  <a:pt x="1285875" y="558165"/>
                </a:lnTo>
                <a:lnTo>
                  <a:pt x="1357313" y="568643"/>
                </a:lnTo>
                <a:lnTo>
                  <a:pt x="1428750" y="578168"/>
                </a:lnTo>
                <a:lnTo>
                  <a:pt x="1500188" y="586740"/>
                </a:lnTo>
                <a:lnTo>
                  <a:pt x="1571625" y="594360"/>
                </a:lnTo>
                <a:lnTo>
                  <a:pt x="1643063" y="601028"/>
                </a:lnTo>
                <a:lnTo>
                  <a:pt x="1714500" y="607695"/>
                </a:lnTo>
                <a:lnTo>
                  <a:pt x="1785938" y="613410"/>
                </a:lnTo>
                <a:lnTo>
                  <a:pt x="1857375" y="618172"/>
                </a:lnTo>
                <a:lnTo>
                  <a:pt x="1928813" y="622935"/>
                </a:lnTo>
                <a:lnTo>
                  <a:pt x="2000250" y="627697"/>
                </a:lnTo>
                <a:lnTo>
                  <a:pt x="2071688" y="631508"/>
                </a:lnTo>
                <a:lnTo>
                  <a:pt x="2143125" y="63531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48" name="p05-椭圆-0248">
            <a:extLst xmlns:a="http://schemas.openxmlformats.org/drawingml/2006/main">
              <a:ext uri="{FF2B5EF4-FFF2-40B4-BE49-F238E27FC236}">
                <a16:creationId xmlns:a16="http://schemas.microsoft.com/office/drawing/2014/main" id="{6EF7F6CC-287D-43B6-BE51-25CAC47D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" y="466305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9" name="p05-椭圆-0249">
            <a:extLst xmlns:a="http://schemas.openxmlformats.org/drawingml/2006/main">
              <a:ext uri="{FF2B5EF4-FFF2-40B4-BE49-F238E27FC236}">
                <a16:creationId xmlns:a16="http://schemas.microsoft.com/office/drawing/2014/main" id="{463094A6-F682-433C-BB5C-9A28AC74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96474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0" name="p05-椭圆-0250">
            <a:extLst xmlns:a="http://schemas.openxmlformats.org/drawingml/2006/main">
              <a:ext uri="{FF2B5EF4-FFF2-40B4-BE49-F238E27FC236}">
                <a16:creationId xmlns:a16="http://schemas.microsoft.com/office/drawing/2014/main" id="{5BB2284F-76E2-4FAA-BD25-27E1230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" y="51303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1" name="p05-椭圆-0251">
            <a:extLst xmlns:a="http://schemas.openxmlformats.org/drawingml/2006/main">
              <a:ext uri="{FF2B5EF4-FFF2-40B4-BE49-F238E27FC236}">
                <a16:creationId xmlns:a16="http://schemas.microsoft.com/office/drawing/2014/main" id="{92D9B22A-4EAB-4ABE-BC3E-AB7A5832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522118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2" name="p05-椭圆-0252">
            <a:extLst xmlns:a="http://schemas.openxmlformats.org/drawingml/2006/main">
              <a:ext uri="{FF2B5EF4-FFF2-40B4-BE49-F238E27FC236}">
                <a16:creationId xmlns:a16="http://schemas.microsoft.com/office/drawing/2014/main" id="{7242611F-2571-45DF-AB1A-6405E8A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05" y="52710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3" name="p05-椭圆-0253">
            <a:extLst xmlns:a="http://schemas.openxmlformats.org/drawingml/2006/main">
              <a:ext uri="{FF2B5EF4-FFF2-40B4-BE49-F238E27FC236}">
                <a16:creationId xmlns:a16="http://schemas.microsoft.com/office/drawing/2014/main" id="{1C7934F2-7CB7-4249-8DC6-E18B2F09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529842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4" name="p05-路径-0254">
            <a:extLst xmlns:a="http://schemas.openxmlformats.org/drawingml/2006/main">
              <a:ext uri="{FF2B5EF4-FFF2-40B4-BE49-F238E27FC236}">
                <a16:creationId xmlns:a16="http://schemas.microsoft.com/office/drawing/2014/main" id="{A32715DE-36BF-4A35-B85A-4902CA5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0110"/>
            <a:ext cx="2143125" cy="656272"/>
          </a:xfrm>
          <a:custGeom xmlns:a="http://schemas.openxmlformats.org/drawingml/2006/main">
            <a:pathLst>
              <a:path w="2143125" h="656272">
                <a:moveTo>
                  <a:pt x="0" y="0"/>
                </a:moveTo>
                <a:lnTo>
                  <a:pt x="71438" y="82868"/>
                </a:lnTo>
                <a:lnTo>
                  <a:pt x="142875" y="156210"/>
                </a:lnTo>
                <a:lnTo>
                  <a:pt x="214313" y="220028"/>
                </a:lnTo>
                <a:lnTo>
                  <a:pt x="285750" y="276225"/>
                </a:lnTo>
                <a:lnTo>
                  <a:pt x="357188" y="324803"/>
                </a:lnTo>
                <a:lnTo>
                  <a:pt x="428625" y="367665"/>
                </a:lnTo>
                <a:lnTo>
                  <a:pt x="500063" y="405765"/>
                </a:lnTo>
                <a:lnTo>
                  <a:pt x="571500" y="438150"/>
                </a:lnTo>
                <a:lnTo>
                  <a:pt x="642938" y="466725"/>
                </a:lnTo>
                <a:lnTo>
                  <a:pt x="714375" y="492443"/>
                </a:lnTo>
                <a:lnTo>
                  <a:pt x="785813" y="514350"/>
                </a:lnTo>
                <a:lnTo>
                  <a:pt x="857250" y="533400"/>
                </a:lnTo>
                <a:lnTo>
                  <a:pt x="928688" y="550545"/>
                </a:lnTo>
                <a:lnTo>
                  <a:pt x="1000125" y="564833"/>
                </a:lnTo>
                <a:lnTo>
                  <a:pt x="1071563" y="578168"/>
                </a:lnTo>
                <a:lnTo>
                  <a:pt x="1143000" y="588645"/>
                </a:lnTo>
                <a:lnTo>
                  <a:pt x="1214438" y="599122"/>
                </a:lnTo>
                <a:lnTo>
                  <a:pt x="1285875" y="607695"/>
                </a:lnTo>
                <a:lnTo>
                  <a:pt x="1357313" y="615315"/>
                </a:lnTo>
                <a:lnTo>
                  <a:pt x="1428750" y="621983"/>
                </a:lnTo>
                <a:lnTo>
                  <a:pt x="1500188" y="627697"/>
                </a:lnTo>
                <a:lnTo>
                  <a:pt x="1571625" y="632460"/>
                </a:lnTo>
                <a:lnTo>
                  <a:pt x="1643063" y="637222"/>
                </a:lnTo>
                <a:lnTo>
                  <a:pt x="1714500" y="641033"/>
                </a:lnTo>
                <a:lnTo>
                  <a:pt x="1785938" y="644843"/>
                </a:lnTo>
                <a:lnTo>
                  <a:pt x="1857375" y="647700"/>
                </a:lnTo>
                <a:lnTo>
                  <a:pt x="1928813" y="649605"/>
                </a:lnTo>
                <a:lnTo>
                  <a:pt x="2000250" y="652463"/>
                </a:lnTo>
                <a:lnTo>
                  <a:pt x="2071688" y="654368"/>
                </a:lnTo>
                <a:lnTo>
                  <a:pt x="2143125" y="65627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55" name="p05-椭圆-0255">
            <a:extLst xmlns:a="http://schemas.openxmlformats.org/drawingml/2006/main">
              <a:ext uri="{FF2B5EF4-FFF2-40B4-BE49-F238E27FC236}">
                <a16:creationId xmlns:a16="http://schemas.microsoft.com/office/drawing/2014/main" id="{37EF394F-8BD6-4409-804A-8F166D03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" y="466305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6" name="p05-椭圆-0256">
            <a:extLst xmlns:a="http://schemas.openxmlformats.org/drawingml/2006/main">
              <a:ext uri="{FF2B5EF4-FFF2-40B4-BE49-F238E27FC236}">
                <a16:creationId xmlns:a16="http://schemas.microsoft.com/office/drawing/2014/main" id="{A715E7E7-669D-4306-9E65-80D18B0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50312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7" name="p05-椭圆-0257">
            <a:extLst xmlns:a="http://schemas.openxmlformats.org/drawingml/2006/main">
              <a:ext uri="{FF2B5EF4-FFF2-40B4-BE49-F238E27FC236}">
                <a16:creationId xmlns:a16="http://schemas.microsoft.com/office/drawing/2014/main" id="{76FC2FBE-2DAF-4B07-B17E-F8EA504A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" y="51967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8" name="p05-椭圆-0258">
            <a:extLst xmlns:a="http://schemas.openxmlformats.org/drawingml/2006/main">
              <a:ext uri="{FF2B5EF4-FFF2-40B4-BE49-F238E27FC236}">
                <a16:creationId xmlns:a16="http://schemas.microsoft.com/office/drawing/2014/main" id="{C2C463FF-CB8A-4C3B-BCD8-CAAE5E70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52710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9" name="p05-椭圆-0259">
            <a:extLst xmlns:a="http://schemas.openxmlformats.org/drawingml/2006/main">
              <a:ext uri="{FF2B5EF4-FFF2-40B4-BE49-F238E27FC236}">
                <a16:creationId xmlns:a16="http://schemas.microsoft.com/office/drawing/2014/main" id="{F6F952E3-C0CB-46B7-AB53-8A058C2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05" y="530445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0" name="p05-椭圆-0260">
            <a:extLst xmlns:a="http://schemas.openxmlformats.org/drawingml/2006/main">
              <a:ext uri="{FF2B5EF4-FFF2-40B4-BE49-F238E27FC236}">
                <a16:creationId xmlns:a16="http://schemas.microsoft.com/office/drawing/2014/main" id="{4398E50A-2A8A-43E0-B36A-B48B03E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531946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1" name="p05-文本-0261">
            <a:extLst xmlns:a="http://schemas.openxmlformats.org/drawingml/2006/main">
              <a:ext uri="{FF2B5EF4-FFF2-40B4-BE49-F238E27FC236}">
                <a16:creationId xmlns:a16="http://schemas.microsoft.com/office/drawing/2014/main" id="{D97BE2D5-D17F-4578-894B-7C5573B3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3" y="564057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62" name="p05-线-0262">
            <a:extLst xmlns:a="http://schemas.openxmlformats.org/drawingml/2006/main">
              <a:ext uri="{FF2B5EF4-FFF2-40B4-BE49-F238E27FC236}">
                <a16:creationId xmlns:a16="http://schemas.microsoft.com/office/drawing/2014/main" id="{E09DF809-3642-4334-9A7A-20CD0BF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63" name="p05-文本-0263">
            <a:extLst xmlns:a="http://schemas.openxmlformats.org/drawingml/2006/main">
              <a:ext uri="{FF2B5EF4-FFF2-40B4-BE49-F238E27FC236}">
                <a16:creationId xmlns:a16="http://schemas.microsoft.com/office/drawing/2014/main" id="{3E92E9FB-A67E-4A2C-B91E-CD929F6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8068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64" name="p05-线-0264">
            <a:extLst xmlns:a="http://schemas.openxmlformats.org/drawingml/2006/main">
              <a:ext uri="{FF2B5EF4-FFF2-40B4-BE49-F238E27FC236}">
                <a16:creationId xmlns:a16="http://schemas.microsoft.com/office/drawing/2014/main" id="{F84C7485-0C86-49FB-A9B5-7C149223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65" name="p05-文本-0265">
            <a:extLst xmlns:a="http://schemas.openxmlformats.org/drawingml/2006/main">
              <a:ext uri="{FF2B5EF4-FFF2-40B4-BE49-F238E27FC236}">
                <a16:creationId xmlns:a16="http://schemas.microsoft.com/office/drawing/2014/main" id="{0E33DE00-5603-46B2-8491-65CF8190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806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66" name="p05-线-0266">
            <a:extLst xmlns:a="http://schemas.openxmlformats.org/drawingml/2006/main">
              <a:ext uri="{FF2B5EF4-FFF2-40B4-BE49-F238E27FC236}">
                <a16:creationId xmlns:a16="http://schemas.microsoft.com/office/drawing/2014/main" id="{FC2B6CAF-1D11-44D2-9BE4-B798D3AC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529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67" name="p05-文本-0267">
            <a:extLst xmlns:a="http://schemas.openxmlformats.org/drawingml/2006/main">
              <a:ext uri="{FF2B5EF4-FFF2-40B4-BE49-F238E27FC236}">
                <a16:creationId xmlns:a16="http://schemas.microsoft.com/office/drawing/2014/main" id="{764518D3-82C5-4B42-A750-A528A8D8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806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68" name="p05-文本-0268">
            <a:extLst xmlns:a="http://schemas.openxmlformats.org/drawingml/2006/main">
              <a:ext uri="{FF2B5EF4-FFF2-40B4-BE49-F238E27FC236}">
                <a16:creationId xmlns:a16="http://schemas.microsoft.com/office/drawing/2014/main" id="{5F633AAC-3769-48F0-84E5-24E3859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9845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传输响应与机械稳定性</a:t>
            </a:r>
          </a:p>
        </p:txBody>
      </p:sp>
      <p:sp>
        <p:nvSpPr>
          <p:cNvPr id="269" name="p05-文本-0269">
            <a:extLst xmlns:a="http://schemas.openxmlformats.org/drawingml/2006/main">
              <a:ext uri="{FF2B5EF4-FFF2-40B4-BE49-F238E27FC236}">
                <a16:creationId xmlns:a16="http://schemas.microsoft.com/office/drawing/2014/main" id="{C1CE8D44-0740-4C95-9B6A-F8FD3217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850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区分主指标与约束指标</a:t>
            </a:r>
          </a:p>
        </p:txBody>
      </p:sp>
      <p:sp>
        <p:nvSpPr>
          <p:cNvPr id="270" name="p05-矩形-0270">
            <a:extLst xmlns:a="http://schemas.openxmlformats.org/drawingml/2006/main">
              <a:ext uri="{FF2B5EF4-FFF2-40B4-BE49-F238E27FC236}">
                <a16:creationId xmlns:a16="http://schemas.microsoft.com/office/drawing/2014/main" id="{E216A208-2518-4727-934B-BFF471C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1" name="p05-文本-0271">
            <a:extLst xmlns:a="http://schemas.openxmlformats.org/drawingml/2006/main">
              <a:ext uri="{FF2B5EF4-FFF2-40B4-BE49-F238E27FC236}">
                <a16:creationId xmlns:a16="http://schemas.microsoft.com/office/drawing/2014/main" id="{F610CCBF-9F67-4CDC-82F9-E0FF1351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072" y="3717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验证条件</a:t>
            </a:r>
          </a:p>
        </p:txBody>
      </p:sp>
      <p:sp>
        <p:nvSpPr>
          <p:cNvPr id="272" name="p05-矩形-0272">
            <a:extLst xmlns:a="http://schemas.openxmlformats.org/drawingml/2006/main">
              <a:ext uri="{FF2B5EF4-FFF2-40B4-BE49-F238E27FC236}">
                <a16:creationId xmlns:a16="http://schemas.microsoft.com/office/drawing/2014/main" id="{D5F3CF3A-B284-4EBB-8516-82C2C914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862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273" name="p05-椭圆-0273">
            <a:extLst xmlns:a="http://schemas.openxmlformats.org/drawingml/2006/main">
              <a:ext uri="{FF2B5EF4-FFF2-40B4-BE49-F238E27FC236}">
                <a16:creationId xmlns:a16="http://schemas.microsoft.com/office/drawing/2014/main" id="{043E78EB-5A96-4318-AC40-C8D13281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74" name="p05-椭圆-0274">
            <a:extLst xmlns:a="http://schemas.openxmlformats.org/drawingml/2006/main">
              <a:ext uri="{FF2B5EF4-FFF2-40B4-BE49-F238E27FC236}">
                <a16:creationId xmlns:a16="http://schemas.microsoft.com/office/drawing/2014/main" id="{7ACF809E-A5B6-4C1B-A9AF-7C2F593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75" name="p05-椭圆-0275">
            <a:extLst xmlns:a="http://schemas.openxmlformats.org/drawingml/2006/main">
              <a:ext uri="{FF2B5EF4-FFF2-40B4-BE49-F238E27FC236}">
                <a16:creationId xmlns:a16="http://schemas.microsoft.com/office/drawing/2014/main" id="{707BF423-42AC-4159-B12D-85682FB7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76" name="p05-椭圆-0276">
            <a:extLst xmlns:a="http://schemas.openxmlformats.org/drawingml/2006/main">
              <a:ext uri="{FF2B5EF4-FFF2-40B4-BE49-F238E27FC236}">
                <a16:creationId xmlns:a16="http://schemas.microsoft.com/office/drawing/2014/main" id="{0D707A68-E067-4BFC-855E-55679E71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77" name="p05-椭圆-0277">
            <a:extLst xmlns:a="http://schemas.openxmlformats.org/drawingml/2006/main">
              <a:ext uri="{FF2B5EF4-FFF2-40B4-BE49-F238E27FC236}">
                <a16:creationId xmlns:a16="http://schemas.microsoft.com/office/drawing/2014/main" id="{8E20F935-6F96-4154-B54A-01E24A3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78" name="p05-椭圆-0278">
            <a:extLst xmlns:a="http://schemas.openxmlformats.org/drawingml/2006/main">
              <a:ext uri="{FF2B5EF4-FFF2-40B4-BE49-F238E27FC236}">
                <a16:creationId xmlns:a16="http://schemas.microsoft.com/office/drawing/2014/main" id="{D9BA127A-0889-4449-A3D5-FCA956BA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79" name="p05-椭圆-0279">
            <a:extLst xmlns:a="http://schemas.openxmlformats.org/drawingml/2006/main">
              <a:ext uri="{FF2B5EF4-FFF2-40B4-BE49-F238E27FC236}">
                <a16:creationId xmlns:a16="http://schemas.microsoft.com/office/drawing/2014/main" id="{86BE9569-29A8-436D-92C4-92CD6F55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80" name="p05-椭圆-0280">
            <a:extLst xmlns:a="http://schemas.openxmlformats.org/drawingml/2006/main">
              <a:ext uri="{FF2B5EF4-FFF2-40B4-BE49-F238E27FC236}">
                <a16:creationId xmlns:a16="http://schemas.microsoft.com/office/drawing/2014/main" id="{81E7A94C-977B-4C3B-88FE-932F4FD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81" name="p05-椭圆-0281">
            <a:extLst xmlns:a="http://schemas.openxmlformats.org/drawingml/2006/main">
              <a:ext uri="{FF2B5EF4-FFF2-40B4-BE49-F238E27FC236}">
                <a16:creationId xmlns:a16="http://schemas.microsoft.com/office/drawing/2014/main" id="{A626CE42-5E82-4B1A-B24D-FC1596BF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82" name="p05-椭圆-0282">
            <a:extLst xmlns:a="http://schemas.openxmlformats.org/drawingml/2006/main">
              <a:ext uri="{FF2B5EF4-FFF2-40B4-BE49-F238E27FC236}">
                <a16:creationId xmlns:a16="http://schemas.microsoft.com/office/drawing/2014/main" id="{0454235A-B2C4-4538-8502-1F82B0B8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3" name="p05-椭圆-0283">
            <a:extLst xmlns:a="http://schemas.openxmlformats.org/drawingml/2006/main">
              <a:ext uri="{FF2B5EF4-FFF2-40B4-BE49-F238E27FC236}">
                <a16:creationId xmlns:a16="http://schemas.microsoft.com/office/drawing/2014/main" id="{AA631694-C66C-4337-8FEE-490793C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4" name="p05-椭圆-0284">
            <a:extLst xmlns:a="http://schemas.openxmlformats.org/drawingml/2006/main">
              <a:ext uri="{FF2B5EF4-FFF2-40B4-BE49-F238E27FC236}">
                <a16:creationId xmlns:a16="http://schemas.microsoft.com/office/drawing/2014/main" id="{B78B6FEA-9BE2-4BBA-AFAC-97F86A11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436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5" name="p05-椭圆-0285">
            <a:extLst xmlns:a="http://schemas.openxmlformats.org/drawingml/2006/main">
              <a:ext uri="{FF2B5EF4-FFF2-40B4-BE49-F238E27FC236}">
                <a16:creationId xmlns:a16="http://schemas.microsoft.com/office/drawing/2014/main" id="{813A8417-1A77-434F-A8EA-E2672342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6" name="p05-椭圆-0286">
            <a:extLst xmlns:a="http://schemas.openxmlformats.org/drawingml/2006/main">
              <a:ext uri="{FF2B5EF4-FFF2-40B4-BE49-F238E27FC236}">
                <a16:creationId xmlns:a16="http://schemas.microsoft.com/office/drawing/2014/main" id="{0DD34AFC-FF0A-4E2F-BBDA-0D68E16F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7" name="p05-椭圆-0287">
            <a:extLst xmlns:a="http://schemas.openxmlformats.org/drawingml/2006/main">
              <a:ext uri="{FF2B5EF4-FFF2-40B4-BE49-F238E27FC236}">
                <a16:creationId xmlns:a16="http://schemas.microsoft.com/office/drawing/2014/main" id="{50B85A50-8924-41BA-A2C4-304B9398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8" name="p05-椭圆-0288">
            <a:extLst xmlns:a="http://schemas.openxmlformats.org/drawingml/2006/main">
              <a:ext uri="{FF2B5EF4-FFF2-40B4-BE49-F238E27FC236}">
                <a16:creationId xmlns:a16="http://schemas.microsoft.com/office/drawing/2014/main" id="{0D93E4D4-52B1-40C8-9EB4-03DFA0D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89" name="p05-椭圆-0289">
            <a:extLst xmlns:a="http://schemas.openxmlformats.org/drawingml/2006/main">
              <a:ext uri="{FF2B5EF4-FFF2-40B4-BE49-F238E27FC236}">
                <a16:creationId xmlns:a16="http://schemas.microsoft.com/office/drawing/2014/main" id="{A646B2F8-4F30-474E-9155-B88ACC3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0" name="p05-椭圆-0290">
            <a:extLst xmlns:a="http://schemas.openxmlformats.org/drawingml/2006/main">
              <a:ext uri="{FF2B5EF4-FFF2-40B4-BE49-F238E27FC236}">
                <a16:creationId xmlns:a16="http://schemas.microsoft.com/office/drawing/2014/main" id="{6C57045F-4548-49C0-A9F5-A20B588D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1" name="p05-椭圆-0291">
            <a:extLst xmlns:a="http://schemas.openxmlformats.org/drawingml/2006/main">
              <a:ext uri="{FF2B5EF4-FFF2-40B4-BE49-F238E27FC236}">
                <a16:creationId xmlns:a16="http://schemas.microsoft.com/office/drawing/2014/main" id="{F5A1DF5C-90EF-486B-AFF6-752EBB9A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2" name="p05-椭圆-0292">
            <a:extLst xmlns:a="http://schemas.openxmlformats.org/drawingml/2006/main">
              <a:ext uri="{FF2B5EF4-FFF2-40B4-BE49-F238E27FC236}">
                <a16:creationId xmlns:a16="http://schemas.microsoft.com/office/drawing/2014/main" id="{9DE85854-7AFB-4A2D-BB92-6C7E0A48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93" name="p05-椭圆-0293">
            <a:extLst xmlns:a="http://schemas.openxmlformats.org/drawingml/2006/main">
              <a:ext uri="{FF2B5EF4-FFF2-40B4-BE49-F238E27FC236}">
                <a16:creationId xmlns:a16="http://schemas.microsoft.com/office/drawing/2014/main" id="{D35CF777-768E-471E-BDD0-FCFF3C99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4" name="p05-椭圆-0294">
            <a:extLst xmlns:a="http://schemas.openxmlformats.org/drawingml/2006/main">
              <a:ext uri="{FF2B5EF4-FFF2-40B4-BE49-F238E27FC236}">
                <a16:creationId xmlns:a16="http://schemas.microsoft.com/office/drawing/2014/main" id="{1A17CE5C-983E-4A19-AA37-ADD75C61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5" name="p05-椭圆-0295">
            <a:extLst xmlns:a="http://schemas.openxmlformats.org/drawingml/2006/main">
              <a:ext uri="{FF2B5EF4-FFF2-40B4-BE49-F238E27FC236}">
                <a16:creationId xmlns:a16="http://schemas.microsoft.com/office/drawing/2014/main" id="{9DF455EC-4126-4522-AA9F-D28EB75D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6" name="p05-椭圆-0296">
            <a:extLst xmlns:a="http://schemas.openxmlformats.org/drawingml/2006/main">
              <a:ext uri="{FF2B5EF4-FFF2-40B4-BE49-F238E27FC236}">
                <a16:creationId xmlns:a16="http://schemas.microsoft.com/office/drawing/2014/main" id="{B380DFD3-499C-4E87-93EF-5E40EC90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450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97" name="p05-椭圆-0297">
            <a:extLst xmlns:a="http://schemas.openxmlformats.org/drawingml/2006/main">
              <a:ext uri="{FF2B5EF4-FFF2-40B4-BE49-F238E27FC236}">
                <a16:creationId xmlns:a16="http://schemas.microsoft.com/office/drawing/2014/main" id="{FE5C292B-AA84-4597-9A68-9AD0C0C9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8" name="p05-椭圆-0298">
            <a:extLst xmlns:a="http://schemas.openxmlformats.org/drawingml/2006/main">
              <a:ext uri="{FF2B5EF4-FFF2-40B4-BE49-F238E27FC236}">
                <a16:creationId xmlns:a16="http://schemas.microsoft.com/office/drawing/2014/main" id="{A73DC6FB-0A13-425D-BD07-BE06490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9" name="p05-椭圆-0299">
            <a:extLst xmlns:a="http://schemas.openxmlformats.org/drawingml/2006/main">
              <a:ext uri="{FF2B5EF4-FFF2-40B4-BE49-F238E27FC236}">
                <a16:creationId xmlns:a16="http://schemas.microsoft.com/office/drawing/2014/main" id="{E233023A-4974-46E6-ADBC-33409AC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00" name="p05-椭圆-0300">
            <a:extLst xmlns:a="http://schemas.openxmlformats.org/drawingml/2006/main">
              <a:ext uri="{FF2B5EF4-FFF2-40B4-BE49-F238E27FC236}">
                <a16:creationId xmlns:a16="http://schemas.microsoft.com/office/drawing/2014/main" id="{A5D4E31D-3E45-4570-A285-1226C77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01" name="p05-椭圆-0301">
            <a:extLst xmlns:a="http://schemas.openxmlformats.org/drawingml/2006/main">
              <a:ext uri="{FF2B5EF4-FFF2-40B4-BE49-F238E27FC236}">
                <a16:creationId xmlns:a16="http://schemas.microsoft.com/office/drawing/2014/main" id="{CE44FDA0-FD46-42FF-829E-635A8E3F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02" name="p05-椭圆-0302">
            <a:extLst xmlns:a="http://schemas.openxmlformats.org/drawingml/2006/main">
              <a:ext uri="{FF2B5EF4-FFF2-40B4-BE49-F238E27FC236}">
                <a16:creationId xmlns:a16="http://schemas.microsoft.com/office/drawing/2014/main" id="{546D0568-DECE-4245-BA1F-466E3D2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03" name="p05-椭圆-0303">
            <a:extLst xmlns:a="http://schemas.openxmlformats.org/drawingml/2006/main">
              <a:ext uri="{FF2B5EF4-FFF2-40B4-BE49-F238E27FC236}">
                <a16:creationId xmlns:a16="http://schemas.microsoft.com/office/drawing/2014/main" id="{884333ED-9338-455C-A41B-E0564BDF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04" name="p05-椭圆-0304">
            <a:extLst xmlns:a="http://schemas.openxmlformats.org/drawingml/2006/main">
              <a:ext uri="{FF2B5EF4-FFF2-40B4-BE49-F238E27FC236}">
                <a16:creationId xmlns:a16="http://schemas.microsoft.com/office/drawing/2014/main" id="{839A544D-C2A5-4CFD-8DB4-048F03F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05" name="p05-椭圆-0305">
            <a:extLst xmlns:a="http://schemas.openxmlformats.org/drawingml/2006/main">
              <a:ext uri="{FF2B5EF4-FFF2-40B4-BE49-F238E27FC236}">
                <a16:creationId xmlns:a16="http://schemas.microsoft.com/office/drawing/2014/main" id="{B9270D7A-82A1-4DBC-BF71-90EB0F8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06" name="p05-椭圆-0306">
            <a:extLst xmlns:a="http://schemas.openxmlformats.org/drawingml/2006/main">
              <a:ext uri="{FF2B5EF4-FFF2-40B4-BE49-F238E27FC236}">
                <a16:creationId xmlns:a16="http://schemas.microsoft.com/office/drawing/2014/main" id="{D3F62F1E-8974-4C4F-92AB-22766810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07" name="p05-椭圆-0307">
            <a:extLst xmlns:a="http://schemas.openxmlformats.org/drawingml/2006/main">
              <a:ext uri="{FF2B5EF4-FFF2-40B4-BE49-F238E27FC236}">
                <a16:creationId xmlns:a16="http://schemas.microsoft.com/office/drawing/2014/main" id="{74CD94F3-A097-465B-B9EA-CECFB3A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08" name="p05-椭圆-0308">
            <a:extLst xmlns:a="http://schemas.openxmlformats.org/drawingml/2006/main">
              <a:ext uri="{FF2B5EF4-FFF2-40B4-BE49-F238E27FC236}">
                <a16:creationId xmlns:a16="http://schemas.microsoft.com/office/drawing/2014/main" id="{41D02C95-0060-4696-8671-576CFA53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09" name="p05-椭圆-0309">
            <a:extLst xmlns:a="http://schemas.openxmlformats.org/drawingml/2006/main">
              <a:ext uri="{FF2B5EF4-FFF2-40B4-BE49-F238E27FC236}">
                <a16:creationId xmlns:a16="http://schemas.microsoft.com/office/drawing/2014/main" id="{8AEDB486-A4BA-4737-9D7A-0BE7F2A2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10" name="p05-椭圆-0310">
            <a:extLst xmlns:a="http://schemas.openxmlformats.org/drawingml/2006/main">
              <a:ext uri="{FF2B5EF4-FFF2-40B4-BE49-F238E27FC236}">
                <a16:creationId xmlns:a16="http://schemas.microsoft.com/office/drawing/2014/main" id="{59670543-B083-428B-9656-C43DF67F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11" name="p05-椭圆-0311">
            <a:extLst xmlns:a="http://schemas.openxmlformats.org/drawingml/2006/main">
              <a:ext uri="{FF2B5EF4-FFF2-40B4-BE49-F238E27FC236}">
                <a16:creationId xmlns:a16="http://schemas.microsoft.com/office/drawing/2014/main" id="{AC76EBC9-CE68-4B18-815B-B34FB7E7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12" name="p05-椭圆-0312">
            <a:extLst xmlns:a="http://schemas.openxmlformats.org/drawingml/2006/main">
              <a:ext uri="{FF2B5EF4-FFF2-40B4-BE49-F238E27FC236}">
                <a16:creationId xmlns:a16="http://schemas.microsoft.com/office/drawing/2014/main" id="{9E68251A-9B52-4BBD-A219-76CC8E7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13" name="p05-椭圆-0313">
            <a:extLst xmlns:a="http://schemas.openxmlformats.org/drawingml/2006/main">
              <a:ext uri="{FF2B5EF4-FFF2-40B4-BE49-F238E27FC236}">
                <a16:creationId xmlns:a16="http://schemas.microsoft.com/office/drawing/2014/main" id="{1FB64BB9-521A-4C2D-8BAB-65AA7EA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14" name="p05-椭圆-0314">
            <a:extLst xmlns:a="http://schemas.openxmlformats.org/drawingml/2006/main">
              <a:ext uri="{FF2B5EF4-FFF2-40B4-BE49-F238E27FC236}">
                <a16:creationId xmlns:a16="http://schemas.microsoft.com/office/drawing/2014/main" id="{CE621FDB-A17D-472B-9EF3-67627B85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15" name="p05-椭圆-0315">
            <a:extLst xmlns:a="http://schemas.openxmlformats.org/drawingml/2006/main">
              <a:ext uri="{FF2B5EF4-FFF2-40B4-BE49-F238E27FC236}">
                <a16:creationId xmlns:a16="http://schemas.microsoft.com/office/drawing/2014/main" id="{66B4C09B-FF19-41D6-BE6D-D43311DF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16" name="p05-椭圆-0316">
            <a:extLst xmlns:a="http://schemas.openxmlformats.org/drawingml/2006/main">
              <a:ext uri="{FF2B5EF4-FFF2-40B4-BE49-F238E27FC236}">
                <a16:creationId xmlns:a16="http://schemas.microsoft.com/office/drawing/2014/main" id="{2CE39AC0-B062-4C30-A36F-E8AD92B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17" name="p05-椭圆-0317">
            <a:extLst xmlns:a="http://schemas.openxmlformats.org/drawingml/2006/main">
              <a:ext uri="{FF2B5EF4-FFF2-40B4-BE49-F238E27FC236}">
                <a16:creationId xmlns:a16="http://schemas.microsoft.com/office/drawing/2014/main" id="{443863FE-D5F5-416A-870B-91B18C7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18" name="p05-椭圆-0318">
            <a:extLst xmlns:a="http://schemas.openxmlformats.org/drawingml/2006/main">
              <a:ext uri="{FF2B5EF4-FFF2-40B4-BE49-F238E27FC236}">
                <a16:creationId xmlns:a16="http://schemas.microsoft.com/office/drawing/2014/main" id="{1D1CEDC6-3713-4C75-950D-AD37ABC8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19" name="p05-椭圆-0319">
            <a:extLst xmlns:a="http://schemas.openxmlformats.org/drawingml/2006/main">
              <a:ext uri="{FF2B5EF4-FFF2-40B4-BE49-F238E27FC236}">
                <a16:creationId xmlns:a16="http://schemas.microsoft.com/office/drawing/2014/main" id="{7E10A35A-9FAA-44EC-9FF5-1879705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20" name="p05-椭圆-0320">
            <a:extLst xmlns:a="http://schemas.openxmlformats.org/drawingml/2006/main">
              <a:ext uri="{FF2B5EF4-FFF2-40B4-BE49-F238E27FC236}">
                <a16:creationId xmlns:a16="http://schemas.microsoft.com/office/drawing/2014/main" id="{EACDB241-414E-4ED3-AA10-AF2B30D0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478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21" name="p05-椭圆-0321">
            <a:extLst xmlns:a="http://schemas.openxmlformats.org/drawingml/2006/main">
              <a:ext uri="{FF2B5EF4-FFF2-40B4-BE49-F238E27FC236}">
                <a16:creationId xmlns:a16="http://schemas.microsoft.com/office/drawing/2014/main" id="{C0069245-BE89-43D6-9140-07B5F8C5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22" name="p05-椭圆-0322">
            <a:extLst xmlns:a="http://schemas.openxmlformats.org/drawingml/2006/main">
              <a:ext uri="{FF2B5EF4-FFF2-40B4-BE49-F238E27FC236}">
                <a16:creationId xmlns:a16="http://schemas.microsoft.com/office/drawing/2014/main" id="{2FF8269B-F8AB-4605-93C8-A1F6797C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23" name="p05-椭圆-0323">
            <a:extLst xmlns:a="http://schemas.openxmlformats.org/drawingml/2006/main">
              <a:ext uri="{FF2B5EF4-FFF2-40B4-BE49-F238E27FC236}">
                <a16:creationId xmlns:a16="http://schemas.microsoft.com/office/drawing/2014/main" id="{E1D6D925-664C-4C40-8662-FBEC043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24" name="p05-椭圆-0324">
            <a:extLst xmlns:a="http://schemas.openxmlformats.org/drawingml/2006/main">
              <a:ext uri="{FF2B5EF4-FFF2-40B4-BE49-F238E27FC236}">
                <a16:creationId xmlns:a16="http://schemas.microsoft.com/office/drawing/2014/main" id="{A997A95A-95DF-496A-A162-A000C4AC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25" name="p05-椭圆-0325">
            <a:extLst xmlns:a="http://schemas.openxmlformats.org/drawingml/2006/main">
              <a:ext uri="{FF2B5EF4-FFF2-40B4-BE49-F238E27FC236}">
                <a16:creationId xmlns:a16="http://schemas.microsoft.com/office/drawing/2014/main" id="{8C675AEB-357D-422B-9CF5-A12EAB2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26" name="p05-椭圆-0326">
            <a:extLst xmlns:a="http://schemas.openxmlformats.org/drawingml/2006/main">
              <a:ext uri="{FF2B5EF4-FFF2-40B4-BE49-F238E27FC236}">
                <a16:creationId xmlns:a16="http://schemas.microsoft.com/office/drawing/2014/main" id="{5FCB0EB6-F6A7-4F34-A4B2-1FD5C2A7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27" name="p05-椭圆-0327">
            <a:extLst xmlns:a="http://schemas.openxmlformats.org/drawingml/2006/main">
              <a:ext uri="{FF2B5EF4-FFF2-40B4-BE49-F238E27FC236}">
                <a16:creationId xmlns:a16="http://schemas.microsoft.com/office/drawing/2014/main" id="{9D3C1A06-0CA3-4926-886F-31E0529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28" name="p05-椭圆-0328">
            <a:extLst xmlns:a="http://schemas.openxmlformats.org/drawingml/2006/main">
              <a:ext uri="{FF2B5EF4-FFF2-40B4-BE49-F238E27FC236}">
                <a16:creationId xmlns:a16="http://schemas.microsoft.com/office/drawing/2014/main" id="{2F46D223-E7CA-4DAD-AA83-4DFECA5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29" name="p05-椭圆-0329">
            <a:extLst xmlns:a="http://schemas.openxmlformats.org/drawingml/2006/main">
              <a:ext uri="{FF2B5EF4-FFF2-40B4-BE49-F238E27FC236}">
                <a16:creationId xmlns:a16="http://schemas.microsoft.com/office/drawing/2014/main" id="{57521287-B89C-46AB-877A-5AFBCCBA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30" name="p05-椭圆-0330">
            <a:extLst xmlns:a="http://schemas.openxmlformats.org/drawingml/2006/main">
              <a:ext uri="{FF2B5EF4-FFF2-40B4-BE49-F238E27FC236}">
                <a16:creationId xmlns:a16="http://schemas.microsoft.com/office/drawing/2014/main" id="{79249071-48A7-4BF8-BC1F-2BAF3945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31" name="p05-椭圆-0331">
            <a:extLst xmlns:a="http://schemas.openxmlformats.org/drawingml/2006/main">
              <a:ext uri="{FF2B5EF4-FFF2-40B4-BE49-F238E27FC236}">
                <a16:creationId xmlns:a16="http://schemas.microsoft.com/office/drawing/2014/main" id="{F242AB03-C4B7-43D9-8AE2-35A14F2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32" name="p05-椭圆-0332">
            <a:extLst xmlns:a="http://schemas.openxmlformats.org/drawingml/2006/main">
              <a:ext uri="{FF2B5EF4-FFF2-40B4-BE49-F238E27FC236}">
                <a16:creationId xmlns:a16="http://schemas.microsoft.com/office/drawing/2014/main" id="{ADD636E2-BD0E-4013-9589-DBBFD92A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492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33" name="p05-椭圆-0333">
            <a:extLst xmlns:a="http://schemas.openxmlformats.org/drawingml/2006/main">
              <a:ext uri="{FF2B5EF4-FFF2-40B4-BE49-F238E27FC236}">
                <a16:creationId xmlns:a16="http://schemas.microsoft.com/office/drawing/2014/main" id="{5EF349F4-95DE-41A3-8E2F-346DC4E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34" name="p05-椭圆-0334">
            <a:extLst xmlns:a="http://schemas.openxmlformats.org/drawingml/2006/main">
              <a:ext uri="{FF2B5EF4-FFF2-40B4-BE49-F238E27FC236}">
                <a16:creationId xmlns:a16="http://schemas.microsoft.com/office/drawing/2014/main" id="{6F4135F8-236D-41A4-BD5F-7800BF5A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35" name="p05-椭圆-0335">
            <a:extLst xmlns:a="http://schemas.openxmlformats.org/drawingml/2006/main">
              <a:ext uri="{FF2B5EF4-FFF2-40B4-BE49-F238E27FC236}">
                <a16:creationId xmlns:a16="http://schemas.microsoft.com/office/drawing/2014/main" id="{57F97C7D-9A5F-475B-83DB-1ED8259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36" name="p05-椭圆-0336">
            <a:extLst xmlns:a="http://schemas.openxmlformats.org/drawingml/2006/main">
              <a:ext uri="{FF2B5EF4-FFF2-40B4-BE49-F238E27FC236}">
                <a16:creationId xmlns:a16="http://schemas.microsoft.com/office/drawing/2014/main" id="{BC1B06B3-9590-4EA9-A60F-E20639BA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37" name="p05-椭圆-0337">
            <a:extLst xmlns:a="http://schemas.openxmlformats.org/drawingml/2006/main">
              <a:ext uri="{FF2B5EF4-FFF2-40B4-BE49-F238E27FC236}">
                <a16:creationId xmlns:a16="http://schemas.microsoft.com/office/drawing/2014/main" id="{C0F6EA45-6BA3-4572-8BAC-6A90A972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38" name="p05-椭圆-0338">
            <a:extLst xmlns:a="http://schemas.openxmlformats.org/drawingml/2006/main">
              <a:ext uri="{FF2B5EF4-FFF2-40B4-BE49-F238E27FC236}">
                <a16:creationId xmlns:a16="http://schemas.microsoft.com/office/drawing/2014/main" id="{5EAC7D46-6F08-49CC-8014-ED7EB411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39" name="p05-椭圆-0339">
            <a:extLst xmlns:a="http://schemas.openxmlformats.org/drawingml/2006/main">
              <a:ext uri="{FF2B5EF4-FFF2-40B4-BE49-F238E27FC236}">
                <a16:creationId xmlns:a16="http://schemas.microsoft.com/office/drawing/2014/main" id="{BB5426DF-643D-4B95-A442-13A9C30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40" name="p05-椭圆-0340">
            <a:extLst xmlns:a="http://schemas.openxmlformats.org/drawingml/2006/main">
              <a:ext uri="{FF2B5EF4-FFF2-40B4-BE49-F238E27FC236}">
                <a16:creationId xmlns:a16="http://schemas.microsoft.com/office/drawing/2014/main" id="{C5722343-5B05-44F7-8C8D-98A5C62B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41" name="p05-椭圆-0341">
            <a:extLst xmlns:a="http://schemas.openxmlformats.org/drawingml/2006/main">
              <a:ext uri="{FF2B5EF4-FFF2-40B4-BE49-F238E27FC236}">
                <a16:creationId xmlns:a16="http://schemas.microsoft.com/office/drawing/2014/main" id="{61A6ED26-854A-4860-BDDE-D0DC904D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42" name="p05-椭圆-0342">
            <a:extLst xmlns:a="http://schemas.openxmlformats.org/drawingml/2006/main">
              <a:ext uri="{FF2B5EF4-FFF2-40B4-BE49-F238E27FC236}">
                <a16:creationId xmlns:a16="http://schemas.microsoft.com/office/drawing/2014/main" id="{BC2C3895-00BC-4280-A074-03645E8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43" name="p05-椭圆-0343">
            <a:extLst xmlns:a="http://schemas.openxmlformats.org/drawingml/2006/main">
              <a:ext uri="{FF2B5EF4-FFF2-40B4-BE49-F238E27FC236}">
                <a16:creationId xmlns:a16="http://schemas.microsoft.com/office/drawing/2014/main" id="{379B0EFD-6EB6-4607-A771-E3D6EC4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44" name="p05-椭圆-0344">
            <a:extLst xmlns:a="http://schemas.openxmlformats.org/drawingml/2006/main">
              <a:ext uri="{FF2B5EF4-FFF2-40B4-BE49-F238E27FC236}">
                <a16:creationId xmlns:a16="http://schemas.microsoft.com/office/drawing/2014/main" id="{2ECC67B6-032E-4066-8B8A-AB61A608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45" name="p05-椭圆-0345">
            <a:extLst xmlns:a="http://schemas.openxmlformats.org/drawingml/2006/main">
              <a:ext uri="{FF2B5EF4-FFF2-40B4-BE49-F238E27FC236}">
                <a16:creationId xmlns:a16="http://schemas.microsoft.com/office/drawing/2014/main" id="{53999C32-7D74-4B8F-912C-9404BF16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46" name="p05-椭圆-0346">
            <a:extLst xmlns:a="http://schemas.openxmlformats.org/drawingml/2006/main">
              <a:ext uri="{FF2B5EF4-FFF2-40B4-BE49-F238E27FC236}">
                <a16:creationId xmlns:a16="http://schemas.microsoft.com/office/drawing/2014/main" id="{94A5CD92-86E0-46D0-B1C2-5D2F535C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47" name="p05-椭圆-0347">
            <a:extLst xmlns:a="http://schemas.openxmlformats.org/drawingml/2006/main">
              <a:ext uri="{FF2B5EF4-FFF2-40B4-BE49-F238E27FC236}">
                <a16:creationId xmlns:a16="http://schemas.microsoft.com/office/drawing/2014/main" id="{7E3A6DCC-66BE-47BC-8B6B-927E03A4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48" name="p05-椭圆-0348">
            <a:extLst xmlns:a="http://schemas.openxmlformats.org/drawingml/2006/main">
              <a:ext uri="{FF2B5EF4-FFF2-40B4-BE49-F238E27FC236}">
                <a16:creationId xmlns:a16="http://schemas.microsoft.com/office/drawing/2014/main" id="{080F2647-C7D0-4651-9085-F7C79B30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49" name="p05-椭圆-0349">
            <a:extLst xmlns:a="http://schemas.openxmlformats.org/drawingml/2006/main">
              <a:ext uri="{FF2B5EF4-FFF2-40B4-BE49-F238E27FC236}">
                <a16:creationId xmlns:a16="http://schemas.microsoft.com/office/drawing/2014/main" id="{19ECE53F-6243-4E46-915C-2F29E0D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50" name="p05-椭圆-0350">
            <a:extLst xmlns:a="http://schemas.openxmlformats.org/drawingml/2006/main">
              <a:ext uri="{FF2B5EF4-FFF2-40B4-BE49-F238E27FC236}">
                <a16:creationId xmlns:a16="http://schemas.microsoft.com/office/drawing/2014/main" id="{8D306778-1285-4AE3-BA58-AC79B5F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51" name="p05-椭圆-0351">
            <a:extLst xmlns:a="http://schemas.openxmlformats.org/drawingml/2006/main">
              <a:ext uri="{FF2B5EF4-FFF2-40B4-BE49-F238E27FC236}">
                <a16:creationId xmlns:a16="http://schemas.microsoft.com/office/drawing/2014/main" id="{3C88B1B1-88BB-4470-B316-5AA3465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52" name="p05-椭圆-0352">
            <a:extLst xmlns:a="http://schemas.openxmlformats.org/drawingml/2006/main">
              <a:ext uri="{FF2B5EF4-FFF2-40B4-BE49-F238E27FC236}">
                <a16:creationId xmlns:a16="http://schemas.microsoft.com/office/drawing/2014/main" id="{04C1386C-9135-404C-88C0-C9C1D28E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53" name="p05-椭圆-0353">
            <a:extLst xmlns:a="http://schemas.openxmlformats.org/drawingml/2006/main">
              <a:ext uri="{FF2B5EF4-FFF2-40B4-BE49-F238E27FC236}">
                <a16:creationId xmlns:a16="http://schemas.microsoft.com/office/drawing/2014/main" id="{B646A802-EDE7-456B-B32E-FC8D4852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54" name="p05-椭圆-0354">
            <a:extLst xmlns:a="http://schemas.openxmlformats.org/drawingml/2006/main">
              <a:ext uri="{FF2B5EF4-FFF2-40B4-BE49-F238E27FC236}">
                <a16:creationId xmlns:a16="http://schemas.microsoft.com/office/drawing/2014/main" id="{4D8AE4BC-D14A-497F-864D-C88D7A24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55" name="p05-椭圆-0355">
            <a:extLst xmlns:a="http://schemas.openxmlformats.org/drawingml/2006/main">
              <a:ext uri="{FF2B5EF4-FFF2-40B4-BE49-F238E27FC236}">
                <a16:creationId xmlns:a16="http://schemas.microsoft.com/office/drawing/2014/main" id="{A3B7A0E2-5EA5-4B32-873A-4952977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56" name="p05-椭圆-0356">
            <a:extLst xmlns:a="http://schemas.openxmlformats.org/drawingml/2006/main">
              <a:ext uri="{FF2B5EF4-FFF2-40B4-BE49-F238E27FC236}">
                <a16:creationId xmlns:a16="http://schemas.microsoft.com/office/drawing/2014/main" id="{ED9D7EF0-DB4F-480C-9652-93D8CD7A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520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57" name="p05-椭圆-0357">
            <a:extLst xmlns:a="http://schemas.openxmlformats.org/drawingml/2006/main">
              <a:ext uri="{FF2B5EF4-FFF2-40B4-BE49-F238E27FC236}">
                <a16:creationId xmlns:a16="http://schemas.microsoft.com/office/drawing/2014/main" id="{929E7E11-0185-4FC3-B84C-6454BF39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31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58" name="p05-椭圆-0358">
            <a:extLst xmlns:a="http://schemas.openxmlformats.org/drawingml/2006/main">
              <a:ext uri="{FF2B5EF4-FFF2-40B4-BE49-F238E27FC236}">
                <a16:creationId xmlns:a16="http://schemas.microsoft.com/office/drawing/2014/main" id="{81C9E961-B945-48D4-B449-BB6E3CE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987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59" name="p05-椭圆-0359">
            <a:extLst xmlns:a="http://schemas.openxmlformats.org/drawingml/2006/main">
              <a:ext uri="{FF2B5EF4-FFF2-40B4-BE49-F238E27FC236}">
                <a16:creationId xmlns:a16="http://schemas.microsoft.com/office/drawing/2014/main" id="{843539B7-8E64-434C-A565-67A17800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842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60" name="p05-椭圆-0360">
            <a:extLst xmlns:a="http://schemas.openxmlformats.org/drawingml/2006/main">
              <a:ext uri="{FF2B5EF4-FFF2-40B4-BE49-F238E27FC236}">
                <a16:creationId xmlns:a16="http://schemas.microsoft.com/office/drawing/2014/main" id="{40002537-4704-47C7-8F24-E02B1FB8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698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61" name="p05-椭圆-0361">
            <a:extLst xmlns:a="http://schemas.openxmlformats.org/drawingml/2006/main">
              <a:ext uri="{FF2B5EF4-FFF2-40B4-BE49-F238E27FC236}">
                <a16:creationId xmlns:a16="http://schemas.microsoft.com/office/drawing/2014/main" id="{BC500BB8-ADED-4159-961A-0F2DA4E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54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62" name="p05-椭圆-0362">
            <a:extLst xmlns:a="http://schemas.openxmlformats.org/drawingml/2006/main">
              <a:ext uri="{FF2B5EF4-FFF2-40B4-BE49-F238E27FC236}">
                <a16:creationId xmlns:a16="http://schemas.microsoft.com/office/drawing/2014/main" id="{AE66C0AD-3689-453D-B1AF-173979C3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410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363" name="p05-椭圆-0363">
            <a:extLst xmlns:a="http://schemas.openxmlformats.org/drawingml/2006/main">
              <a:ext uri="{FF2B5EF4-FFF2-40B4-BE49-F238E27FC236}">
                <a16:creationId xmlns:a16="http://schemas.microsoft.com/office/drawing/2014/main" id="{26BCA943-0E0F-4565-9513-1FE4253C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65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64" name="p05-椭圆-0364">
            <a:extLst xmlns:a="http://schemas.openxmlformats.org/drawingml/2006/main">
              <a:ext uri="{FF2B5EF4-FFF2-40B4-BE49-F238E27FC236}">
                <a16:creationId xmlns:a16="http://schemas.microsoft.com/office/drawing/2014/main" id="{4C1FF79C-6B0C-4C20-8DF7-93C6647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121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65" name="p05-椭圆-0365">
            <a:extLst xmlns:a="http://schemas.openxmlformats.org/drawingml/2006/main">
              <a:ext uri="{FF2B5EF4-FFF2-40B4-BE49-F238E27FC236}">
                <a16:creationId xmlns:a16="http://schemas.microsoft.com/office/drawing/2014/main" id="{49992FE5-BD24-4B6A-AA38-C9F83CE3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977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66" name="p05-椭圆-0366">
            <a:extLst xmlns:a="http://schemas.openxmlformats.org/drawingml/2006/main">
              <a:ext uri="{FF2B5EF4-FFF2-40B4-BE49-F238E27FC236}">
                <a16:creationId xmlns:a16="http://schemas.microsoft.com/office/drawing/2014/main" id="{694D561B-9411-4A79-8653-14B97FE2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833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67" name="p05-椭圆-0367">
            <a:extLst xmlns:a="http://schemas.openxmlformats.org/drawingml/2006/main">
              <a:ext uri="{FF2B5EF4-FFF2-40B4-BE49-F238E27FC236}">
                <a16:creationId xmlns:a16="http://schemas.microsoft.com/office/drawing/2014/main" id="{47892D52-8BB3-4E11-B411-BBACDB48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688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68" name="p05-椭圆-0368">
            <a:extLst xmlns:a="http://schemas.openxmlformats.org/drawingml/2006/main">
              <a:ext uri="{FF2B5EF4-FFF2-40B4-BE49-F238E27FC236}">
                <a16:creationId xmlns:a16="http://schemas.microsoft.com/office/drawing/2014/main" id="{85607B16-E7EA-46D3-9E59-139147B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44" y="534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69" name="p05-文本-0369">
            <a:extLst xmlns:a="http://schemas.openxmlformats.org/drawingml/2006/main">
              <a:ext uri="{FF2B5EF4-FFF2-40B4-BE49-F238E27FC236}">
                <a16:creationId xmlns:a16="http://schemas.microsoft.com/office/drawing/2014/main" id="{E8AF0783-5D7C-4020-B3FD-6728756B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98452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独立批次与条件覆盖</a:t>
            </a:r>
          </a:p>
        </p:txBody>
      </p:sp>
      <p:sp>
        <p:nvSpPr>
          <p:cNvPr id="370" name="p05-文本-0370">
            <a:extLst xmlns:a="http://schemas.openxmlformats.org/drawingml/2006/main">
              <a:ext uri="{FF2B5EF4-FFF2-40B4-BE49-F238E27FC236}">
                <a16:creationId xmlns:a16="http://schemas.microsoft.com/office/drawing/2014/main" id="{42653785-5408-4593-AF01-2A35BBC2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98502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判断结果能否重复</a:t>
            </a:r>
          </a:p>
        </p:txBody>
      </p:sp>
      <p:sp>
        <p:nvSpPr>
          <p:cNvPr id="371" name="p05-文本-0371">
            <a:extLst xmlns:a="http://schemas.openxmlformats.org/drawingml/2006/main">
              <a:ext uri="{FF2B5EF4-FFF2-40B4-BE49-F238E27FC236}">
                <a16:creationId xmlns:a16="http://schemas.microsoft.com/office/drawing/2014/main" id="{63A2C49E-BC28-4047-86D1-A174D30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786" y="6062007"/>
            <a:ext cx="571442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应用条件、结构变量与验证范围共同限定设计目标</a:t>
            </a:r>
          </a:p>
        </p:txBody>
      </p:sp>
      <p:sp>
        <p:nvSpPr>
          <p:cNvPr id="372" name="p05-文本-0372">
            <a:extLst xmlns:a="http://schemas.openxmlformats.org/drawingml/2006/main">
              <a:ext uri="{FF2B5EF4-FFF2-40B4-BE49-F238E27FC236}">
                <a16:creationId xmlns:a16="http://schemas.microsoft.com/office/drawing/2014/main" id="{4B06D3C1-3E24-483B-82EC-5AB8E9D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05</a:t>
            </a:r>
          </a:p>
        </p:txBody>
      </p:sp>
    </p:spTree>
    <p:extLst>
      <p:ext uri="{BB962C8B-B14F-4D97-AF65-F5344CB8AC3E}">
        <p14:creationId xmlns:p14="http://schemas.microsoft.com/office/powerpoint/2010/main" val="993129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1" name="p06-矩形-0001">
            <a:extLst xmlns:a="http://schemas.openxmlformats.org/drawingml/2006/main">
              <a:ext uri="{FF2B5EF4-FFF2-40B4-BE49-F238E27FC236}">
                <a16:creationId xmlns:a16="http://schemas.microsoft.com/office/drawing/2014/main" id="{C624E4BA-CE77-4516-BB93-92C1DF2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6-矩形-0002">
            <a:extLst xmlns:a="http://schemas.openxmlformats.org/drawingml/2006/main">
              <a:ext uri="{FF2B5EF4-FFF2-40B4-BE49-F238E27FC236}">
                <a16:creationId xmlns:a16="http://schemas.microsoft.com/office/drawing/2014/main" id="{B5D55B23-2794-4568-A4BB-E688B37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6-文本-0003">
            <a:extLst xmlns:a="http://schemas.openxmlformats.org/drawingml/2006/main">
              <a:ext uri="{FF2B5EF4-FFF2-40B4-BE49-F238E27FC236}">
                <a16:creationId xmlns:a16="http://schemas.microsoft.com/office/drawing/2014/main" id="{C79CA4B7-E951-4573-ACF1-1DE5459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围绕三类难点设置对应的研究动作</a:t>
            </a:r>
          </a:p>
        </p:txBody>
      </p:sp>
      <p:sp>
        <p:nvSpPr>
          <p:cNvPr id="4" name="p06-文本-0004">
            <a:extLst xmlns:a="http://schemas.openxmlformats.org/drawingml/2006/main">
              <a:ext uri="{FF2B5EF4-FFF2-40B4-BE49-F238E27FC236}">
                <a16:creationId xmlns:a16="http://schemas.microsoft.com/office/drawing/2014/main" id="{3A67EC23-644B-41EA-AA65-23C6A0D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36593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统一结构描述、分离响应来源、检验适用条件</a:t>
            </a:r>
          </a:p>
        </p:txBody>
      </p:sp>
      <p:sp>
        <p:nvSpPr>
          <p:cNvPr id="5" name="p06-线-0005">
            <a:extLst xmlns:a="http://schemas.openxmlformats.org/drawingml/2006/main">
              <a:ext uri="{FF2B5EF4-FFF2-40B4-BE49-F238E27FC236}">
                <a16:creationId xmlns:a16="http://schemas.microsoft.com/office/drawing/2014/main" id="{B11240B5-8EB2-451B-B996-49A2097F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6-矩形-0006">
            <a:extLst xmlns:a="http://schemas.openxmlformats.org/drawingml/2006/main">
              <a:ext uri="{FF2B5EF4-FFF2-40B4-BE49-F238E27FC236}">
                <a16:creationId xmlns:a16="http://schemas.microsoft.com/office/drawing/2014/main" id="{F51792C6-8759-4372-AC55-B51D7778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175"/>
            <a:ext cx="2676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p06-文本-0007">
            <a:extLst xmlns:a="http://schemas.openxmlformats.org/drawingml/2006/main">
              <a:ext uri="{FF2B5EF4-FFF2-40B4-BE49-F238E27FC236}">
                <a16:creationId xmlns:a16="http://schemas.microsoft.com/office/drawing/2014/main" id="{0F8421DC-1639-4738-A6B4-CF2DA5C6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7471"/>
            <a:ext cx="158172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结构差异难比较</a:t>
            </a:r>
          </a:p>
        </p:txBody>
      </p:sp>
      <p:sp>
        <p:nvSpPr>
          <p:cNvPr id="8" name="p06-文本-0008">
            <a:extLst xmlns:a="http://schemas.openxmlformats.org/drawingml/2006/main">
              <a:ext uri="{FF2B5EF4-FFF2-40B4-BE49-F238E27FC236}">
                <a16:creationId xmlns:a16="http://schemas.microsoft.com/office/drawing/2014/main" id="{1FD406A1-B5A8-498C-A674-389E299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8946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需要可定位的证据</a:t>
            </a:r>
          </a:p>
        </p:txBody>
      </p:sp>
      <p:sp>
        <p:nvSpPr>
          <p:cNvPr id="9" name="p06-路径-0009">
            <a:extLst xmlns:a="http://schemas.openxmlformats.org/drawingml/2006/main">
              <a:ext uri="{FF2B5EF4-FFF2-40B4-BE49-F238E27FC236}">
                <a16:creationId xmlns:a16="http://schemas.microsoft.com/office/drawing/2014/main" id="{FC2F6747-BB22-429A-BABD-FEE24C5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2437"/>
            <a:ext cx="495300" cy="188976"/>
          </a:xfrm>
          <a:custGeom xmlns:a="http://schemas.openxmlformats.org/drawingml/2006/main">
            <a:pathLst>
              <a:path w="495300" h="188976">
                <a:moveTo>
                  <a:pt x="0" y="142113"/>
                </a:moveTo>
                <a:lnTo>
                  <a:pt x="342900" y="142113"/>
                </a:lnTo>
                <a:lnTo>
                  <a:pt x="342900" y="188976"/>
                </a:lnTo>
                <a:lnTo>
                  <a:pt x="495300" y="94488"/>
                </a:lnTo>
                <a:lnTo>
                  <a:pt x="342900" y="0"/>
                </a:lnTo>
                <a:lnTo>
                  <a:pt x="342900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" name="p06-矩形-0010">
            <a:extLst xmlns:a="http://schemas.openxmlformats.org/drawingml/2006/main">
              <a:ext uri="{FF2B5EF4-FFF2-40B4-BE49-F238E27FC236}">
                <a16:creationId xmlns:a16="http://schemas.microsoft.com/office/drawing/2014/main" id="{526AE887-457F-4723-9074-49F8A4F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00175"/>
            <a:ext cx="768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1" name="p06-文本-0011">
            <a:extLst xmlns:a="http://schemas.openxmlformats.org/drawingml/2006/main">
              <a:ext uri="{FF2B5EF4-FFF2-40B4-BE49-F238E27FC236}">
                <a16:creationId xmlns:a16="http://schemas.microsoft.com/office/drawing/2014/main" id="{34FFA9F8-4764-4774-9C5D-86DF40ED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82142"/>
            <a:ext cx="18790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采用统一表征参数</a:t>
            </a:r>
          </a:p>
        </p:txBody>
      </p:sp>
      <p:sp>
        <p:nvSpPr>
          <p:cNvPr id="12" name="p06-矩形-0012">
            <a:extLst xmlns:a="http://schemas.openxmlformats.org/drawingml/2006/main">
              <a:ext uri="{FF2B5EF4-FFF2-40B4-BE49-F238E27FC236}">
                <a16:creationId xmlns:a16="http://schemas.microsoft.com/office/drawing/2014/main" id="{9A62184E-5653-4F64-A86D-F64F9A9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71675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p06-线-0013">
            <a:extLst xmlns:a="http://schemas.openxmlformats.org/drawingml/2006/main">
              <a:ext uri="{FF2B5EF4-FFF2-40B4-BE49-F238E27FC236}">
                <a16:creationId xmlns:a16="http://schemas.microsoft.com/office/drawing/2014/main" id="{2B61D69D-4E65-48AA-9D18-DC83CDA8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" name="p06-线-0014">
            <a:extLst xmlns:a="http://schemas.openxmlformats.org/drawingml/2006/main">
              <a:ext uri="{FF2B5EF4-FFF2-40B4-BE49-F238E27FC236}">
                <a16:creationId xmlns:a16="http://schemas.microsoft.com/office/drawing/2014/main" id="{C5706B7A-9FE2-4EEB-B6EA-655DEA6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" name="p06-线-0015">
            <a:extLst xmlns:a="http://schemas.openxmlformats.org/drawingml/2006/main">
              <a:ext uri="{FF2B5EF4-FFF2-40B4-BE49-F238E27FC236}">
                <a16:creationId xmlns:a16="http://schemas.microsoft.com/office/drawing/2014/main" id="{9DB7CEC4-978B-428A-99C8-B3DE278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" name="p06-线-0016">
            <a:extLst xmlns:a="http://schemas.openxmlformats.org/drawingml/2006/main">
              <a:ext uri="{FF2B5EF4-FFF2-40B4-BE49-F238E27FC236}">
                <a16:creationId xmlns:a16="http://schemas.microsoft.com/office/drawing/2014/main" id="{1943F87D-3C05-4D21-908E-556EB46A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" name="p06-线-0017">
            <a:extLst xmlns:a="http://schemas.openxmlformats.org/drawingml/2006/main">
              <a:ext uri="{FF2B5EF4-FFF2-40B4-BE49-F238E27FC236}">
                <a16:creationId xmlns:a16="http://schemas.microsoft.com/office/drawing/2014/main" id="{2C1E6DE0-D8A0-4576-9BBC-771C4CA6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" name="p06-线-0018">
            <a:extLst xmlns:a="http://schemas.openxmlformats.org/drawingml/2006/main">
              <a:ext uri="{FF2B5EF4-FFF2-40B4-BE49-F238E27FC236}">
                <a16:creationId xmlns:a16="http://schemas.microsoft.com/office/drawing/2014/main" id="{2534D7E7-6DAE-413D-9488-61B492C9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" name="p06-线-0019">
            <a:extLst xmlns:a="http://schemas.openxmlformats.org/drawingml/2006/main">
              <a:ext uri="{FF2B5EF4-FFF2-40B4-BE49-F238E27FC236}">
                <a16:creationId xmlns:a16="http://schemas.microsoft.com/office/drawing/2014/main" id="{76882BE3-2841-439C-9F2A-3155DD8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" name="p06-线-0020">
            <a:extLst xmlns:a="http://schemas.openxmlformats.org/drawingml/2006/main">
              <a:ext uri="{FF2B5EF4-FFF2-40B4-BE49-F238E27FC236}">
                <a16:creationId xmlns:a16="http://schemas.microsoft.com/office/drawing/2014/main" id="{6422DF51-F11C-4EAD-B391-963D388D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" name="p06-线-0021">
            <a:extLst xmlns:a="http://schemas.openxmlformats.org/drawingml/2006/main">
              <a:ext uri="{FF2B5EF4-FFF2-40B4-BE49-F238E27FC236}">
                <a16:creationId xmlns:a16="http://schemas.microsoft.com/office/drawing/2014/main" id="{802D0BC2-2FBA-4C4B-9B98-45462F6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" name="p06-线-0022">
            <a:extLst xmlns:a="http://schemas.openxmlformats.org/drawingml/2006/main">
              <a:ext uri="{FF2B5EF4-FFF2-40B4-BE49-F238E27FC236}">
                <a16:creationId xmlns:a16="http://schemas.microsoft.com/office/drawing/2014/main" id="{6782E69A-A813-483D-B9D7-073705C3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06-线-0023">
            <a:extLst xmlns:a="http://schemas.openxmlformats.org/drawingml/2006/main">
              <a:ext uri="{FF2B5EF4-FFF2-40B4-BE49-F238E27FC236}">
                <a16:creationId xmlns:a16="http://schemas.microsoft.com/office/drawing/2014/main" id="{CA7054FF-BDE4-4129-AFE8-58AE037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06-线-0024">
            <a:extLst xmlns:a="http://schemas.openxmlformats.org/drawingml/2006/main">
              <a:ext uri="{FF2B5EF4-FFF2-40B4-BE49-F238E27FC236}">
                <a16:creationId xmlns:a16="http://schemas.microsoft.com/office/drawing/2014/main" id="{A70290BE-6774-4968-8861-AD02289D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" name="p06-线-0025">
            <a:extLst xmlns:a="http://schemas.openxmlformats.org/drawingml/2006/main">
              <a:ext uri="{FF2B5EF4-FFF2-40B4-BE49-F238E27FC236}">
                <a16:creationId xmlns:a16="http://schemas.microsoft.com/office/drawing/2014/main" id="{D12B54D3-1378-410C-8D0E-6D25011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06-线-0026">
            <a:extLst xmlns:a="http://schemas.openxmlformats.org/drawingml/2006/main">
              <a:ext uri="{FF2B5EF4-FFF2-40B4-BE49-F238E27FC236}">
                <a16:creationId xmlns:a16="http://schemas.microsoft.com/office/drawing/2014/main" id="{DF896B87-C1CB-4F9D-8E94-622D5A9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06-线-0027">
            <a:extLst xmlns:a="http://schemas.openxmlformats.org/drawingml/2006/main">
              <a:ext uri="{FF2B5EF4-FFF2-40B4-BE49-F238E27FC236}">
                <a16:creationId xmlns:a16="http://schemas.microsoft.com/office/drawing/2014/main" id="{86345972-A5E1-4A70-BC2A-266BD62C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" name="p06-线-0028">
            <a:extLst xmlns:a="http://schemas.openxmlformats.org/drawingml/2006/main">
              <a:ext uri="{FF2B5EF4-FFF2-40B4-BE49-F238E27FC236}">
                <a16:creationId xmlns:a16="http://schemas.microsoft.com/office/drawing/2014/main" id="{CB46EB66-0E9A-4A19-88C4-2774B9EB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06-线-0029">
            <a:extLst xmlns:a="http://schemas.openxmlformats.org/drawingml/2006/main">
              <a:ext uri="{FF2B5EF4-FFF2-40B4-BE49-F238E27FC236}">
                <a16:creationId xmlns:a16="http://schemas.microsoft.com/office/drawing/2014/main" id="{E8FE13C0-AC89-4531-88D3-BCCFC610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06-线-0030">
            <a:extLst xmlns:a="http://schemas.openxmlformats.org/drawingml/2006/main">
              <a:ext uri="{FF2B5EF4-FFF2-40B4-BE49-F238E27FC236}">
                <a16:creationId xmlns:a16="http://schemas.microsoft.com/office/drawing/2014/main" id="{64CA6B4D-3C77-4183-B51E-C5A5099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" name="p06-线-0031">
            <a:extLst xmlns:a="http://schemas.openxmlformats.org/drawingml/2006/main">
              <a:ext uri="{FF2B5EF4-FFF2-40B4-BE49-F238E27FC236}">
                <a16:creationId xmlns:a16="http://schemas.microsoft.com/office/drawing/2014/main" id="{3BA2424A-FA1A-4E1F-BD8F-201F395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06-线-0032">
            <a:extLst xmlns:a="http://schemas.openxmlformats.org/drawingml/2006/main">
              <a:ext uri="{FF2B5EF4-FFF2-40B4-BE49-F238E27FC236}">
                <a16:creationId xmlns:a16="http://schemas.microsoft.com/office/drawing/2014/main" id="{5533C06F-A1D2-444D-95EF-03E3C59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06-线-0033">
            <a:extLst xmlns:a="http://schemas.openxmlformats.org/drawingml/2006/main">
              <a:ext uri="{FF2B5EF4-FFF2-40B4-BE49-F238E27FC236}">
                <a16:creationId xmlns:a16="http://schemas.microsoft.com/office/drawing/2014/main" id="{2BFAD48C-8FF8-4F7D-AEDC-8CD22D2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" name="p06-线-0034">
            <a:extLst xmlns:a="http://schemas.openxmlformats.org/drawingml/2006/main">
              <a:ext uri="{FF2B5EF4-FFF2-40B4-BE49-F238E27FC236}">
                <a16:creationId xmlns:a16="http://schemas.microsoft.com/office/drawing/2014/main" id="{663B21B8-D8BD-4A42-8DA0-16F2E7CC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06-线-0035">
            <a:extLst xmlns:a="http://schemas.openxmlformats.org/drawingml/2006/main">
              <a:ext uri="{FF2B5EF4-FFF2-40B4-BE49-F238E27FC236}">
                <a16:creationId xmlns:a16="http://schemas.microsoft.com/office/drawing/2014/main" id="{0439893B-A9BD-471B-A5B4-86123A92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06-线-0036">
            <a:extLst xmlns:a="http://schemas.openxmlformats.org/drawingml/2006/main">
              <a:ext uri="{FF2B5EF4-FFF2-40B4-BE49-F238E27FC236}">
                <a16:creationId xmlns:a16="http://schemas.microsoft.com/office/drawing/2014/main" id="{0CC5C5CB-2809-446F-B146-57BF6288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" name="p06-线-0037">
            <a:extLst xmlns:a="http://schemas.openxmlformats.org/drawingml/2006/main">
              <a:ext uri="{FF2B5EF4-FFF2-40B4-BE49-F238E27FC236}">
                <a16:creationId xmlns:a16="http://schemas.microsoft.com/office/drawing/2014/main" id="{FEE44ED5-4E82-416B-9787-5E35B33A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06-线-0038">
            <a:extLst xmlns:a="http://schemas.openxmlformats.org/drawingml/2006/main">
              <a:ext uri="{FF2B5EF4-FFF2-40B4-BE49-F238E27FC236}">
                <a16:creationId xmlns:a16="http://schemas.microsoft.com/office/drawing/2014/main" id="{86AF09E7-2F82-4BD3-B72A-A7242ECC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06-线-0039">
            <a:extLst xmlns:a="http://schemas.openxmlformats.org/drawingml/2006/main">
              <a:ext uri="{FF2B5EF4-FFF2-40B4-BE49-F238E27FC236}">
                <a16:creationId xmlns:a16="http://schemas.microsoft.com/office/drawing/2014/main" id="{61F21A15-A591-45AF-BF31-D1A4477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" name="p06-线-0040">
            <a:extLst xmlns:a="http://schemas.openxmlformats.org/drawingml/2006/main">
              <a:ext uri="{FF2B5EF4-FFF2-40B4-BE49-F238E27FC236}">
                <a16:creationId xmlns:a16="http://schemas.microsoft.com/office/drawing/2014/main" id="{4B20A1CC-7ECC-4236-8248-D059A2ED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19716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06-线-0041">
            <a:extLst xmlns:a="http://schemas.openxmlformats.org/drawingml/2006/main">
              <a:ext uri="{FF2B5EF4-FFF2-40B4-BE49-F238E27FC236}">
                <a16:creationId xmlns:a16="http://schemas.microsoft.com/office/drawing/2014/main" id="{7F33AE77-F102-4F4A-8DAD-2D3A82ED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06-线-0042">
            <a:extLst xmlns:a="http://schemas.openxmlformats.org/drawingml/2006/main">
              <a:ext uri="{FF2B5EF4-FFF2-40B4-BE49-F238E27FC236}">
                <a16:creationId xmlns:a16="http://schemas.microsoft.com/office/drawing/2014/main" id="{2A95E43C-11B7-44CD-B558-7E64408C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19716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06-线-0043">
            <a:extLst xmlns:a="http://schemas.openxmlformats.org/drawingml/2006/main">
              <a:ext uri="{FF2B5EF4-FFF2-40B4-BE49-F238E27FC236}">
                <a16:creationId xmlns:a16="http://schemas.microsoft.com/office/drawing/2014/main" id="{B775EE4C-A7A0-422E-B762-195903A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716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06-线-0044">
            <a:extLst xmlns:a="http://schemas.openxmlformats.org/drawingml/2006/main">
              <a:ext uri="{FF2B5EF4-FFF2-40B4-BE49-F238E27FC236}">
                <a16:creationId xmlns:a16="http://schemas.microsoft.com/office/drawing/2014/main" id="{A7245B9C-D59F-4CC3-B4B8-CA3FE4A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06-线-0045">
            <a:extLst xmlns:a="http://schemas.openxmlformats.org/drawingml/2006/main">
              <a:ext uri="{FF2B5EF4-FFF2-40B4-BE49-F238E27FC236}">
                <a16:creationId xmlns:a16="http://schemas.microsoft.com/office/drawing/2014/main" id="{986E029B-F464-453C-A4E5-36C0252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06-线-0046">
            <a:extLst xmlns:a="http://schemas.openxmlformats.org/drawingml/2006/main">
              <a:ext uri="{FF2B5EF4-FFF2-40B4-BE49-F238E27FC236}">
                <a16:creationId xmlns:a16="http://schemas.microsoft.com/office/drawing/2014/main" id="{92D6ECD5-FDDA-424D-BD58-404CB4E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7" name="p06-线-0047">
            <a:extLst xmlns:a="http://schemas.openxmlformats.org/drawingml/2006/main">
              <a:ext uri="{FF2B5EF4-FFF2-40B4-BE49-F238E27FC236}">
                <a16:creationId xmlns:a16="http://schemas.microsoft.com/office/drawing/2014/main" id="{1D428B7E-0CB7-4AFF-8EFF-FC923DEC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06-线-0048">
            <a:extLst xmlns:a="http://schemas.openxmlformats.org/drawingml/2006/main">
              <a:ext uri="{FF2B5EF4-FFF2-40B4-BE49-F238E27FC236}">
                <a16:creationId xmlns:a16="http://schemas.microsoft.com/office/drawing/2014/main" id="{8FFCF587-B646-497A-8272-510D276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06-线-0049">
            <a:extLst xmlns:a="http://schemas.openxmlformats.org/drawingml/2006/main">
              <a:ext uri="{FF2B5EF4-FFF2-40B4-BE49-F238E27FC236}">
                <a16:creationId xmlns:a16="http://schemas.microsoft.com/office/drawing/2014/main" id="{82E0111E-6E62-4596-B65E-5F11F144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0" name="p06-线-0050">
            <a:extLst xmlns:a="http://schemas.openxmlformats.org/drawingml/2006/main">
              <a:ext uri="{FF2B5EF4-FFF2-40B4-BE49-F238E27FC236}">
                <a16:creationId xmlns:a16="http://schemas.microsoft.com/office/drawing/2014/main" id="{0DDEB008-982B-421D-92A3-267978B5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06-线-0051">
            <a:extLst xmlns:a="http://schemas.openxmlformats.org/drawingml/2006/main">
              <a:ext uri="{FF2B5EF4-FFF2-40B4-BE49-F238E27FC236}">
                <a16:creationId xmlns:a16="http://schemas.microsoft.com/office/drawing/2014/main" id="{2409CAF4-D6E5-4B45-92D4-55D668F4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06-线-0052">
            <a:extLst xmlns:a="http://schemas.openxmlformats.org/drawingml/2006/main">
              <a:ext uri="{FF2B5EF4-FFF2-40B4-BE49-F238E27FC236}">
                <a16:creationId xmlns:a16="http://schemas.microsoft.com/office/drawing/2014/main" id="{E836EC1E-E744-4DA4-975A-AC49199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3" name="p06-线-0053">
            <a:extLst xmlns:a="http://schemas.openxmlformats.org/drawingml/2006/main">
              <a:ext uri="{FF2B5EF4-FFF2-40B4-BE49-F238E27FC236}">
                <a16:creationId xmlns:a16="http://schemas.microsoft.com/office/drawing/2014/main" id="{E751D734-A32B-4D31-BBA9-49172CBC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06-线-0054">
            <a:extLst xmlns:a="http://schemas.openxmlformats.org/drawingml/2006/main">
              <a:ext uri="{FF2B5EF4-FFF2-40B4-BE49-F238E27FC236}">
                <a16:creationId xmlns:a16="http://schemas.microsoft.com/office/drawing/2014/main" id="{5A304432-FF0B-43B9-95DB-3498A32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06-线-0055">
            <a:extLst xmlns:a="http://schemas.openxmlformats.org/drawingml/2006/main">
              <a:ext uri="{FF2B5EF4-FFF2-40B4-BE49-F238E27FC236}">
                <a16:creationId xmlns:a16="http://schemas.microsoft.com/office/drawing/2014/main" id="{3CE5CC51-040F-43A1-94DF-17B7CE78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6" name="p06-线-0056">
            <a:extLst xmlns:a="http://schemas.openxmlformats.org/drawingml/2006/main">
              <a:ext uri="{FF2B5EF4-FFF2-40B4-BE49-F238E27FC236}">
                <a16:creationId xmlns:a16="http://schemas.microsoft.com/office/drawing/2014/main" id="{16CD6FA7-753A-4A8C-89A0-8A7DA48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06-线-0057">
            <a:extLst xmlns:a="http://schemas.openxmlformats.org/drawingml/2006/main">
              <a:ext uri="{FF2B5EF4-FFF2-40B4-BE49-F238E27FC236}">
                <a16:creationId xmlns:a16="http://schemas.microsoft.com/office/drawing/2014/main" id="{A5C0573C-E63F-4283-873E-AD44F5F5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06-线-0058">
            <a:extLst xmlns:a="http://schemas.openxmlformats.org/drawingml/2006/main">
              <a:ext uri="{FF2B5EF4-FFF2-40B4-BE49-F238E27FC236}">
                <a16:creationId xmlns:a16="http://schemas.microsoft.com/office/drawing/2014/main" id="{49EAB15E-F61D-47B5-AAF4-3D64BF91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9" name="p06-线-0059">
            <a:extLst xmlns:a="http://schemas.openxmlformats.org/drawingml/2006/main">
              <a:ext uri="{FF2B5EF4-FFF2-40B4-BE49-F238E27FC236}">
                <a16:creationId xmlns:a16="http://schemas.microsoft.com/office/drawing/2014/main" id="{9C209952-ADCD-43F6-A213-3003B9E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06-线-0060">
            <a:extLst xmlns:a="http://schemas.openxmlformats.org/drawingml/2006/main">
              <a:ext uri="{FF2B5EF4-FFF2-40B4-BE49-F238E27FC236}">
                <a16:creationId xmlns:a16="http://schemas.microsoft.com/office/drawing/2014/main" id="{A81560C6-4795-4EC3-AF56-6BC42DB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06-线-0061">
            <a:extLst xmlns:a="http://schemas.openxmlformats.org/drawingml/2006/main">
              <a:ext uri="{FF2B5EF4-FFF2-40B4-BE49-F238E27FC236}">
                <a16:creationId xmlns:a16="http://schemas.microsoft.com/office/drawing/2014/main" id="{53041924-BEDC-4DD4-A0FA-A3B0B08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2" name="p06-线-0062">
            <a:extLst xmlns:a="http://schemas.openxmlformats.org/drawingml/2006/main">
              <a:ext uri="{FF2B5EF4-FFF2-40B4-BE49-F238E27FC236}">
                <a16:creationId xmlns:a16="http://schemas.microsoft.com/office/drawing/2014/main" id="{47CABC1A-7393-463A-91D9-345CC18E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06-线-0063">
            <a:extLst xmlns:a="http://schemas.openxmlformats.org/drawingml/2006/main">
              <a:ext uri="{FF2B5EF4-FFF2-40B4-BE49-F238E27FC236}">
                <a16:creationId xmlns:a16="http://schemas.microsoft.com/office/drawing/2014/main" id="{729BAC41-4158-4866-BFD5-76096380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06-线-0064">
            <a:extLst xmlns:a="http://schemas.openxmlformats.org/drawingml/2006/main">
              <a:ext uri="{FF2B5EF4-FFF2-40B4-BE49-F238E27FC236}">
                <a16:creationId xmlns:a16="http://schemas.microsoft.com/office/drawing/2014/main" id="{E1ABABD4-9058-446F-99D5-77B01B1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5" name="p06-线-0065">
            <a:extLst xmlns:a="http://schemas.openxmlformats.org/drawingml/2006/main">
              <a:ext uri="{FF2B5EF4-FFF2-40B4-BE49-F238E27FC236}">
                <a16:creationId xmlns:a16="http://schemas.microsoft.com/office/drawing/2014/main" id="{36CC5714-1AD9-4C02-A647-23EEC917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06-线-0066">
            <a:extLst xmlns:a="http://schemas.openxmlformats.org/drawingml/2006/main">
              <a:ext uri="{FF2B5EF4-FFF2-40B4-BE49-F238E27FC236}">
                <a16:creationId xmlns:a16="http://schemas.microsoft.com/office/drawing/2014/main" id="{E94EFEB4-6635-459C-A1E5-70FFA79C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06-线-0067">
            <a:extLst xmlns:a="http://schemas.openxmlformats.org/drawingml/2006/main">
              <a:ext uri="{FF2B5EF4-FFF2-40B4-BE49-F238E27FC236}">
                <a16:creationId xmlns:a16="http://schemas.microsoft.com/office/drawing/2014/main" id="{290685A5-830F-4947-A1FE-C9D6604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8" name="p06-线-0068">
            <a:extLst xmlns:a="http://schemas.openxmlformats.org/drawingml/2006/main">
              <a:ext uri="{FF2B5EF4-FFF2-40B4-BE49-F238E27FC236}">
                <a16:creationId xmlns:a16="http://schemas.microsoft.com/office/drawing/2014/main" id="{6454675C-B57D-47D5-8A66-72E7AE84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06-线-0069">
            <a:extLst xmlns:a="http://schemas.openxmlformats.org/drawingml/2006/main">
              <a:ext uri="{FF2B5EF4-FFF2-40B4-BE49-F238E27FC236}">
                <a16:creationId xmlns:a16="http://schemas.microsoft.com/office/drawing/2014/main" id="{36D36DD8-0AAA-478D-992B-0A7B5C6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06-线-0070">
            <a:extLst xmlns:a="http://schemas.openxmlformats.org/drawingml/2006/main">
              <a:ext uri="{FF2B5EF4-FFF2-40B4-BE49-F238E27FC236}">
                <a16:creationId xmlns:a16="http://schemas.microsoft.com/office/drawing/2014/main" id="{61D100AF-1D34-4D59-BE8D-81FF58E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1" name="p06-线-0071">
            <a:extLst xmlns:a="http://schemas.openxmlformats.org/drawingml/2006/main">
              <a:ext uri="{FF2B5EF4-FFF2-40B4-BE49-F238E27FC236}">
                <a16:creationId xmlns:a16="http://schemas.microsoft.com/office/drawing/2014/main" id="{D6CC22EF-C41D-48E1-8FDC-D291EA46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0605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06-线-0072">
            <a:extLst xmlns:a="http://schemas.openxmlformats.org/drawingml/2006/main">
              <a:ext uri="{FF2B5EF4-FFF2-40B4-BE49-F238E27FC236}">
                <a16:creationId xmlns:a16="http://schemas.microsoft.com/office/drawing/2014/main" id="{AC0A9308-084E-453B-B668-60F6073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06-线-0073">
            <a:extLst xmlns:a="http://schemas.openxmlformats.org/drawingml/2006/main">
              <a:ext uri="{FF2B5EF4-FFF2-40B4-BE49-F238E27FC236}">
                <a16:creationId xmlns:a16="http://schemas.microsoft.com/office/drawing/2014/main" id="{C2E3DC2F-7F2E-46FA-ADE9-E99959F8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0605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06-线-0074">
            <a:extLst xmlns:a="http://schemas.openxmlformats.org/drawingml/2006/main">
              <a:ext uri="{FF2B5EF4-FFF2-40B4-BE49-F238E27FC236}">
                <a16:creationId xmlns:a16="http://schemas.microsoft.com/office/drawing/2014/main" id="{2E726444-C8DB-4776-82A2-A820E6A1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605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06-线-0075">
            <a:extLst xmlns:a="http://schemas.openxmlformats.org/drawingml/2006/main">
              <a:ext uri="{FF2B5EF4-FFF2-40B4-BE49-F238E27FC236}">
                <a16:creationId xmlns:a16="http://schemas.microsoft.com/office/drawing/2014/main" id="{EBB0DD41-A1B2-4FEB-A3AC-E9F10C5E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06-线-0076">
            <a:extLst xmlns:a="http://schemas.openxmlformats.org/drawingml/2006/main">
              <a:ext uri="{FF2B5EF4-FFF2-40B4-BE49-F238E27FC236}">
                <a16:creationId xmlns:a16="http://schemas.microsoft.com/office/drawing/2014/main" id="{E93F380F-7305-4588-8AA1-8291714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06-线-0077">
            <a:extLst xmlns:a="http://schemas.openxmlformats.org/drawingml/2006/main">
              <a:ext uri="{FF2B5EF4-FFF2-40B4-BE49-F238E27FC236}">
                <a16:creationId xmlns:a16="http://schemas.microsoft.com/office/drawing/2014/main" id="{5A74D78B-03CB-456D-AC1F-EE0CB390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8" name="p06-线-0078">
            <a:extLst xmlns:a="http://schemas.openxmlformats.org/drawingml/2006/main">
              <a:ext uri="{FF2B5EF4-FFF2-40B4-BE49-F238E27FC236}">
                <a16:creationId xmlns:a16="http://schemas.microsoft.com/office/drawing/2014/main" id="{8D2EE7AE-D4B8-4558-9C5E-E3F8C2E9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06-线-0079">
            <a:extLst xmlns:a="http://schemas.openxmlformats.org/drawingml/2006/main">
              <a:ext uri="{FF2B5EF4-FFF2-40B4-BE49-F238E27FC236}">
                <a16:creationId xmlns:a16="http://schemas.microsoft.com/office/drawing/2014/main" id="{DC15ABDD-49A9-4C73-A31D-396A1B49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06-线-0080">
            <a:extLst xmlns:a="http://schemas.openxmlformats.org/drawingml/2006/main">
              <a:ext uri="{FF2B5EF4-FFF2-40B4-BE49-F238E27FC236}">
                <a16:creationId xmlns:a16="http://schemas.microsoft.com/office/drawing/2014/main" id="{8C2CBADF-ADD0-4A90-9A1E-2D07CB1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1" name="p06-线-0081">
            <a:extLst xmlns:a="http://schemas.openxmlformats.org/drawingml/2006/main">
              <a:ext uri="{FF2B5EF4-FFF2-40B4-BE49-F238E27FC236}">
                <a16:creationId xmlns:a16="http://schemas.microsoft.com/office/drawing/2014/main" id="{12E97AE7-2210-45A1-AF06-3DAB1DFE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06-线-0082">
            <a:extLst xmlns:a="http://schemas.openxmlformats.org/drawingml/2006/main">
              <a:ext uri="{FF2B5EF4-FFF2-40B4-BE49-F238E27FC236}">
                <a16:creationId xmlns:a16="http://schemas.microsoft.com/office/drawing/2014/main" id="{BFD47B4A-12DE-417B-A9B1-A40C73C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06-线-0083">
            <a:extLst xmlns:a="http://schemas.openxmlformats.org/drawingml/2006/main">
              <a:ext uri="{FF2B5EF4-FFF2-40B4-BE49-F238E27FC236}">
                <a16:creationId xmlns:a16="http://schemas.microsoft.com/office/drawing/2014/main" id="{FD60D0A6-D6AA-4082-AE11-5CAF847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4" name="p06-线-0084">
            <a:extLst xmlns:a="http://schemas.openxmlformats.org/drawingml/2006/main">
              <a:ext uri="{FF2B5EF4-FFF2-40B4-BE49-F238E27FC236}">
                <a16:creationId xmlns:a16="http://schemas.microsoft.com/office/drawing/2014/main" id="{446C5C13-634E-46F5-8A60-874B71B8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06-线-0085">
            <a:extLst xmlns:a="http://schemas.openxmlformats.org/drawingml/2006/main">
              <a:ext uri="{FF2B5EF4-FFF2-40B4-BE49-F238E27FC236}">
                <a16:creationId xmlns:a16="http://schemas.microsoft.com/office/drawing/2014/main" id="{044B146B-3936-4738-89C8-EE0D17CC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06-线-0086">
            <a:extLst xmlns:a="http://schemas.openxmlformats.org/drawingml/2006/main">
              <a:ext uri="{FF2B5EF4-FFF2-40B4-BE49-F238E27FC236}">
                <a16:creationId xmlns:a16="http://schemas.microsoft.com/office/drawing/2014/main" id="{C125459E-2ADE-40F2-AFCF-64EB159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7" name="p06-线-0087">
            <a:extLst xmlns:a="http://schemas.openxmlformats.org/drawingml/2006/main">
              <a:ext uri="{FF2B5EF4-FFF2-40B4-BE49-F238E27FC236}">
                <a16:creationId xmlns:a16="http://schemas.microsoft.com/office/drawing/2014/main" id="{9F398B0F-96AC-4F4F-9E35-05B778A9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06-线-0088">
            <a:extLst xmlns:a="http://schemas.openxmlformats.org/drawingml/2006/main">
              <a:ext uri="{FF2B5EF4-FFF2-40B4-BE49-F238E27FC236}">
                <a16:creationId xmlns:a16="http://schemas.microsoft.com/office/drawing/2014/main" id="{6C4F9E33-376F-4232-A88B-B01F1AE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06-线-0089">
            <a:extLst xmlns:a="http://schemas.openxmlformats.org/drawingml/2006/main">
              <a:ext uri="{FF2B5EF4-FFF2-40B4-BE49-F238E27FC236}">
                <a16:creationId xmlns:a16="http://schemas.microsoft.com/office/drawing/2014/main" id="{2F8A23BD-14F7-4BC8-9909-0DB952F3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0" name="p06-线-0090">
            <a:extLst xmlns:a="http://schemas.openxmlformats.org/drawingml/2006/main">
              <a:ext uri="{FF2B5EF4-FFF2-40B4-BE49-F238E27FC236}">
                <a16:creationId xmlns:a16="http://schemas.microsoft.com/office/drawing/2014/main" id="{13AF0799-BD47-45E0-8D96-44E6C51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06-线-0091">
            <a:extLst xmlns:a="http://schemas.openxmlformats.org/drawingml/2006/main">
              <a:ext uri="{FF2B5EF4-FFF2-40B4-BE49-F238E27FC236}">
                <a16:creationId xmlns:a16="http://schemas.microsoft.com/office/drawing/2014/main" id="{58325015-EE6D-47CF-A343-06404FF1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06-线-0092">
            <a:extLst xmlns:a="http://schemas.openxmlformats.org/drawingml/2006/main">
              <a:ext uri="{FF2B5EF4-FFF2-40B4-BE49-F238E27FC236}">
                <a16:creationId xmlns:a16="http://schemas.microsoft.com/office/drawing/2014/main" id="{9481F33F-3EE3-45A4-90E2-F9EBA16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3" name="p06-线-0093">
            <a:extLst xmlns:a="http://schemas.openxmlformats.org/drawingml/2006/main">
              <a:ext uri="{FF2B5EF4-FFF2-40B4-BE49-F238E27FC236}">
                <a16:creationId xmlns:a16="http://schemas.microsoft.com/office/drawing/2014/main" id="{05D1CE16-C7E8-4DFB-AFC8-AE24AEE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06-线-0094">
            <a:extLst xmlns:a="http://schemas.openxmlformats.org/drawingml/2006/main">
              <a:ext uri="{FF2B5EF4-FFF2-40B4-BE49-F238E27FC236}">
                <a16:creationId xmlns:a16="http://schemas.microsoft.com/office/drawing/2014/main" id="{0E8B71E1-EC1B-4F56-8F53-2574241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06-线-0095">
            <a:extLst xmlns:a="http://schemas.openxmlformats.org/drawingml/2006/main">
              <a:ext uri="{FF2B5EF4-FFF2-40B4-BE49-F238E27FC236}">
                <a16:creationId xmlns:a16="http://schemas.microsoft.com/office/drawing/2014/main" id="{613555A8-8E29-4FF2-891A-05B4E14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6" name="p06-线-0096">
            <a:extLst xmlns:a="http://schemas.openxmlformats.org/drawingml/2006/main">
              <a:ext uri="{FF2B5EF4-FFF2-40B4-BE49-F238E27FC236}">
                <a16:creationId xmlns:a16="http://schemas.microsoft.com/office/drawing/2014/main" id="{32D49CA5-6DF8-4A56-A960-E320237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06-线-0097">
            <a:extLst xmlns:a="http://schemas.openxmlformats.org/drawingml/2006/main">
              <a:ext uri="{FF2B5EF4-FFF2-40B4-BE49-F238E27FC236}">
                <a16:creationId xmlns:a16="http://schemas.microsoft.com/office/drawing/2014/main" id="{E6934171-5E5F-44D8-A63F-01FB515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06-线-0098">
            <a:extLst xmlns:a="http://schemas.openxmlformats.org/drawingml/2006/main">
              <a:ext uri="{FF2B5EF4-FFF2-40B4-BE49-F238E27FC236}">
                <a16:creationId xmlns:a16="http://schemas.microsoft.com/office/drawing/2014/main" id="{5B463C11-B83E-4F43-A342-D3D8CF58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9" name="p06-线-0099">
            <a:extLst xmlns:a="http://schemas.openxmlformats.org/drawingml/2006/main">
              <a:ext uri="{FF2B5EF4-FFF2-40B4-BE49-F238E27FC236}">
                <a16:creationId xmlns:a16="http://schemas.microsoft.com/office/drawing/2014/main" id="{8C5E6145-040A-4E0F-8D98-F239AD20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06-线-0100">
            <a:extLst xmlns:a="http://schemas.openxmlformats.org/drawingml/2006/main">
              <a:ext uri="{FF2B5EF4-FFF2-40B4-BE49-F238E27FC236}">
                <a16:creationId xmlns:a16="http://schemas.microsoft.com/office/drawing/2014/main" id="{CF087DBB-AAB1-46CF-8320-CCA63947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06-线-0101">
            <a:extLst xmlns:a="http://schemas.openxmlformats.org/drawingml/2006/main">
              <a:ext uri="{FF2B5EF4-FFF2-40B4-BE49-F238E27FC236}">
                <a16:creationId xmlns:a16="http://schemas.microsoft.com/office/drawing/2014/main" id="{EDAA6CE2-D1FF-4E3F-95B1-8CDF9B30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2" name="p06-线-0102">
            <a:extLst xmlns:a="http://schemas.openxmlformats.org/drawingml/2006/main">
              <a:ext uri="{FF2B5EF4-FFF2-40B4-BE49-F238E27FC236}">
                <a16:creationId xmlns:a16="http://schemas.microsoft.com/office/drawing/2014/main" id="{44F593A4-2372-4C2B-A303-BA008916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1494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06-线-0103">
            <a:extLst xmlns:a="http://schemas.openxmlformats.org/drawingml/2006/main">
              <a:ext uri="{FF2B5EF4-FFF2-40B4-BE49-F238E27FC236}">
                <a16:creationId xmlns:a16="http://schemas.microsoft.com/office/drawing/2014/main" id="{CF24C7A1-F10C-4D24-9FE6-CD93E30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06-线-0104">
            <a:extLst xmlns:a="http://schemas.openxmlformats.org/drawingml/2006/main">
              <a:ext uri="{FF2B5EF4-FFF2-40B4-BE49-F238E27FC236}">
                <a16:creationId xmlns:a16="http://schemas.microsoft.com/office/drawing/2014/main" id="{F4F32869-5989-4B7C-871B-FFCD9922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1494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06-线-0105">
            <a:extLst xmlns:a="http://schemas.openxmlformats.org/drawingml/2006/main">
              <a:ext uri="{FF2B5EF4-FFF2-40B4-BE49-F238E27FC236}">
                <a16:creationId xmlns:a16="http://schemas.microsoft.com/office/drawing/2014/main" id="{72592E76-817B-4E97-BB71-6395C59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494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06-线-0106">
            <a:extLst xmlns:a="http://schemas.openxmlformats.org/drawingml/2006/main">
              <a:ext uri="{FF2B5EF4-FFF2-40B4-BE49-F238E27FC236}">
                <a16:creationId xmlns:a16="http://schemas.microsoft.com/office/drawing/2014/main" id="{97DB82AC-98D7-4590-8BF9-E7835254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06-线-0107">
            <a:extLst xmlns:a="http://schemas.openxmlformats.org/drawingml/2006/main">
              <a:ext uri="{FF2B5EF4-FFF2-40B4-BE49-F238E27FC236}">
                <a16:creationId xmlns:a16="http://schemas.microsoft.com/office/drawing/2014/main" id="{0876A219-EF06-4505-A7C7-E1CA26B0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6-线-0108">
            <a:extLst xmlns:a="http://schemas.openxmlformats.org/drawingml/2006/main">
              <a:ext uri="{FF2B5EF4-FFF2-40B4-BE49-F238E27FC236}">
                <a16:creationId xmlns:a16="http://schemas.microsoft.com/office/drawing/2014/main" id="{40BC61D6-A331-4D9A-9579-0D9F8ED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9" name="p06-线-0109">
            <a:extLst xmlns:a="http://schemas.openxmlformats.org/drawingml/2006/main">
              <a:ext uri="{FF2B5EF4-FFF2-40B4-BE49-F238E27FC236}">
                <a16:creationId xmlns:a16="http://schemas.microsoft.com/office/drawing/2014/main" id="{071ACE69-E6C2-4784-919D-75459327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06-线-0110">
            <a:extLst xmlns:a="http://schemas.openxmlformats.org/drawingml/2006/main">
              <a:ext uri="{FF2B5EF4-FFF2-40B4-BE49-F238E27FC236}">
                <a16:creationId xmlns:a16="http://schemas.microsoft.com/office/drawing/2014/main" id="{03985C5A-C90D-4505-BA9B-A195654C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6-线-0111">
            <a:extLst xmlns:a="http://schemas.openxmlformats.org/drawingml/2006/main">
              <a:ext uri="{FF2B5EF4-FFF2-40B4-BE49-F238E27FC236}">
                <a16:creationId xmlns:a16="http://schemas.microsoft.com/office/drawing/2014/main" id="{97BC3771-2160-4815-BCFD-77391ABA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2" name="p06-线-0112">
            <a:extLst xmlns:a="http://schemas.openxmlformats.org/drawingml/2006/main">
              <a:ext uri="{FF2B5EF4-FFF2-40B4-BE49-F238E27FC236}">
                <a16:creationId xmlns:a16="http://schemas.microsoft.com/office/drawing/2014/main" id="{277AF11B-8811-478B-8FA4-0F1BE731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06-线-0113">
            <a:extLst xmlns:a="http://schemas.openxmlformats.org/drawingml/2006/main">
              <a:ext uri="{FF2B5EF4-FFF2-40B4-BE49-F238E27FC236}">
                <a16:creationId xmlns:a16="http://schemas.microsoft.com/office/drawing/2014/main" id="{67DD0FBF-C04F-4AA2-9168-69F7E1B4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6-线-0114">
            <a:extLst xmlns:a="http://schemas.openxmlformats.org/drawingml/2006/main">
              <a:ext uri="{FF2B5EF4-FFF2-40B4-BE49-F238E27FC236}">
                <a16:creationId xmlns:a16="http://schemas.microsoft.com/office/drawing/2014/main" id="{E9B08020-E63B-4E1B-ACCA-329422FC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5" name="p06-线-0115">
            <a:extLst xmlns:a="http://schemas.openxmlformats.org/drawingml/2006/main">
              <a:ext uri="{FF2B5EF4-FFF2-40B4-BE49-F238E27FC236}">
                <a16:creationId xmlns:a16="http://schemas.microsoft.com/office/drawing/2014/main" id="{E07E873C-ADC6-4BC9-935C-99749F10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06-线-0116">
            <a:extLst xmlns:a="http://schemas.openxmlformats.org/drawingml/2006/main">
              <a:ext uri="{FF2B5EF4-FFF2-40B4-BE49-F238E27FC236}">
                <a16:creationId xmlns:a16="http://schemas.microsoft.com/office/drawing/2014/main" id="{674003D9-1585-48D8-B561-664DC59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06-线-0117">
            <a:extLst xmlns:a="http://schemas.openxmlformats.org/drawingml/2006/main">
              <a:ext uri="{FF2B5EF4-FFF2-40B4-BE49-F238E27FC236}">
                <a16:creationId xmlns:a16="http://schemas.microsoft.com/office/drawing/2014/main" id="{289E9EC1-A92F-4AF8-9496-52A9574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8" name="p06-线-0118">
            <a:extLst xmlns:a="http://schemas.openxmlformats.org/drawingml/2006/main">
              <a:ext uri="{FF2B5EF4-FFF2-40B4-BE49-F238E27FC236}">
                <a16:creationId xmlns:a16="http://schemas.microsoft.com/office/drawing/2014/main" id="{D16E293F-9ADF-42DD-A3FA-E3C7E54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06-线-0119">
            <a:extLst xmlns:a="http://schemas.openxmlformats.org/drawingml/2006/main">
              <a:ext uri="{FF2B5EF4-FFF2-40B4-BE49-F238E27FC236}">
                <a16:creationId xmlns:a16="http://schemas.microsoft.com/office/drawing/2014/main" id="{4B18E00D-784B-490A-A431-710D80E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06-线-0120">
            <a:extLst xmlns:a="http://schemas.openxmlformats.org/drawingml/2006/main">
              <a:ext uri="{FF2B5EF4-FFF2-40B4-BE49-F238E27FC236}">
                <a16:creationId xmlns:a16="http://schemas.microsoft.com/office/drawing/2014/main" id="{6AA6F0FC-3334-4E5C-BDB5-A51A088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1" name="p06-线-0121">
            <a:extLst xmlns:a="http://schemas.openxmlformats.org/drawingml/2006/main">
              <a:ext uri="{FF2B5EF4-FFF2-40B4-BE49-F238E27FC236}">
                <a16:creationId xmlns:a16="http://schemas.microsoft.com/office/drawing/2014/main" id="{7AEE1C9C-2F15-4E25-ABCD-296ECE3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06-线-0122">
            <a:extLst xmlns:a="http://schemas.openxmlformats.org/drawingml/2006/main">
              <a:ext uri="{FF2B5EF4-FFF2-40B4-BE49-F238E27FC236}">
                <a16:creationId xmlns:a16="http://schemas.microsoft.com/office/drawing/2014/main" id="{657D48FF-6DE1-46E1-91CA-11AA62E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06-线-0123">
            <a:extLst xmlns:a="http://schemas.openxmlformats.org/drawingml/2006/main">
              <a:ext uri="{FF2B5EF4-FFF2-40B4-BE49-F238E27FC236}">
                <a16:creationId xmlns:a16="http://schemas.microsoft.com/office/drawing/2014/main" id="{7A4D7DBC-15CB-4129-AAD3-B4DBEB16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4" name="p06-线-0124">
            <a:extLst xmlns:a="http://schemas.openxmlformats.org/drawingml/2006/main">
              <a:ext uri="{FF2B5EF4-FFF2-40B4-BE49-F238E27FC236}">
                <a16:creationId xmlns:a16="http://schemas.microsoft.com/office/drawing/2014/main" id="{D3A68BF4-6221-4495-8004-C950F89A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06-线-0125">
            <a:extLst xmlns:a="http://schemas.openxmlformats.org/drawingml/2006/main">
              <a:ext uri="{FF2B5EF4-FFF2-40B4-BE49-F238E27FC236}">
                <a16:creationId xmlns:a16="http://schemas.microsoft.com/office/drawing/2014/main" id="{0A60F47A-A53D-472A-ACB7-0456672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06-线-0126">
            <a:extLst xmlns:a="http://schemas.openxmlformats.org/drawingml/2006/main">
              <a:ext uri="{FF2B5EF4-FFF2-40B4-BE49-F238E27FC236}">
                <a16:creationId xmlns:a16="http://schemas.microsoft.com/office/drawing/2014/main" id="{FF2656D2-4405-4453-9653-60F6197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7" name="p06-线-0127">
            <a:extLst xmlns:a="http://schemas.openxmlformats.org/drawingml/2006/main">
              <a:ext uri="{FF2B5EF4-FFF2-40B4-BE49-F238E27FC236}">
                <a16:creationId xmlns:a16="http://schemas.microsoft.com/office/drawing/2014/main" id="{F1E3A617-61D7-4785-81F4-456C113B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06-线-0128">
            <a:extLst xmlns:a="http://schemas.openxmlformats.org/drawingml/2006/main">
              <a:ext uri="{FF2B5EF4-FFF2-40B4-BE49-F238E27FC236}">
                <a16:creationId xmlns:a16="http://schemas.microsoft.com/office/drawing/2014/main" id="{439DCD68-11AD-4AF7-B58A-2E0FFA26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06-线-0129">
            <a:extLst xmlns:a="http://schemas.openxmlformats.org/drawingml/2006/main">
              <a:ext uri="{FF2B5EF4-FFF2-40B4-BE49-F238E27FC236}">
                <a16:creationId xmlns:a16="http://schemas.microsoft.com/office/drawing/2014/main" id="{5753B22F-18E5-40FA-88B1-382BDE9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0" name="p06-线-0130">
            <a:extLst xmlns:a="http://schemas.openxmlformats.org/drawingml/2006/main">
              <a:ext uri="{FF2B5EF4-FFF2-40B4-BE49-F238E27FC236}">
                <a16:creationId xmlns:a16="http://schemas.microsoft.com/office/drawing/2014/main" id="{D19019CD-60A0-416C-A571-5B072025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06-线-0131">
            <a:extLst xmlns:a="http://schemas.openxmlformats.org/drawingml/2006/main">
              <a:ext uri="{FF2B5EF4-FFF2-40B4-BE49-F238E27FC236}">
                <a16:creationId xmlns:a16="http://schemas.microsoft.com/office/drawing/2014/main" id="{E3961AD6-EEF6-4100-976C-51DF8819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06-线-0132">
            <a:extLst xmlns:a="http://schemas.openxmlformats.org/drawingml/2006/main">
              <a:ext uri="{FF2B5EF4-FFF2-40B4-BE49-F238E27FC236}">
                <a16:creationId xmlns:a16="http://schemas.microsoft.com/office/drawing/2014/main" id="{C5F931D2-0D1D-4106-AC9A-9CDD0A9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3" name="p06-线-0133">
            <a:extLst xmlns:a="http://schemas.openxmlformats.org/drawingml/2006/main">
              <a:ext uri="{FF2B5EF4-FFF2-40B4-BE49-F238E27FC236}">
                <a16:creationId xmlns:a16="http://schemas.microsoft.com/office/drawing/2014/main" id="{84ED6A93-6BD0-42D3-BE74-D19BF41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2383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06-线-0134">
            <a:extLst xmlns:a="http://schemas.openxmlformats.org/drawingml/2006/main">
              <a:ext uri="{FF2B5EF4-FFF2-40B4-BE49-F238E27FC236}">
                <a16:creationId xmlns:a16="http://schemas.microsoft.com/office/drawing/2014/main" id="{9C08B692-B6E9-4157-A285-37731CEA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06-线-0135">
            <a:extLst xmlns:a="http://schemas.openxmlformats.org/drawingml/2006/main">
              <a:ext uri="{FF2B5EF4-FFF2-40B4-BE49-F238E27FC236}">
                <a16:creationId xmlns:a16="http://schemas.microsoft.com/office/drawing/2014/main" id="{6EDBB9E3-77DC-4402-BC77-EE00DED5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2383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06-线-0136">
            <a:extLst xmlns:a="http://schemas.openxmlformats.org/drawingml/2006/main">
              <a:ext uri="{FF2B5EF4-FFF2-40B4-BE49-F238E27FC236}">
                <a16:creationId xmlns:a16="http://schemas.microsoft.com/office/drawing/2014/main" id="{18BA7272-6D2A-4678-BC28-0106FC43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06-线-0137">
            <a:extLst xmlns:a="http://schemas.openxmlformats.org/drawingml/2006/main">
              <a:ext uri="{FF2B5EF4-FFF2-40B4-BE49-F238E27FC236}">
                <a16:creationId xmlns:a16="http://schemas.microsoft.com/office/drawing/2014/main" id="{71105AD0-A1A7-4FC6-B74C-CAE089AD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06-线-0138">
            <a:extLst xmlns:a="http://schemas.openxmlformats.org/drawingml/2006/main">
              <a:ext uri="{FF2B5EF4-FFF2-40B4-BE49-F238E27FC236}">
                <a16:creationId xmlns:a16="http://schemas.microsoft.com/office/drawing/2014/main" id="{A2D05C21-ADF8-40BE-BE6E-8AEA79A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6-线-0139">
            <a:extLst xmlns:a="http://schemas.openxmlformats.org/drawingml/2006/main">
              <a:ext uri="{FF2B5EF4-FFF2-40B4-BE49-F238E27FC236}">
                <a16:creationId xmlns:a16="http://schemas.microsoft.com/office/drawing/2014/main" id="{DE604D47-F47B-4254-8E52-F9C3644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0" name="p06-线-0140">
            <a:extLst xmlns:a="http://schemas.openxmlformats.org/drawingml/2006/main">
              <a:ext uri="{FF2B5EF4-FFF2-40B4-BE49-F238E27FC236}">
                <a16:creationId xmlns:a16="http://schemas.microsoft.com/office/drawing/2014/main" id="{83031FD8-AEBE-4985-B4E0-C6CB6AF3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06-线-0141">
            <a:extLst xmlns:a="http://schemas.openxmlformats.org/drawingml/2006/main">
              <a:ext uri="{FF2B5EF4-FFF2-40B4-BE49-F238E27FC236}">
                <a16:creationId xmlns:a16="http://schemas.microsoft.com/office/drawing/2014/main" id="{6A291CE8-3BBB-41CE-B83F-D8DB0385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6-线-0142">
            <a:extLst xmlns:a="http://schemas.openxmlformats.org/drawingml/2006/main">
              <a:ext uri="{FF2B5EF4-FFF2-40B4-BE49-F238E27FC236}">
                <a16:creationId xmlns:a16="http://schemas.microsoft.com/office/drawing/2014/main" id="{933C6D4C-2E8B-460E-A30D-B3278CF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3" name="p06-线-0143">
            <a:extLst xmlns:a="http://schemas.openxmlformats.org/drawingml/2006/main">
              <a:ext uri="{FF2B5EF4-FFF2-40B4-BE49-F238E27FC236}">
                <a16:creationId xmlns:a16="http://schemas.microsoft.com/office/drawing/2014/main" id="{B1EFB4C0-4DB7-4DB6-AE26-F9C1210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06-线-0144">
            <a:extLst xmlns:a="http://schemas.openxmlformats.org/drawingml/2006/main">
              <a:ext uri="{FF2B5EF4-FFF2-40B4-BE49-F238E27FC236}">
                <a16:creationId xmlns:a16="http://schemas.microsoft.com/office/drawing/2014/main" id="{575891AB-68A9-481C-A993-BED5B3F1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6-线-0145">
            <a:extLst xmlns:a="http://schemas.openxmlformats.org/drawingml/2006/main">
              <a:ext uri="{FF2B5EF4-FFF2-40B4-BE49-F238E27FC236}">
                <a16:creationId xmlns:a16="http://schemas.microsoft.com/office/drawing/2014/main" id="{D3CCDE53-D96E-482D-A5E3-B2D8A2E2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6" name="p06-线-0146">
            <a:extLst xmlns:a="http://schemas.openxmlformats.org/drawingml/2006/main">
              <a:ext uri="{FF2B5EF4-FFF2-40B4-BE49-F238E27FC236}">
                <a16:creationId xmlns:a16="http://schemas.microsoft.com/office/drawing/2014/main" id="{620AC325-6A4D-448A-91CD-5D706E6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06-线-0147">
            <a:extLst xmlns:a="http://schemas.openxmlformats.org/drawingml/2006/main">
              <a:ext uri="{FF2B5EF4-FFF2-40B4-BE49-F238E27FC236}">
                <a16:creationId xmlns:a16="http://schemas.microsoft.com/office/drawing/2014/main" id="{B5550D95-48C7-4E56-8184-C883EE0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06-线-0148">
            <a:extLst xmlns:a="http://schemas.openxmlformats.org/drawingml/2006/main">
              <a:ext uri="{FF2B5EF4-FFF2-40B4-BE49-F238E27FC236}">
                <a16:creationId xmlns:a16="http://schemas.microsoft.com/office/drawing/2014/main" id="{8A1156AA-44DB-4A0F-AE49-2D8A7A7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9" name="p06-线-0149">
            <a:extLst xmlns:a="http://schemas.openxmlformats.org/drawingml/2006/main">
              <a:ext uri="{FF2B5EF4-FFF2-40B4-BE49-F238E27FC236}">
                <a16:creationId xmlns:a16="http://schemas.microsoft.com/office/drawing/2014/main" id="{4046201F-26AA-4ABF-9603-3CC94F83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06-线-0150">
            <a:extLst xmlns:a="http://schemas.openxmlformats.org/drawingml/2006/main">
              <a:ext uri="{FF2B5EF4-FFF2-40B4-BE49-F238E27FC236}">
                <a16:creationId xmlns:a16="http://schemas.microsoft.com/office/drawing/2014/main" id="{9B5F006D-4F24-4AED-A976-91D13B4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06-线-0151">
            <a:extLst xmlns:a="http://schemas.openxmlformats.org/drawingml/2006/main">
              <a:ext uri="{FF2B5EF4-FFF2-40B4-BE49-F238E27FC236}">
                <a16:creationId xmlns:a16="http://schemas.microsoft.com/office/drawing/2014/main" id="{295F4DEF-5F84-4ADB-9397-B378729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2" name="p06-线-0152">
            <a:extLst xmlns:a="http://schemas.openxmlformats.org/drawingml/2006/main">
              <a:ext uri="{FF2B5EF4-FFF2-40B4-BE49-F238E27FC236}">
                <a16:creationId xmlns:a16="http://schemas.microsoft.com/office/drawing/2014/main" id="{4E926CF8-74F6-4600-99F4-7E676C3C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06-线-0153">
            <a:extLst xmlns:a="http://schemas.openxmlformats.org/drawingml/2006/main">
              <a:ext uri="{FF2B5EF4-FFF2-40B4-BE49-F238E27FC236}">
                <a16:creationId xmlns:a16="http://schemas.microsoft.com/office/drawing/2014/main" id="{537F3C35-4E17-44B6-B709-200234B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06-线-0154">
            <a:extLst xmlns:a="http://schemas.openxmlformats.org/drawingml/2006/main">
              <a:ext uri="{FF2B5EF4-FFF2-40B4-BE49-F238E27FC236}">
                <a16:creationId xmlns:a16="http://schemas.microsoft.com/office/drawing/2014/main" id="{2FA352A2-2D43-4847-A101-4B8AC8EC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5" name="p06-线-0155">
            <a:extLst xmlns:a="http://schemas.openxmlformats.org/drawingml/2006/main">
              <a:ext uri="{FF2B5EF4-FFF2-40B4-BE49-F238E27FC236}">
                <a16:creationId xmlns:a16="http://schemas.microsoft.com/office/drawing/2014/main" id="{B6F9BD90-23E5-4272-9C1F-43866E8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06-线-0156">
            <a:extLst xmlns:a="http://schemas.openxmlformats.org/drawingml/2006/main">
              <a:ext uri="{FF2B5EF4-FFF2-40B4-BE49-F238E27FC236}">
                <a16:creationId xmlns:a16="http://schemas.microsoft.com/office/drawing/2014/main" id="{ACE13E94-9E49-426B-9DC9-AE8CC406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06-线-0157">
            <a:extLst xmlns:a="http://schemas.openxmlformats.org/drawingml/2006/main">
              <a:ext uri="{FF2B5EF4-FFF2-40B4-BE49-F238E27FC236}">
                <a16:creationId xmlns:a16="http://schemas.microsoft.com/office/drawing/2014/main" id="{C349880B-D6FC-4E37-935A-26A2D195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8" name="p06-线-0158">
            <a:extLst xmlns:a="http://schemas.openxmlformats.org/drawingml/2006/main">
              <a:ext uri="{FF2B5EF4-FFF2-40B4-BE49-F238E27FC236}">
                <a16:creationId xmlns:a16="http://schemas.microsoft.com/office/drawing/2014/main" id="{B8936AEB-719B-417C-A1D3-DF301C01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06-线-0159">
            <a:extLst xmlns:a="http://schemas.openxmlformats.org/drawingml/2006/main">
              <a:ext uri="{FF2B5EF4-FFF2-40B4-BE49-F238E27FC236}">
                <a16:creationId xmlns:a16="http://schemas.microsoft.com/office/drawing/2014/main" id="{A54B1A46-BE12-431B-A5CE-85C4F4B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06-线-0160">
            <a:extLst xmlns:a="http://schemas.openxmlformats.org/drawingml/2006/main">
              <a:ext uri="{FF2B5EF4-FFF2-40B4-BE49-F238E27FC236}">
                <a16:creationId xmlns:a16="http://schemas.microsoft.com/office/drawing/2014/main" id="{9DFA4522-47D2-412F-B472-91D68E9B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1" name="p06-线-0161">
            <a:extLst xmlns:a="http://schemas.openxmlformats.org/drawingml/2006/main">
              <a:ext uri="{FF2B5EF4-FFF2-40B4-BE49-F238E27FC236}">
                <a16:creationId xmlns:a16="http://schemas.microsoft.com/office/drawing/2014/main" id="{9322792A-8431-425D-B8DC-CF4B4BD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06-线-0162">
            <a:extLst xmlns:a="http://schemas.openxmlformats.org/drawingml/2006/main">
              <a:ext uri="{FF2B5EF4-FFF2-40B4-BE49-F238E27FC236}">
                <a16:creationId xmlns:a16="http://schemas.microsoft.com/office/drawing/2014/main" id="{D6360F11-F9CB-4B9C-8A25-5953E8F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06-线-0163">
            <a:extLst xmlns:a="http://schemas.openxmlformats.org/drawingml/2006/main">
              <a:ext uri="{FF2B5EF4-FFF2-40B4-BE49-F238E27FC236}">
                <a16:creationId xmlns:a16="http://schemas.microsoft.com/office/drawing/2014/main" id="{729CE7CB-38EC-4A11-910E-479C7090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4" name="p06-线-0164">
            <a:extLst xmlns:a="http://schemas.openxmlformats.org/drawingml/2006/main">
              <a:ext uri="{FF2B5EF4-FFF2-40B4-BE49-F238E27FC236}">
                <a16:creationId xmlns:a16="http://schemas.microsoft.com/office/drawing/2014/main" id="{F24DBE68-79F2-40A1-8071-76BAF8EF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3272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06-线-0165">
            <a:extLst xmlns:a="http://schemas.openxmlformats.org/drawingml/2006/main">
              <a:ext uri="{FF2B5EF4-FFF2-40B4-BE49-F238E27FC236}">
                <a16:creationId xmlns:a16="http://schemas.microsoft.com/office/drawing/2014/main" id="{3E85EF41-ADFA-453B-91BD-FC8F817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06-线-0166">
            <a:extLst xmlns:a="http://schemas.openxmlformats.org/drawingml/2006/main">
              <a:ext uri="{FF2B5EF4-FFF2-40B4-BE49-F238E27FC236}">
                <a16:creationId xmlns:a16="http://schemas.microsoft.com/office/drawing/2014/main" id="{3081D46F-603D-47F5-86E4-5A29181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3272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06-线-0167">
            <a:extLst xmlns:a="http://schemas.openxmlformats.org/drawingml/2006/main">
              <a:ext uri="{FF2B5EF4-FFF2-40B4-BE49-F238E27FC236}">
                <a16:creationId xmlns:a16="http://schemas.microsoft.com/office/drawing/2014/main" id="{A5E5CD36-8945-44FD-8CB6-01B666E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272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06-线-0168">
            <a:extLst xmlns:a="http://schemas.openxmlformats.org/drawingml/2006/main">
              <a:ext uri="{FF2B5EF4-FFF2-40B4-BE49-F238E27FC236}">
                <a16:creationId xmlns:a16="http://schemas.microsoft.com/office/drawing/2014/main" id="{24D18BFE-C39B-4371-A6C0-750DD824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06-线-0169">
            <a:extLst xmlns:a="http://schemas.openxmlformats.org/drawingml/2006/main">
              <a:ext uri="{FF2B5EF4-FFF2-40B4-BE49-F238E27FC236}">
                <a16:creationId xmlns:a16="http://schemas.microsoft.com/office/drawing/2014/main" id="{499641FD-7EEB-4424-B5D1-27DF522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6-线-0170">
            <a:extLst xmlns:a="http://schemas.openxmlformats.org/drawingml/2006/main">
              <a:ext uri="{FF2B5EF4-FFF2-40B4-BE49-F238E27FC236}">
                <a16:creationId xmlns:a16="http://schemas.microsoft.com/office/drawing/2014/main" id="{6C910F79-878A-4D9D-A20F-99863F5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1" name="p06-线-0171">
            <a:extLst xmlns:a="http://schemas.openxmlformats.org/drawingml/2006/main">
              <a:ext uri="{FF2B5EF4-FFF2-40B4-BE49-F238E27FC236}">
                <a16:creationId xmlns:a16="http://schemas.microsoft.com/office/drawing/2014/main" id="{7E96CA6B-A93F-46F3-9844-DE0E016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06-线-0172">
            <a:extLst xmlns:a="http://schemas.openxmlformats.org/drawingml/2006/main">
              <a:ext uri="{FF2B5EF4-FFF2-40B4-BE49-F238E27FC236}">
                <a16:creationId xmlns:a16="http://schemas.microsoft.com/office/drawing/2014/main" id="{A6296303-4912-4A53-82D0-170B79DB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6-线-0173">
            <a:extLst xmlns:a="http://schemas.openxmlformats.org/drawingml/2006/main">
              <a:ext uri="{FF2B5EF4-FFF2-40B4-BE49-F238E27FC236}">
                <a16:creationId xmlns:a16="http://schemas.microsoft.com/office/drawing/2014/main" id="{94697957-8636-4AB0-9232-DF8862DE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4" name="p06-线-0174">
            <a:extLst xmlns:a="http://schemas.openxmlformats.org/drawingml/2006/main">
              <a:ext uri="{FF2B5EF4-FFF2-40B4-BE49-F238E27FC236}">
                <a16:creationId xmlns:a16="http://schemas.microsoft.com/office/drawing/2014/main" id="{48F391C6-6677-4D5A-94FA-CCDCC3A1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06-线-0175">
            <a:extLst xmlns:a="http://schemas.openxmlformats.org/drawingml/2006/main">
              <a:ext uri="{FF2B5EF4-FFF2-40B4-BE49-F238E27FC236}">
                <a16:creationId xmlns:a16="http://schemas.microsoft.com/office/drawing/2014/main" id="{055EC4EB-54FC-49D2-81E7-4DE09D7C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6-线-0176">
            <a:extLst xmlns:a="http://schemas.openxmlformats.org/drawingml/2006/main">
              <a:ext uri="{FF2B5EF4-FFF2-40B4-BE49-F238E27FC236}">
                <a16:creationId xmlns:a16="http://schemas.microsoft.com/office/drawing/2014/main" id="{A9659F52-233C-4FBF-BD6A-92C10EB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7" name="p06-线-0177">
            <a:extLst xmlns:a="http://schemas.openxmlformats.org/drawingml/2006/main">
              <a:ext uri="{FF2B5EF4-FFF2-40B4-BE49-F238E27FC236}">
                <a16:creationId xmlns:a16="http://schemas.microsoft.com/office/drawing/2014/main" id="{DD7355C7-C7D0-4405-A13E-B52B07BB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06-线-0178">
            <a:extLst xmlns:a="http://schemas.openxmlformats.org/drawingml/2006/main">
              <a:ext uri="{FF2B5EF4-FFF2-40B4-BE49-F238E27FC236}">
                <a16:creationId xmlns:a16="http://schemas.microsoft.com/office/drawing/2014/main" id="{40756C7A-4E6E-44F4-B116-9384A1E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06-线-0179">
            <a:extLst xmlns:a="http://schemas.openxmlformats.org/drawingml/2006/main">
              <a:ext uri="{FF2B5EF4-FFF2-40B4-BE49-F238E27FC236}">
                <a16:creationId xmlns:a16="http://schemas.microsoft.com/office/drawing/2014/main" id="{72897334-770A-4175-A659-64DCE156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0" name="p06-线-0180">
            <a:extLst xmlns:a="http://schemas.openxmlformats.org/drawingml/2006/main">
              <a:ext uri="{FF2B5EF4-FFF2-40B4-BE49-F238E27FC236}">
                <a16:creationId xmlns:a16="http://schemas.microsoft.com/office/drawing/2014/main" id="{3BB77AFA-119F-4185-A05C-728FC654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06-线-0181">
            <a:extLst xmlns:a="http://schemas.openxmlformats.org/drawingml/2006/main">
              <a:ext uri="{FF2B5EF4-FFF2-40B4-BE49-F238E27FC236}">
                <a16:creationId xmlns:a16="http://schemas.microsoft.com/office/drawing/2014/main" id="{A05F2C4D-7D4A-4592-9A8B-45574E8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06-线-0182">
            <a:extLst xmlns:a="http://schemas.openxmlformats.org/drawingml/2006/main">
              <a:ext uri="{FF2B5EF4-FFF2-40B4-BE49-F238E27FC236}">
                <a16:creationId xmlns:a16="http://schemas.microsoft.com/office/drawing/2014/main" id="{3475B803-7447-4CF8-976A-21ADF4F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3" name="p06-线-0183">
            <a:extLst xmlns:a="http://schemas.openxmlformats.org/drawingml/2006/main">
              <a:ext uri="{FF2B5EF4-FFF2-40B4-BE49-F238E27FC236}">
                <a16:creationId xmlns:a16="http://schemas.microsoft.com/office/drawing/2014/main" id="{F62CDB1B-6B57-4459-9299-191DCFA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06-线-0184">
            <a:extLst xmlns:a="http://schemas.openxmlformats.org/drawingml/2006/main">
              <a:ext uri="{FF2B5EF4-FFF2-40B4-BE49-F238E27FC236}">
                <a16:creationId xmlns:a16="http://schemas.microsoft.com/office/drawing/2014/main" id="{A1FFBD59-69F7-4561-9879-6DDE1099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06-线-0185">
            <a:extLst xmlns:a="http://schemas.openxmlformats.org/drawingml/2006/main">
              <a:ext uri="{FF2B5EF4-FFF2-40B4-BE49-F238E27FC236}">
                <a16:creationId xmlns:a16="http://schemas.microsoft.com/office/drawing/2014/main" id="{F312DC69-3F72-4E32-A706-AD48BBF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6" name="p06-线-0186">
            <a:extLst xmlns:a="http://schemas.openxmlformats.org/drawingml/2006/main">
              <a:ext uri="{FF2B5EF4-FFF2-40B4-BE49-F238E27FC236}">
                <a16:creationId xmlns:a16="http://schemas.microsoft.com/office/drawing/2014/main" id="{946BBF16-BD67-4FD6-94D3-A1543B86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06-线-0187">
            <a:extLst xmlns:a="http://schemas.openxmlformats.org/drawingml/2006/main">
              <a:ext uri="{FF2B5EF4-FFF2-40B4-BE49-F238E27FC236}">
                <a16:creationId xmlns:a16="http://schemas.microsoft.com/office/drawing/2014/main" id="{4AEABBB6-097B-4AB5-852D-98FCA7C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06-线-0188">
            <a:extLst xmlns:a="http://schemas.openxmlformats.org/drawingml/2006/main">
              <a:ext uri="{FF2B5EF4-FFF2-40B4-BE49-F238E27FC236}">
                <a16:creationId xmlns:a16="http://schemas.microsoft.com/office/drawing/2014/main" id="{5BC758A5-948D-4678-86E1-19E9EC58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9" name="p06-线-0189">
            <a:extLst xmlns:a="http://schemas.openxmlformats.org/drawingml/2006/main">
              <a:ext uri="{FF2B5EF4-FFF2-40B4-BE49-F238E27FC236}">
                <a16:creationId xmlns:a16="http://schemas.microsoft.com/office/drawing/2014/main" id="{1F179713-5CC7-415B-B837-D1DD1CE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06-线-0190">
            <a:extLst xmlns:a="http://schemas.openxmlformats.org/drawingml/2006/main">
              <a:ext uri="{FF2B5EF4-FFF2-40B4-BE49-F238E27FC236}">
                <a16:creationId xmlns:a16="http://schemas.microsoft.com/office/drawing/2014/main" id="{730C1959-48A5-4459-AD1F-CE214B6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06-线-0191">
            <a:extLst xmlns:a="http://schemas.openxmlformats.org/drawingml/2006/main">
              <a:ext uri="{FF2B5EF4-FFF2-40B4-BE49-F238E27FC236}">
                <a16:creationId xmlns:a16="http://schemas.microsoft.com/office/drawing/2014/main" id="{11AAEE41-B17B-496A-A442-77EA0B9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2" name="p06-线-0192">
            <a:extLst xmlns:a="http://schemas.openxmlformats.org/drawingml/2006/main">
              <a:ext uri="{FF2B5EF4-FFF2-40B4-BE49-F238E27FC236}">
                <a16:creationId xmlns:a16="http://schemas.microsoft.com/office/drawing/2014/main" id="{F08CB600-D0B1-460A-9248-226695CC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06-线-0193">
            <a:extLst xmlns:a="http://schemas.openxmlformats.org/drawingml/2006/main">
              <a:ext uri="{FF2B5EF4-FFF2-40B4-BE49-F238E27FC236}">
                <a16:creationId xmlns:a16="http://schemas.microsoft.com/office/drawing/2014/main" id="{B0FE75EB-6F18-448C-9E65-79DDABA5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06-线-0194">
            <a:extLst xmlns:a="http://schemas.openxmlformats.org/drawingml/2006/main">
              <a:ext uri="{FF2B5EF4-FFF2-40B4-BE49-F238E27FC236}">
                <a16:creationId xmlns:a16="http://schemas.microsoft.com/office/drawing/2014/main" id="{2671CAE0-1DB6-4687-9D86-71CEAC8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5" name="p06-线-0195">
            <a:extLst xmlns:a="http://schemas.openxmlformats.org/drawingml/2006/main">
              <a:ext uri="{FF2B5EF4-FFF2-40B4-BE49-F238E27FC236}">
                <a16:creationId xmlns:a16="http://schemas.microsoft.com/office/drawing/2014/main" id="{4AEEEAC3-CBE5-40F4-AAB3-97F07D9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4161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06-线-0196">
            <a:extLst xmlns:a="http://schemas.openxmlformats.org/drawingml/2006/main">
              <a:ext uri="{FF2B5EF4-FFF2-40B4-BE49-F238E27FC236}">
                <a16:creationId xmlns:a16="http://schemas.microsoft.com/office/drawing/2014/main" id="{CCF1E00C-0DFA-4F5A-8273-2B5EB561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06-线-0197">
            <a:extLst xmlns:a="http://schemas.openxmlformats.org/drawingml/2006/main">
              <a:ext uri="{FF2B5EF4-FFF2-40B4-BE49-F238E27FC236}">
                <a16:creationId xmlns:a16="http://schemas.microsoft.com/office/drawing/2014/main" id="{EA5603CB-000B-4626-8270-F01B33E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416175"/>
            <a:ext cx="184785" cy="88900"/>
          </a:xfrm>
          <a:custGeom xmlns:a="http://schemas.openxmlformats.org/drawingml/2006/main">
            <a:pathLst>
              <a:path w="184785" h="88900">
                <a:moveTo>
                  <a:pt x="0" y="0"/>
                </a:moveTo>
                <a:lnTo>
                  <a:pt x="184785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8" name="p06-线-0198">
            <a:extLst xmlns:a="http://schemas.openxmlformats.org/drawingml/2006/main">
              <a:ext uri="{FF2B5EF4-FFF2-40B4-BE49-F238E27FC236}">
                <a16:creationId xmlns:a16="http://schemas.microsoft.com/office/drawing/2014/main" id="{4B4E1831-9C13-4698-9C93-1CF0DB48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16175"/>
            <a:ext cx="95" cy="88900"/>
          </a:xfrm>
          <a:custGeom xmlns:a="http://schemas.openxmlformats.org/drawingml/2006/main">
            <a:pathLst>
              <a:path w="9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06-线-0199">
            <a:extLst xmlns:a="http://schemas.openxmlformats.org/drawingml/2006/main">
              <a:ext uri="{FF2B5EF4-FFF2-40B4-BE49-F238E27FC236}">
                <a16:creationId xmlns:a16="http://schemas.microsoft.com/office/drawing/2014/main" id="{3D733057-F8D2-4E24-A600-61663546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06-线-0200">
            <a:extLst xmlns:a="http://schemas.openxmlformats.org/drawingml/2006/main">
              <a:ext uri="{FF2B5EF4-FFF2-40B4-BE49-F238E27FC236}">
                <a16:creationId xmlns:a16="http://schemas.microsoft.com/office/drawing/2014/main" id="{AAFC42C2-830C-49A9-AD77-8C10648D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6-线-0201">
            <a:extLst xmlns:a="http://schemas.openxmlformats.org/drawingml/2006/main">
              <a:ext uri="{FF2B5EF4-FFF2-40B4-BE49-F238E27FC236}">
                <a16:creationId xmlns:a16="http://schemas.microsoft.com/office/drawing/2014/main" id="{0FC25455-78F2-488B-8714-86C6E2DB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06-线-0202">
            <a:extLst xmlns:a="http://schemas.openxmlformats.org/drawingml/2006/main">
              <a:ext uri="{FF2B5EF4-FFF2-40B4-BE49-F238E27FC236}">
                <a16:creationId xmlns:a16="http://schemas.microsoft.com/office/drawing/2014/main" id="{187C8B6C-D02E-414F-8186-099539BB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06-线-0203">
            <a:extLst xmlns:a="http://schemas.openxmlformats.org/drawingml/2006/main">
              <a:ext uri="{FF2B5EF4-FFF2-40B4-BE49-F238E27FC236}">
                <a16:creationId xmlns:a16="http://schemas.microsoft.com/office/drawing/2014/main" id="{EA37BDBE-303B-4AD2-BD27-F354DDD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06-线-0204">
            <a:extLst xmlns:a="http://schemas.openxmlformats.org/drawingml/2006/main">
              <a:ext uri="{FF2B5EF4-FFF2-40B4-BE49-F238E27FC236}">
                <a16:creationId xmlns:a16="http://schemas.microsoft.com/office/drawing/2014/main" id="{B09BA0AE-C504-497A-B806-7D0DC9B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06-线-0205">
            <a:extLst xmlns:a="http://schemas.openxmlformats.org/drawingml/2006/main">
              <a:ext uri="{FF2B5EF4-FFF2-40B4-BE49-F238E27FC236}">
                <a16:creationId xmlns:a16="http://schemas.microsoft.com/office/drawing/2014/main" id="{BC04C9A1-C6EE-4CB5-B971-505ECC33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06-线-0206">
            <a:extLst xmlns:a="http://schemas.openxmlformats.org/drawingml/2006/main">
              <a:ext uri="{FF2B5EF4-FFF2-40B4-BE49-F238E27FC236}">
                <a16:creationId xmlns:a16="http://schemas.microsoft.com/office/drawing/2014/main" id="{DA56A0E5-66BF-4975-8AA7-534A8C87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70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06-线-0207">
            <a:extLst xmlns:a="http://schemas.openxmlformats.org/drawingml/2006/main">
              <a:ext uri="{FF2B5EF4-FFF2-40B4-BE49-F238E27FC236}">
                <a16:creationId xmlns:a16="http://schemas.microsoft.com/office/drawing/2014/main" id="{18806DA0-947A-4AC0-B476-279D1C00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06-线-0208">
            <a:extLst xmlns:a="http://schemas.openxmlformats.org/drawingml/2006/main">
              <a:ext uri="{FF2B5EF4-FFF2-40B4-BE49-F238E27FC236}">
                <a16:creationId xmlns:a16="http://schemas.microsoft.com/office/drawing/2014/main" id="{C1E67387-EB22-4EC6-8F25-92A8101D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2505075"/>
            <a:ext cx="184785" cy="95"/>
          </a:xfrm>
          <a:custGeom xmlns:a="http://schemas.openxmlformats.org/drawingml/2006/main">
            <a:pathLst>
              <a:path w="184785" h="95">
                <a:moveTo>
                  <a:pt x="0" y="0"/>
                </a:moveTo>
                <a:lnTo>
                  <a:pt x="184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06-椭圆-0209">
            <a:extLst xmlns:a="http://schemas.openxmlformats.org/drawingml/2006/main">
              <a:ext uri="{FF2B5EF4-FFF2-40B4-BE49-F238E27FC236}">
                <a16:creationId xmlns:a16="http://schemas.microsoft.com/office/drawing/2014/main" id="{12794E77-FA49-45CA-985C-93E666D7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606" y="2110311"/>
            <a:ext cx="97909" cy="78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0" name="p06-椭圆-0210">
            <a:extLst xmlns:a="http://schemas.openxmlformats.org/drawingml/2006/main">
              <a:ext uri="{FF2B5EF4-FFF2-40B4-BE49-F238E27FC236}">
                <a16:creationId xmlns:a16="http://schemas.microsoft.com/office/drawing/2014/main" id="{66D370B8-89D1-4B8D-A21A-8303300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569" y="2116226"/>
            <a:ext cx="83122" cy="66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1" name="p06-椭圆-0211">
            <a:extLst xmlns:a="http://schemas.openxmlformats.org/drawingml/2006/main">
              <a:ext uri="{FF2B5EF4-FFF2-40B4-BE49-F238E27FC236}">
                <a16:creationId xmlns:a16="http://schemas.microsoft.com/office/drawing/2014/main" id="{6430C831-5300-4733-8BC7-3CAC491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8" y="2107538"/>
            <a:ext cx="104843" cy="83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2" name="p06-椭圆-0212">
            <a:extLst xmlns:a="http://schemas.openxmlformats.org/drawingml/2006/main">
              <a:ext uri="{FF2B5EF4-FFF2-40B4-BE49-F238E27FC236}">
                <a16:creationId xmlns:a16="http://schemas.microsoft.com/office/drawing/2014/main" id="{94837091-3094-448E-BB97-8D30DA8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94" y="2108854"/>
            <a:ext cx="101552" cy="81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3" name="p06-椭圆-0213">
            <a:extLst xmlns:a="http://schemas.openxmlformats.org/drawingml/2006/main">
              <a:ext uri="{FF2B5EF4-FFF2-40B4-BE49-F238E27FC236}">
                <a16:creationId xmlns:a16="http://schemas.microsoft.com/office/drawing/2014/main" id="{A6011418-1C6B-49F7-A308-AD4FBF97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555" y="2116447"/>
            <a:ext cx="82570" cy="66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4" name="p06-椭圆-0214">
            <a:extLst xmlns:a="http://schemas.openxmlformats.org/drawingml/2006/main">
              <a:ext uri="{FF2B5EF4-FFF2-40B4-BE49-F238E27FC236}">
                <a16:creationId xmlns:a16="http://schemas.microsoft.com/office/drawing/2014/main" id="{77FCF0C1-2B30-4A47-A506-658EEB5D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999" y="2294026"/>
            <a:ext cx="83122" cy="66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5" name="p06-椭圆-0215">
            <a:extLst xmlns:a="http://schemas.openxmlformats.org/drawingml/2006/main">
              <a:ext uri="{FF2B5EF4-FFF2-40B4-BE49-F238E27FC236}">
                <a16:creationId xmlns:a16="http://schemas.microsoft.com/office/drawing/2014/main" id="{2D9488D6-C09D-4833-9B5A-501A9EA6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708" y="2285338"/>
            <a:ext cx="104843" cy="83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6" name="p06-椭圆-0216">
            <a:extLst xmlns:a="http://schemas.openxmlformats.org/drawingml/2006/main">
              <a:ext uri="{FF2B5EF4-FFF2-40B4-BE49-F238E27FC236}">
                <a16:creationId xmlns:a16="http://schemas.microsoft.com/office/drawing/2014/main" id="{67EBA8B3-6B0C-482B-840C-28C2133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24" y="2286654"/>
            <a:ext cx="101552" cy="81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7" name="p06-椭圆-0217">
            <a:extLst xmlns:a="http://schemas.openxmlformats.org/drawingml/2006/main">
              <a:ext uri="{FF2B5EF4-FFF2-40B4-BE49-F238E27FC236}">
                <a16:creationId xmlns:a16="http://schemas.microsoft.com/office/drawing/2014/main" id="{A7C071F8-FEF9-4907-9DBC-75CCAFFA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985" y="2294247"/>
            <a:ext cx="82570" cy="66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8" name="p06-椭圆-0218">
            <a:extLst xmlns:a="http://schemas.openxmlformats.org/drawingml/2006/main">
              <a:ext uri="{FF2B5EF4-FFF2-40B4-BE49-F238E27FC236}">
                <a16:creationId xmlns:a16="http://schemas.microsoft.com/office/drawing/2014/main" id="{0C327BD4-C73E-4F46-A835-E41C3930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010" y="2286611"/>
            <a:ext cx="101660" cy="81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9" name="p06-路径-0219">
            <a:extLst xmlns:a="http://schemas.openxmlformats.org/drawingml/2006/main">
              <a:ext uri="{FF2B5EF4-FFF2-40B4-BE49-F238E27FC236}">
                <a16:creationId xmlns:a16="http://schemas.microsoft.com/office/drawing/2014/main" id="{F02E30A2-E945-4A36-839C-D1B8EB8E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89054"/>
            <a:ext cx="1695450" cy="94160"/>
          </a:xfrm>
          <a:custGeom xmlns:a="http://schemas.openxmlformats.org/drawingml/2006/main">
            <a:pathLst>
              <a:path w="1695450" h="94160">
                <a:moveTo>
                  <a:pt x="0" y="38653"/>
                </a:moveTo>
                <a:lnTo>
                  <a:pt x="45313" y="26073"/>
                </a:lnTo>
                <a:lnTo>
                  <a:pt x="91570" y="16205"/>
                </a:lnTo>
                <a:lnTo>
                  <a:pt x="138725" y="8858"/>
                </a:lnTo>
                <a:lnTo>
                  <a:pt x="186733" y="3836"/>
                </a:lnTo>
                <a:lnTo>
                  <a:pt x="235549" y="948"/>
                </a:lnTo>
                <a:lnTo>
                  <a:pt x="285130" y="0"/>
                </a:lnTo>
                <a:lnTo>
                  <a:pt x="386402" y="3149"/>
                </a:lnTo>
                <a:lnTo>
                  <a:pt x="490192" y="11736"/>
                </a:lnTo>
                <a:lnTo>
                  <a:pt x="596140" y="24214"/>
                </a:lnTo>
                <a:lnTo>
                  <a:pt x="813078" y="54655"/>
                </a:lnTo>
                <a:lnTo>
                  <a:pt x="923350" y="69524"/>
                </a:lnTo>
                <a:lnTo>
                  <a:pt x="1034346" y="82096"/>
                </a:lnTo>
                <a:lnTo>
                  <a:pt x="1145708" y="90824"/>
                </a:lnTo>
                <a:lnTo>
                  <a:pt x="1257077" y="94160"/>
                </a:lnTo>
                <a:lnTo>
                  <a:pt x="1312652" y="93323"/>
                </a:lnTo>
                <a:lnTo>
                  <a:pt x="1368094" y="90558"/>
                </a:lnTo>
                <a:lnTo>
                  <a:pt x="1423359" y="85672"/>
                </a:lnTo>
                <a:lnTo>
                  <a:pt x="1478401" y="78471"/>
                </a:lnTo>
                <a:lnTo>
                  <a:pt x="1533176" y="68762"/>
                </a:lnTo>
                <a:lnTo>
                  <a:pt x="1587639" y="56351"/>
                </a:lnTo>
                <a:lnTo>
                  <a:pt x="1641745" y="41045"/>
                </a:lnTo>
                <a:lnTo>
                  <a:pt x="1695450" y="2265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20" name="p06-文本-0220">
            <a:extLst xmlns:a="http://schemas.openxmlformats.org/drawingml/2006/main">
              <a:ext uri="{FF2B5EF4-FFF2-40B4-BE49-F238E27FC236}">
                <a16:creationId xmlns:a16="http://schemas.microsoft.com/office/drawing/2014/main" id="{A9EE05D2-9343-4E36-845B-22D500BD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74881"/>
            <a:ext cx="994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同条件采样</a:t>
            </a:r>
          </a:p>
        </p:txBody>
      </p:sp>
      <p:sp>
        <p:nvSpPr>
          <p:cNvPr id="221" name="p06-文本-0221">
            <a:extLst xmlns:a="http://schemas.openxmlformats.org/drawingml/2006/main">
              <a:ext uri="{FF2B5EF4-FFF2-40B4-BE49-F238E27FC236}">
                <a16:creationId xmlns:a16="http://schemas.microsoft.com/office/drawing/2014/main" id="{FA811B3E-6A02-402D-AFD5-91C60C6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796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提取可比特征</a:t>
            </a:r>
          </a:p>
        </p:txBody>
      </p:sp>
      <p:sp>
        <p:nvSpPr>
          <p:cNvPr id="222" name="p06-文本-0222">
            <a:extLst xmlns:a="http://schemas.openxmlformats.org/drawingml/2006/main">
              <a:ext uri="{FF2B5EF4-FFF2-40B4-BE49-F238E27FC236}">
                <a16:creationId xmlns:a16="http://schemas.microsoft.com/office/drawing/2014/main" id="{AD036EEF-00B1-4ACA-960B-113937C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550" y="203569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减少对象差异</a:t>
            </a:r>
          </a:p>
        </p:txBody>
      </p:sp>
      <p:sp>
        <p:nvSpPr>
          <p:cNvPr id="223" name="p06-矩形-0223">
            <a:extLst xmlns:a="http://schemas.openxmlformats.org/drawingml/2006/main">
              <a:ext uri="{FF2B5EF4-FFF2-40B4-BE49-F238E27FC236}">
                <a16:creationId xmlns:a16="http://schemas.microsoft.com/office/drawing/2014/main" id="{594BF0BC-4EA1-4FD9-B5D6-DE26EEA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43225"/>
            <a:ext cx="2676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4" name="p06-文本-0224">
            <a:extLst xmlns:a="http://schemas.openxmlformats.org/drawingml/2006/main">
              <a:ext uri="{FF2B5EF4-FFF2-40B4-BE49-F238E27FC236}">
                <a16:creationId xmlns:a16="http://schemas.microsoft.com/office/drawing/2014/main" id="{8D5868DF-4353-4AE1-B5A8-2FF5B84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30521"/>
            <a:ext cx="158172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响应来源不明确</a:t>
            </a:r>
          </a:p>
        </p:txBody>
      </p:sp>
      <p:sp>
        <p:nvSpPr>
          <p:cNvPr id="225" name="p06-文本-0225">
            <a:extLst xmlns:a="http://schemas.openxmlformats.org/drawingml/2006/main">
              <a:ext uri="{FF2B5EF4-FFF2-40B4-BE49-F238E27FC236}">
                <a16:creationId xmlns:a16="http://schemas.microsoft.com/office/drawing/2014/main" id="{2E8ACCA6-941A-41CF-AF7E-9777DC8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1996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需要可定位的证据</a:t>
            </a:r>
          </a:p>
        </p:txBody>
      </p:sp>
      <p:sp>
        <p:nvSpPr>
          <p:cNvPr id="226" name="p06-路径-0226">
            <a:extLst xmlns:a="http://schemas.openxmlformats.org/drawingml/2006/main">
              <a:ext uri="{FF2B5EF4-FFF2-40B4-BE49-F238E27FC236}">
                <a16:creationId xmlns:a16="http://schemas.microsoft.com/office/drawing/2014/main" id="{84ED32C7-12EB-4809-8B80-CBD3F4C0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5487"/>
            <a:ext cx="495300" cy="188976"/>
          </a:xfrm>
          <a:custGeom xmlns:a="http://schemas.openxmlformats.org/drawingml/2006/main">
            <a:pathLst>
              <a:path w="495300" h="188976">
                <a:moveTo>
                  <a:pt x="0" y="142113"/>
                </a:moveTo>
                <a:lnTo>
                  <a:pt x="342900" y="142113"/>
                </a:lnTo>
                <a:lnTo>
                  <a:pt x="342900" y="188976"/>
                </a:lnTo>
                <a:lnTo>
                  <a:pt x="495300" y="94488"/>
                </a:lnTo>
                <a:lnTo>
                  <a:pt x="342900" y="0"/>
                </a:lnTo>
                <a:lnTo>
                  <a:pt x="342900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7" name="p06-矩形-0227">
            <a:extLst xmlns:a="http://schemas.openxmlformats.org/drawingml/2006/main">
              <a:ext uri="{FF2B5EF4-FFF2-40B4-BE49-F238E27FC236}">
                <a16:creationId xmlns:a16="http://schemas.microsoft.com/office/drawing/2014/main" id="{03AC8E26-19F1-43FA-A3D9-F4652CAC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43225"/>
            <a:ext cx="768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28" name="p06-文本-0228">
            <a:extLst xmlns:a="http://schemas.openxmlformats.org/drawingml/2006/main">
              <a:ext uri="{FF2B5EF4-FFF2-40B4-BE49-F238E27FC236}">
                <a16:creationId xmlns:a16="http://schemas.microsoft.com/office/drawing/2014/main" id="{CEAA885B-E0DC-4A87-95E8-80B9E8E2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5192"/>
            <a:ext cx="2107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组合机制与定量证据</a:t>
            </a:r>
          </a:p>
        </p:txBody>
      </p:sp>
      <p:sp>
        <p:nvSpPr>
          <p:cNvPr id="229" name="p06-线-0229">
            <a:extLst xmlns:a="http://schemas.openxmlformats.org/drawingml/2006/main">
              <a:ext uri="{FF2B5EF4-FFF2-40B4-BE49-F238E27FC236}">
                <a16:creationId xmlns:a16="http://schemas.microsoft.com/office/drawing/2014/main" id="{6E876B11-7A7E-4F91-9193-3CB871B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48125"/>
            <a:ext cx="1847850" cy="95"/>
          </a:xfrm>
          <a:custGeom xmlns:a="http://schemas.openxmlformats.org/drawingml/2006/main">
            <a:pathLst>
              <a:path w="1847850" h="9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0" name="p06-路径-0230">
            <a:extLst xmlns:a="http://schemas.openxmlformats.org/drawingml/2006/main">
              <a:ext uri="{FF2B5EF4-FFF2-40B4-BE49-F238E27FC236}">
                <a16:creationId xmlns:a16="http://schemas.microsoft.com/office/drawing/2014/main" id="{230FCD08-97C0-4DAE-95E7-AA8F4CE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90950"/>
            <a:ext cx="1847850" cy="193358"/>
          </a:xfrm>
          <a:custGeom xmlns:a="http://schemas.openxmlformats.org/drawingml/2006/main">
            <a:pathLst>
              <a:path w="1847850" h="193358">
                <a:moveTo>
                  <a:pt x="0" y="193358"/>
                </a:moveTo>
                <a:lnTo>
                  <a:pt x="12383" y="193358"/>
                </a:lnTo>
                <a:lnTo>
                  <a:pt x="24765" y="193358"/>
                </a:lnTo>
                <a:lnTo>
                  <a:pt x="37147" y="193358"/>
                </a:lnTo>
                <a:lnTo>
                  <a:pt x="49530" y="193358"/>
                </a:lnTo>
                <a:lnTo>
                  <a:pt x="61913" y="193358"/>
                </a:lnTo>
                <a:lnTo>
                  <a:pt x="74295" y="193358"/>
                </a:lnTo>
                <a:lnTo>
                  <a:pt x="86678" y="193358"/>
                </a:lnTo>
                <a:lnTo>
                  <a:pt x="98108" y="193358"/>
                </a:lnTo>
                <a:lnTo>
                  <a:pt x="110490" y="193358"/>
                </a:lnTo>
                <a:lnTo>
                  <a:pt x="122872" y="193358"/>
                </a:lnTo>
                <a:lnTo>
                  <a:pt x="135255" y="193358"/>
                </a:lnTo>
                <a:lnTo>
                  <a:pt x="147638" y="193358"/>
                </a:lnTo>
                <a:lnTo>
                  <a:pt x="160020" y="193358"/>
                </a:lnTo>
                <a:lnTo>
                  <a:pt x="172403" y="193358"/>
                </a:lnTo>
                <a:lnTo>
                  <a:pt x="184785" y="193358"/>
                </a:lnTo>
                <a:lnTo>
                  <a:pt x="197167" y="193358"/>
                </a:lnTo>
                <a:lnTo>
                  <a:pt x="209550" y="193358"/>
                </a:lnTo>
                <a:lnTo>
                  <a:pt x="221933" y="193358"/>
                </a:lnTo>
                <a:lnTo>
                  <a:pt x="234315" y="193358"/>
                </a:lnTo>
                <a:lnTo>
                  <a:pt x="246697" y="193358"/>
                </a:lnTo>
                <a:lnTo>
                  <a:pt x="259080" y="193358"/>
                </a:lnTo>
                <a:lnTo>
                  <a:pt x="271463" y="193358"/>
                </a:lnTo>
                <a:lnTo>
                  <a:pt x="282892" y="193358"/>
                </a:lnTo>
                <a:lnTo>
                  <a:pt x="295275" y="193358"/>
                </a:lnTo>
                <a:lnTo>
                  <a:pt x="307658" y="192405"/>
                </a:lnTo>
                <a:lnTo>
                  <a:pt x="320040" y="189547"/>
                </a:lnTo>
                <a:lnTo>
                  <a:pt x="332422" y="176213"/>
                </a:lnTo>
                <a:lnTo>
                  <a:pt x="344805" y="139065"/>
                </a:lnTo>
                <a:lnTo>
                  <a:pt x="357188" y="86678"/>
                </a:lnTo>
                <a:lnTo>
                  <a:pt x="369570" y="60008"/>
                </a:lnTo>
                <a:lnTo>
                  <a:pt x="381953" y="86678"/>
                </a:lnTo>
                <a:lnTo>
                  <a:pt x="394335" y="139065"/>
                </a:lnTo>
                <a:lnTo>
                  <a:pt x="406717" y="176213"/>
                </a:lnTo>
                <a:lnTo>
                  <a:pt x="419100" y="189547"/>
                </a:lnTo>
                <a:lnTo>
                  <a:pt x="431483" y="192405"/>
                </a:lnTo>
                <a:lnTo>
                  <a:pt x="443865" y="193358"/>
                </a:lnTo>
                <a:lnTo>
                  <a:pt x="456247" y="193358"/>
                </a:lnTo>
                <a:lnTo>
                  <a:pt x="467678" y="193358"/>
                </a:lnTo>
                <a:lnTo>
                  <a:pt x="480060" y="193358"/>
                </a:lnTo>
                <a:lnTo>
                  <a:pt x="492442" y="193358"/>
                </a:lnTo>
                <a:lnTo>
                  <a:pt x="504825" y="193358"/>
                </a:lnTo>
                <a:lnTo>
                  <a:pt x="517208" y="193358"/>
                </a:lnTo>
                <a:lnTo>
                  <a:pt x="529590" y="193358"/>
                </a:lnTo>
                <a:lnTo>
                  <a:pt x="541972" y="193358"/>
                </a:lnTo>
                <a:lnTo>
                  <a:pt x="554355" y="193358"/>
                </a:lnTo>
                <a:lnTo>
                  <a:pt x="566738" y="193358"/>
                </a:lnTo>
                <a:lnTo>
                  <a:pt x="579120" y="193358"/>
                </a:lnTo>
                <a:lnTo>
                  <a:pt x="591503" y="193358"/>
                </a:lnTo>
                <a:lnTo>
                  <a:pt x="603885" y="193358"/>
                </a:lnTo>
                <a:lnTo>
                  <a:pt x="616268" y="193358"/>
                </a:lnTo>
                <a:lnTo>
                  <a:pt x="628650" y="193358"/>
                </a:lnTo>
                <a:lnTo>
                  <a:pt x="641032" y="193358"/>
                </a:lnTo>
                <a:lnTo>
                  <a:pt x="652463" y="193358"/>
                </a:lnTo>
                <a:lnTo>
                  <a:pt x="664845" y="193358"/>
                </a:lnTo>
                <a:lnTo>
                  <a:pt x="677228" y="193358"/>
                </a:lnTo>
                <a:lnTo>
                  <a:pt x="689610" y="193358"/>
                </a:lnTo>
                <a:lnTo>
                  <a:pt x="701993" y="193358"/>
                </a:lnTo>
                <a:lnTo>
                  <a:pt x="714375" y="193358"/>
                </a:lnTo>
                <a:lnTo>
                  <a:pt x="726757" y="192405"/>
                </a:lnTo>
                <a:lnTo>
                  <a:pt x="739140" y="191453"/>
                </a:lnTo>
                <a:lnTo>
                  <a:pt x="751522" y="187642"/>
                </a:lnTo>
                <a:lnTo>
                  <a:pt x="763905" y="177165"/>
                </a:lnTo>
                <a:lnTo>
                  <a:pt x="776288" y="157163"/>
                </a:lnTo>
                <a:lnTo>
                  <a:pt x="788670" y="122872"/>
                </a:lnTo>
                <a:lnTo>
                  <a:pt x="801053" y="76200"/>
                </a:lnTo>
                <a:lnTo>
                  <a:pt x="813435" y="29528"/>
                </a:lnTo>
                <a:lnTo>
                  <a:pt x="825818" y="0"/>
                </a:lnTo>
                <a:lnTo>
                  <a:pt x="837247" y="0"/>
                </a:lnTo>
                <a:lnTo>
                  <a:pt x="849630" y="29528"/>
                </a:lnTo>
                <a:lnTo>
                  <a:pt x="862013" y="76200"/>
                </a:lnTo>
                <a:lnTo>
                  <a:pt x="874395" y="122872"/>
                </a:lnTo>
                <a:lnTo>
                  <a:pt x="886778" y="157163"/>
                </a:lnTo>
                <a:lnTo>
                  <a:pt x="899160" y="177165"/>
                </a:lnTo>
                <a:lnTo>
                  <a:pt x="911543" y="187642"/>
                </a:lnTo>
                <a:lnTo>
                  <a:pt x="923925" y="191453"/>
                </a:lnTo>
                <a:lnTo>
                  <a:pt x="936307" y="192405"/>
                </a:lnTo>
                <a:lnTo>
                  <a:pt x="948690" y="193358"/>
                </a:lnTo>
                <a:lnTo>
                  <a:pt x="961072" y="193358"/>
                </a:lnTo>
                <a:lnTo>
                  <a:pt x="973455" y="193358"/>
                </a:lnTo>
                <a:lnTo>
                  <a:pt x="985838" y="193358"/>
                </a:lnTo>
                <a:lnTo>
                  <a:pt x="998220" y="193358"/>
                </a:lnTo>
                <a:lnTo>
                  <a:pt x="1010603" y="193358"/>
                </a:lnTo>
                <a:lnTo>
                  <a:pt x="1022032" y="193358"/>
                </a:lnTo>
                <a:lnTo>
                  <a:pt x="1034415" y="193358"/>
                </a:lnTo>
                <a:lnTo>
                  <a:pt x="1046797" y="193358"/>
                </a:lnTo>
                <a:lnTo>
                  <a:pt x="1059180" y="193358"/>
                </a:lnTo>
                <a:lnTo>
                  <a:pt x="1071563" y="193358"/>
                </a:lnTo>
                <a:lnTo>
                  <a:pt x="1083945" y="193358"/>
                </a:lnTo>
                <a:lnTo>
                  <a:pt x="1096328" y="193358"/>
                </a:lnTo>
                <a:lnTo>
                  <a:pt x="1108710" y="193358"/>
                </a:lnTo>
                <a:lnTo>
                  <a:pt x="1121093" y="193358"/>
                </a:lnTo>
                <a:lnTo>
                  <a:pt x="1133475" y="193358"/>
                </a:lnTo>
                <a:lnTo>
                  <a:pt x="1145857" y="193358"/>
                </a:lnTo>
                <a:lnTo>
                  <a:pt x="1158240" y="193358"/>
                </a:lnTo>
                <a:lnTo>
                  <a:pt x="1170622" y="193358"/>
                </a:lnTo>
                <a:lnTo>
                  <a:pt x="1183005" y="193358"/>
                </a:lnTo>
                <a:lnTo>
                  <a:pt x="1195388" y="193358"/>
                </a:lnTo>
                <a:lnTo>
                  <a:pt x="1206818" y="193358"/>
                </a:lnTo>
                <a:lnTo>
                  <a:pt x="1219200" y="193358"/>
                </a:lnTo>
                <a:lnTo>
                  <a:pt x="1231582" y="193358"/>
                </a:lnTo>
                <a:lnTo>
                  <a:pt x="1243965" y="193358"/>
                </a:lnTo>
                <a:lnTo>
                  <a:pt x="1256347" y="193358"/>
                </a:lnTo>
                <a:lnTo>
                  <a:pt x="1268730" y="192405"/>
                </a:lnTo>
                <a:lnTo>
                  <a:pt x="1281113" y="185738"/>
                </a:lnTo>
                <a:lnTo>
                  <a:pt x="1293495" y="152400"/>
                </a:lnTo>
                <a:lnTo>
                  <a:pt x="1305878" y="93345"/>
                </a:lnTo>
                <a:lnTo>
                  <a:pt x="1318260" y="93345"/>
                </a:lnTo>
                <a:lnTo>
                  <a:pt x="1330643" y="152400"/>
                </a:lnTo>
                <a:lnTo>
                  <a:pt x="1343025" y="185738"/>
                </a:lnTo>
                <a:lnTo>
                  <a:pt x="1355407" y="192405"/>
                </a:lnTo>
                <a:lnTo>
                  <a:pt x="1367790" y="193358"/>
                </a:lnTo>
                <a:lnTo>
                  <a:pt x="1380172" y="193358"/>
                </a:lnTo>
                <a:lnTo>
                  <a:pt x="1391603" y="193358"/>
                </a:lnTo>
                <a:lnTo>
                  <a:pt x="1403985" y="193358"/>
                </a:lnTo>
                <a:lnTo>
                  <a:pt x="1416368" y="193358"/>
                </a:lnTo>
                <a:lnTo>
                  <a:pt x="1428750" y="193358"/>
                </a:lnTo>
                <a:lnTo>
                  <a:pt x="1441132" y="193358"/>
                </a:lnTo>
                <a:lnTo>
                  <a:pt x="1453515" y="193358"/>
                </a:lnTo>
                <a:lnTo>
                  <a:pt x="1465897" y="193358"/>
                </a:lnTo>
                <a:lnTo>
                  <a:pt x="1478280" y="193358"/>
                </a:lnTo>
                <a:lnTo>
                  <a:pt x="1490663" y="193358"/>
                </a:lnTo>
                <a:lnTo>
                  <a:pt x="1503045" y="193358"/>
                </a:lnTo>
                <a:lnTo>
                  <a:pt x="1515428" y="193358"/>
                </a:lnTo>
                <a:lnTo>
                  <a:pt x="1527810" y="193358"/>
                </a:lnTo>
                <a:lnTo>
                  <a:pt x="1540193" y="191453"/>
                </a:lnTo>
                <a:lnTo>
                  <a:pt x="1552575" y="188595"/>
                </a:lnTo>
                <a:lnTo>
                  <a:pt x="1564957" y="178117"/>
                </a:lnTo>
                <a:lnTo>
                  <a:pt x="1576388" y="159067"/>
                </a:lnTo>
                <a:lnTo>
                  <a:pt x="1588770" y="134303"/>
                </a:lnTo>
                <a:lnTo>
                  <a:pt x="1601153" y="116205"/>
                </a:lnTo>
                <a:lnTo>
                  <a:pt x="1613535" y="116205"/>
                </a:lnTo>
                <a:lnTo>
                  <a:pt x="1625918" y="134303"/>
                </a:lnTo>
                <a:lnTo>
                  <a:pt x="1638300" y="159067"/>
                </a:lnTo>
                <a:lnTo>
                  <a:pt x="1650682" y="178117"/>
                </a:lnTo>
                <a:lnTo>
                  <a:pt x="1663065" y="188595"/>
                </a:lnTo>
                <a:lnTo>
                  <a:pt x="1675447" y="191453"/>
                </a:lnTo>
                <a:lnTo>
                  <a:pt x="1687830" y="193358"/>
                </a:lnTo>
                <a:lnTo>
                  <a:pt x="1700213" y="193358"/>
                </a:lnTo>
                <a:lnTo>
                  <a:pt x="1712595" y="193358"/>
                </a:lnTo>
                <a:lnTo>
                  <a:pt x="1724978" y="193358"/>
                </a:lnTo>
                <a:lnTo>
                  <a:pt x="1737360" y="193358"/>
                </a:lnTo>
                <a:lnTo>
                  <a:pt x="1749743" y="193358"/>
                </a:lnTo>
                <a:lnTo>
                  <a:pt x="1761172" y="193358"/>
                </a:lnTo>
                <a:lnTo>
                  <a:pt x="1773555" y="193358"/>
                </a:lnTo>
                <a:lnTo>
                  <a:pt x="1785938" y="193358"/>
                </a:lnTo>
                <a:lnTo>
                  <a:pt x="1798320" y="193358"/>
                </a:lnTo>
                <a:lnTo>
                  <a:pt x="1810703" y="193358"/>
                </a:lnTo>
                <a:lnTo>
                  <a:pt x="1823085" y="193358"/>
                </a:lnTo>
                <a:lnTo>
                  <a:pt x="1835468" y="193358"/>
                </a:lnTo>
                <a:lnTo>
                  <a:pt x="1847850" y="1933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231" name="p06-路径-0231">
            <a:extLst xmlns:a="http://schemas.openxmlformats.org/drawingml/2006/main">
              <a:ext uri="{FF2B5EF4-FFF2-40B4-BE49-F238E27FC236}">
                <a16:creationId xmlns:a16="http://schemas.microsoft.com/office/drawing/2014/main" id="{6BB8808B-0C3B-4E9B-9A72-AEA186A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03320"/>
            <a:ext cx="1847850" cy="195263"/>
          </a:xfrm>
          <a:custGeom xmlns:a="http://schemas.openxmlformats.org/drawingml/2006/main">
            <a:pathLst>
              <a:path w="1847850" h="195263">
                <a:moveTo>
                  <a:pt x="0" y="195263"/>
                </a:moveTo>
                <a:lnTo>
                  <a:pt x="12383" y="195263"/>
                </a:lnTo>
                <a:lnTo>
                  <a:pt x="24765" y="195263"/>
                </a:lnTo>
                <a:lnTo>
                  <a:pt x="37147" y="195263"/>
                </a:lnTo>
                <a:lnTo>
                  <a:pt x="49530" y="195263"/>
                </a:lnTo>
                <a:lnTo>
                  <a:pt x="61913" y="195263"/>
                </a:lnTo>
                <a:lnTo>
                  <a:pt x="74295" y="195263"/>
                </a:lnTo>
                <a:lnTo>
                  <a:pt x="86678" y="195263"/>
                </a:lnTo>
                <a:lnTo>
                  <a:pt x="98108" y="195263"/>
                </a:lnTo>
                <a:lnTo>
                  <a:pt x="110490" y="195263"/>
                </a:lnTo>
                <a:lnTo>
                  <a:pt x="122872" y="195263"/>
                </a:lnTo>
                <a:lnTo>
                  <a:pt x="135255" y="195263"/>
                </a:lnTo>
                <a:lnTo>
                  <a:pt x="147638" y="195263"/>
                </a:lnTo>
                <a:lnTo>
                  <a:pt x="160020" y="195263"/>
                </a:lnTo>
                <a:lnTo>
                  <a:pt x="172403" y="195263"/>
                </a:lnTo>
                <a:lnTo>
                  <a:pt x="184785" y="195263"/>
                </a:lnTo>
                <a:lnTo>
                  <a:pt x="197167" y="195263"/>
                </a:lnTo>
                <a:lnTo>
                  <a:pt x="209550" y="195263"/>
                </a:lnTo>
                <a:lnTo>
                  <a:pt x="221933" y="195263"/>
                </a:lnTo>
                <a:lnTo>
                  <a:pt x="234315" y="195263"/>
                </a:lnTo>
                <a:lnTo>
                  <a:pt x="246697" y="195263"/>
                </a:lnTo>
                <a:lnTo>
                  <a:pt x="259080" y="195263"/>
                </a:lnTo>
                <a:lnTo>
                  <a:pt x="271463" y="195263"/>
                </a:lnTo>
                <a:lnTo>
                  <a:pt x="282892" y="195263"/>
                </a:lnTo>
                <a:lnTo>
                  <a:pt x="295275" y="195263"/>
                </a:lnTo>
                <a:lnTo>
                  <a:pt x="307658" y="195263"/>
                </a:lnTo>
                <a:lnTo>
                  <a:pt x="320040" y="195263"/>
                </a:lnTo>
                <a:lnTo>
                  <a:pt x="332422" y="193358"/>
                </a:lnTo>
                <a:lnTo>
                  <a:pt x="344805" y="181927"/>
                </a:lnTo>
                <a:lnTo>
                  <a:pt x="357188" y="150495"/>
                </a:lnTo>
                <a:lnTo>
                  <a:pt x="369570" y="99060"/>
                </a:lnTo>
                <a:lnTo>
                  <a:pt x="381953" y="62865"/>
                </a:lnTo>
                <a:lnTo>
                  <a:pt x="394335" y="80010"/>
                </a:lnTo>
                <a:lnTo>
                  <a:pt x="406717" y="131445"/>
                </a:lnTo>
                <a:lnTo>
                  <a:pt x="419100" y="173355"/>
                </a:lnTo>
                <a:lnTo>
                  <a:pt x="431483" y="190500"/>
                </a:lnTo>
                <a:lnTo>
                  <a:pt x="443865" y="194310"/>
                </a:lnTo>
                <a:lnTo>
                  <a:pt x="456247" y="195263"/>
                </a:lnTo>
                <a:lnTo>
                  <a:pt x="467678" y="195263"/>
                </a:lnTo>
                <a:lnTo>
                  <a:pt x="480060" y="195263"/>
                </a:lnTo>
                <a:lnTo>
                  <a:pt x="492442" y="195263"/>
                </a:lnTo>
                <a:lnTo>
                  <a:pt x="504825" y="195263"/>
                </a:lnTo>
                <a:lnTo>
                  <a:pt x="517208" y="195263"/>
                </a:lnTo>
                <a:lnTo>
                  <a:pt x="529590" y="195263"/>
                </a:lnTo>
                <a:lnTo>
                  <a:pt x="541972" y="195263"/>
                </a:lnTo>
                <a:lnTo>
                  <a:pt x="554355" y="195263"/>
                </a:lnTo>
                <a:lnTo>
                  <a:pt x="566738" y="195263"/>
                </a:lnTo>
                <a:lnTo>
                  <a:pt x="579120" y="195263"/>
                </a:lnTo>
                <a:lnTo>
                  <a:pt x="591503" y="195263"/>
                </a:lnTo>
                <a:lnTo>
                  <a:pt x="603885" y="195263"/>
                </a:lnTo>
                <a:lnTo>
                  <a:pt x="616268" y="195263"/>
                </a:lnTo>
                <a:lnTo>
                  <a:pt x="628650" y="195263"/>
                </a:lnTo>
                <a:lnTo>
                  <a:pt x="641032" y="195263"/>
                </a:lnTo>
                <a:lnTo>
                  <a:pt x="652463" y="195263"/>
                </a:lnTo>
                <a:lnTo>
                  <a:pt x="664845" y="195263"/>
                </a:lnTo>
                <a:lnTo>
                  <a:pt x="677228" y="195263"/>
                </a:lnTo>
                <a:lnTo>
                  <a:pt x="689610" y="195263"/>
                </a:lnTo>
                <a:lnTo>
                  <a:pt x="701993" y="195263"/>
                </a:lnTo>
                <a:lnTo>
                  <a:pt x="714375" y="195263"/>
                </a:lnTo>
                <a:lnTo>
                  <a:pt x="726757" y="195263"/>
                </a:lnTo>
                <a:lnTo>
                  <a:pt x="739140" y="195263"/>
                </a:lnTo>
                <a:lnTo>
                  <a:pt x="751522" y="194310"/>
                </a:lnTo>
                <a:lnTo>
                  <a:pt x="763905" y="190500"/>
                </a:lnTo>
                <a:lnTo>
                  <a:pt x="776288" y="182880"/>
                </a:lnTo>
                <a:lnTo>
                  <a:pt x="788670" y="164783"/>
                </a:lnTo>
                <a:lnTo>
                  <a:pt x="801053" y="133350"/>
                </a:lnTo>
                <a:lnTo>
                  <a:pt x="813435" y="88583"/>
                </a:lnTo>
                <a:lnTo>
                  <a:pt x="825818" y="40958"/>
                </a:lnTo>
                <a:lnTo>
                  <a:pt x="837247" y="5715"/>
                </a:lnTo>
                <a:lnTo>
                  <a:pt x="849630" y="0"/>
                </a:lnTo>
                <a:lnTo>
                  <a:pt x="862013" y="23813"/>
                </a:lnTo>
                <a:lnTo>
                  <a:pt x="874395" y="68580"/>
                </a:lnTo>
                <a:lnTo>
                  <a:pt x="886778" y="116205"/>
                </a:lnTo>
                <a:lnTo>
                  <a:pt x="899160" y="153352"/>
                </a:lnTo>
                <a:lnTo>
                  <a:pt x="911543" y="177165"/>
                </a:lnTo>
                <a:lnTo>
                  <a:pt x="923925" y="188595"/>
                </a:lnTo>
                <a:lnTo>
                  <a:pt x="936307" y="193358"/>
                </a:lnTo>
                <a:lnTo>
                  <a:pt x="948690" y="195263"/>
                </a:lnTo>
                <a:lnTo>
                  <a:pt x="961072" y="195263"/>
                </a:lnTo>
                <a:lnTo>
                  <a:pt x="973455" y="195263"/>
                </a:lnTo>
                <a:lnTo>
                  <a:pt x="985838" y="195263"/>
                </a:lnTo>
                <a:lnTo>
                  <a:pt x="998220" y="195263"/>
                </a:lnTo>
                <a:lnTo>
                  <a:pt x="1010603" y="195263"/>
                </a:lnTo>
                <a:lnTo>
                  <a:pt x="1022032" y="195263"/>
                </a:lnTo>
                <a:lnTo>
                  <a:pt x="1034415" y="195263"/>
                </a:lnTo>
                <a:lnTo>
                  <a:pt x="1046797" y="195263"/>
                </a:lnTo>
                <a:lnTo>
                  <a:pt x="1059180" y="195263"/>
                </a:lnTo>
                <a:lnTo>
                  <a:pt x="1071563" y="195263"/>
                </a:lnTo>
                <a:lnTo>
                  <a:pt x="1083945" y="195263"/>
                </a:lnTo>
                <a:lnTo>
                  <a:pt x="1096328" y="195263"/>
                </a:lnTo>
                <a:lnTo>
                  <a:pt x="1108710" y="195263"/>
                </a:lnTo>
                <a:lnTo>
                  <a:pt x="1121093" y="195263"/>
                </a:lnTo>
                <a:lnTo>
                  <a:pt x="1133475" y="195263"/>
                </a:lnTo>
                <a:lnTo>
                  <a:pt x="1145857" y="195263"/>
                </a:lnTo>
                <a:lnTo>
                  <a:pt x="1158240" y="195263"/>
                </a:lnTo>
                <a:lnTo>
                  <a:pt x="1170622" y="195263"/>
                </a:lnTo>
                <a:lnTo>
                  <a:pt x="1183005" y="195263"/>
                </a:lnTo>
                <a:lnTo>
                  <a:pt x="1195388" y="195263"/>
                </a:lnTo>
                <a:lnTo>
                  <a:pt x="1206818" y="195263"/>
                </a:lnTo>
                <a:lnTo>
                  <a:pt x="1219200" y="195263"/>
                </a:lnTo>
                <a:lnTo>
                  <a:pt x="1231582" y="195263"/>
                </a:lnTo>
                <a:lnTo>
                  <a:pt x="1243965" y="195263"/>
                </a:lnTo>
                <a:lnTo>
                  <a:pt x="1256347" y="195263"/>
                </a:lnTo>
                <a:lnTo>
                  <a:pt x="1268730" y="195263"/>
                </a:lnTo>
                <a:lnTo>
                  <a:pt x="1281113" y="195263"/>
                </a:lnTo>
                <a:lnTo>
                  <a:pt x="1293495" y="191452"/>
                </a:lnTo>
                <a:lnTo>
                  <a:pt x="1305878" y="164783"/>
                </a:lnTo>
                <a:lnTo>
                  <a:pt x="1318260" y="105727"/>
                </a:lnTo>
                <a:lnTo>
                  <a:pt x="1330643" y="87630"/>
                </a:lnTo>
                <a:lnTo>
                  <a:pt x="1343025" y="142875"/>
                </a:lnTo>
                <a:lnTo>
                  <a:pt x="1355407" y="184785"/>
                </a:lnTo>
                <a:lnTo>
                  <a:pt x="1367790" y="194310"/>
                </a:lnTo>
                <a:lnTo>
                  <a:pt x="1380172" y="195263"/>
                </a:lnTo>
                <a:lnTo>
                  <a:pt x="1391603" y="195263"/>
                </a:lnTo>
                <a:lnTo>
                  <a:pt x="1403985" y="195263"/>
                </a:lnTo>
                <a:lnTo>
                  <a:pt x="1416368" y="195263"/>
                </a:lnTo>
                <a:lnTo>
                  <a:pt x="1428750" y="195263"/>
                </a:lnTo>
                <a:lnTo>
                  <a:pt x="1441132" y="195263"/>
                </a:lnTo>
                <a:lnTo>
                  <a:pt x="1453515" y="195263"/>
                </a:lnTo>
                <a:lnTo>
                  <a:pt x="1465897" y="195263"/>
                </a:lnTo>
                <a:lnTo>
                  <a:pt x="1478280" y="195263"/>
                </a:lnTo>
                <a:lnTo>
                  <a:pt x="1490663" y="195263"/>
                </a:lnTo>
                <a:lnTo>
                  <a:pt x="1503045" y="195263"/>
                </a:lnTo>
                <a:lnTo>
                  <a:pt x="1515428" y="195263"/>
                </a:lnTo>
                <a:lnTo>
                  <a:pt x="1527810" y="195263"/>
                </a:lnTo>
                <a:lnTo>
                  <a:pt x="1540193" y="195263"/>
                </a:lnTo>
                <a:lnTo>
                  <a:pt x="1552575" y="194310"/>
                </a:lnTo>
                <a:lnTo>
                  <a:pt x="1564957" y="191452"/>
                </a:lnTo>
                <a:lnTo>
                  <a:pt x="1576388" y="182880"/>
                </a:lnTo>
                <a:lnTo>
                  <a:pt x="1588770" y="165735"/>
                </a:lnTo>
                <a:lnTo>
                  <a:pt x="1601153" y="141922"/>
                </a:lnTo>
                <a:lnTo>
                  <a:pt x="1613535" y="120967"/>
                </a:lnTo>
                <a:lnTo>
                  <a:pt x="1625918" y="116205"/>
                </a:lnTo>
                <a:lnTo>
                  <a:pt x="1638300" y="132397"/>
                </a:lnTo>
                <a:lnTo>
                  <a:pt x="1650682" y="157163"/>
                </a:lnTo>
                <a:lnTo>
                  <a:pt x="1663065" y="177165"/>
                </a:lnTo>
                <a:lnTo>
                  <a:pt x="1675447" y="189547"/>
                </a:lnTo>
                <a:lnTo>
                  <a:pt x="1687830" y="193358"/>
                </a:lnTo>
                <a:lnTo>
                  <a:pt x="1700213" y="195263"/>
                </a:lnTo>
                <a:lnTo>
                  <a:pt x="1712595" y="195263"/>
                </a:lnTo>
                <a:lnTo>
                  <a:pt x="1724978" y="195263"/>
                </a:lnTo>
                <a:lnTo>
                  <a:pt x="1737360" y="195263"/>
                </a:lnTo>
                <a:lnTo>
                  <a:pt x="1749743" y="195263"/>
                </a:lnTo>
                <a:lnTo>
                  <a:pt x="1761172" y="195263"/>
                </a:lnTo>
                <a:lnTo>
                  <a:pt x="1773555" y="195263"/>
                </a:lnTo>
                <a:lnTo>
                  <a:pt x="1785938" y="195263"/>
                </a:lnTo>
                <a:lnTo>
                  <a:pt x="1798320" y="195263"/>
                </a:lnTo>
                <a:lnTo>
                  <a:pt x="1810703" y="195263"/>
                </a:lnTo>
                <a:lnTo>
                  <a:pt x="1823085" y="195263"/>
                </a:lnTo>
                <a:lnTo>
                  <a:pt x="1835468" y="195263"/>
                </a:lnTo>
                <a:lnTo>
                  <a:pt x="1847850" y="1952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232" name="p06-路径-0232">
            <a:extLst xmlns:a="http://schemas.openxmlformats.org/drawingml/2006/main">
              <a:ext uri="{FF2B5EF4-FFF2-40B4-BE49-F238E27FC236}">
                <a16:creationId xmlns:a16="http://schemas.microsoft.com/office/drawing/2014/main" id="{E3207065-3503-4A0D-9B9C-6C70133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16643"/>
            <a:ext cx="1847850" cy="197167"/>
          </a:xfrm>
          <a:custGeom xmlns:a="http://schemas.openxmlformats.org/drawingml/2006/main">
            <a:pathLst>
              <a:path w="1847850" h="197167">
                <a:moveTo>
                  <a:pt x="0" y="197167"/>
                </a:moveTo>
                <a:lnTo>
                  <a:pt x="12383" y="197167"/>
                </a:lnTo>
                <a:lnTo>
                  <a:pt x="24765" y="197167"/>
                </a:lnTo>
                <a:lnTo>
                  <a:pt x="37147" y="197167"/>
                </a:lnTo>
                <a:lnTo>
                  <a:pt x="49530" y="197167"/>
                </a:lnTo>
                <a:lnTo>
                  <a:pt x="61913" y="197167"/>
                </a:lnTo>
                <a:lnTo>
                  <a:pt x="74295" y="197167"/>
                </a:lnTo>
                <a:lnTo>
                  <a:pt x="86678" y="197167"/>
                </a:lnTo>
                <a:lnTo>
                  <a:pt x="98108" y="197167"/>
                </a:lnTo>
                <a:lnTo>
                  <a:pt x="110490" y="197167"/>
                </a:lnTo>
                <a:lnTo>
                  <a:pt x="122872" y="197167"/>
                </a:lnTo>
                <a:lnTo>
                  <a:pt x="135255" y="197167"/>
                </a:lnTo>
                <a:lnTo>
                  <a:pt x="147638" y="197167"/>
                </a:lnTo>
                <a:lnTo>
                  <a:pt x="160020" y="197167"/>
                </a:lnTo>
                <a:lnTo>
                  <a:pt x="172403" y="197167"/>
                </a:lnTo>
                <a:lnTo>
                  <a:pt x="184785" y="197167"/>
                </a:lnTo>
                <a:lnTo>
                  <a:pt x="197167" y="197167"/>
                </a:lnTo>
                <a:lnTo>
                  <a:pt x="209550" y="197167"/>
                </a:lnTo>
                <a:lnTo>
                  <a:pt x="221933" y="197167"/>
                </a:lnTo>
                <a:lnTo>
                  <a:pt x="234315" y="197167"/>
                </a:lnTo>
                <a:lnTo>
                  <a:pt x="246697" y="197167"/>
                </a:lnTo>
                <a:lnTo>
                  <a:pt x="259080" y="197167"/>
                </a:lnTo>
                <a:lnTo>
                  <a:pt x="271463" y="197167"/>
                </a:lnTo>
                <a:lnTo>
                  <a:pt x="282892" y="197167"/>
                </a:lnTo>
                <a:lnTo>
                  <a:pt x="295275" y="197167"/>
                </a:lnTo>
                <a:lnTo>
                  <a:pt x="307658" y="197167"/>
                </a:lnTo>
                <a:lnTo>
                  <a:pt x="320040" y="197167"/>
                </a:lnTo>
                <a:lnTo>
                  <a:pt x="332422" y="196215"/>
                </a:lnTo>
                <a:lnTo>
                  <a:pt x="344805" y="195263"/>
                </a:lnTo>
                <a:lnTo>
                  <a:pt x="357188" y="186690"/>
                </a:lnTo>
                <a:lnTo>
                  <a:pt x="369570" y="160973"/>
                </a:lnTo>
                <a:lnTo>
                  <a:pt x="381953" y="111442"/>
                </a:lnTo>
                <a:lnTo>
                  <a:pt x="394335" y="68580"/>
                </a:lnTo>
                <a:lnTo>
                  <a:pt x="406717" y="74295"/>
                </a:lnTo>
                <a:lnTo>
                  <a:pt x="419100" y="121920"/>
                </a:lnTo>
                <a:lnTo>
                  <a:pt x="431483" y="167640"/>
                </a:lnTo>
                <a:lnTo>
                  <a:pt x="443865" y="189548"/>
                </a:lnTo>
                <a:lnTo>
                  <a:pt x="456247" y="195263"/>
                </a:lnTo>
                <a:lnTo>
                  <a:pt x="467678" y="196215"/>
                </a:lnTo>
                <a:lnTo>
                  <a:pt x="480060" y="197167"/>
                </a:lnTo>
                <a:lnTo>
                  <a:pt x="492442" y="197167"/>
                </a:lnTo>
                <a:lnTo>
                  <a:pt x="504825" y="197167"/>
                </a:lnTo>
                <a:lnTo>
                  <a:pt x="517208" y="197167"/>
                </a:lnTo>
                <a:lnTo>
                  <a:pt x="529590" y="197167"/>
                </a:lnTo>
                <a:lnTo>
                  <a:pt x="541972" y="197167"/>
                </a:lnTo>
                <a:lnTo>
                  <a:pt x="554355" y="197167"/>
                </a:lnTo>
                <a:lnTo>
                  <a:pt x="566738" y="197167"/>
                </a:lnTo>
                <a:lnTo>
                  <a:pt x="579120" y="197167"/>
                </a:lnTo>
                <a:lnTo>
                  <a:pt x="591503" y="197167"/>
                </a:lnTo>
                <a:lnTo>
                  <a:pt x="603885" y="197167"/>
                </a:lnTo>
                <a:lnTo>
                  <a:pt x="616268" y="197167"/>
                </a:lnTo>
                <a:lnTo>
                  <a:pt x="628650" y="197167"/>
                </a:lnTo>
                <a:lnTo>
                  <a:pt x="641032" y="197167"/>
                </a:lnTo>
                <a:lnTo>
                  <a:pt x="652463" y="197167"/>
                </a:lnTo>
                <a:lnTo>
                  <a:pt x="664845" y="197167"/>
                </a:lnTo>
                <a:lnTo>
                  <a:pt x="677228" y="197167"/>
                </a:lnTo>
                <a:lnTo>
                  <a:pt x="689610" y="197167"/>
                </a:lnTo>
                <a:lnTo>
                  <a:pt x="701993" y="197167"/>
                </a:lnTo>
                <a:lnTo>
                  <a:pt x="714375" y="197167"/>
                </a:lnTo>
                <a:lnTo>
                  <a:pt x="726757" y="197167"/>
                </a:lnTo>
                <a:lnTo>
                  <a:pt x="739140" y="197167"/>
                </a:lnTo>
                <a:lnTo>
                  <a:pt x="751522" y="196215"/>
                </a:lnTo>
                <a:lnTo>
                  <a:pt x="763905" y="196215"/>
                </a:lnTo>
                <a:lnTo>
                  <a:pt x="776288" y="193358"/>
                </a:lnTo>
                <a:lnTo>
                  <a:pt x="788670" y="185738"/>
                </a:lnTo>
                <a:lnTo>
                  <a:pt x="801053" y="170498"/>
                </a:lnTo>
                <a:lnTo>
                  <a:pt x="813435" y="141923"/>
                </a:lnTo>
                <a:lnTo>
                  <a:pt x="825818" y="99060"/>
                </a:lnTo>
                <a:lnTo>
                  <a:pt x="837247" y="51435"/>
                </a:lnTo>
                <a:lnTo>
                  <a:pt x="849630" y="12383"/>
                </a:lnTo>
                <a:lnTo>
                  <a:pt x="862013" y="0"/>
                </a:lnTo>
                <a:lnTo>
                  <a:pt x="874395" y="18098"/>
                </a:lnTo>
                <a:lnTo>
                  <a:pt x="886778" y="60960"/>
                </a:lnTo>
                <a:lnTo>
                  <a:pt x="899160" y="108585"/>
                </a:lnTo>
                <a:lnTo>
                  <a:pt x="911543" y="148590"/>
                </a:lnTo>
                <a:lnTo>
                  <a:pt x="923925" y="174308"/>
                </a:lnTo>
                <a:lnTo>
                  <a:pt x="936307" y="188595"/>
                </a:lnTo>
                <a:lnTo>
                  <a:pt x="948690" y="194310"/>
                </a:lnTo>
                <a:lnTo>
                  <a:pt x="961072" y="196215"/>
                </a:lnTo>
                <a:lnTo>
                  <a:pt x="973455" y="196215"/>
                </a:lnTo>
                <a:lnTo>
                  <a:pt x="985838" y="197167"/>
                </a:lnTo>
                <a:lnTo>
                  <a:pt x="998220" y="197167"/>
                </a:lnTo>
                <a:lnTo>
                  <a:pt x="1010603" y="197167"/>
                </a:lnTo>
                <a:lnTo>
                  <a:pt x="1022032" y="197167"/>
                </a:lnTo>
                <a:lnTo>
                  <a:pt x="1034415" y="197167"/>
                </a:lnTo>
                <a:lnTo>
                  <a:pt x="1046797" y="197167"/>
                </a:lnTo>
                <a:lnTo>
                  <a:pt x="1059180" y="197167"/>
                </a:lnTo>
                <a:lnTo>
                  <a:pt x="1071563" y="197167"/>
                </a:lnTo>
                <a:lnTo>
                  <a:pt x="1083945" y="197167"/>
                </a:lnTo>
                <a:lnTo>
                  <a:pt x="1096328" y="197167"/>
                </a:lnTo>
                <a:lnTo>
                  <a:pt x="1108710" y="197167"/>
                </a:lnTo>
                <a:lnTo>
                  <a:pt x="1121093" y="197167"/>
                </a:lnTo>
                <a:lnTo>
                  <a:pt x="1133475" y="197167"/>
                </a:lnTo>
                <a:lnTo>
                  <a:pt x="1145857" y="197167"/>
                </a:lnTo>
                <a:lnTo>
                  <a:pt x="1158240" y="197167"/>
                </a:lnTo>
                <a:lnTo>
                  <a:pt x="1170622" y="197167"/>
                </a:lnTo>
                <a:lnTo>
                  <a:pt x="1183005" y="197167"/>
                </a:lnTo>
                <a:lnTo>
                  <a:pt x="1195388" y="197167"/>
                </a:lnTo>
                <a:lnTo>
                  <a:pt x="1206818" y="197167"/>
                </a:lnTo>
                <a:lnTo>
                  <a:pt x="1219200" y="197167"/>
                </a:lnTo>
                <a:lnTo>
                  <a:pt x="1231582" y="197167"/>
                </a:lnTo>
                <a:lnTo>
                  <a:pt x="1243965" y="197167"/>
                </a:lnTo>
                <a:lnTo>
                  <a:pt x="1256347" y="197167"/>
                </a:lnTo>
                <a:lnTo>
                  <a:pt x="1268730" y="197167"/>
                </a:lnTo>
                <a:lnTo>
                  <a:pt x="1281113" y="197167"/>
                </a:lnTo>
                <a:lnTo>
                  <a:pt x="1293495" y="196215"/>
                </a:lnTo>
                <a:lnTo>
                  <a:pt x="1305878" y="194310"/>
                </a:lnTo>
                <a:lnTo>
                  <a:pt x="1318260" y="174308"/>
                </a:lnTo>
                <a:lnTo>
                  <a:pt x="1330643" y="119063"/>
                </a:lnTo>
                <a:lnTo>
                  <a:pt x="1343025" y="85725"/>
                </a:lnTo>
                <a:lnTo>
                  <a:pt x="1355407" y="131445"/>
                </a:lnTo>
                <a:lnTo>
                  <a:pt x="1367790" y="180975"/>
                </a:lnTo>
                <a:lnTo>
                  <a:pt x="1380172" y="195263"/>
                </a:lnTo>
                <a:lnTo>
                  <a:pt x="1391603" y="197167"/>
                </a:lnTo>
                <a:lnTo>
                  <a:pt x="1403985" y="197167"/>
                </a:lnTo>
                <a:lnTo>
                  <a:pt x="1416368" y="197167"/>
                </a:lnTo>
                <a:lnTo>
                  <a:pt x="1428750" y="197167"/>
                </a:lnTo>
                <a:lnTo>
                  <a:pt x="1441132" y="197167"/>
                </a:lnTo>
                <a:lnTo>
                  <a:pt x="1453515" y="197167"/>
                </a:lnTo>
                <a:lnTo>
                  <a:pt x="1465897" y="197167"/>
                </a:lnTo>
                <a:lnTo>
                  <a:pt x="1478280" y="197167"/>
                </a:lnTo>
                <a:lnTo>
                  <a:pt x="1490663" y="197167"/>
                </a:lnTo>
                <a:lnTo>
                  <a:pt x="1503045" y="197167"/>
                </a:lnTo>
                <a:lnTo>
                  <a:pt x="1515428" y="197167"/>
                </a:lnTo>
                <a:lnTo>
                  <a:pt x="1527810" y="197167"/>
                </a:lnTo>
                <a:lnTo>
                  <a:pt x="1540193" y="197167"/>
                </a:lnTo>
                <a:lnTo>
                  <a:pt x="1552575" y="196215"/>
                </a:lnTo>
                <a:lnTo>
                  <a:pt x="1564957" y="196215"/>
                </a:lnTo>
                <a:lnTo>
                  <a:pt x="1576388" y="193358"/>
                </a:lnTo>
                <a:lnTo>
                  <a:pt x="1588770" y="186690"/>
                </a:lnTo>
                <a:lnTo>
                  <a:pt x="1601153" y="171450"/>
                </a:lnTo>
                <a:lnTo>
                  <a:pt x="1613535" y="147638"/>
                </a:lnTo>
                <a:lnTo>
                  <a:pt x="1625918" y="124778"/>
                </a:lnTo>
                <a:lnTo>
                  <a:pt x="1638300" y="117158"/>
                </a:lnTo>
                <a:lnTo>
                  <a:pt x="1650682" y="128588"/>
                </a:lnTo>
                <a:lnTo>
                  <a:pt x="1663065" y="153353"/>
                </a:lnTo>
                <a:lnTo>
                  <a:pt x="1675447" y="175260"/>
                </a:lnTo>
                <a:lnTo>
                  <a:pt x="1687830" y="188595"/>
                </a:lnTo>
                <a:lnTo>
                  <a:pt x="1700213" y="194310"/>
                </a:lnTo>
                <a:lnTo>
                  <a:pt x="1712595" y="196215"/>
                </a:lnTo>
                <a:lnTo>
                  <a:pt x="1724978" y="197167"/>
                </a:lnTo>
                <a:lnTo>
                  <a:pt x="1737360" y="197167"/>
                </a:lnTo>
                <a:lnTo>
                  <a:pt x="1749743" y="197167"/>
                </a:lnTo>
                <a:lnTo>
                  <a:pt x="1761172" y="197167"/>
                </a:lnTo>
                <a:lnTo>
                  <a:pt x="1773555" y="197167"/>
                </a:lnTo>
                <a:lnTo>
                  <a:pt x="1785938" y="197167"/>
                </a:lnTo>
                <a:lnTo>
                  <a:pt x="1798320" y="197167"/>
                </a:lnTo>
                <a:lnTo>
                  <a:pt x="1810703" y="197167"/>
                </a:lnTo>
                <a:lnTo>
                  <a:pt x="1823085" y="197167"/>
                </a:lnTo>
                <a:lnTo>
                  <a:pt x="1835468" y="197167"/>
                </a:lnTo>
                <a:lnTo>
                  <a:pt x="1847850" y="19716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233" name="p06-文本-0233">
            <a:extLst xmlns:a="http://schemas.openxmlformats.org/drawingml/2006/main">
              <a:ext uri="{FF2B5EF4-FFF2-40B4-BE49-F238E27FC236}">
                <a16:creationId xmlns:a16="http://schemas.microsoft.com/office/drawing/2014/main" id="{46FB72A9-8169-42E2-96F2-31A8799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13" y="4097527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234" name="p06-文本-0234">
            <a:extLst xmlns:a="http://schemas.openxmlformats.org/drawingml/2006/main">
              <a:ext uri="{FF2B5EF4-FFF2-40B4-BE49-F238E27FC236}">
                <a16:creationId xmlns:a16="http://schemas.microsoft.com/office/drawing/2014/main" id="{C435F351-239B-4675-BB45-F722F7A8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179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定位关键过程</a:t>
            </a:r>
          </a:p>
        </p:txBody>
      </p:sp>
      <p:sp>
        <p:nvSpPr>
          <p:cNvPr id="235" name="p06-文本-0235">
            <a:extLst xmlns:a="http://schemas.openxmlformats.org/drawingml/2006/main">
              <a:ext uri="{FF2B5EF4-FFF2-40B4-BE49-F238E27FC236}">
                <a16:creationId xmlns:a16="http://schemas.microsoft.com/office/drawing/2014/main" id="{39D23CB2-3F87-4980-A3A6-F5C18390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227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设置可解释对照</a:t>
            </a:r>
          </a:p>
        </p:txBody>
      </p:sp>
      <p:sp>
        <p:nvSpPr>
          <p:cNvPr id="236" name="p06-文本-0236">
            <a:extLst xmlns:a="http://schemas.openxmlformats.org/drawingml/2006/main">
              <a:ext uri="{FF2B5EF4-FFF2-40B4-BE49-F238E27FC236}">
                <a16:creationId xmlns:a16="http://schemas.microsoft.com/office/drawing/2014/main" id="{D5E29D09-C811-43CE-BCC8-038E1343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550" y="357874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检验作用路径</a:t>
            </a:r>
          </a:p>
        </p:txBody>
      </p:sp>
      <p:sp>
        <p:nvSpPr>
          <p:cNvPr id="237" name="p06-矩形-0237">
            <a:extLst xmlns:a="http://schemas.openxmlformats.org/drawingml/2006/main">
              <a:ext uri="{FF2B5EF4-FFF2-40B4-BE49-F238E27FC236}">
                <a16:creationId xmlns:a16="http://schemas.microsoft.com/office/drawing/2014/main" id="{420A6989-BA83-4856-937D-D444D1EE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2676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8" name="p06-文本-0238">
            <a:extLst xmlns:a="http://schemas.openxmlformats.org/drawingml/2006/main">
              <a:ext uri="{FF2B5EF4-FFF2-40B4-BE49-F238E27FC236}">
                <a16:creationId xmlns:a16="http://schemas.microsoft.com/office/drawing/2014/main" id="{46C7072E-6B04-4941-9FC1-3B338533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3571"/>
            <a:ext cx="158172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结果跨条件波动</a:t>
            </a:r>
          </a:p>
        </p:txBody>
      </p:sp>
      <p:sp>
        <p:nvSpPr>
          <p:cNvPr id="239" name="p06-文本-0239">
            <a:extLst xmlns:a="http://schemas.openxmlformats.org/drawingml/2006/main">
              <a:ext uri="{FF2B5EF4-FFF2-40B4-BE49-F238E27FC236}">
                <a16:creationId xmlns:a16="http://schemas.microsoft.com/office/drawing/2014/main" id="{5631A2D2-3450-4282-9B2E-E82AA73A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5046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需要可定位的证据</a:t>
            </a:r>
          </a:p>
        </p:txBody>
      </p:sp>
      <p:sp>
        <p:nvSpPr>
          <p:cNvPr id="240" name="p06-路径-0240">
            <a:extLst xmlns:a="http://schemas.openxmlformats.org/drawingml/2006/main">
              <a:ext uri="{FF2B5EF4-FFF2-40B4-BE49-F238E27FC236}">
                <a16:creationId xmlns:a16="http://schemas.microsoft.com/office/drawing/2014/main" id="{C8503661-18D8-4CFC-AB0C-31A2637E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8537"/>
            <a:ext cx="495300" cy="188976"/>
          </a:xfrm>
          <a:custGeom xmlns:a="http://schemas.openxmlformats.org/drawingml/2006/main">
            <a:pathLst>
              <a:path w="495300" h="188976">
                <a:moveTo>
                  <a:pt x="0" y="142113"/>
                </a:moveTo>
                <a:lnTo>
                  <a:pt x="342900" y="142113"/>
                </a:lnTo>
                <a:lnTo>
                  <a:pt x="342900" y="188976"/>
                </a:lnTo>
                <a:lnTo>
                  <a:pt x="495300" y="94488"/>
                </a:lnTo>
                <a:lnTo>
                  <a:pt x="342900" y="0"/>
                </a:lnTo>
                <a:lnTo>
                  <a:pt x="342900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1" name="p06-矩形-0241">
            <a:extLst xmlns:a="http://schemas.openxmlformats.org/drawingml/2006/main">
              <a:ext uri="{FF2B5EF4-FFF2-40B4-BE49-F238E27FC236}">
                <a16:creationId xmlns:a16="http://schemas.microsoft.com/office/drawing/2014/main" id="{9B715F9F-99A0-41BD-A1AC-B9B4BAB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86275"/>
            <a:ext cx="768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42" name="p06-文本-0242">
            <a:extLst xmlns:a="http://schemas.openxmlformats.org/drawingml/2006/main">
              <a:ext uri="{FF2B5EF4-FFF2-40B4-BE49-F238E27FC236}">
                <a16:creationId xmlns:a16="http://schemas.microsoft.com/office/drawing/2014/main" id="{DC3CF90A-C11E-4C65-B8EE-39CE52A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68242"/>
            <a:ext cx="2107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用独立实验检查外推</a:t>
            </a:r>
          </a:p>
        </p:txBody>
      </p:sp>
      <p:sp>
        <p:nvSpPr>
          <p:cNvPr id="243" name="p06-文本-0243">
            <a:extLst xmlns:a="http://schemas.openxmlformats.org/drawingml/2006/main">
              <a:ext uri="{FF2B5EF4-FFF2-40B4-BE49-F238E27FC236}">
                <a16:creationId xmlns:a16="http://schemas.microsoft.com/office/drawing/2014/main" id="{35E9872E-2BD2-42B6-B9CC-8A5713F3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2142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44" name="p06-线-0244">
            <a:extLst xmlns:a="http://schemas.openxmlformats.org/drawingml/2006/main">
              <a:ext uri="{FF2B5EF4-FFF2-40B4-BE49-F238E27FC236}">
                <a16:creationId xmlns:a16="http://schemas.microsoft.com/office/drawing/2014/main" id="{B026BB2C-5015-4368-BD09-7D833E8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91175"/>
            <a:ext cx="1847850" cy="95"/>
          </a:xfrm>
          <a:custGeom xmlns:a="http://schemas.openxmlformats.org/drawingml/2006/main">
            <a:pathLst>
              <a:path w="1847850" h="9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5" name="p06-线-0245">
            <a:extLst xmlns:a="http://schemas.openxmlformats.org/drawingml/2006/main">
              <a:ext uri="{FF2B5EF4-FFF2-40B4-BE49-F238E27FC236}">
                <a16:creationId xmlns:a16="http://schemas.microsoft.com/office/drawing/2014/main" id="{4A791B17-8441-4994-A3D2-3A7EDBCF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86375"/>
            <a:ext cx="95" cy="304800"/>
          </a:xfrm>
          <a:custGeom xmlns:a="http://schemas.openxmlformats.org/drawingml/2006/main"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6" name="p06-线-0246">
            <a:extLst xmlns:a="http://schemas.openxmlformats.org/drawingml/2006/main">
              <a:ext uri="{FF2B5EF4-FFF2-40B4-BE49-F238E27FC236}">
                <a16:creationId xmlns:a16="http://schemas.microsoft.com/office/drawing/2014/main" id="{1434A8B5-A624-40B2-8DD5-548B3349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62575"/>
            <a:ext cx="1847850" cy="95"/>
          </a:xfrm>
          <a:custGeom xmlns:a="http://schemas.openxmlformats.org/drawingml/2006/main">
            <a:pathLst>
              <a:path w="1847850" h="9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7" name="p06-线-0247">
            <a:extLst xmlns:a="http://schemas.openxmlformats.org/drawingml/2006/main">
              <a:ext uri="{FF2B5EF4-FFF2-40B4-BE49-F238E27FC236}">
                <a16:creationId xmlns:a16="http://schemas.microsoft.com/office/drawing/2014/main" id="{D849E3C0-5AFE-4730-8811-76ED29B9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438775"/>
            <a:ext cx="1847850" cy="95"/>
          </a:xfrm>
          <a:custGeom xmlns:a="http://schemas.openxmlformats.org/drawingml/2006/main">
            <a:pathLst>
              <a:path w="1847850" h="9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8" name="p06-线-0248">
            <a:extLst xmlns:a="http://schemas.openxmlformats.org/drawingml/2006/main">
              <a:ext uri="{FF2B5EF4-FFF2-40B4-BE49-F238E27FC236}">
                <a16:creationId xmlns:a16="http://schemas.microsoft.com/office/drawing/2014/main" id="{BAF9CFB7-9FAF-40E2-A580-2DCC8F8E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14975"/>
            <a:ext cx="1847850" cy="95"/>
          </a:xfrm>
          <a:custGeom xmlns:a="http://schemas.openxmlformats.org/drawingml/2006/main">
            <a:pathLst>
              <a:path w="1847850" h="9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9" name="p06-路径-0249">
            <a:extLst xmlns:a="http://schemas.openxmlformats.org/drawingml/2006/main">
              <a:ext uri="{FF2B5EF4-FFF2-40B4-BE49-F238E27FC236}">
                <a16:creationId xmlns:a16="http://schemas.microsoft.com/office/drawing/2014/main" id="{BE15603A-1EE0-4BE2-A8BB-D2A6AC6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37810"/>
            <a:ext cx="1847850" cy="171450"/>
          </a:xfrm>
          <a:custGeom xmlns:a="http://schemas.openxmlformats.org/drawingml/2006/main">
            <a:pathLst>
              <a:path w="1847850" h="171450">
                <a:moveTo>
                  <a:pt x="0" y="0"/>
                </a:moveTo>
                <a:lnTo>
                  <a:pt x="61913" y="13335"/>
                </a:lnTo>
                <a:lnTo>
                  <a:pt x="122872" y="24765"/>
                </a:lnTo>
                <a:lnTo>
                  <a:pt x="184785" y="36195"/>
                </a:lnTo>
                <a:lnTo>
                  <a:pt x="246697" y="46672"/>
                </a:lnTo>
                <a:lnTo>
                  <a:pt x="307658" y="56197"/>
                </a:lnTo>
                <a:lnTo>
                  <a:pt x="369570" y="65722"/>
                </a:lnTo>
                <a:lnTo>
                  <a:pt x="431483" y="74295"/>
                </a:lnTo>
                <a:lnTo>
                  <a:pt x="492442" y="81915"/>
                </a:lnTo>
                <a:lnTo>
                  <a:pt x="554355" y="89535"/>
                </a:lnTo>
                <a:lnTo>
                  <a:pt x="616268" y="97155"/>
                </a:lnTo>
                <a:lnTo>
                  <a:pt x="677228" y="102870"/>
                </a:lnTo>
                <a:lnTo>
                  <a:pt x="739140" y="109538"/>
                </a:lnTo>
                <a:lnTo>
                  <a:pt x="801053" y="115253"/>
                </a:lnTo>
                <a:lnTo>
                  <a:pt x="862013" y="120968"/>
                </a:lnTo>
                <a:lnTo>
                  <a:pt x="923925" y="125730"/>
                </a:lnTo>
                <a:lnTo>
                  <a:pt x="985838" y="130493"/>
                </a:lnTo>
                <a:lnTo>
                  <a:pt x="1046797" y="134303"/>
                </a:lnTo>
                <a:lnTo>
                  <a:pt x="1108710" y="139065"/>
                </a:lnTo>
                <a:lnTo>
                  <a:pt x="1170622" y="142875"/>
                </a:lnTo>
                <a:lnTo>
                  <a:pt x="1231582" y="146685"/>
                </a:lnTo>
                <a:lnTo>
                  <a:pt x="1293495" y="149543"/>
                </a:lnTo>
                <a:lnTo>
                  <a:pt x="1355407" y="152400"/>
                </a:lnTo>
                <a:lnTo>
                  <a:pt x="1416368" y="156210"/>
                </a:lnTo>
                <a:lnTo>
                  <a:pt x="1478280" y="158115"/>
                </a:lnTo>
                <a:lnTo>
                  <a:pt x="1540193" y="160972"/>
                </a:lnTo>
                <a:lnTo>
                  <a:pt x="1601153" y="163830"/>
                </a:lnTo>
                <a:lnTo>
                  <a:pt x="1663065" y="165735"/>
                </a:lnTo>
                <a:lnTo>
                  <a:pt x="1724978" y="167640"/>
                </a:lnTo>
                <a:lnTo>
                  <a:pt x="1785938" y="169545"/>
                </a:lnTo>
                <a:lnTo>
                  <a:pt x="18478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50" name="p06-椭圆-0250">
            <a:extLst xmlns:a="http://schemas.openxmlformats.org/drawingml/2006/main">
              <a:ext uri="{FF2B5EF4-FFF2-40B4-BE49-F238E27FC236}">
                <a16:creationId xmlns:a16="http://schemas.microsoft.com/office/drawing/2014/main" id="{59DE3908-FFA9-4E8B-8727-A0D2A137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05" y="531152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1" name="p06-椭圆-0251">
            <a:extLst xmlns:a="http://schemas.openxmlformats.org/drawingml/2006/main">
              <a:ext uri="{FF2B5EF4-FFF2-40B4-BE49-F238E27FC236}">
                <a16:creationId xmlns:a16="http://schemas.microsoft.com/office/drawing/2014/main" id="{6E6D26BB-3AE1-43AB-A7CE-764E1879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37683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2" name="p06-椭圆-0252">
            <a:extLst xmlns:a="http://schemas.openxmlformats.org/drawingml/2006/main">
              <a:ext uri="{FF2B5EF4-FFF2-40B4-BE49-F238E27FC236}">
                <a16:creationId xmlns:a16="http://schemas.microsoft.com/office/drawing/2014/main" id="{9B8D5C9E-B821-4CE2-B47F-ED1B43AB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542062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3" name="p06-椭圆-0253">
            <a:extLst xmlns:a="http://schemas.openxmlformats.org/drawingml/2006/main">
              <a:ext uri="{FF2B5EF4-FFF2-40B4-BE49-F238E27FC236}">
                <a16:creationId xmlns:a16="http://schemas.microsoft.com/office/drawing/2014/main" id="{4ED631CE-BE4D-46F2-86C8-E9473178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815" y="54499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4" name="p06-椭圆-0254">
            <a:extLst xmlns:a="http://schemas.openxmlformats.org/drawingml/2006/main">
              <a:ext uri="{FF2B5EF4-FFF2-40B4-BE49-F238E27FC236}">
                <a16:creationId xmlns:a16="http://schemas.microsoft.com/office/drawing/2014/main" id="{FE6C1BF0-474D-4530-B559-3B9A391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385" y="546964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5" name="p06-椭圆-0255">
            <a:extLst xmlns:a="http://schemas.openxmlformats.org/drawingml/2006/main">
              <a:ext uri="{FF2B5EF4-FFF2-40B4-BE49-F238E27FC236}">
                <a16:creationId xmlns:a16="http://schemas.microsoft.com/office/drawing/2014/main" id="{66A2B627-FD65-46C9-9F0D-F175B588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55" y="548282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6" name="p06-路径-0256">
            <a:extLst xmlns:a="http://schemas.openxmlformats.org/drawingml/2006/main">
              <a:ext uri="{FF2B5EF4-FFF2-40B4-BE49-F238E27FC236}">
                <a16:creationId xmlns:a16="http://schemas.microsoft.com/office/drawing/2014/main" id="{E7FDA08A-0173-4BED-AE4E-739C350A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37810"/>
            <a:ext cx="1847850" cy="188595"/>
          </a:xfrm>
          <a:custGeom xmlns:a="http://schemas.openxmlformats.org/drawingml/2006/main">
            <a:pathLst>
              <a:path w="1847850" h="188595">
                <a:moveTo>
                  <a:pt x="0" y="0"/>
                </a:moveTo>
                <a:lnTo>
                  <a:pt x="61913" y="19050"/>
                </a:lnTo>
                <a:lnTo>
                  <a:pt x="122872" y="36195"/>
                </a:lnTo>
                <a:lnTo>
                  <a:pt x="184785" y="51435"/>
                </a:lnTo>
                <a:lnTo>
                  <a:pt x="246697" y="65722"/>
                </a:lnTo>
                <a:lnTo>
                  <a:pt x="307658" y="78105"/>
                </a:lnTo>
                <a:lnTo>
                  <a:pt x="369570" y="89535"/>
                </a:lnTo>
                <a:lnTo>
                  <a:pt x="431483" y="100013"/>
                </a:lnTo>
                <a:lnTo>
                  <a:pt x="492442" y="109538"/>
                </a:lnTo>
                <a:lnTo>
                  <a:pt x="554355" y="118110"/>
                </a:lnTo>
                <a:lnTo>
                  <a:pt x="616268" y="125730"/>
                </a:lnTo>
                <a:lnTo>
                  <a:pt x="677228" y="132397"/>
                </a:lnTo>
                <a:lnTo>
                  <a:pt x="739140" y="139065"/>
                </a:lnTo>
                <a:lnTo>
                  <a:pt x="801053" y="144780"/>
                </a:lnTo>
                <a:lnTo>
                  <a:pt x="862013" y="149543"/>
                </a:lnTo>
                <a:lnTo>
                  <a:pt x="923925" y="154305"/>
                </a:lnTo>
                <a:lnTo>
                  <a:pt x="985838" y="158115"/>
                </a:lnTo>
                <a:lnTo>
                  <a:pt x="1046797" y="161925"/>
                </a:lnTo>
                <a:lnTo>
                  <a:pt x="1108710" y="165735"/>
                </a:lnTo>
                <a:lnTo>
                  <a:pt x="1170622" y="168593"/>
                </a:lnTo>
                <a:lnTo>
                  <a:pt x="1231582" y="171450"/>
                </a:lnTo>
                <a:lnTo>
                  <a:pt x="1293495" y="174308"/>
                </a:lnTo>
                <a:lnTo>
                  <a:pt x="1355407" y="176213"/>
                </a:lnTo>
                <a:lnTo>
                  <a:pt x="1416368" y="179070"/>
                </a:lnTo>
                <a:lnTo>
                  <a:pt x="1478280" y="180975"/>
                </a:lnTo>
                <a:lnTo>
                  <a:pt x="1540193" y="181928"/>
                </a:lnTo>
                <a:lnTo>
                  <a:pt x="1601153" y="183833"/>
                </a:lnTo>
                <a:lnTo>
                  <a:pt x="1663065" y="184785"/>
                </a:lnTo>
                <a:lnTo>
                  <a:pt x="1724978" y="186690"/>
                </a:lnTo>
                <a:lnTo>
                  <a:pt x="1785938" y="187643"/>
                </a:lnTo>
                <a:lnTo>
                  <a:pt x="184785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57" name="p06-椭圆-0257">
            <a:extLst xmlns:a="http://schemas.openxmlformats.org/drawingml/2006/main">
              <a:ext uri="{FF2B5EF4-FFF2-40B4-BE49-F238E27FC236}">
                <a16:creationId xmlns:a16="http://schemas.microsoft.com/office/drawing/2014/main" id="{19A747DB-FBC3-41A9-9802-2F43A6BD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05" y="531152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8" name="p06-椭圆-0258">
            <a:extLst xmlns:a="http://schemas.openxmlformats.org/drawingml/2006/main">
              <a:ext uri="{FF2B5EF4-FFF2-40B4-BE49-F238E27FC236}">
                <a16:creationId xmlns:a16="http://schemas.microsoft.com/office/drawing/2014/main" id="{725B00DB-A34F-480D-8137-9A0671F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4009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9" name="p06-椭圆-0259">
            <a:extLst xmlns:a="http://schemas.openxmlformats.org/drawingml/2006/main">
              <a:ext uri="{FF2B5EF4-FFF2-40B4-BE49-F238E27FC236}">
                <a16:creationId xmlns:a16="http://schemas.microsoft.com/office/drawing/2014/main" id="{8DC78A15-7EC3-40DF-B751-D4D9FFC8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54499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0" name="p06-椭圆-0260">
            <a:extLst xmlns:a="http://schemas.openxmlformats.org/drawingml/2006/main">
              <a:ext uri="{FF2B5EF4-FFF2-40B4-BE49-F238E27FC236}">
                <a16:creationId xmlns:a16="http://schemas.microsoft.com/office/drawing/2014/main" id="{EA459499-D1C5-4661-9511-C15D20E0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815" y="547689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1" name="p06-椭圆-0261">
            <a:extLst xmlns:a="http://schemas.openxmlformats.org/drawingml/2006/main">
              <a:ext uri="{FF2B5EF4-FFF2-40B4-BE49-F238E27FC236}">
                <a16:creationId xmlns:a16="http://schemas.microsoft.com/office/drawing/2014/main" id="{F3DFB6C2-642C-43A4-905E-85BBAFF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385" y="54916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2" name="p06-椭圆-0262">
            <a:extLst xmlns:a="http://schemas.openxmlformats.org/drawingml/2006/main">
              <a:ext uri="{FF2B5EF4-FFF2-40B4-BE49-F238E27FC236}">
                <a16:creationId xmlns:a16="http://schemas.microsoft.com/office/drawing/2014/main" id="{198F3FE9-CA85-4695-AEFF-92E516C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55" y="549977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3" name="p06-路径-0263">
            <a:extLst xmlns:a="http://schemas.openxmlformats.org/drawingml/2006/main">
              <a:ext uri="{FF2B5EF4-FFF2-40B4-BE49-F238E27FC236}">
                <a16:creationId xmlns:a16="http://schemas.microsoft.com/office/drawing/2014/main" id="{E8448C69-E323-4EC5-AE79-D73500D6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37810"/>
            <a:ext cx="1847850" cy="195263"/>
          </a:xfrm>
          <a:custGeom xmlns:a="http://schemas.openxmlformats.org/drawingml/2006/main">
            <a:pathLst>
              <a:path w="1847850" h="195263">
                <a:moveTo>
                  <a:pt x="0" y="0"/>
                </a:moveTo>
                <a:lnTo>
                  <a:pt x="61913" y="24765"/>
                </a:lnTo>
                <a:lnTo>
                  <a:pt x="122872" y="46672"/>
                </a:lnTo>
                <a:lnTo>
                  <a:pt x="184785" y="65722"/>
                </a:lnTo>
                <a:lnTo>
                  <a:pt x="246697" y="81915"/>
                </a:lnTo>
                <a:lnTo>
                  <a:pt x="307658" y="97155"/>
                </a:lnTo>
                <a:lnTo>
                  <a:pt x="369570" y="109538"/>
                </a:lnTo>
                <a:lnTo>
                  <a:pt x="431483" y="120968"/>
                </a:lnTo>
                <a:lnTo>
                  <a:pt x="492442" y="130493"/>
                </a:lnTo>
                <a:lnTo>
                  <a:pt x="554355" y="139065"/>
                </a:lnTo>
                <a:lnTo>
                  <a:pt x="616268" y="146685"/>
                </a:lnTo>
                <a:lnTo>
                  <a:pt x="677228" y="152400"/>
                </a:lnTo>
                <a:lnTo>
                  <a:pt x="739140" y="158115"/>
                </a:lnTo>
                <a:lnTo>
                  <a:pt x="801053" y="163830"/>
                </a:lnTo>
                <a:lnTo>
                  <a:pt x="862013" y="167640"/>
                </a:lnTo>
                <a:lnTo>
                  <a:pt x="923925" y="171450"/>
                </a:lnTo>
                <a:lnTo>
                  <a:pt x="985838" y="175260"/>
                </a:lnTo>
                <a:lnTo>
                  <a:pt x="1046797" y="178118"/>
                </a:lnTo>
                <a:lnTo>
                  <a:pt x="1108710" y="180975"/>
                </a:lnTo>
                <a:lnTo>
                  <a:pt x="1170622" y="182880"/>
                </a:lnTo>
                <a:lnTo>
                  <a:pt x="1231582" y="184785"/>
                </a:lnTo>
                <a:lnTo>
                  <a:pt x="1293495" y="186690"/>
                </a:lnTo>
                <a:lnTo>
                  <a:pt x="1355407" y="187643"/>
                </a:lnTo>
                <a:lnTo>
                  <a:pt x="1416368" y="189547"/>
                </a:lnTo>
                <a:lnTo>
                  <a:pt x="1478280" y="190500"/>
                </a:lnTo>
                <a:lnTo>
                  <a:pt x="1540193" y="191453"/>
                </a:lnTo>
                <a:lnTo>
                  <a:pt x="1601153" y="192405"/>
                </a:lnTo>
                <a:lnTo>
                  <a:pt x="1663065" y="193358"/>
                </a:lnTo>
                <a:lnTo>
                  <a:pt x="1724978" y="193358"/>
                </a:lnTo>
                <a:lnTo>
                  <a:pt x="1785938" y="194310"/>
                </a:lnTo>
                <a:lnTo>
                  <a:pt x="1847850" y="195263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64" name="p06-椭圆-0264">
            <a:extLst xmlns:a="http://schemas.openxmlformats.org/drawingml/2006/main">
              <a:ext uri="{FF2B5EF4-FFF2-40B4-BE49-F238E27FC236}">
                <a16:creationId xmlns:a16="http://schemas.microsoft.com/office/drawing/2014/main" id="{564A21BE-AE2B-4F62-A71A-9AEDD5EF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05" y="531152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5" name="p06-椭圆-0265">
            <a:extLst xmlns:a="http://schemas.openxmlformats.org/drawingml/2006/main">
              <a:ext uri="{FF2B5EF4-FFF2-40B4-BE49-F238E27FC236}">
                <a16:creationId xmlns:a16="http://schemas.microsoft.com/office/drawing/2014/main" id="{8A650EDE-E174-4F31-B5D8-B6EFD739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42062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6" name="p06-椭圆-0266">
            <a:extLst xmlns:a="http://schemas.openxmlformats.org/drawingml/2006/main">
              <a:ext uri="{FF2B5EF4-FFF2-40B4-BE49-F238E27FC236}">
                <a16:creationId xmlns:a16="http://schemas.microsoft.com/office/drawing/2014/main" id="{4E2EF1BC-9837-47A1-B0EC-631FF0A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546964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7" name="p06-椭圆-0267">
            <a:extLst xmlns:a="http://schemas.openxmlformats.org/drawingml/2006/main">
              <a:ext uri="{FF2B5EF4-FFF2-40B4-BE49-F238E27FC236}">
                <a16:creationId xmlns:a16="http://schemas.microsoft.com/office/drawing/2014/main" id="{B6A1B5E7-E8A7-405F-BD78-49BAF89A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815" y="54916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8" name="p06-椭圆-0268">
            <a:extLst xmlns:a="http://schemas.openxmlformats.org/drawingml/2006/main">
              <a:ext uri="{FF2B5EF4-FFF2-40B4-BE49-F238E27FC236}">
                <a16:creationId xmlns:a16="http://schemas.microsoft.com/office/drawing/2014/main" id="{C819A87D-8909-42BE-9080-6C31DF3C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385" y="550156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9" name="p06-椭圆-0269">
            <a:extLst xmlns:a="http://schemas.openxmlformats.org/drawingml/2006/main">
              <a:ext uri="{FF2B5EF4-FFF2-40B4-BE49-F238E27FC236}">
                <a16:creationId xmlns:a16="http://schemas.microsoft.com/office/drawing/2014/main" id="{8EC589E2-3998-4AA3-904E-3843BC0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55" y="550601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0" name="p06-文本-0270">
            <a:extLst xmlns:a="http://schemas.openxmlformats.org/drawingml/2006/main">
              <a:ext uri="{FF2B5EF4-FFF2-40B4-BE49-F238E27FC236}">
                <a16:creationId xmlns:a16="http://schemas.microsoft.com/office/drawing/2014/main" id="{02EC84E4-47F2-4CD1-B3F3-89011FDD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688202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71" name="p06-线-0271">
            <a:extLst xmlns:a="http://schemas.openxmlformats.org/drawingml/2006/main">
              <a:ext uri="{FF2B5EF4-FFF2-40B4-BE49-F238E27FC236}">
                <a16:creationId xmlns:a16="http://schemas.microsoft.com/office/drawing/2014/main" id="{8F83B426-37BC-4669-A5AD-03BB0856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244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72" name="p06-文本-0272">
            <a:extLst xmlns:a="http://schemas.openxmlformats.org/drawingml/2006/main">
              <a:ext uri="{FF2B5EF4-FFF2-40B4-BE49-F238E27FC236}">
                <a16:creationId xmlns:a16="http://schemas.microsoft.com/office/drawing/2014/main" id="{6B7E3308-6926-4FD1-A107-465AF5E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052208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73" name="p06-线-0273">
            <a:extLst xmlns:a="http://schemas.openxmlformats.org/drawingml/2006/main">
              <a:ext uri="{FF2B5EF4-FFF2-40B4-BE49-F238E27FC236}">
                <a16:creationId xmlns:a16="http://schemas.microsoft.com/office/drawing/2014/main" id="{B6ACD718-0C75-4583-9587-22FDF6E2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875" y="51244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74" name="p06-文本-0274">
            <a:extLst xmlns:a="http://schemas.openxmlformats.org/drawingml/2006/main">
              <a:ext uri="{FF2B5EF4-FFF2-40B4-BE49-F238E27FC236}">
                <a16:creationId xmlns:a16="http://schemas.microsoft.com/office/drawing/2014/main" id="{27B07350-6F10-4B82-9F48-5C08D9BE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475" y="505220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75" name="p06-线-0275">
            <a:extLst xmlns:a="http://schemas.openxmlformats.org/drawingml/2006/main">
              <a:ext uri="{FF2B5EF4-FFF2-40B4-BE49-F238E27FC236}">
                <a16:creationId xmlns:a16="http://schemas.microsoft.com/office/drawing/2014/main" id="{418BF7A1-A91B-4F3E-92F8-687545C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825" y="51244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76" name="p06-文本-0276">
            <a:extLst xmlns:a="http://schemas.openxmlformats.org/drawingml/2006/main">
              <a:ext uri="{FF2B5EF4-FFF2-40B4-BE49-F238E27FC236}">
                <a16:creationId xmlns:a16="http://schemas.microsoft.com/office/drawing/2014/main" id="{9F62759F-D0CF-4408-9B22-D2FC980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425" y="505220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77" name="p06-文本-0277">
            <a:extLst xmlns:a="http://schemas.openxmlformats.org/drawingml/2006/main">
              <a:ext uri="{FF2B5EF4-FFF2-40B4-BE49-F238E27FC236}">
                <a16:creationId xmlns:a16="http://schemas.microsoft.com/office/drawing/2014/main" id="{20E1586F-061F-4A2A-B423-9EB3405D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609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保留重复测量</a:t>
            </a:r>
          </a:p>
        </p:txBody>
      </p:sp>
      <p:sp>
        <p:nvSpPr>
          <p:cNvPr id="278" name="p06-文本-0278">
            <a:extLst xmlns:a="http://schemas.openxmlformats.org/drawingml/2006/main">
              <a:ext uri="{FF2B5EF4-FFF2-40B4-BE49-F238E27FC236}">
                <a16:creationId xmlns:a16="http://schemas.microsoft.com/office/drawing/2014/main" id="{DA815200-7201-4E61-97BB-4395A957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657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覆盖条件变化</a:t>
            </a:r>
          </a:p>
        </p:txBody>
      </p:sp>
      <p:sp>
        <p:nvSpPr>
          <p:cNvPr id="279" name="p06-文本-0279">
            <a:extLst xmlns:a="http://schemas.openxmlformats.org/drawingml/2006/main">
              <a:ext uri="{FF2B5EF4-FFF2-40B4-BE49-F238E27FC236}">
                <a16:creationId xmlns:a16="http://schemas.microsoft.com/office/drawing/2014/main" id="{30546732-B9EA-47F4-8AA3-481A5C4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550" y="512179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明确适用范围</a:t>
            </a:r>
          </a:p>
        </p:txBody>
      </p:sp>
      <p:sp>
        <p:nvSpPr>
          <p:cNvPr id="280" name="p06-文本-0280">
            <a:extLst xmlns:a="http://schemas.openxmlformats.org/drawingml/2006/main">
              <a:ext uri="{FF2B5EF4-FFF2-40B4-BE49-F238E27FC236}">
                <a16:creationId xmlns:a16="http://schemas.microsoft.com/office/drawing/2014/main" id="{E96EBE3B-4312-4EAF-8ABF-588608B1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06</a:t>
            </a:r>
          </a:p>
        </p:txBody>
      </p:sp>
    </p:spTree>
    <p:extLst>
      <p:ext uri="{BB962C8B-B14F-4D97-AF65-F5344CB8AC3E}">
        <p14:creationId xmlns:p14="http://schemas.microsoft.com/office/powerpoint/2010/main" val="1172607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9" name="p07-矩形-0001">
            <a:extLst xmlns:a="http://schemas.openxmlformats.org/drawingml/2006/main">
              <a:ext uri="{FF2B5EF4-FFF2-40B4-BE49-F238E27FC236}">
                <a16:creationId xmlns:a16="http://schemas.microsoft.com/office/drawing/2014/main" id="{0845FD43-5652-4EF4-BFA3-7AEB017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7-矩形-0002">
            <a:extLst xmlns:a="http://schemas.openxmlformats.org/drawingml/2006/main">
              <a:ext uri="{FF2B5EF4-FFF2-40B4-BE49-F238E27FC236}">
                <a16:creationId xmlns:a16="http://schemas.microsoft.com/office/drawing/2014/main" id="{458651EC-2EEF-4A8D-8A54-FA79EC6A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7-文本-0003">
            <a:extLst xmlns:a="http://schemas.openxmlformats.org/drawingml/2006/main">
              <a:ext uri="{FF2B5EF4-FFF2-40B4-BE49-F238E27FC236}">
                <a16:creationId xmlns:a16="http://schemas.microsoft.com/office/drawing/2014/main" id="{9731644F-FEC2-43A7-8729-BC66587E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6051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两条研究路线采用相同评价尺度</a:t>
            </a:r>
          </a:p>
        </p:txBody>
      </p:sp>
      <p:sp>
        <p:nvSpPr>
          <p:cNvPr id="4" name="p07-文本-0004">
            <a:extLst xmlns:a="http://schemas.openxmlformats.org/drawingml/2006/main">
              <a:ext uri="{FF2B5EF4-FFF2-40B4-BE49-F238E27FC236}">
                <a16:creationId xmlns:a16="http://schemas.microsoft.com/office/drawing/2014/main" id="{B67412DF-A9AC-4F48-901C-31D4DD8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27544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对象可以不同，比较维度保持对应</a:t>
            </a:r>
          </a:p>
        </p:txBody>
      </p:sp>
      <p:sp>
        <p:nvSpPr>
          <p:cNvPr id="5" name="p07-线-0005">
            <a:extLst xmlns:a="http://schemas.openxmlformats.org/drawingml/2006/main">
              <a:ext uri="{FF2B5EF4-FFF2-40B4-BE49-F238E27FC236}">
                <a16:creationId xmlns:a16="http://schemas.microsoft.com/office/drawing/2014/main" id="{4FFF2285-40A5-4A55-9EA1-D43FDA7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7-矩形-0006">
            <a:extLst xmlns:a="http://schemas.openxmlformats.org/drawingml/2006/main">
              <a:ext uri="{FF2B5EF4-FFF2-40B4-BE49-F238E27FC236}">
                <a16:creationId xmlns:a16="http://schemas.microsoft.com/office/drawing/2014/main" id="{66224FB7-453A-4DBA-8042-161057CB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2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07-文本-0007">
            <a:extLst xmlns:a="http://schemas.openxmlformats.org/drawingml/2006/main">
              <a:ext uri="{FF2B5EF4-FFF2-40B4-BE49-F238E27FC236}">
                <a16:creationId xmlns:a16="http://schemas.microsoft.com/office/drawing/2014/main" id="{7FA78540-4F97-4411-BBD9-A41ACCF4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72" y="1388552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输入对象</a:t>
            </a:r>
          </a:p>
        </p:txBody>
      </p:sp>
      <p:sp>
        <p:nvSpPr>
          <p:cNvPr id="8" name="p07-文本-0008">
            <a:extLst xmlns:a="http://schemas.openxmlformats.org/drawingml/2006/main">
              <a:ext uri="{FF2B5EF4-FFF2-40B4-BE49-F238E27FC236}">
                <a16:creationId xmlns:a16="http://schemas.microsoft.com/office/drawing/2014/main" id="{A7A06FA0-4F59-4576-834A-17B51FC1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897" y="1388552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处理策略</a:t>
            </a:r>
          </a:p>
        </p:txBody>
      </p:sp>
      <p:sp>
        <p:nvSpPr>
          <p:cNvPr id="9" name="p07-文本-0009">
            <a:extLst xmlns:a="http://schemas.openxmlformats.org/drawingml/2006/main">
              <a:ext uri="{FF2B5EF4-FFF2-40B4-BE49-F238E27FC236}">
                <a16:creationId xmlns:a16="http://schemas.microsoft.com/office/drawing/2014/main" id="{A390EB7A-30B4-4368-B2DC-6917CB20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22" y="1388552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响应测量</a:t>
            </a:r>
          </a:p>
        </p:txBody>
      </p:sp>
      <p:sp>
        <p:nvSpPr>
          <p:cNvPr id="10" name="p07-文本-0010">
            <a:extLst xmlns:a="http://schemas.openxmlformats.org/drawingml/2006/main">
              <a:ext uri="{FF2B5EF4-FFF2-40B4-BE49-F238E27FC236}">
                <a16:creationId xmlns:a16="http://schemas.microsoft.com/office/drawing/2014/main" id="{EED2110E-ED65-4579-9067-FD05262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147" y="1388552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比较依据</a:t>
            </a:r>
          </a:p>
        </p:txBody>
      </p:sp>
      <p:sp>
        <p:nvSpPr>
          <p:cNvPr id="11" name="p07-文本-0011">
            <a:extLst xmlns:a="http://schemas.openxmlformats.org/drawingml/2006/main">
              <a:ext uri="{FF2B5EF4-FFF2-40B4-BE49-F238E27FC236}">
                <a16:creationId xmlns:a16="http://schemas.microsoft.com/office/drawing/2014/main" id="{3E83DAC9-7B67-4623-9CBC-B461DF44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171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结构调节</a:t>
            </a:r>
          </a:p>
        </p:txBody>
      </p:sp>
      <p:sp>
        <p:nvSpPr>
          <p:cNvPr id="12" name="p07-矩形-0012">
            <a:extLst xmlns:a="http://schemas.openxmlformats.org/drawingml/2006/main">
              <a:ext uri="{FF2B5EF4-FFF2-40B4-BE49-F238E27FC236}">
                <a16:creationId xmlns:a16="http://schemas.microsoft.com/office/drawing/2014/main" id="{2D494FA1-855E-4055-B957-A9BAC98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p07-线-0013">
            <a:extLst xmlns:a="http://schemas.openxmlformats.org/drawingml/2006/main">
              <a:ext uri="{FF2B5EF4-FFF2-40B4-BE49-F238E27FC236}">
                <a16:creationId xmlns:a16="http://schemas.microsoft.com/office/drawing/2014/main" id="{61995E98-82AF-4B63-9EB5-E821365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" name="p07-线-0014">
            <a:extLst xmlns:a="http://schemas.openxmlformats.org/drawingml/2006/main">
              <a:ext uri="{FF2B5EF4-FFF2-40B4-BE49-F238E27FC236}">
                <a16:creationId xmlns:a16="http://schemas.microsoft.com/office/drawing/2014/main" id="{EED6BAC0-6BDE-47C9-B33D-C7EDD03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" name="p07-线-0015">
            <a:extLst xmlns:a="http://schemas.openxmlformats.org/drawingml/2006/main">
              <a:ext uri="{FF2B5EF4-FFF2-40B4-BE49-F238E27FC236}">
                <a16:creationId xmlns:a16="http://schemas.microsoft.com/office/drawing/2014/main" id="{2A5F6EC9-4014-422F-AE7E-A5A528CE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" name="p07-线-0016">
            <a:extLst xmlns:a="http://schemas.openxmlformats.org/drawingml/2006/main">
              <a:ext uri="{FF2B5EF4-FFF2-40B4-BE49-F238E27FC236}">
                <a16:creationId xmlns:a16="http://schemas.microsoft.com/office/drawing/2014/main" id="{39B312DE-487A-422C-A9BB-55F8EC9C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" name="p07-线-0017">
            <a:extLst xmlns:a="http://schemas.openxmlformats.org/drawingml/2006/main">
              <a:ext uri="{FF2B5EF4-FFF2-40B4-BE49-F238E27FC236}">
                <a16:creationId xmlns:a16="http://schemas.microsoft.com/office/drawing/2014/main" id="{4E337FD4-1CB3-48D6-9FAE-15092B9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" name="p07-线-0018">
            <a:extLst xmlns:a="http://schemas.openxmlformats.org/drawingml/2006/main">
              <a:ext uri="{FF2B5EF4-FFF2-40B4-BE49-F238E27FC236}">
                <a16:creationId xmlns:a16="http://schemas.microsoft.com/office/drawing/2014/main" id="{C7DA6A46-B3DF-4CF4-B5D7-57ABA0D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" name="p07-线-0019">
            <a:extLst xmlns:a="http://schemas.openxmlformats.org/drawingml/2006/main">
              <a:ext uri="{FF2B5EF4-FFF2-40B4-BE49-F238E27FC236}">
                <a16:creationId xmlns:a16="http://schemas.microsoft.com/office/drawing/2014/main" id="{06B1349E-9C6C-4532-8011-D5E7910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" name="p07-线-0020">
            <a:extLst xmlns:a="http://schemas.openxmlformats.org/drawingml/2006/main">
              <a:ext uri="{FF2B5EF4-FFF2-40B4-BE49-F238E27FC236}">
                <a16:creationId xmlns:a16="http://schemas.microsoft.com/office/drawing/2014/main" id="{55C77F87-B8B0-4916-8F41-C35C2E99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" name="p07-线-0021">
            <a:extLst xmlns:a="http://schemas.openxmlformats.org/drawingml/2006/main">
              <a:ext uri="{FF2B5EF4-FFF2-40B4-BE49-F238E27FC236}">
                <a16:creationId xmlns:a16="http://schemas.microsoft.com/office/drawing/2014/main" id="{BBCF9A94-3448-4F59-878F-02D7393A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" name="p07-线-0022">
            <a:extLst xmlns:a="http://schemas.openxmlformats.org/drawingml/2006/main">
              <a:ext uri="{FF2B5EF4-FFF2-40B4-BE49-F238E27FC236}">
                <a16:creationId xmlns:a16="http://schemas.microsoft.com/office/drawing/2014/main" id="{4E36907B-C615-4C72-927A-B985015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07-线-0023">
            <a:extLst xmlns:a="http://schemas.openxmlformats.org/drawingml/2006/main">
              <a:ext uri="{FF2B5EF4-FFF2-40B4-BE49-F238E27FC236}">
                <a16:creationId xmlns:a16="http://schemas.microsoft.com/office/drawing/2014/main" id="{1644139C-3AAA-46DB-9D7E-B13BC888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07-线-0024">
            <a:extLst xmlns:a="http://schemas.openxmlformats.org/drawingml/2006/main">
              <a:ext uri="{FF2B5EF4-FFF2-40B4-BE49-F238E27FC236}">
                <a16:creationId xmlns:a16="http://schemas.microsoft.com/office/drawing/2014/main" id="{8E841491-CC5D-4274-B7D4-DDBC196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" name="p07-线-0025">
            <a:extLst xmlns:a="http://schemas.openxmlformats.org/drawingml/2006/main">
              <a:ext uri="{FF2B5EF4-FFF2-40B4-BE49-F238E27FC236}">
                <a16:creationId xmlns:a16="http://schemas.microsoft.com/office/drawing/2014/main" id="{8EA5CF8F-33C7-46F1-9D96-889C222F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07-线-0026">
            <a:extLst xmlns:a="http://schemas.openxmlformats.org/drawingml/2006/main">
              <a:ext uri="{FF2B5EF4-FFF2-40B4-BE49-F238E27FC236}">
                <a16:creationId xmlns:a16="http://schemas.microsoft.com/office/drawing/2014/main" id="{85D53B6D-F13C-4DAF-9EE9-081A536C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07-线-0027">
            <a:extLst xmlns:a="http://schemas.openxmlformats.org/drawingml/2006/main">
              <a:ext uri="{FF2B5EF4-FFF2-40B4-BE49-F238E27FC236}">
                <a16:creationId xmlns:a16="http://schemas.microsoft.com/office/drawing/2014/main" id="{0B46F5AC-2BE0-44D4-A3F8-2AB3F8EC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" name="p07-线-0028">
            <a:extLst xmlns:a="http://schemas.openxmlformats.org/drawingml/2006/main">
              <a:ext uri="{FF2B5EF4-FFF2-40B4-BE49-F238E27FC236}">
                <a16:creationId xmlns:a16="http://schemas.microsoft.com/office/drawing/2014/main" id="{70C60D5A-5607-4754-8878-BB2AA19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07-线-0029">
            <a:extLst xmlns:a="http://schemas.openxmlformats.org/drawingml/2006/main">
              <a:ext uri="{FF2B5EF4-FFF2-40B4-BE49-F238E27FC236}">
                <a16:creationId xmlns:a16="http://schemas.microsoft.com/office/drawing/2014/main" id="{E14F7AA6-765B-4C55-8637-A4B6282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07-线-0030">
            <a:extLst xmlns:a="http://schemas.openxmlformats.org/drawingml/2006/main">
              <a:ext uri="{FF2B5EF4-FFF2-40B4-BE49-F238E27FC236}">
                <a16:creationId xmlns:a16="http://schemas.microsoft.com/office/drawing/2014/main" id="{EE6D466A-1137-4044-BA21-3D9E0391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" name="p07-线-0031">
            <a:extLst xmlns:a="http://schemas.openxmlformats.org/drawingml/2006/main">
              <a:ext uri="{FF2B5EF4-FFF2-40B4-BE49-F238E27FC236}">
                <a16:creationId xmlns:a16="http://schemas.microsoft.com/office/drawing/2014/main" id="{FAB9DC30-208B-4B26-BA1D-EBD09FC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07-线-0032">
            <a:extLst xmlns:a="http://schemas.openxmlformats.org/drawingml/2006/main">
              <a:ext uri="{FF2B5EF4-FFF2-40B4-BE49-F238E27FC236}">
                <a16:creationId xmlns:a16="http://schemas.microsoft.com/office/drawing/2014/main" id="{4AB4C743-34F7-4267-8EFB-A8A551C9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07-线-0033">
            <a:extLst xmlns:a="http://schemas.openxmlformats.org/drawingml/2006/main">
              <a:ext uri="{FF2B5EF4-FFF2-40B4-BE49-F238E27FC236}">
                <a16:creationId xmlns:a16="http://schemas.microsoft.com/office/drawing/2014/main" id="{BB5F446F-678C-4FEB-94C7-6B40206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" name="p07-线-0034">
            <a:extLst xmlns:a="http://schemas.openxmlformats.org/drawingml/2006/main">
              <a:ext uri="{FF2B5EF4-FFF2-40B4-BE49-F238E27FC236}">
                <a16:creationId xmlns:a16="http://schemas.microsoft.com/office/drawing/2014/main" id="{C2CD3078-8AA4-4FE7-8075-C9AFD82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07-线-0035">
            <a:extLst xmlns:a="http://schemas.openxmlformats.org/drawingml/2006/main">
              <a:ext uri="{FF2B5EF4-FFF2-40B4-BE49-F238E27FC236}">
                <a16:creationId xmlns:a16="http://schemas.microsoft.com/office/drawing/2014/main" id="{7DF42526-1318-49F2-962E-7E0D0CC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07-线-0036">
            <a:extLst xmlns:a="http://schemas.openxmlformats.org/drawingml/2006/main">
              <a:ext uri="{FF2B5EF4-FFF2-40B4-BE49-F238E27FC236}">
                <a16:creationId xmlns:a16="http://schemas.microsoft.com/office/drawing/2014/main" id="{581731EF-F53F-4E4C-982B-16ED3D7B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" name="p07-线-0037">
            <a:extLst xmlns:a="http://schemas.openxmlformats.org/drawingml/2006/main">
              <a:ext uri="{FF2B5EF4-FFF2-40B4-BE49-F238E27FC236}">
                <a16:creationId xmlns:a16="http://schemas.microsoft.com/office/drawing/2014/main" id="{96B0DFC4-C184-49E1-B580-34995475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07-线-0038">
            <a:extLst xmlns:a="http://schemas.openxmlformats.org/drawingml/2006/main">
              <a:ext uri="{FF2B5EF4-FFF2-40B4-BE49-F238E27FC236}">
                <a16:creationId xmlns:a16="http://schemas.microsoft.com/office/drawing/2014/main" id="{0DD84C67-9B77-49AD-A21B-58449AC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07-线-0039">
            <a:extLst xmlns:a="http://schemas.openxmlformats.org/drawingml/2006/main">
              <a:ext uri="{FF2B5EF4-FFF2-40B4-BE49-F238E27FC236}">
                <a16:creationId xmlns:a16="http://schemas.microsoft.com/office/drawing/2014/main" id="{1D324C1C-7A62-496A-BAD6-3BE81032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" name="p07-线-0040">
            <a:extLst xmlns:a="http://schemas.openxmlformats.org/drawingml/2006/main">
              <a:ext uri="{FF2B5EF4-FFF2-40B4-BE49-F238E27FC236}">
                <a16:creationId xmlns:a16="http://schemas.microsoft.com/office/drawing/2014/main" id="{2CDB5A67-3FF9-4CD0-B6D6-C738FACA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3526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07-线-0041">
            <a:extLst xmlns:a="http://schemas.openxmlformats.org/drawingml/2006/main">
              <a:ext uri="{FF2B5EF4-FFF2-40B4-BE49-F238E27FC236}">
                <a16:creationId xmlns:a16="http://schemas.microsoft.com/office/drawing/2014/main" id="{7AE88B36-29BD-49CE-843D-03EE193F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07-线-0042">
            <a:extLst xmlns:a="http://schemas.openxmlformats.org/drawingml/2006/main">
              <a:ext uri="{FF2B5EF4-FFF2-40B4-BE49-F238E27FC236}">
                <a16:creationId xmlns:a16="http://schemas.microsoft.com/office/drawing/2014/main" id="{834D7A10-C770-46D3-B6E1-9906F50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3526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07-线-0043">
            <a:extLst xmlns:a="http://schemas.openxmlformats.org/drawingml/2006/main">
              <a:ext uri="{FF2B5EF4-FFF2-40B4-BE49-F238E27FC236}">
                <a16:creationId xmlns:a16="http://schemas.microsoft.com/office/drawing/2014/main" id="{7D74123B-E8E6-4C4B-9572-6600DB4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526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07-线-0044">
            <a:extLst xmlns:a="http://schemas.openxmlformats.org/drawingml/2006/main">
              <a:ext uri="{FF2B5EF4-FFF2-40B4-BE49-F238E27FC236}">
                <a16:creationId xmlns:a16="http://schemas.microsoft.com/office/drawing/2014/main" id="{3C58BDAC-5312-4992-95D2-67A0078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07-线-0045">
            <a:extLst xmlns:a="http://schemas.openxmlformats.org/drawingml/2006/main">
              <a:ext uri="{FF2B5EF4-FFF2-40B4-BE49-F238E27FC236}">
                <a16:creationId xmlns:a16="http://schemas.microsoft.com/office/drawing/2014/main" id="{09D7F3BE-A0F9-46E5-A51F-AF4778D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07-线-0046">
            <a:extLst xmlns:a="http://schemas.openxmlformats.org/drawingml/2006/main">
              <a:ext uri="{FF2B5EF4-FFF2-40B4-BE49-F238E27FC236}">
                <a16:creationId xmlns:a16="http://schemas.microsoft.com/office/drawing/2014/main" id="{7AFBD996-DF51-4C4D-A75D-50160914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7" name="p07-线-0047">
            <a:extLst xmlns:a="http://schemas.openxmlformats.org/drawingml/2006/main">
              <a:ext uri="{FF2B5EF4-FFF2-40B4-BE49-F238E27FC236}">
                <a16:creationId xmlns:a16="http://schemas.microsoft.com/office/drawing/2014/main" id="{3AE363CB-1B6A-4FF0-A7DF-89C2BC8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07-线-0048">
            <a:extLst xmlns:a="http://schemas.openxmlformats.org/drawingml/2006/main">
              <a:ext uri="{FF2B5EF4-FFF2-40B4-BE49-F238E27FC236}">
                <a16:creationId xmlns:a16="http://schemas.microsoft.com/office/drawing/2014/main" id="{0EEABD63-91AC-447C-9916-8D2BEC3C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07-线-0049">
            <a:extLst xmlns:a="http://schemas.openxmlformats.org/drawingml/2006/main">
              <a:ext uri="{FF2B5EF4-FFF2-40B4-BE49-F238E27FC236}">
                <a16:creationId xmlns:a16="http://schemas.microsoft.com/office/drawing/2014/main" id="{44B8DA89-5E92-42A1-BBC3-4C5DE38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0" name="p07-线-0050">
            <a:extLst xmlns:a="http://schemas.openxmlformats.org/drawingml/2006/main">
              <a:ext uri="{FF2B5EF4-FFF2-40B4-BE49-F238E27FC236}">
                <a16:creationId xmlns:a16="http://schemas.microsoft.com/office/drawing/2014/main" id="{34D8D484-0099-4BBF-8836-7745162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07-线-0051">
            <a:extLst xmlns:a="http://schemas.openxmlformats.org/drawingml/2006/main">
              <a:ext uri="{FF2B5EF4-FFF2-40B4-BE49-F238E27FC236}">
                <a16:creationId xmlns:a16="http://schemas.microsoft.com/office/drawing/2014/main" id="{579E38BD-9A91-4113-A251-0A91B2F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07-线-0052">
            <a:extLst xmlns:a="http://schemas.openxmlformats.org/drawingml/2006/main">
              <a:ext uri="{FF2B5EF4-FFF2-40B4-BE49-F238E27FC236}">
                <a16:creationId xmlns:a16="http://schemas.microsoft.com/office/drawing/2014/main" id="{BF8F4D0D-208E-44E5-8051-EFB66FE9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3" name="p07-线-0053">
            <a:extLst xmlns:a="http://schemas.openxmlformats.org/drawingml/2006/main">
              <a:ext uri="{FF2B5EF4-FFF2-40B4-BE49-F238E27FC236}">
                <a16:creationId xmlns:a16="http://schemas.microsoft.com/office/drawing/2014/main" id="{B174286B-7DE2-442C-85E8-691B8DC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07-线-0054">
            <a:extLst xmlns:a="http://schemas.openxmlformats.org/drawingml/2006/main">
              <a:ext uri="{FF2B5EF4-FFF2-40B4-BE49-F238E27FC236}">
                <a16:creationId xmlns:a16="http://schemas.microsoft.com/office/drawing/2014/main" id="{BFBF069C-07D8-44FD-8483-CD34761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07-线-0055">
            <a:extLst xmlns:a="http://schemas.openxmlformats.org/drawingml/2006/main">
              <a:ext uri="{FF2B5EF4-FFF2-40B4-BE49-F238E27FC236}">
                <a16:creationId xmlns:a16="http://schemas.microsoft.com/office/drawing/2014/main" id="{C6D40576-83A5-4477-B9F0-4E9EE209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6" name="p07-线-0056">
            <a:extLst xmlns:a="http://schemas.openxmlformats.org/drawingml/2006/main">
              <a:ext uri="{FF2B5EF4-FFF2-40B4-BE49-F238E27FC236}">
                <a16:creationId xmlns:a16="http://schemas.microsoft.com/office/drawing/2014/main" id="{DDB0350E-DD85-4506-8F43-EFB5006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07-线-0057">
            <a:extLst xmlns:a="http://schemas.openxmlformats.org/drawingml/2006/main">
              <a:ext uri="{FF2B5EF4-FFF2-40B4-BE49-F238E27FC236}">
                <a16:creationId xmlns:a16="http://schemas.microsoft.com/office/drawing/2014/main" id="{266DFC23-3625-41E4-96A9-14E236BD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07-线-0058">
            <a:extLst xmlns:a="http://schemas.openxmlformats.org/drawingml/2006/main">
              <a:ext uri="{FF2B5EF4-FFF2-40B4-BE49-F238E27FC236}">
                <a16:creationId xmlns:a16="http://schemas.microsoft.com/office/drawing/2014/main" id="{9932B407-4507-48A0-A2AE-5C7DF62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9" name="p07-线-0059">
            <a:extLst xmlns:a="http://schemas.openxmlformats.org/drawingml/2006/main">
              <a:ext uri="{FF2B5EF4-FFF2-40B4-BE49-F238E27FC236}">
                <a16:creationId xmlns:a16="http://schemas.microsoft.com/office/drawing/2014/main" id="{DDF16716-85CB-4EAB-B8BE-87EFCBD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07-线-0060">
            <a:extLst xmlns:a="http://schemas.openxmlformats.org/drawingml/2006/main">
              <a:ext uri="{FF2B5EF4-FFF2-40B4-BE49-F238E27FC236}">
                <a16:creationId xmlns:a16="http://schemas.microsoft.com/office/drawing/2014/main" id="{AAB1C416-B211-41A6-8870-37749547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07-线-0061">
            <a:extLst xmlns:a="http://schemas.openxmlformats.org/drawingml/2006/main">
              <a:ext uri="{FF2B5EF4-FFF2-40B4-BE49-F238E27FC236}">
                <a16:creationId xmlns:a16="http://schemas.microsoft.com/office/drawing/2014/main" id="{E16F36F6-7A98-416C-A844-8603B382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2" name="p07-线-0062">
            <a:extLst xmlns:a="http://schemas.openxmlformats.org/drawingml/2006/main">
              <a:ext uri="{FF2B5EF4-FFF2-40B4-BE49-F238E27FC236}">
                <a16:creationId xmlns:a16="http://schemas.microsoft.com/office/drawing/2014/main" id="{CB5C09D3-7FEE-4EF2-95EF-E73C7CC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07-线-0063">
            <a:extLst xmlns:a="http://schemas.openxmlformats.org/drawingml/2006/main">
              <a:ext uri="{FF2B5EF4-FFF2-40B4-BE49-F238E27FC236}">
                <a16:creationId xmlns:a16="http://schemas.microsoft.com/office/drawing/2014/main" id="{F1AF9574-AC9B-45D7-8E5A-583FFB25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07-线-0064">
            <a:extLst xmlns:a="http://schemas.openxmlformats.org/drawingml/2006/main">
              <a:ext uri="{FF2B5EF4-FFF2-40B4-BE49-F238E27FC236}">
                <a16:creationId xmlns:a16="http://schemas.microsoft.com/office/drawing/2014/main" id="{C9E51E38-0EFE-4EAC-837F-288EEC43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5" name="p07-线-0065">
            <a:extLst xmlns:a="http://schemas.openxmlformats.org/drawingml/2006/main">
              <a:ext uri="{FF2B5EF4-FFF2-40B4-BE49-F238E27FC236}">
                <a16:creationId xmlns:a16="http://schemas.microsoft.com/office/drawing/2014/main" id="{2406964F-BB47-40E3-B831-4725F21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07-线-0066">
            <a:extLst xmlns:a="http://schemas.openxmlformats.org/drawingml/2006/main">
              <a:ext uri="{FF2B5EF4-FFF2-40B4-BE49-F238E27FC236}">
                <a16:creationId xmlns:a16="http://schemas.microsoft.com/office/drawing/2014/main" id="{F623F676-C4EC-4B16-99BF-796597C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07-线-0067">
            <a:extLst xmlns:a="http://schemas.openxmlformats.org/drawingml/2006/main">
              <a:ext uri="{FF2B5EF4-FFF2-40B4-BE49-F238E27FC236}">
                <a16:creationId xmlns:a16="http://schemas.microsoft.com/office/drawing/2014/main" id="{E0521B1A-B9FA-4075-A74C-5652AB17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8" name="p07-线-0068">
            <a:extLst xmlns:a="http://schemas.openxmlformats.org/drawingml/2006/main">
              <a:ext uri="{FF2B5EF4-FFF2-40B4-BE49-F238E27FC236}">
                <a16:creationId xmlns:a16="http://schemas.microsoft.com/office/drawing/2014/main" id="{6CAFC522-B0FD-4C0D-9159-58655ECF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07-线-0069">
            <a:extLst xmlns:a="http://schemas.openxmlformats.org/drawingml/2006/main">
              <a:ext uri="{FF2B5EF4-FFF2-40B4-BE49-F238E27FC236}">
                <a16:creationId xmlns:a16="http://schemas.microsoft.com/office/drawing/2014/main" id="{C8AA2D54-762B-4C70-BD5A-8262FD86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07-线-0070">
            <a:extLst xmlns:a="http://schemas.openxmlformats.org/drawingml/2006/main">
              <a:ext uri="{FF2B5EF4-FFF2-40B4-BE49-F238E27FC236}">
                <a16:creationId xmlns:a16="http://schemas.microsoft.com/office/drawing/2014/main" id="{5F303DB5-AD8A-4FEF-8918-8A9403B5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1" name="p07-线-0071">
            <a:extLst xmlns:a="http://schemas.openxmlformats.org/drawingml/2006/main">
              <a:ext uri="{FF2B5EF4-FFF2-40B4-BE49-F238E27FC236}">
                <a16:creationId xmlns:a16="http://schemas.microsoft.com/office/drawing/2014/main" id="{CF297A50-0A2D-496A-8463-61F74340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5463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07-线-0072">
            <a:extLst xmlns:a="http://schemas.openxmlformats.org/drawingml/2006/main">
              <a:ext uri="{FF2B5EF4-FFF2-40B4-BE49-F238E27FC236}">
                <a16:creationId xmlns:a16="http://schemas.microsoft.com/office/drawing/2014/main" id="{C0463F14-5336-4B74-8F0B-9538BFCC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07-线-0073">
            <a:extLst xmlns:a="http://schemas.openxmlformats.org/drawingml/2006/main">
              <a:ext uri="{FF2B5EF4-FFF2-40B4-BE49-F238E27FC236}">
                <a16:creationId xmlns:a16="http://schemas.microsoft.com/office/drawing/2014/main" id="{5A516EEA-DEBE-41D1-92D8-0374402B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5463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07-线-0074">
            <a:extLst xmlns:a="http://schemas.openxmlformats.org/drawingml/2006/main">
              <a:ext uri="{FF2B5EF4-FFF2-40B4-BE49-F238E27FC236}">
                <a16:creationId xmlns:a16="http://schemas.microsoft.com/office/drawing/2014/main" id="{B07BF22E-9D8A-4EB8-AF69-6BBADA8C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63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07-线-0075">
            <a:extLst xmlns:a="http://schemas.openxmlformats.org/drawingml/2006/main">
              <a:ext uri="{FF2B5EF4-FFF2-40B4-BE49-F238E27FC236}">
                <a16:creationId xmlns:a16="http://schemas.microsoft.com/office/drawing/2014/main" id="{C5A25697-08AA-4C44-A329-736A9A79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07-线-0076">
            <a:extLst xmlns:a="http://schemas.openxmlformats.org/drawingml/2006/main">
              <a:ext uri="{FF2B5EF4-FFF2-40B4-BE49-F238E27FC236}">
                <a16:creationId xmlns:a16="http://schemas.microsoft.com/office/drawing/2014/main" id="{692F5840-9377-44F2-92B8-3CDE570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07-线-0077">
            <a:extLst xmlns:a="http://schemas.openxmlformats.org/drawingml/2006/main">
              <a:ext uri="{FF2B5EF4-FFF2-40B4-BE49-F238E27FC236}">
                <a16:creationId xmlns:a16="http://schemas.microsoft.com/office/drawing/2014/main" id="{CFCE09B7-C534-46BC-863B-54506E28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8" name="p07-线-0078">
            <a:extLst xmlns:a="http://schemas.openxmlformats.org/drawingml/2006/main">
              <a:ext uri="{FF2B5EF4-FFF2-40B4-BE49-F238E27FC236}">
                <a16:creationId xmlns:a16="http://schemas.microsoft.com/office/drawing/2014/main" id="{878C8FCA-D794-4801-A02B-18D39B2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07-线-0079">
            <a:extLst xmlns:a="http://schemas.openxmlformats.org/drawingml/2006/main">
              <a:ext uri="{FF2B5EF4-FFF2-40B4-BE49-F238E27FC236}">
                <a16:creationId xmlns:a16="http://schemas.microsoft.com/office/drawing/2014/main" id="{660C930B-8090-489B-B2E2-C3351A2E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07-线-0080">
            <a:extLst xmlns:a="http://schemas.openxmlformats.org/drawingml/2006/main">
              <a:ext uri="{FF2B5EF4-FFF2-40B4-BE49-F238E27FC236}">
                <a16:creationId xmlns:a16="http://schemas.microsoft.com/office/drawing/2014/main" id="{C12FB890-23D9-4A5B-814F-4AA39EF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1" name="p07-线-0081">
            <a:extLst xmlns:a="http://schemas.openxmlformats.org/drawingml/2006/main">
              <a:ext uri="{FF2B5EF4-FFF2-40B4-BE49-F238E27FC236}">
                <a16:creationId xmlns:a16="http://schemas.microsoft.com/office/drawing/2014/main" id="{4F8988DD-D7ED-4F02-A0AC-A47D2AAD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07-线-0082">
            <a:extLst xmlns:a="http://schemas.openxmlformats.org/drawingml/2006/main">
              <a:ext uri="{FF2B5EF4-FFF2-40B4-BE49-F238E27FC236}">
                <a16:creationId xmlns:a16="http://schemas.microsoft.com/office/drawing/2014/main" id="{53EE5CF5-9DA4-4359-8EDD-727A4C2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07-线-0083">
            <a:extLst xmlns:a="http://schemas.openxmlformats.org/drawingml/2006/main">
              <a:ext uri="{FF2B5EF4-FFF2-40B4-BE49-F238E27FC236}">
                <a16:creationId xmlns:a16="http://schemas.microsoft.com/office/drawing/2014/main" id="{D8114C42-746C-4BC4-AA28-4552605B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4" name="p07-线-0084">
            <a:extLst xmlns:a="http://schemas.openxmlformats.org/drawingml/2006/main">
              <a:ext uri="{FF2B5EF4-FFF2-40B4-BE49-F238E27FC236}">
                <a16:creationId xmlns:a16="http://schemas.microsoft.com/office/drawing/2014/main" id="{77B58894-4502-4C64-B824-09CFBBC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07-线-0085">
            <a:extLst xmlns:a="http://schemas.openxmlformats.org/drawingml/2006/main">
              <a:ext uri="{FF2B5EF4-FFF2-40B4-BE49-F238E27FC236}">
                <a16:creationId xmlns:a16="http://schemas.microsoft.com/office/drawing/2014/main" id="{B2E3ED2B-AD5B-4083-B8F2-A0575D63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07-线-0086">
            <a:extLst xmlns:a="http://schemas.openxmlformats.org/drawingml/2006/main">
              <a:ext uri="{FF2B5EF4-FFF2-40B4-BE49-F238E27FC236}">
                <a16:creationId xmlns:a16="http://schemas.microsoft.com/office/drawing/2014/main" id="{2E22D381-43ED-4D31-9030-6594DDC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7" name="p07-线-0087">
            <a:extLst xmlns:a="http://schemas.openxmlformats.org/drawingml/2006/main">
              <a:ext uri="{FF2B5EF4-FFF2-40B4-BE49-F238E27FC236}">
                <a16:creationId xmlns:a16="http://schemas.microsoft.com/office/drawing/2014/main" id="{24C57DCA-EBB1-4203-B069-3B83BBC8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07-线-0088">
            <a:extLst xmlns:a="http://schemas.openxmlformats.org/drawingml/2006/main">
              <a:ext uri="{FF2B5EF4-FFF2-40B4-BE49-F238E27FC236}">
                <a16:creationId xmlns:a16="http://schemas.microsoft.com/office/drawing/2014/main" id="{A2FD7740-D159-4DAE-87BE-B880BCF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07-线-0089">
            <a:extLst xmlns:a="http://schemas.openxmlformats.org/drawingml/2006/main">
              <a:ext uri="{FF2B5EF4-FFF2-40B4-BE49-F238E27FC236}">
                <a16:creationId xmlns:a16="http://schemas.microsoft.com/office/drawing/2014/main" id="{7DA7F999-2448-47AD-8E22-2A440445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0" name="p07-线-0090">
            <a:extLst xmlns:a="http://schemas.openxmlformats.org/drawingml/2006/main">
              <a:ext uri="{FF2B5EF4-FFF2-40B4-BE49-F238E27FC236}">
                <a16:creationId xmlns:a16="http://schemas.microsoft.com/office/drawing/2014/main" id="{9F4BE395-CC9C-48C7-B481-A307462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07-线-0091">
            <a:extLst xmlns:a="http://schemas.openxmlformats.org/drawingml/2006/main">
              <a:ext uri="{FF2B5EF4-FFF2-40B4-BE49-F238E27FC236}">
                <a16:creationId xmlns:a16="http://schemas.microsoft.com/office/drawing/2014/main" id="{AF2CB14A-90D0-481C-AA51-525A86A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07-线-0092">
            <a:extLst xmlns:a="http://schemas.openxmlformats.org/drawingml/2006/main">
              <a:ext uri="{FF2B5EF4-FFF2-40B4-BE49-F238E27FC236}">
                <a16:creationId xmlns:a16="http://schemas.microsoft.com/office/drawing/2014/main" id="{E8039991-2722-4388-AA9F-2FB2BC0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3" name="p07-线-0093">
            <a:extLst xmlns:a="http://schemas.openxmlformats.org/drawingml/2006/main">
              <a:ext uri="{FF2B5EF4-FFF2-40B4-BE49-F238E27FC236}">
                <a16:creationId xmlns:a16="http://schemas.microsoft.com/office/drawing/2014/main" id="{3D789E1F-0C12-4EBD-BBD9-6331712F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07-线-0094">
            <a:extLst xmlns:a="http://schemas.openxmlformats.org/drawingml/2006/main">
              <a:ext uri="{FF2B5EF4-FFF2-40B4-BE49-F238E27FC236}">
                <a16:creationId xmlns:a16="http://schemas.microsoft.com/office/drawing/2014/main" id="{84055B32-60DE-4564-9A49-E13FFAD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07-线-0095">
            <a:extLst xmlns:a="http://schemas.openxmlformats.org/drawingml/2006/main">
              <a:ext uri="{FF2B5EF4-FFF2-40B4-BE49-F238E27FC236}">
                <a16:creationId xmlns:a16="http://schemas.microsoft.com/office/drawing/2014/main" id="{35B63749-C652-4A7D-AE23-850754AC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6" name="p07-线-0096">
            <a:extLst xmlns:a="http://schemas.openxmlformats.org/drawingml/2006/main">
              <a:ext uri="{FF2B5EF4-FFF2-40B4-BE49-F238E27FC236}">
                <a16:creationId xmlns:a16="http://schemas.microsoft.com/office/drawing/2014/main" id="{527D54F4-6832-4D57-9983-2474689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07-线-0097">
            <a:extLst xmlns:a="http://schemas.openxmlformats.org/drawingml/2006/main">
              <a:ext uri="{FF2B5EF4-FFF2-40B4-BE49-F238E27FC236}">
                <a16:creationId xmlns:a16="http://schemas.microsoft.com/office/drawing/2014/main" id="{86188EDB-E7F8-4C35-8D81-B81ACE7C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07-线-0098">
            <a:extLst xmlns:a="http://schemas.openxmlformats.org/drawingml/2006/main">
              <a:ext uri="{FF2B5EF4-FFF2-40B4-BE49-F238E27FC236}">
                <a16:creationId xmlns:a16="http://schemas.microsoft.com/office/drawing/2014/main" id="{2572553D-62C2-4A82-940E-9B93901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9" name="p07-线-0099">
            <a:extLst xmlns:a="http://schemas.openxmlformats.org/drawingml/2006/main">
              <a:ext uri="{FF2B5EF4-FFF2-40B4-BE49-F238E27FC236}">
                <a16:creationId xmlns:a16="http://schemas.microsoft.com/office/drawing/2014/main" id="{C1DF180E-A306-483A-96AC-6EB01FE0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07-线-0100">
            <a:extLst xmlns:a="http://schemas.openxmlformats.org/drawingml/2006/main">
              <a:ext uri="{FF2B5EF4-FFF2-40B4-BE49-F238E27FC236}">
                <a16:creationId xmlns:a16="http://schemas.microsoft.com/office/drawing/2014/main" id="{C564CA2D-29EA-4ADB-9C2C-53C4409F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07-线-0101">
            <a:extLst xmlns:a="http://schemas.openxmlformats.org/drawingml/2006/main">
              <a:ext uri="{FF2B5EF4-FFF2-40B4-BE49-F238E27FC236}">
                <a16:creationId xmlns:a16="http://schemas.microsoft.com/office/drawing/2014/main" id="{7AA33F67-1C48-40F9-B6B1-9973E33B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2" name="p07-线-0102">
            <a:extLst xmlns:a="http://schemas.openxmlformats.org/drawingml/2006/main">
              <a:ext uri="{FF2B5EF4-FFF2-40B4-BE49-F238E27FC236}">
                <a16:creationId xmlns:a16="http://schemas.microsoft.com/office/drawing/2014/main" id="{F148CC9D-11E7-4FD0-A1B9-806509DD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7400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07-线-0103">
            <a:extLst xmlns:a="http://schemas.openxmlformats.org/drawingml/2006/main">
              <a:ext uri="{FF2B5EF4-FFF2-40B4-BE49-F238E27FC236}">
                <a16:creationId xmlns:a16="http://schemas.microsoft.com/office/drawing/2014/main" id="{43AD3331-DD6E-4999-93B1-7034DA11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07-线-0104">
            <a:extLst xmlns:a="http://schemas.openxmlformats.org/drawingml/2006/main">
              <a:ext uri="{FF2B5EF4-FFF2-40B4-BE49-F238E27FC236}">
                <a16:creationId xmlns:a16="http://schemas.microsoft.com/office/drawing/2014/main" id="{1FC39C00-8E1D-4560-96FB-9F377905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74002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07-线-0105">
            <a:extLst xmlns:a="http://schemas.openxmlformats.org/drawingml/2006/main">
              <a:ext uri="{FF2B5EF4-FFF2-40B4-BE49-F238E27FC236}">
                <a16:creationId xmlns:a16="http://schemas.microsoft.com/office/drawing/2014/main" id="{B44DBDED-A81A-4C4B-A447-FBFCFCF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4002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07-线-0106">
            <a:extLst xmlns:a="http://schemas.openxmlformats.org/drawingml/2006/main">
              <a:ext uri="{FF2B5EF4-FFF2-40B4-BE49-F238E27FC236}">
                <a16:creationId xmlns:a16="http://schemas.microsoft.com/office/drawing/2014/main" id="{A21BC5DD-5F18-4E28-B8DF-9A31CD99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07-线-0107">
            <a:extLst xmlns:a="http://schemas.openxmlformats.org/drawingml/2006/main">
              <a:ext uri="{FF2B5EF4-FFF2-40B4-BE49-F238E27FC236}">
                <a16:creationId xmlns:a16="http://schemas.microsoft.com/office/drawing/2014/main" id="{EE9F3F44-811A-4B45-86FC-0A4FE7F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7-线-0108">
            <a:extLst xmlns:a="http://schemas.openxmlformats.org/drawingml/2006/main">
              <a:ext uri="{FF2B5EF4-FFF2-40B4-BE49-F238E27FC236}">
                <a16:creationId xmlns:a16="http://schemas.microsoft.com/office/drawing/2014/main" id="{9078070E-9908-4A0C-A8FA-E9CF195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9" name="p07-线-0109">
            <a:extLst xmlns:a="http://schemas.openxmlformats.org/drawingml/2006/main">
              <a:ext uri="{FF2B5EF4-FFF2-40B4-BE49-F238E27FC236}">
                <a16:creationId xmlns:a16="http://schemas.microsoft.com/office/drawing/2014/main" id="{F4CCB206-9D76-45D5-87EE-0ADCB296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07-线-0110">
            <a:extLst xmlns:a="http://schemas.openxmlformats.org/drawingml/2006/main">
              <a:ext uri="{FF2B5EF4-FFF2-40B4-BE49-F238E27FC236}">
                <a16:creationId xmlns:a16="http://schemas.microsoft.com/office/drawing/2014/main" id="{2E708296-4456-4579-9BB7-EA30CE5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7-线-0111">
            <a:extLst xmlns:a="http://schemas.openxmlformats.org/drawingml/2006/main">
              <a:ext uri="{FF2B5EF4-FFF2-40B4-BE49-F238E27FC236}">
                <a16:creationId xmlns:a16="http://schemas.microsoft.com/office/drawing/2014/main" id="{384EF59A-F720-4F46-A259-B1A18C8A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2" name="p07-线-0112">
            <a:extLst xmlns:a="http://schemas.openxmlformats.org/drawingml/2006/main">
              <a:ext uri="{FF2B5EF4-FFF2-40B4-BE49-F238E27FC236}">
                <a16:creationId xmlns:a16="http://schemas.microsoft.com/office/drawing/2014/main" id="{5285E98F-2EEA-496F-9A2A-5171B4D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07-线-0113">
            <a:extLst xmlns:a="http://schemas.openxmlformats.org/drawingml/2006/main">
              <a:ext uri="{FF2B5EF4-FFF2-40B4-BE49-F238E27FC236}">
                <a16:creationId xmlns:a16="http://schemas.microsoft.com/office/drawing/2014/main" id="{647CFA5A-1333-4098-A614-F276DCC8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7-线-0114">
            <a:extLst xmlns:a="http://schemas.openxmlformats.org/drawingml/2006/main">
              <a:ext uri="{FF2B5EF4-FFF2-40B4-BE49-F238E27FC236}">
                <a16:creationId xmlns:a16="http://schemas.microsoft.com/office/drawing/2014/main" id="{F26EC473-A1AC-4860-BAF2-8571A5B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5" name="p07-线-0115">
            <a:extLst xmlns:a="http://schemas.openxmlformats.org/drawingml/2006/main">
              <a:ext uri="{FF2B5EF4-FFF2-40B4-BE49-F238E27FC236}">
                <a16:creationId xmlns:a16="http://schemas.microsoft.com/office/drawing/2014/main" id="{57E0FE9B-102D-4D6D-AF28-FDD60396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07-线-0116">
            <a:extLst xmlns:a="http://schemas.openxmlformats.org/drawingml/2006/main">
              <a:ext uri="{FF2B5EF4-FFF2-40B4-BE49-F238E27FC236}">
                <a16:creationId xmlns:a16="http://schemas.microsoft.com/office/drawing/2014/main" id="{DECFC126-88D2-429D-BA3B-73203C23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07-线-0117">
            <a:extLst xmlns:a="http://schemas.openxmlformats.org/drawingml/2006/main">
              <a:ext uri="{FF2B5EF4-FFF2-40B4-BE49-F238E27FC236}">
                <a16:creationId xmlns:a16="http://schemas.microsoft.com/office/drawing/2014/main" id="{50F3C9D2-1E8B-44E7-9934-BF386415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8" name="p07-线-0118">
            <a:extLst xmlns:a="http://schemas.openxmlformats.org/drawingml/2006/main">
              <a:ext uri="{FF2B5EF4-FFF2-40B4-BE49-F238E27FC236}">
                <a16:creationId xmlns:a16="http://schemas.microsoft.com/office/drawing/2014/main" id="{070EDDB8-1AB8-4504-A78A-A4F9DA9A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07-线-0119">
            <a:extLst xmlns:a="http://schemas.openxmlformats.org/drawingml/2006/main">
              <a:ext uri="{FF2B5EF4-FFF2-40B4-BE49-F238E27FC236}">
                <a16:creationId xmlns:a16="http://schemas.microsoft.com/office/drawing/2014/main" id="{E48BE034-C4F6-41F8-BAFD-D769C7AD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07-线-0120">
            <a:extLst xmlns:a="http://schemas.openxmlformats.org/drawingml/2006/main">
              <a:ext uri="{FF2B5EF4-FFF2-40B4-BE49-F238E27FC236}">
                <a16:creationId xmlns:a16="http://schemas.microsoft.com/office/drawing/2014/main" id="{9362A959-1407-4478-B4E1-E0CD3E9A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1" name="p07-线-0121">
            <a:extLst xmlns:a="http://schemas.openxmlformats.org/drawingml/2006/main">
              <a:ext uri="{FF2B5EF4-FFF2-40B4-BE49-F238E27FC236}">
                <a16:creationId xmlns:a16="http://schemas.microsoft.com/office/drawing/2014/main" id="{82E9C5B0-F605-493D-9F6C-BBC556B0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07-线-0122">
            <a:extLst xmlns:a="http://schemas.openxmlformats.org/drawingml/2006/main">
              <a:ext uri="{FF2B5EF4-FFF2-40B4-BE49-F238E27FC236}">
                <a16:creationId xmlns:a16="http://schemas.microsoft.com/office/drawing/2014/main" id="{1D79CF67-2620-45D4-BDD4-EFC0F11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07-线-0123">
            <a:extLst xmlns:a="http://schemas.openxmlformats.org/drawingml/2006/main">
              <a:ext uri="{FF2B5EF4-FFF2-40B4-BE49-F238E27FC236}">
                <a16:creationId xmlns:a16="http://schemas.microsoft.com/office/drawing/2014/main" id="{AC56B042-BDF9-456D-9C7E-6320BEA2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4" name="p07-线-0124">
            <a:extLst xmlns:a="http://schemas.openxmlformats.org/drawingml/2006/main">
              <a:ext uri="{FF2B5EF4-FFF2-40B4-BE49-F238E27FC236}">
                <a16:creationId xmlns:a16="http://schemas.microsoft.com/office/drawing/2014/main" id="{50E36FD6-BD95-4A81-AC7A-237C4C26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07-线-0125">
            <a:extLst xmlns:a="http://schemas.openxmlformats.org/drawingml/2006/main">
              <a:ext uri="{FF2B5EF4-FFF2-40B4-BE49-F238E27FC236}">
                <a16:creationId xmlns:a16="http://schemas.microsoft.com/office/drawing/2014/main" id="{596BB106-5BC3-4876-9EF3-C25DC660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07-线-0126">
            <a:extLst xmlns:a="http://schemas.openxmlformats.org/drawingml/2006/main">
              <a:ext uri="{FF2B5EF4-FFF2-40B4-BE49-F238E27FC236}">
                <a16:creationId xmlns:a16="http://schemas.microsoft.com/office/drawing/2014/main" id="{0734B19D-9563-4213-AB48-2207602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7" name="p07-线-0127">
            <a:extLst xmlns:a="http://schemas.openxmlformats.org/drawingml/2006/main">
              <a:ext uri="{FF2B5EF4-FFF2-40B4-BE49-F238E27FC236}">
                <a16:creationId xmlns:a16="http://schemas.microsoft.com/office/drawing/2014/main" id="{88A136E8-5874-4772-AFD2-A4020AE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07-线-0128">
            <a:extLst xmlns:a="http://schemas.openxmlformats.org/drawingml/2006/main">
              <a:ext uri="{FF2B5EF4-FFF2-40B4-BE49-F238E27FC236}">
                <a16:creationId xmlns:a16="http://schemas.microsoft.com/office/drawing/2014/main" id="{8117EA62-FAB8-41F5-9255-33E3077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07-线-0129">
            <a:extLst xmlns:a="http://schemas.openxmlformats.org/drawingml/2006/main">
              <a:ext uri="{FF2B5EF4-FFF2-40B4-BE49-F238E27FC236}">
                <a16:creationId xmlns:a16="http://schemas.microsoft.com/office/drawing/2014/main" id="{CC2EF101-4B69-40F0-AF1E-88783D2B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0" name="p07-线-0130">
            <a:extLst xmlns:a="http://schemas.openxmlformats.org/drawingml/2006/main">
              <a:ext uri="{FF2B5EF4-FFF2-40B4-BE49-F238E27FC236}">
                <a16:creationId xmlns:a16="http://schemas.microsoft.com/office/drawing/2014/main" id="{283CBBC7-1B9D-489D-B9FC-BF9AFBF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07-线-0131">
            <a:extLst xmlns:a="http://schemas.openxmlformats.org/drawingml/2006/main">
              <a:ext uri="{FF2B5EF4-FFF2-40B4-BE49-F238E27FC236}">
                <a16:creationId xmlns:a16="http://schemas.microsoft.com/office/drawing/2014/main" id="{A06EC3B2-16C1-4FB0-9864-9BA3C72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07-线-0132">
            <a:extLst xmlns:a="http://schemas.openxmlformats.org/drawingml/2006/main">
              <a:ext uri="{FF2B5EF4-FFF2-40B4-BE49-F238E27FC236}">
                <a16:creationId xmlns:a16="http://schemas.microsoft.com/office/drawing/2014/main" id="{B85E9950-4940-48AA-8B9F-9776FCE7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3" name="p07-线-0133">
            <a:extLst xmlns:a="http://schemas.openxmlformats.org/drawingml/2006/main">
              <a:ext uri="{FF2B5EF4-FFF2-40B4-BE49-F238E27FC236}">
                <a16:creationId xmlns:a16="http://schemas.microsoft.com/office/drawing/2014/main" id="{1679F384-2AEF-4663-866E-30DDBE7C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93370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07-线-0134">
            <a:extLst xmlns:a="http://schemas.openxmlformats.org/drawingml/2006/main">
              <a:ext uri="{FF2B5EF4-FFF2-40B4-BE49-F238E27FC236}">
                <a16:creationId xmlns:a16="http://schemas.microsoft.com/office/drawing/2014/main" id="{A0368815-D9C4-43FC-86A4-B6A149A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07-线-0135">
            <a:extLst xmlns:a="http://schemas.openxmlformats.org/drawingml/2006/main">
              <a:ext uri="{FF2B5EF4-FFF2-40B4-BE49-F238E27FC236}">
                <a16:creationId xmlns:a16="http://schemas.microsoft.com/office/drawing/2014/main" id="{9F7B1A2A-E9F3-4D24-89FB-3A244AA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293370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07-线-0136">
            <a:extLst xmlns:a="http://schemas.openxmlformats.org/drawingml/2006/main">
              <a:ext uri="{FF2B5EF4-FFF2-40B4-BE49-F238E27FC236}">
                <a16:creationId xmlns:a16="http://schemas.microsoft.com/office/drawing/2014/main" id="{51064F0E-2F14-4C42-9A1D-23CB400E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3370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07-线-0137">
            <a:extLst xmlns:a="http://schemas.openxmlformats.org/drawingml/2006/main">
              <a:ext uri="{FF2B5EF4-FFF2-40B4-BE49-F238E27FC236}">
                <a16:creationId xmlns:a16="http://schemas.microsoft.com/office/drawing/2014/main" id="{FD3860DB-D856-47A2-A93B-1B0553DB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07-线-0138">
            <a:extLst xmlns:a="http://schemas.openxmlformats.org/drawingml/2006/main">
              <a:ext uri="{FF2B5EF4-FFF2-40B4-BE49-F238E27FC236}">
                <a16:creationId xmlns:a16="http://schemas.microsoft.com/office/drawing/2014/main" id="{1456C124-FE9F-4357-94EB-B5CCA37D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7-线-0139">
            <a:extLst xmlns:a="http://schemas.openxmlformats.org/drawingml/2006/main">
              <a:ext uri="{FF2B5EF4-FFF2-40B4-BE49-F238E27FC236}">
                <a16:creationId xmlns:a16="http://schemas.microsoft.com/office/drawing/2014/main" id="{61322C69-A584-4FED-B333-848820D7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0" name="p07-线-0140">
            <a:extLst xmlns:a="http://schemas.openxmlformats.org/drawingml/2006/main">
              <a:ext uri="{FF2B5EF4-FFF2-40B4-BE49-F238E27FC236}">
                <a16:creationId xmlns:a16="http://schemas.microsoft.com/office/drawing/2014/main" id="{D41F9E77-DFC9-423A-BC33-9931644C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07-线-0141">
            <a:extLst xmlns:a="http://schemas.openxmlformats.org/drawingml/2006/main">
              <a:ext uri="{FF2B5EF4-FFF2-40B4-BE49-F238E27FC236}">
                <a16:creationId xmlns:a16="http://schemas.microsoft.com/office/drawing/2014/main" id="{B99142CC-997B-40FD-A10D-5E8899B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7-线-0142">
            <a:extLst xmlns:a="http://schemas.openxmlformats.org/drawingml/2006/main">
              <a:ext uri="{FF2B5EF4-FFF2-40B4-BE49-F238E27FC236}">
                <a16:creationId xmlns:a16="http://schemas.microsoft.com/office/drawing/2014/main" id="{BD596112-C435-47C9-ADF9-2272D10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3" name="p07-线-0143">
            <a:extLst xmlns:a="http://schemas.openxmlformats.org/drawingml/2006/main">
              <a:ext uri="{FF2B5EF4-FFF2-40B4-BE49-F238E27FC236}">
                <a16:creationId xmlns:a16="http://schemas.microsoft.com/office/drawing/2014/main" id="{41C4BFA6-EF49-4FAA-AC2C-7FC1C38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07-线-0144">
            <a:extLst xmlns:a="http://schemas.openxmlformats.org/drawingml/2006/main">
              <a:ext uri="{FF2B5EF4-FFF2-40B4-BE49-F238E27FC236}">
                <a16:creationId xmlns:a16="http://schemas.microsoft.com/office/drawing/2014/main" id="{8F6D7C65-E76B-4A85-B521-3672F846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7-线-0145">
            <a:extLst xmlns:a="http://schemas.openxmlformats.org/drawingml/2006/main">
              <a:ext uri="{FF2B5EF4-FFF2-40B4-BE49-F238E27FC236}">
                <a16:creationId xmlns:a16="http://schemas.microsoft.com/office/drawing/2014/main" id="{20AFDCF5-381D-4790-89BF-29E981D0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6" name="p07-线-0146">
            <a:extLst xmlns:a="http://schemas.openxmlformats.org/drawingml/2006/main">
              <a:ext uri="{FF2B5EF4-FFF2-40B4-BE49-F238E27FC236}">
                <a16:creationId xmlns:a16="http://schemas.microsoft.com/office/drawing/2014/main" id="{E9C65FB5-42E2-4562-82B1-A1D8124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07-线-0147">
            <a:extLst xmlns:a="http://schemas.openxmlformats.org/drawingml/2006/main">
              <a:ext uri="{FF2B5EF4-FFF2-40B4-BE49-F238E27FC236}">
                <a16:creationId xmlns:a16="http://schemas.microsoft.com/office/drawing/2014/main" id="{D56BE9C7-31FF-46CE-B4DC-894FA40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07-线-0148">
            <a:extLst xmlns:a="http://schemas.openxmlformats.org/drawingml/2006/main">
              <a:ext uri="{FF2B5EF4-FFF2-40B4-BE49-F238E27FC236}">
                <a16:creationId xmlns:a16="http://schemas.microsoft.com/office/drawing/2014/main" id="{41A647D9-B65F-4E6E-8C44-5AE8C89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9" name="p07-线-0149">
            <a:extLst xmlns:a="http://schemas.openxmlformats.org/drawingml/2006/main">
              <a:ext uri="{FF2B5EF4-FFF2-40B4-BE49-F238E27FC236}">
                <a16:creationId xmlns:a16="http://schemas.microsoft.com/office/drawing/2014/main" id="{03F16F66-BAC1-48F0-AD1F-D099ACEE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07-线-0150">
            <a:extLst xmlns:a="http://schemas.openxmlformats.org/drawingml/2006/main">
              <a:ext uri="{FF2B5EF4-FFF2-40B4-BE49-F238E27FC236}">
                <a16:creationId xmlns:a16="http://schemas.microsoft.com/office/drawing/2014/main" id="{BD7E229D-7C97-45AA-9933-FEA0789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07-线-0151">
            <a:extLst xmlns:a="http://schemas.openxmlformats.org/drawingml/2006/main">
              <a:ext uri="{FF2B5EF4-FFF2-40B4-BE49-F238E27FC236}">
                <a16:creationId xmlns:a16="http://schemas.microsoft.com/office/drawing/2014/main" id="{A2450EE1-430A-43C5-822A-1FA89CEB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2" name="p07-线-0152">
            <a:extLst xmlns:a="http://schemas.openxmlformats.org/drawingml/2006/main">
              <a:ext uri="{FF2B5EF4-FFF2-40B4-BE49-F238E27FC236}">
                <a16:creationId xmlns:a16="http://schemas.microsoft.com/office/drawing/2014/main" id="{EE3DE592-29AE-4363-B087-68D93DA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07-线-0153">
            <a:extLst xmlns:a="http://schemas.openxmlformats.org/drawingml/2006/main">
              <a:ext uri="{FF2B5EF4-FFF2-40B4-BE49-F238E27FC236}">
                <a16:creationId xmlns:a16="http://schemas.microsoft.com/office/drawing/2014/main" id="{3E0C9775-897E-47A0-A1E7-550C31CE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07-线-0154">
            <a:extLst xmlns:a="http://schemas.openxmlformats.org/drawingml/2006/main">
              <a:ext uri="{FF2B5EF4-FFF2-40B4-BE49-F238E27FC236}">
                <a16:creationId xmlns:a16="http://schemas.microsoft.com/office/drawing/2014/main" id="{F1DF9898-D448-46A6-BA63-FAED4611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5" name="p07-线-0155">
            <a:extLst xmlns:a="http://schemas.openxmlformats.org/drawingml/2006/main">
              <a:ext uri="{FF2B5EF4-FFF2-40B4-BE49-F238E27FC236}">
                <a16:creationId xmlns:a16="http://schemas.microsoft.com/office/drawing/2014/main" id="{08690B20-6E43-45CD-9C01-5066844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07-线-0156">
            <a:extLst xmlns:a="http://schemas.openxmlformats.org/drawingml/2006/main">
              <a:ext uri="{FF2B5EF4-FFF2-40B4-BE49-F238E27FC236}">
                <a16:creationId xmlns:a16="http://schemas.microsoft.com/office/drawing/2014/main" id="{C99CA2DB-5558-4E8A-A553-D16F802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07-线-0157">
            <a:extLst xmlns:a="http://schemas.openxmlformats.org/drawingml/2006/main">
              <a:ext uri="{FF2B5EF4-FFF2-40B4-BE49-F238E27FC236}">
                <a16:creationId xmlns:a16="http://schemas.microsoft.com/office/drawing/2014/main" id="{927A821D-B466-4FE4-ACDC-C30CDC43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8" name="p07-线-0158">
            <a:extLst xmlns:a="http://schemas.openxmlformats.org/drawingml/2006/main">
              <a:ext uri="{FF2B5EF4-FFF2-40B4-BE49-F238E27FC236}">
                <a16:creationId xmlns:a16="http://schemas.microsoft.com/office/drawing/2014/main" id="{7C9924F0-238E-4022-A072-89DDD44C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07-线-0159">
            <a:extLst xmlns:a="http://schemas.openxmlformats.org/drawingml/2006/main">
              <a:ext uri="{FF2B5EF4-FFF2-40B4-BE49-F238E27FC236}">
                <a16:creationId xmlns:a16="http://schemas.microsoft.com/office/drawing/2014/main" id="{BD74A8AD-C437-4C72-8C8A-A2E6222A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07-线-0160">
            <a:extLst xmlns:a="http://schemas.openxmlformats.org/drawingml/2006/main">
              <a:ext uri="{FF2B5EF4-FFF2-40B4-BE49-F238E27FC236}">
                <a16:creationId xmlns:a16="http://schemas.microsoft.com/office/drawing/2014/main" id="{618648FB-66C6-4A43-9CDA-101E43A3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1" name="p07-线-0161">
            <a:extLst xmlns:a="http://schemas.openxmlformats.org/drawingml/2006/main">
              <a:ext uri="{FF2B5EF4-FFF2-40B4-BE49-F238E27FC236}">
                <a16:creationId xmlns:a16="http://schemas.microsoft.com/office/drawing/2014/main" id="{8F74FD52-61F8-4B43-BC95-EFF6A662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07-线-0162">
            <a:extLst xmlns:a="http://schemas.openxmlformats.org/drawingml/2006/main">
              <a:ext uri="{FF2B5EF4-FFF2-40B4-BE49-F238E27FC236}">
                <a16:creationId xmlns:a16="http://schemas.microsoft.com/office/drawing/2014/main" id="{B4078811-A9F3-41CD-942A-348B80F4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07-线-0163">
            <a:extLst xmlns:a="http://schemas.openxmlformats.org/drawingml/2006/main">
              <a:ext uri="{FF2B5EF4-FFF2-40B4-BE49-F238E27FC236}">
                <a16:creationId xmlns:a16="http://schemas.microsoft.com/office/drawing/2014/main" id="{CAC0980E-3BFC-4ADB-823A-A263CFC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4" name="p07-线-0164">
            <a:extLst xmlns:a="http://schemas.openxmlformats.org/drawingml/2006/main">
              <a:ext uri="{FF2B5EF4-FFF2-40B4-BE49-F238E27FC236}">
                <a16:creationId xmlns:a16="http://schemas.microsoft.com/office/drawing/2014/main" id="{3DFD582F-B7CB-415E-B790-ECE6DD7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12737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07-线-0165">
            <a:extLst xmlns:a="http://schemas.openxmlformats.org/drawingml/2006/main">
              <a:ext uri="{FF2B5EF4-FFF2-40B4-BE49-F238E27FC236}">
                <a16:creationId xmlns:a16="http://schemas.microsoft.com/office/drawing/2014/main" id="{175E21C8-369E-4D52-A01C-5F1E082C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07-线-0166">
            <a:extLst xmlns:a="http://schemas.openxmlformats.org/drawingml/2006/main">
              <a:ext uri="{FF2B5EF4-FFF2-40B4-BE49-F238E27FC236}">
                <a16:creationId xmlns:a16="http://schemas.microsoft.com/office/drawing/2014/main" id="{1A76C614-E3BC-4AA8-A31F-159625A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127375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07-线-0167">
            <a:extLst xmlns:a="http://schemas.openxmlformats.org/drawingml/2006/main">
              <a:ext uri="{FF2B5EF4-FFF2-40B4-BE49-F238E27FC236}">
                <a16:creationId xmlns:a16="http://schemas.microsoft.com/office/drawing/2014/main" id="{9ABF92CA-0F50-4F6C-86D5-2D80111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7375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07-线-0168">
            <a:extLst xmlns:a="http://schemas.openxmlformats.org/drawingml/2006/main">
              <a:ext uri="{FF2B5EF4-FFF2-40B4-BE49-F238E27FC236}">
                <a16:creationId xmlns:a16="http://schemas.microsoft.com/office/drawing/2014/main" id="{791DFD85-F4F3-4E2F-A72C-9453F324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07-线-0169">
            <a:extLst xmlns:a="http://schemas.openxmlformats.org/drawingml/2006/main">
              <a:ext uri="{FF2B5EF4-FFF2-40B4-BE49-F238E27FC236}">
                <a16:creationId xmlns:a16="http://schemas.microsoft.com/office/drawing/2014/main" id="{67AEE15A-1B11-44C2-819A-FB69BED3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7-线-0170">
            <a:extLst xmlns:a="http://schemas.openxmlformats.org/drawingml/2006/main">
              <a:ext uri="{FF2B5EF4-FFF2-40B4-BE49-F238E27FC236}">
                <a16:creationId xmlns:a16="http://schemas.microsoft.com/office/drawing/2014/main" id="{BBEB7AA0-2AD7-41C7-9785-D623D8B1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1" name="p07-线-0171">
            <a:extLst xmlns:a="http://schemas.openxmlformats.org/drawingml/2006/main">
              <a:ext uri="{FF2B5EF4-FFF2-40B4-BE49-F238E27FC236}">
                <a16:creationId xmlns:a16="http://schemas.microsoft.com/office/drawing/2014/main" id="{0EF2BD17-4446-4FBB-B536-4BFB86A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07-线-0172">
            <a:extLst xmlns:a="http://schemas.openxmlformats.org/drawingml/2006/main">
              <a:ext uri="{FF2B5EF4-FFF2-40B4-BE49-F238E27FC236}">
                <a16:creationId xmlns:a16="http://schemas.microsoft.com/office/drawing/2014/main" id="{EC575D9B-9B8F-4BE8-98F6-BD64B1C0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7-线-0173">
            <a:extLst xmlns:a="http://schemas.openxmlformats.org/drawingml/2006/main">
              <a:ext uri="{FF2B5EF4-FFF2-40B4-BE49-F238E27FC236}">
                <a16:creationId xmlns:a16="http://schemas.microsoft.com/office/drawing/2014/main" id="{653D11BD-73F3-42A8-B255-BBAFF1C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4" name="p07-线-0174">
            <a:extLst xmlns:a="http://schemas.openxmlformats.org/drawingml/2006/main">
              <a:ext uri="{FF2B5EF4-FFF2-40B4-BE49-F238E27FC236}">
                <a16:creationId xmlns:a16="http://schemas.microsoft.com/office/drawing/2014/main" id="{A60971C4-3BB8-43A2-8730-5EBF7162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07-线-0175">
            <a:extLst xmlns:a="http://schemas.openxmlformats.org/drawingml/2006/main">
              <a:ext uri="{FF2B5EF4-FFF2-40B4-BE49-F238E27FC236}">
                <a16:creationId xmlns:a16="http://schemas.microsoft.com/office/drawing/2014/main" id="{1517DB0A-2C5C-4464-B3B3-86DDEDDB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7-线-0176">
            <a:extLst xmlns:a="http://schemas.openxmlformats.org/drawingml/2006/main">
              <a:ext uri="{FF2B5EF4-FFF2-40B4-BE49-F238E27FC236}">
                <a16:creationId xmlns:a16="http://schemas.microsoft.com/office/drawing/2014/main" id="{1A5C4EA5-4878-44EC-AA42-1D6A115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7" name="p07-线-0177">
            <a:extLst xmlns:a="http://schemas.openxmlformats.org/drawingml/2006/main">
              <a:ext uri="{FF2B5EF4-FFF2-40B4-BE49-F238E27FC236}">
                <a16:creationId xmlns:a16="http://schemas.microsoft.com/office/drawing/2014/main" id="{C0DE5E00-3A81-4301-AB9B-57B5177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07-线-0178">
            <a:extLst xmlns:a="http://schemas.openxmlformats.org/drawingml/2006/main">
              <a:ext uri="{FF2B5EF4-FFF2-40B4-BE49-F238E27FC236}">
                <a16:creationId xmlns:a16="http://schemas.microsoft.com/office/drawing/2014/main" id="{66C90A1B-BF4C-429C-B3C2-90CCE09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07-线-0179">
            <a:extLst xmlns:a="http://schemas.openxmlformats.org/drawingml/2006/main">
              <a:ext uri="{FF2B5EF4-FFF2-40B4-BE49-F238E27FC236}">
                <a16:creationId xmlns:a16="http://schemas.microsoft.com/office/drawing/2014/main" id="{993F794F-83A2-41EA-8839-586C085B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0" name="p07-线-0180">
            <a:extLst xmlns:a="http://schemas.openxmlformats.org/drawingml/2006/main">
              <a:ext uri="{FF2B5EF4-FFF2-40B4-BE49-F238E27FC236}">
                <a16:creationId xmlns:a16="http://schemas.microsoft.com/office/drawing/2014/main" id="{8512A875-E868-4990-A944-57D55001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07-线-0181">
            <a:extLst xmlns:a="http://schemas.openxmlformats.org/drawingml/2006/main">
              <a:ext uri="{FF2B5EF4-FFF2-40B4-BE49-F238E27FC236}">
                <a16:creationId xmlns:a16="http://schemas.microsoft.com/office/drawing/2014/main" id="{8BD3BFEC-4517-4349-B621-A81DF619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07-线-0182">
            <a:extLst xmlns:a="http://schemas.openxmlformats.org/drawingml/2006/main">
              <a:ext uri="{FF2B5EF4-FFF2-40B4-BE49-F238E27FC236}">
                <a16:creationId xmlns:a16="http://schemas.microsoft.com/office/drawing/2014/main" id="{96C7EFC6-88BD-49FB-A2C8-D215FD8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3" name="p07-线-0183">
            <a:extLst xmlns:a="http://schemas.openxmlformats.org/drawingml/2006/main">
              <a:ext uri="{FF2B5EF4-FFF2-40B4-BE49-F238E27FC236}">
                <a16:creationId xmlns:a16="http://schemas.microsoft.com/office/drawing/2014/main" id="{DAE59E3D-E1F3-4528-A7CA-0EA527C0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07-线-0184">
            <a:extLst xmlns:a="http://schemas.openxmlformats.org/drawingml/2006/main">
              <a:ext uri="{FF2B5EF4-FFF2-40B4-BE49-F238E27FC236}">
                <a16:creationId xmlns:a16="http://schemas.microsoft.com/office/drawing/2014/main" id="{16FCF649-5999-43B6-AB26-51F0440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07-线-0185">
            <a:extLst xmlns:a="http://schemas.openxmlformats.org/drawingml/2006/main">
              <a:ext uri="{FF2B5EF4-FFF2-40B4-BE49-F238E27FC236}">
                <a16:creationId xmlns:a16="http://schemas.microsoft.com/office/drawing/2014/main" id="{60E0B0DA-94EE-402F-9F4D-BAC4D1F1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6" name="p07-线-0186">
            <a:extLst xmlns:a="http://schemas.openxmlformats.org/drawingml/2006/main">
              <a:ext uri="{FF2B5EF4-FFF2-40B4-BE49-F238E27FC236}">
                <a16:creationId xmlns:a16="http://schemas.microsoft.com/office/drawing/2014/main" id="{1F317047-2383-43BD-977A-00D839E5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07-线-0187">
            <a:extLst xmlns:a="http://schemas.openxmlformats.org/drawingml/2006/main">
              <a:ext uri="{FF2B5EF4-FFF2-40B4-BE49-F238E27FC236}">
                <a16:creationId xmlns:a16="http://schemas.microsoft.com/office/drawing/2014/main" id="{3F0297CA-BC74-4893-95DD-5774DB12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07-线-0188">
            <a:extLst xmlns:a="http://schemas.openxmlformats.org/drawingml/2006/main">
              <a:ext uri="{FF2B5EF4-FFF2-40B4-BE49-F238E27FC236}">
                <a16:creationId xmlns:a16="http://schemas.microsoft.com/office/drawing/2014/main" id="{F2603D16-888E-4643-912D-AA2D5543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9" name="p07-线-0189">
            <a:extLst xmlns:a="http://schemas.openxmlformats.org/drawingml/2006/main">
              <a:ext uri="{FF2B5EF4-FFF2-40B4-BE49-F238E27FC236}">
                <a16:creationId xmlns:a16="http://schemas.microsoft.com/office/drawing/2014/main" id="{4DE67D5F-ECF0-48A2-B6DE-41798CE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07-线-0190">
            <a:extLst xmlns:a="http://schemas.openxmlformats.org/drawingml/2006/main">
              <a:ext uri="{FF2B5EF4-FFF2-40B4-BE49-F238E27FC236}">
                <a16:creationId xmlns:a16="http://schemas.microsoft.com/office/drawing/2014/main" id="{7F05BC5B-F632-4015-A972-8950BF7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07-线-0191">
            <a:extLst xmlns:a="http://schemas.openxmlformats.org/drawingml/2006/main">
              <a:ext uri="{FF2B5EF4-FFF2-40B4-BE49-F238E27FC236}">
                <a16:creationId xmlns:a16="http://schemas.microsoft.com/office/drawing/2014/main" id="{D6ABEF3C-C9EB-4870-A585-F6C294D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2" name="p07-线-0192">
            <a:extLst xmlns:a="http://schemas.openxmlformats.org/drawingml/2006/main">
              <a:ext uri="{FF2B5EF4-FFF2-40B4-BE49-F238E27FC236}">
                <a16:creationId xmlns:a16="http://schemas.microsoft.com/office/drawing/2014/main" id="{7AD155A0-1E25-4A6A-82C6-15BBCCF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07-线-0193">
            <a:extLst xmlns:a="http://schemas.openxmlformats.org/drawingml/2006/main">
              <a:ext uri="{FF2B5EF4-FFF2-40B4-BE49-F238E27FC236}">
                <a16:creationId xmlns:a16="http://schemas.microsoft.com/office/drawing/2014/main" id="{6A98F421-9E67-4B8A-A3C3-206E1D4C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07-线-0194">
            <a:extLst xmlns:a="http://schemas.openxmlformats.org/drawingml/2006/main">
              <a:ext uri="{FF2B5EF4-FFF2-40B4-BE49-F238E27FC236}">
                <a16:creationId xmlns:a16="http://schemas.microsoft.com/office/drawing/2014/main" id="{B1948872-4C43-461E-839F-E2715C5F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5" name="p07-线-0195">
            <a:extLst xmlns:a="http://schemas.openxmlformats.org/drawingml/2006/main">
              <a:ext uri="{FF2B5EF4-FFF2-40B4-BE49-F238E27FC236}">
                <a16:creationId xmlns:a16="http://schemas.microsoft.com/office/drawing/2014/main" id="{B45872C4-8B23-49B8-A5EB-785EC8CD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321050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07-线-0196">
            <a:extLst xmlns:a="http://schemas.openxmlformats.org/drawingml/2006/main">
              <a:ext uri="{FF2B5EF4-FFF2-40B4-BE49-F238E27FC236}">
                <a16:creationId xmlns:a16="http://schemas.microsoft.com/office/drawing/2014/main" id="{187F9032-32B8-49CD-809F-B76683F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07-线-0197">
            <a:extLst xmlns:a="http://schemas.openxmlformats.org/drawingml/2006/main">
              <a:ext uri="{FF2B5EF4-FFF2-40B4-BE49-F238E27FC236}">
                <a16:creationId xmlns:a16="http://schemas.microsoft.com/office/drawing/2014/main" id="{47CC00DE-1CCB-40EB-8FFD-EB95368C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321050"/>
            <a:ext cx="207645" cy="193675"/>
          </a:xfrm>
          <a:custGeom xmlns:a="http://schemas.openxmlformats.org/drawingml/2006/main">
            <a:pathLst>
              <a:path w="207645" h="193675">
                <a:moveTo>
                  <a:pt x="0" y="0"/>
                </a:moveTo>
                <a:lnTo>
                  <a:pt x="207645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8" name="p07-线-0198">
            <a:extLst xmlns:a="http://schemas.openxmlformats.org/drawingml/2006/main">
              <a:ext uri="{FF2B5EF4-FFF2-40B4-BE49-F238E27FC236}">
                <a16:creationId xmlns:a16="http://schemas.microsoft.com/office/drawing/2014/main" id="{9BCD363A-BFC5-4EB4-B14D-7AAF185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21050"/>
            <a:ext cx="95" cy="193675"/>
          </a:xfrm>
          <a:custGeom xmlns:a="http://schemas.openxmlformats.org/drawingml/2006/main">
            <a:pathLst>
              <a:path w="95" h="193675">
                <a:moveTo>
                  <a:pt x="0" y="0"/>
                </a:moveTo>
                <a:lnTo>
                  <a:pt x="0" y="1936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07-线-0199">
            <a:extLst xmlns:a="http://schemas.openxmlformats.org/drawingml/2006/main">
              <a:ext uri="{FF2B5EF4-FFF2-40B4-BE49-F238E27FC236}">
                <a16:creationId xmlns:a16="http://schemas.microsoft.com/office/drawing/2014/main" id="{D1EB1BCD-084C-4290-8A3B-845F0C00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07-线-0200">
            <a:extLst xmlns:a="http://schemas.openxmlformats.org/drawingml/2006/main">
              <a:ext uri="{FF2B5EF4-FFF2-40B4-BE49-F238E27FC236}">
                <a16:creationId xmlns:a16="http://schemas.microsoft.com/office/drawing/2014/main" id="{7DEA202D-24FC-4DF1-BF0C-D3946B0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7-线-0201">
            <a:extLst xmlns:a="http://schemas.openxmlformats.org/drawingml/2006/main">
              <a:ext uri="{FF2B5EF4-FFF2-40B4-BE49-F238E27FC236}">
                <a16:creationId xmlns:a16="http://schemas.microsoft.com/office/drawing/2014/main" id="{0412C731-8871-45D1-B09E-EB4C26F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07-线-0202">
            <a:extLst xmlns:a="http://schemas.openxmlformats.org/drawingml/2006/main">
              <a:ext uri="{FF2B5EF4-FFF2-40B4-BE49-F238E27FC236}">
                <a16:creationId xmlns:a16="http://schemas.microsoft.com/office/drawing/2014/main" id="{4504DFAD-6775-4FF2-B01D-6C354BEB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07-线-0203">
            <a:extLst xmlns:a="http://schemas.openxmlformats.org/drawingml/2006/main">
              <a:ext uri="{FF2B5EF4-FFF2-40B4-BE49-F238E27FC236}">
                <a16:creationId xmlns:a16="http://schemas.microsoft.com/office/drawing/2014/main" id="{36C937C3-D999-4652-818B-82EBFE6D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07-线-0204">
            <a:extLst xmlns:a="http://schemas.openxmlformats.org/drawingml/2006/main">
              <a:ext uri="{FF2B5EF4-FFF2-40B4-BE49-F238E27FC236}">
                <a16:creationId xmlns:a16="http://schemas.microsoft.com/office/drawing/2014/main" id="{0009FA12-CD67-46BF-A3AB-40035E1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07-线-0205">
            <a:extLst xmlns:a="http://schemas.openxmlformats.org/drawingml/2006/main">
              <a:ext uri="{FF2B5EF4-FFF2-40B4-BE49-F238E27FC236}">
                <a16:creationId xmlns:a16="http://schemas.microsoft.com/office/drawing/2014/main" id="{D6CFA040-0842-42DF-8252-12B2B07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07-线-0206">
            <a:extLst xmlns:a="http://schemas.openxmlformats.org/drawingml/2006/main">
              <a:ext uri="{FF2B5EF4-FFF2-40B4-BE49-F238E27FC236}">
                <a16:creationId xmlns:a16="http://schemas.microsoft.com/office/drawing/2014/main" id="{86D11ADC-6CE0-4B2F-A32F-8C7DFC17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07-线-0207">
            <a:extLst xmlns:a="http://schemas.openxmlformats.org/drawingml/2006/main">
              <a:ext uri="{FF2B5EF4-FFF2-40B4-BE49-F238E27FC236}">
                <a16:creationId xmlns:a16="http://schemas.microsoft.com/office/drawing/2014/main" id="{A9C3D0F1-F9AD-4969-BFA8-D62C13D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60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07-线-0208">
            <a:extLst xmlns:a="http://schemas.openxmlformats.org/drawingml/2006/main">
              <a:ext uri="{FF2B5EF4-FFF2-40B4-BE49-F238E27FC236}">
                <a16:creationId xmlns:a16="http://schemas.microsoft.com/office/drawing/2014/main" id="{34DEB2AB-ED56-49BF-AE5B-463A90A1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514725"/>
            <a:ext cx="207645" cy="95"/>
          </a:xfrm>
          <a:custGeom xmlns:a="http://schemas.openxmlformats.org/drawingml/2006/main">
            <a:pathLst>
              <a:path w="207645" h="95">
                <a:moveTo>
                  <a:pt x="0" y="0"/>
                </a:moveTo>
                <a:lnTo>
                  <a:pt x="20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07-椭圆-0209">
            <a:extLst xmlns:a="http://schemas.openxmlformats.org/drawingml/2006/main">
              <a:ext uri="{FF2B5EF4-FFF2-40B4-BE49-F238E27FC236}">
                <a16:creationId xmlns:a16="http://schemas.microsoft.com/office/drawing/2014/main" id="{4775A804-FDC3-4B78-84AE-49FA39F3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94" y="2654704"/>
            <a:ext cx="213302" cy="170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0" name="p07-椭圆-0210">
            <a:extLst xmlns:a="http://schemas.openxmlformats.org/drawingml/2006/main">
              <a:ext uri="{FF2B5EF4-FFF2-40B4-BE49-F238E27FC236}">
                <a16:creationId xmlns:a16="http://schemas.microsoft.com/office/drawing/2014/main" id="{5E977915-4011-4A7F-BE3F-595FEAEF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91" y="2667590"/>
            <a:ext cx="181088" cy="144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1" name="p07-椭圆-0211">
            <a:extLst xmlns:a="http://schemas.openxmlformats.org/drawingml/2006/main">
              <a:ext uri="{FF2B5EF4-FFF2-40B4-BE49-F238E27FC236}">
                <a16:creationId xmlns:a16="http://schemas.microsoft.com/office/drawing/2014/main" id="{0DB73079-0FD0-44C8-9F12-7EB1001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21" y="2648662"/>
            <a:ext cx="228408" cy="182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2" name="p07-椭圆-0212">
            <a:extLst xmlns:a="http://schemas.openxmlformats.org/drawingml/2006/main">
              <a:ext uri="{FF2B5EF4-FFF2-40B4-BE49-F238E27FC236}">
                <a16:creationId xmlns:a16="http://schemas.microsoft.com/office/drawing/2014/main" id="{C832FB49-9C60-4EF5-965A-6863A1DD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396" y="2651530"/>
            <a:ext cx="221237" cy="17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3" name="p07-椭圆-0213">
            <a:extLst xmlns:a="http://schemas.openxmlformats.org/drawingml/2006/main">
              <a:ext uri="{FF2B5EF4-FFF2-40B4-BE49-F238E27FC236}">
                <a16:creationId xmlns:a16="http://schemas.microsoft.com/office/drawing/2014/main" id="{57CE2CD1-91C6-4957-9E6A-EED33170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362" y="2668071"/>
            <a:ext cx="179886" cy="143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4" name="p07-椭圆-0214">
            <a:extLst xmlns:a="http://schemas.openxmlformats.org/drawingml/2006/main">
              <a:ext uri="{FF2B5EF4-FFF2-40B4-BE49-F238E27FC236}">
                <a16:creationId xmlns:a16="http://schemas.microsoft.com/office/drawing/2014/main" id="{085D5096-8E71-4053-BD57-B51E4245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1" y="3054940"/>
            <a:ext cx="181088" cy="1448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5" name="p07-椭圆-0215">
            <a:extLst xmlns:a="http://schemas.openxmlformats.org/drawingml/2006/main">
              <a:ext uri="{FF2B5EF4-FFF2-40B4-BE49-F238E27FC236}">
                <a16:creationId xmlns:a16="http://schemas.microsoft.com/office/drawing/2014/main" id="{FA629750-49C9-4E23-9FE4-DF0C07E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31" y="3036012"/>
            <a:ext cx="228408" cy="182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6" name="p07-椭圆-0216">
            <a:extLst xmlns:a="http://schemas.openxmlformats.org/drawingml/2006/main">
              <a:ext uri="{FF2B5EF4-FFF2-40B4-BE49-F238E27FC236}">
                <a16:creationId xmlns:a16="http://schemas.microsoft.com/office/drawing/2014/main" id="{32AAD1C6-1530-4CD2-AD14-DF23488E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106" y="3038880"/>
            <a:ext cx="221237" cy="17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7" name="p07-椭圆-0217">
            <a:extLst xmlns:a="http://schemas.openxmlformats.org/drawingml/2006/main">
              <a:ext uri="{FF2B5EF4-FFF2-40B4-BE49-F238E27FC236}">
                <a16:creationId xmlns:a16="http://schemas.microsoft.com/office/drawing/2014/main" id="{94A5763C-E46B-4D85-B2A1-9D4C916E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072" y="3055421"/>
            <a:ext cx="179886" cy="143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8" name="p07-椭圆-0218">
            <a:extLst xmlns:a="http://schemas.openxmlformats.org/drawingml/2006/main">
              <a:ext uri="{FF2B5EF4-FFF2-40B4-BE49-F238E27FC236}">
                <a16:creationId xmlns:a16="http://schemas.microsoft.com/office/drawing/2014/main" id="{40E14085-A385-4689-9BF8-650784CC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568" y="3038786"/>
            <a:ext cx="221473" cy="177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9" name="p07-路径-0219">
            <a:extLst xmlns:a="http://schemas.openxmlformats.org/drawingml/2006/main">
              <a:ext uri="{FF2B5EF4-FFF2-40B4-BE49-F238E27FC236}">
                <a16:creationId xmlns:a16="http://schemas.microsoft.com/office/drawing/2014/main" id="{1FC70898-C298-4155-B1A9-2628B1F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6250"/>
            <a:ext cx="1924050" cy="205135"/>
          </a:xfrm>
          <a:custGeom xmlns:a="http://schemas.openxmlformats.org/drawingml/2006/main">
            <a:pathLst>
              <a:path w="1924050" h="205135">
                <a:moveTo>
                  <a:pt x="0" y="84209"/>
                </a:moveTo>
                <a:lnTo>
                  <a:pt x="51776" y="56801"/>
                </a:lnTo>
                <a:lnTo>
                  <a:pt x="104560" y="35304"/>
                </a:lnTo>
                <a:lnTo>
                  <a:pt x="158305" y="19297"/>
                </a:lnTo>
                <a:lnTo>
                  <a:pt x="212964" y="8358"/>
                </a:lnTo>
                <a:lnTo>
                  <a:pt x="268490" y="2066"/>
                </a:lnTo>
                <a:lnTo>
                  <a:pt x="324836" y="0"/>
                </a:lnTo>
                <a:lnTo>
                  <a:pt x="381956" y="1738"/>
                </a:lnTo>
                <a:lnTo>
                  <a:pt x="439802" y="6860"/>
                </a:lnTo>
                <a:lnTo>
                  <a:pt x="498328" y="14943"/>
                </a:lnTo>
                <a:lnTo>
                  <a:pt x="557486" y="25567"/>
                </a:lnTo>
                <a:lnTo>
                  <a:pt x="677512" y="52752"/>
                </a:lnTo>
                <a:lnTo>
                  <a:pt x="799506" y="85043"/>
                </a:lnTo>
                <a:lnTo>
                  <a:pt x="923092" y="119070"/>
                </a:lnTo>
                <a:lnTo>
                  <a:pt x="1047894" y="151464"/>
                </a:lnTo>
                <a:lnTo>
                  <a:pt x="1110634" y="165994"/>
                </a:lnTo>
                <a:lnTo>
                  <a:pt x="1173538" y="178852"/>
                </a:lnTo>
                <a:lnTo>
                  <a:pt x="1236558" y="189617"/>
                </a:lnTo>
                <a:lnTo>
                  <a:pt x="1299647" y="197866"/>
                </a:lnTo>
                <a:lnTo>
                  <a:pt x="1362760" y="203179"/>
                </a:lnTo>
                <a:lnTo>
                  <a:pt x="1425848" y="205135"/>
                </a:lnTo>
                <a:lnTo>
                  <a:pt x="1488865" y="203311"/>
                </a:lnTo>
                <a:lnTo>
                  <a:pt x="1551764" y="197287"/>
                </a:lnTo>
                <a:lnTo>
                  <a:pt x="1614498" y="186642"/>
                </a:lnTo>
                <a:lnTo>
                  <a:pt x="1677019" y="170954"/>
                </a:lnTo>
                <a:lnTo>
                  <a:pt x="1739283" y="149802"/>
                </a:lnTo>
                <a:lnTo>
                  <a:pt x="1801240" y="122764"/>
                </a:lnTo>
                <a:lnTo>
                  <a:pt x="1862845" y="89420"/>
                </a:lnTo>
                <a:lnTo>
                  <a:pt x="1924050" y="4934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20" name="p07-路径-0220">
            <a:extLst xmlns:a="http://schemas.openxmlformats.org/drawingml/2006/main">
              <a:ext uri="{FF2B5EF4-FFF2-40B4-BE49-F238E27FC236}">
                <a16:creationId xmlns:a16="http://schemas.microsoft.com/office/drawing/2014/main" id="{D2506457-1D5C-4FA5-BF5C-740C0EDC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20162"/>
            <a:ext cx="447675" cy="188976"/>
          </a:xfrm>
          <a:custGeom xmlns:a="http://schemas.openxmlformats.org/drawingml/2006/main">
            <a:pathLst>
              <a:path w="447675" h="188976">
                <a:moveTo>
                  <a:pt x="0" y="137351"/>
                </a:moveTo>
                <a:lnTo>
                  <a:pt x="295275" y="137351"/>
                </a:lnTo>
                <a:lnTo>
                  <a:pt x="295275" y="188976"/>
                </a:lnTo>
                <a:lnTo>
                  <a:pt x="447675" y="94488"/>
                </a:lnTo>
                <a:lnTo>
                  <a:pt x="295275" y="0"/>
                </a:lnTo>
                <a:lnTo>
                  <a:pt x="29527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1" name="p07-文本-0221">
            <a:extLst xmlns:a="http://schemas.openxmlformats.org/drawingml/2006/main">
              <a:ext uri="{FF2B5EF4-FFF2-40B4-BE49-F238E27FC236}">
                <a16:creationId xmlns:a16="http://schemas.microsoft.com/office/drawing/2014/main" id="{A721D174-692B-45A2-847E-5D3BEF84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1247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选择可控制变量</a:t>
            </a:r>
          </a:p>
        </p:txBody>
      </p:sp>
      <p:sp>
        <p:nvSpPr>
          <p:cNvPr id="222" name="p07-文本-0222">
            <a:extLst xmlns:a="http://schemas.openxmlformats.org/drawingml/2006/main">
              <a:ext uri="{FF2B5EF4-FFF2-40B4-BE49-F238E27FC236}">
                <a16:creationId xmlns:a16="http://schemas.microsoft.com/office/drawing/2014/main" id="{A1459B3F-3F68-4FAD-A4C4-E69A23A0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36327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保持其余条件一致</a:t>
            </a:r>
          </a:p>
        </p:txBody>
      </p:sp>
      <p:sp>
        <p:nvSpPr>
          <p:cNvPr id="223" name="p07-文本-0223">
            <a:extLst xmlns:a="http://schemas.openxmlformats.org/drawingml/2006/main">
              <a:ext uri="{FF2B5EF4-FFF2-40B4-BE49-F238E27FC236}">
                <a16:creationId xmlns:a16="http://schemas.microsoft.com/office/drawing/2014/main" id="{4B3D5B79-B4BD-4264-B2C7-D1DA163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6017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记录样本与处理</a:t>
            </a:r>
          </a:p>
        </p:txBody>
      </p:sp>
      <p:sp>
        <p:nvSpPr>
          <p:cNvPr id="224" name="p07-路径-0224">
            <a:extLst xmlns:a="http://schemas.openxmlformats.org/drawingml/2006/main">
              <a:ext uri="{FF2B5EF4-FFF2-40B4-BE49-F238E27FC236}">
                <a16:creationId xmlns:a16="http://schemas.microsoft.com/office/drawing/2014/main" id="{010120AD-B9BC-4C51-81FC-CE8B2D77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0162"/>
            <a:ext cx="447675" cy="188976"/>
          </a:xfrm>
          <a:custGeom xmlns:a="http://schemas.openxmlformats.org/drawingml/2006/main">
            <a:pathLst>
              <a:path w="447675" h="188976">
                <a:moveTo>
                  <a:pt x="0" y="137351"/>
                </a:moveTo>
                <a:lnTo>
                  <a:pt x="295275" y="137351"/>
                </a:lnTo>
                <a:lnTo>
                  <a:pt x="295275" y="188976"/>
                </a:lnTo>
                <a:lnTo>
                  <a:pt x="447675" y="94488"/>
                </a:lnTo>
                <a:lnTo>
                  <a:pt x="295275" y="0"/>
                </a:lnTo>
                <a:lnTo>
                  <a:pt x="29527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5" name="p07-文本-0225">
            <a:extLst xmlns:a="http://schemas.openxmlformats.org/drawingml/2006/main">
              <a:ext uri="{FF2B5EF4-FFF2-40B4-BE49-F238E27FC236}">
                <a16:creationId xmlns:a16="http://schemas.microsoft.com/office/drawing/2014/main" id="{053C7AE7-37ED-4CC7-8890-89DCADF2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205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26" name="p07-线-0226">
            <a:extLst xmlns:a="http://schemas.openxmlformats.org/drawingml/2006/main">
              <a:ext uri="{FF2B5EF4-FFF2-40B4-BE49-F238E27FC236}">
                <a16:creationId xmlns:a16="http://schemas.microsoft.com/office/drawing/2014/main" id="{69CADE60-4984-4D6C-B983-D057D0D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14725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27" name="p07-线-0227">
            <a:extLst xmlns:a="http://schemas.openxmlformats.org/drawingml/2006/main">
              <a:ext uri="{FF2B5EF4-FFF2-40B4-BE49-F238E27FC236}">
                <a16:creationId xmlns:a16="http://schemas.microsoft.com/office/drawing/2014/main" id="{FD6DF42E-698D-420B-A534-064CF96B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95" cy="847725"/>
          </a:xfrm>
          <a:custGeom xmlns:a="http://schemas.openxmlformats.org/drawingml/2006/main">
            <a:pathLst>
              <a:path w="95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28" name="p07-线-0228">
            <a:extLst xmlns:a="http://schemas.openxmlformats.org/drawingml/2006/main">
              <a:ext uri="{FF2B5EF4-FFF2-40B4-BE49-F238E27FC236}">
                <a16:creationId xmlns:a16="http://schemas.microsoft.com/office/drawing/2014/main" id="{F4C5C129-6200-46D2-B1A7-F5782089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8931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29" name="p07-线-0229">
            <a:extLst xmlns:a="http://schemas.openxmlformats.org/drawingml/2006/main">
              <a:ext uri="{FF2B5EF4-FFF2-40B4-BE49-F238E27FC236}">
                <a16:creationId xmlns:a16="http://schemas.microsoft.com/office/drawing/2014/main" id="{115D3398-9816-47B0-A6D4-AFECA76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0863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0" name="p07-线-0230">
            <a:extLst xmlns:a="http://schemas.openxmlformats.org/drawingml/2006/main">
              <a:ext uri="{FF2B5EF4-FFF2-40B4-BE49-F238E27FC236}">
                <a16:creationId xmlns:a16="http://schemas.microsoft.com/office/drawing/2014/main" id="{DD55C94D-2B72-4878-B22D-ACC8E5AA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2794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1" name="p07-路径-0231">
            <a:extLst xmlns:a="http://schemas.openxmlformats.org/drawingml/2006/main">
              <a:ext uri="{FF2B5EF4-FFF2-40B4-BE49-F238E27FC236}">
                <a16:creationId xmlns:a16="http://schemas.microsoft.com/office/drawing/2014/main" id="{9D47D2A2-6F00-49EE-BAB1-F843553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0828"/>
            <a:ext cx="2238375" cy="477202"/>
          </a:xfrm>
          <a:custGeom xmlns:a="http://schemas.openxmlformats.org/drawingml/2006/main">
            <a:pathLst>
              <a:path w="2238375" h="477202">
                <a:moveTo>
                  <a:pt x="0" y="0"/>
                </a:moveTo>
                <a:lnTo>
                  <a:pt x="74295" y="36195"/>
                </a:lnTo>
                <a:lnTo>
                  <a:pt x="149543" y="69532"/>
                </a:lnTo>
                <a:lnTo>
                  <a:pt x="223838" y="100013"/>
                </a:lnTo>
                <a:lnTo>
                  <a:pt x="298132" y="129540"/>
                </a:lnTo>
                <a:lnTo>
                  <a:pt x="373380" y="156210"/>
                </a:lnTo>
                <a:lnTo>
                  <a:pt x="447675" y="181927"/>
                </a:lnTo>
                <a:lnTo>
                  <a:pt x="521970" y="205740"/>
                </a:lnTo>
                <a:lnTo>
                  <a:pt x="597218" y="227647"/>
                </a:lnTo>
                <a:lnTo>
                  <a:pt x="671513" y="248602"/>
                </a:lnTo>
                <a:lnTo>
                  <a:pt x="745807" y="268605"/>
                </a:lnTo>
                <a:lnTo>
                  <a:pt x="821055" y="286702"/>
                </a:lnTo>
                <a:lnTo>
                  <a:pt x="895350" y="303847"/>
                </a:lnTo>
                <a:lnTo>
                  <a:pt x="969645" y="320040"/>
                </a:lnTo>
                <a:lnTo>
                  <a:pt x="1044893" y="334327"/>
                </a:lnTo>
                <a:lnTo>
                  <a:pt x="1119188" y="348615"/>
                </a:lnTo>
                <a:lnTo>
                  <a:pt x="1193482" y="361950"/>
                </a:lnTo>
                <a:lnTo>
                  <a:pt x="1268730" y="374332"/>
                </a:lnTo>
                <a:lnTo>
                  <a:pt x="1343025" y="385763"/>
                </a:lnTo>
                <a:lnTo>
                  <a:pt x="1417320" y="396240"/>
                </a:lnTo>
                <a:lnTo>
                  <a:pt x="1492568" y="405765"/>
                </a:lnTo>
                <a:lnTo>
                  <a:pt x="1566863" y="415290"/>
                </a:lnTo>
                <a:lnTo>
                  <a:pt x="1641157" y="423863"/>
                </a:lnTo>
                <a:lnTo>
                  <a:pt x="1716405" y="432435"/>
                </a:lnTo>
                <a:lnTo>
                  <a:pt x="1790700" y="440055"/>
                </a:lnTo>
                <a:lnTo>
                  <a:pt x="1864995" y="447675"/>
                </a:lnTo>
                <a:lnTo>
                  <a:pt x="1940243" y="454342"/>
                </a:lnTo>
                <a:lnTo>
                  <a:pt x="2014538" y="460057"/>
                </a:lnTo>
                <a:lnTo>
                  <a:pt x="2088832" y="465772"/>
                </a:lnTo>
                <a:lnTo>
                  <a:pt x="2164080" y="471488"/>
                </a:lnTo>
                <a:lnTo>
                  <a:pt x="2238375" y="47720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32" name="p07-椭圆-0232">
            <a:extLst xmlns:a="http://schemas.openxmlformats.org/drawingml/2006/main">
              <a:ext uri="{FF2B5EF4-FFF2-40B4-BE49-F238E27FC236}">
                <a16:creationId xmlns:a16="http://schemas.microsoft.com/office/drawing/2014/main" id="{1E8914E0-D357-46CF-B67D-CFAE0AB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278444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3" name="p07-椭圆-0233">
            <a:extLst xmlns:a="http://schemas.openxmlformats.org/drawingml/2006/main">
              <a:ext uri="{FF2B5EF4-FFF2-40B4-BE49-F238E27FC236}">
                <a16:creationId xmlns:a16="http://schemas.microsoft.com/office/drawing/2014/main" id="{995B3E4D-B21B-4437-B3FA-B2BE9B1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296610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4" name="p07-椭圆-0234">
            <a:extLst xmlns:a="http://schemas.openxmlformats.org/drawingml/2006/main">
              <a:ext uri="{FF2B5EF4-FFF2-40B4-BE49-F238E27FC236}">
                <a16:creationId xmlns:a16="http://schemas.microsoft.com/office/drawing/2014/main" id="{D2CD15C2-3E6C-4803-B61B-47F604A7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08787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5" name="p07-椭圆-0235">
            <a:extLst xmlns:a="http://schemas.openxmlformats.org/drawingml/2006/main">
              <a:ext uri="{FF2B5EF4-FFF2-40B4-BE49-F238E27FC236}">
                <a16:creationId xmlns:a16="http://schemas.microsoft.com/office/drawing/2014/main" id="{111BDB21-4305-4052-B9EF-B9659E8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31695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6" name="p07-椭圆-0236">
            <a:extLst xmlns:a="http://schemas.openxmlformats.org/drawingml/2006/main">
              <a:ext uri="{FF2B5EF4-FFF2-40B4-BE49-F238E27FC236}">
                <a16:creationId xmlns:a16="http://schemas.microsoft.com/office/drawing/2014/main" id="{6A39E039-276B-4420-9E96-0911D0A9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32242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7" name="p07-椭圆-0237">
            <a:extLst xmlns:a="http://schemas.openxmlformats.org/drawingml/2006/main">
              <a:ext uri="{FF2B5EF4-FFF2-40B4-BE49-F238E27FC236}">
                <a16:creationId xmlns:a16="http://schemas.microsoft.com/office/drawing/2014/main" id="{BB59909F-54EA-45EB-85F0-317DB03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326089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8" name="p07-路径-0238">
            <a:extLst xmlns:a="http://schemas.openxmlformats.org/drawingml/2006/main">
              <a:ext uri="{FF2B5EF4-FFF2-40B4-BE49-F238E27FC236}">
                <a16:creationId xmlns:a16="http://schemas.microsoft.com/office/drawing/2014/main" id="{58F2CE94-6996-495F-9869-F8CF62A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0828"/>
            <a:ext cx="2238375" cy="523875"/>
          </a:xfrm>
          <a:custGeom xmlns:a="http://schemas.openxmlformats.org/drawingml/2006/main">
            <a:pathLst>
              <a:path w="2238375" h="523875">
                <a:moveTo>
                  <a:pt x="0" y="0"/>
                </a:moveTo>
                <a:lnTo>
                  <a:pt x="74295" y="52388"/>
                </a:lnTo>
                <a:lnTo>
                  <a:pt x="149543" y="100013"/>
                </a:lnTo>
                <a:lnTo>
                  <a:pt x="223838" y="142875"/>
                </a:lnTo>
                <a:lnTo>
                  <a:pt x="298132" y="181927"/>
                </a:lnTo>
                <a:lnTo>
                  <a:pt x="373380" y="217170"/>
                </a:lnTo>
                <a:lnTo>
                  <a:pt x="447675" y="248602"/>
                </a:lnTo>
                <a:lnTo>
                  <a:pt x="521970" y="278130"/>
                </a:lnTo>
                <a:lnTo>
                  <a:pt x="597218" y="303847"/>
                </a:lnTo>
                <a:lnTo>
                  <a:pt x="671513" y="327660"/>
                </a:lnTo>
                <a:lnTo>
                  <a:pt x="745807" y="348615"/>
                </a:lnTo>
                <a:lnTo>
                  <a:pt x="821055" y="367665"/>
                </a:lnTo>
                <a:lnTo>
                  <a:pt x="895350" y="385763"/>
                </a:lnTo>
                <a:lnTo>
                  <a:pt x="969645" y="401002"/>
                </a:lnTo>
                <a:lnTo>
                  <a:pt x="1044893" y="415290"/>
                </a:lnTo>
                <a:lnTo>
                  <a:pt x="1119188" y="428625"/>
                </a:lnTo>
                <a:lnTo>
                  <a:pt x="1193482" y="440055"/>
                </a:lnTo>
                <a:lnTo>
                  <a:pt x="1268730" y="450532"/>
                </a:lnTo>
                <a:lnTo>
                  <a:pt x="1343025" y="460057"/>
                </a:lnTo>
                <a:lnTo>
                  <a:pt x="1417320" y="468630"/>
                </a:lnTo>
                <a:lnTo>
                  <a:pt x="1492568" y="477202"/>
                </a:lnTo>
                <a:lnTo>
                  <a:pt x="1566863" y="483870"/>
                </a:lnTo>
                <a:lnTo>
                  <a:pt x="1641157" y="490538"/>
                </a:lnTo>
                <a:lnTo>
                  <a:pt x="1716405" y="496252"/>
                </a:lnTo>
                <a:lnTo>
                  <a:pt x="1790700" y="501015"/>
                </a:lnTo>
                <a:lnTo>
                  <a:pt x="1864995" y="505777"/>
                </a:lnTo>
                <a:lnTo>
                  <a:pt x="1940243" y="510540"/>
                </a:lnTo>
                <a:lnTo>
                  <a:pt x="2014538" y="514350"/>
                </a:lnTo>
                <a:lnTo>
                  <a:pt x="2088832" y="518160"/>
                </a:lnTo>
                <a:lnTo>
                  <a:pt x="2164080" y="521017"/>
                </a:lnTo>
                <a:lnTo>
                  <a:pt x="2238375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39" name="p07-椭圆-0239">
            <a:extLst xmlns:a="http://schemas.openxmlformats.org/drawingml/2006/main">
              <a:ext uri="{FF2B5EF4-FFF2-40B4-BE49-F238E27FC236}">
                <a16:creationId xmlns:a16="http://schemas.microsoft.com/office/drawing/2014/main" id="{179AA504-A0A6-4B36-849C-B9C477F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278444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0" name="p07-椭圆-0240">
            <a:extLst xmlns:a="http://schemas.openxmlformats.org/drawingml/2006/main">
              <a:ext uri="{FF2B5EF4-FFF2-40B4-BE49-F238E27FC236}">
                <a16:creationId xmlns:a16="http://schemas.microsoft.com/office/drawing/2014/main" id="{047EE64E-2FC4-460E-B52C-A0518C40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303305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1" name="p07-椭圆-0241">
            <a:extLst xmlns:a="http://schemas.openxmlformats.org/drawingml/2006/main">
              <a:ext uri="{FF2B5EF4-FFF2-40B4-BE49-F238E27FC236}">
                <a16:creationId xmlns:a16="http://schemas.microsoft.com/office/drawing/2014/main" id="{40E47F0F-996E-47CE-8A38-F2AB2A37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1695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2" name="p07-椭圆-0242">
            <a:extLst xmlns:a="http://schemas.openxmlformats.org/drawingml/2006/main">
              <a:ext uri="{FF2B5EF4-FFF2-40B4-BE49-F238E27FC236}">
                <a16:creationId xmlns:a16="http://schemas.microsoft.com/office/drawing/2014/main" id="{0B55EF58-1340-41F8-BF6B-0C865EE3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324438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3" name="p07-椭圆-0243">
            <a:extLst xmlns:a="http://schemas.openxmlformats.org/drawingml/2006/main">
              <a:ext uri="{FF2B5EF4-FFF2-40B4-BE49-F238E27FC236}">
                <a16:creationId xmlns:a16="http://schemas.microsoft.com/office/drawing/2014/main" id="{4FEE9BE2-43A7-4A12-ACE5-64D154E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328547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4" name="p07-椭圆-0244">
            <a:extLst xmlns:a="http://schemas.openxmlformats.org/drawingml/2006/main">
              <a:ext uri="{FF2B5EF4-FFF2-40B4-BE49-F238E27FC236}">
                <a16:creationId xmlns:a16="http://schemas.microsoft.com/office/drawing/2014/main" id="{1814E923-35C6-42DE-BC72-41BC1D9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330803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5" name="p07-路径-0245">
            <a:extLst xmlns:a="http://schemas.openxmlformats.org/drawingml/2006/main">
              <a:ext uri="{FF2B5EF4-FFF2-40B4-BE49-F238E27FC236}">
                <a16:creationId xmlns:a16="http://schemas.microsoft.com/office/drawing/2014/main" id="{790B9EF4-AD78-4AFE-BED6-6FED9892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0828"/>
            <a:ext cx="2238375" cy="541020"/>
          </a:xfrm>
          <a:custGeom xmlns:a="http://schemas.openxmlformats.org/drawingml/2006/main">
            <a:pathLst>
              <a:path w="2238375" h="541020">
                <a:moveTo>
                  <a:pt x="0" y="0"/>
                </a:moveTo>
                <a:lnTo>
                  <a:pt x="74295" y="69532"/>
                </a:lnTo>
                <a:lnTo>
                  <a:pt x="149543" y="129540"/>
                </a:lnTo>
                <a:lnTo>
                  <a:pt x="223838" y="181927"/>
                </a:lnTo>
                <a:lnTo>
                  <a:pt x="298132" y="227647"/>
                </a:lnTo>
                <a:lnTo>
                  <a:pt x="373380" y="268605"/>
                </a:lnTo>
                <a:lnTo>
                  <a:pt x="447675" y="303847"/>
                </a:lnTo>
                <a:lnTo>
                  <a:pt x="521970" y="334327"/>
                </a:lnTo>
                <a:lnTo>
                  <a:pt x="597218" y="361950"/>
                </a:lnTo>
                <a:lnTo>
                  <a:pt x="671513" y="385763"/>
                </a:lnTo>
                <a:lnTo>
                  <a:pt x="745807" y="405765"/>
                </a:lnTo>
                <a:lnTo>
                  <a:pt x="821055" y="423863"/>
                </a:lnTo>
                <a:lnTo>
                  <a:pt x="895350" y="440055"/>
                </a:lnTo>
                <a:lnTo>
                  <a:pt x="969645" y="454342"/>
                </a:lnTo>
                <a:lnTo>
                  <a:pt x="1044893" y="465772"/>
                </a:lnTo>
                <a:lnTo>
                  <a:pt x="1119188" y="477202"/>
                </a:lnTo>
                <a:lnTo>
                  <a:pt x="1193482" y="485775"/>
                </a:lnTo>
                <a:lnTo>
                  <a:pt x="1268730" y="494347"/>
                </a:lnTo>
                <a:lnTo>
                  <a:pt x="1343025" y="501015"/>
                </a:lnTo>
                <a:lnTo>
                  <a:pt x="1417320" y="507682"/>
                </a:lnTo>
                <a:lnTo>
                  <a:pt x="1492568" y="513397"/>
                </a:lnTo>
                <a:lnTo>
                  <a:pt x="1566863" y="518160"/>
                </a:lnTo>
                <a:lnTo>
                  <a:pt x="1641157" y="521970"/>
                </a:lnTo>
                <a:lnTo>
                  <a:pt x="1716405" y="525780"/>
                </a:lnTo>
                <a:lnTo>
                  <a:pt x="1790700" y="528638"/>
                </a:lnTo>
                <a:lnTo>
                  <a:pt x="1864995" y="531495"/>
                </a:lnTo>
                <a:lnTo>
                  <a:pt x="1940243" y="534352"/>
                </a:lnTo>
                <a:lnTo>
                  <a:pt x="2014538" y="536257"/>
                </a:lnTo>
                <a:lnTo>
                  <a:pt x="2088832" y="538163"/>
                </a:lnTo>
                <a:lnTo>
                  <a:pt x="2164080" y="540067"/>
                </a:lnTo>
                <a:lnTo>
                  <a:pt x="2238375" y="54102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46" name="p07-椭圆-0246">
            <a:extLst xmlns:a="http://schemas.openxmlformats.org/drawingml/2006/main">
              <a:ext uri="{FF2B5EF4-FFF2-40B4-BE49-F238E27FC236}">
                <a16:creationId xmlns:a16="http://schemas.microsoft.com/office/drawing/2014/main" id="{B5EB5CD3-F548-4F6A-AF4A-616E8AF4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278444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7" name="p07-椭圆-0247">
            <a:extLst xmlns:a="http://schemas.openxmlformats.org/drawingml/2006/main">
              <a:ext uri="{FF2B5EF4-FFF2-40B4-BE49-F238E27FC236}">
                <a16:creationId xmlns:a16="http://schemas.microsoft.com/office/drawing/2014/main" id="{03B34C0B-CF1B-4EF2-9641-E13DBC7D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308787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8" name="p07-椭圆-0248">
            <a:extLst xmlns:a="http://schemas.openxmlformats.org/drawingml/2006/main">
              <a:ext uri="{FF2B5EF4-FFF2-40B4-BE49-F238E27FC236}">
                <a16:creationId xmlns:a16="http://schemas.microsoft.com/office/drawing/2014/main" id="{0CDEB057-F0A8-4898-B877-50D40851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2242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9" name="p07-椭圆-0249">
            <a:extLst xmlns:a="http://schemas.openxmlformats.org/drawingml/2006/main">
              <a:ext uri="{FF2B5EF4-FFF2-40B4-BE49-F238E27FC236}">
                <a16:creationId xmlns:a16="http://schemas.microsoft.com/office/drawing/2014/main" id="{A9BD87EA-8230-4128-97D8-4C60C7C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328547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0" name="p07-椭圆-0250">
            <a:extLst xmlns:a="http://schemas.openxmlformats.org/drawingml/2006/main">
              <a:ext uri="{FF2B5EF4-FFF2-40B4-BE49-F238E27FC236}">
                <a16:creationId xmlns:a16="http://schemas.microsoft.com/office/drawing/2014/main" id="{1F494463-7FB2-4A11-8185-98F34E0B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331300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1" name="p07-椭圆-0251">
            <a:extLst xmlns:a="http://schemas.openxmlformats.org/drawingml/2006/main">
              <a:ext uri="{FF2B5EF4-FFF2-40B4-BE49-F238E27FC236}">
                <a16:creationId xmlns:a16="http://schemas.microsoft.com/office/drawing/2014/main" id="{8F9E9593-6C29-4825-ADD6-2C50E9DD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332537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2" name="p07-文本-0252">
            <a:extLst xmlns:a="http://schemas.openxmlformats.org/drawingml/2006/main">
              <a:ext uri="{FF2B5EF4-FFF2-40B4-BE49-F238E27FC236}">
                <a16:creationId xmlns:a16="http://schemas.microsoft.com/office/drawing/2014/main" id="{51AB7CB6-3686-4636-9D0D-3AF69E5C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3611752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53" name="p07-线-0253">
            <a:extLst xmlns:a="http://schemas.openxmlformats.org/drawingml/2006/main">
              <a:ext uri="{FF2B5EF4-FFF2-40B4-BE49-F238E27FC236}">
                <a16:creationId xmlns:a16="http://schemas.microsoft.com/office/drawing/2014/main" id="{A2D2E3BE-3897-4499-8396-EBF779EC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54" name="p07-文本-0254">
            <a:extLst xmlns:a="http://schemas.openxmlformats.org/drawingml/2006/main">
              <a:ext uri="{FF2B5EF4-FFF2-40B4-BE49-F238E27FC236}">
                <a16:creationId xmlns:a16="http://schemas.microsoft.com/office/drawing/2014/main" id="{B9E24F3E-67B8-467D-B88C-10F23513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283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55" name="p07-线-0255">
            <a:extLst xmlns:a="http://schemas.openxmlformats.org/drawingml/2006/main">
              <a:ext uri="{FF2B5EF4-FFF2-40B4-BE49-F238E27FC236}">
                <a16:creationId xmlns:a16="http://schemas.microsoft.com/office/drawing/2014/main" id="{7F82E9A5-C739-413F-8F93-188CDFCB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725" y="25050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56" name="p07-文本-0256">
            <a:extLst xmlns:a="http://schemas.openxmlformats.org/drawingml/2006/main">
              <a:ext uri="{FF2B5EF4-FFF2-40B4-BE49-F238E27FC236}">
                <a16:creationId xmlns:a16="http://schemas.microsoft.com/office/drawing/2014/main" id="{0DE06A1E-8A41-47E4-99F9-E0CFAA25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25" y="243283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57" name="p07-线-0257">
            <a:extLst xmlns:a="http://schemas.openxmlformats.org/drawingml/2006/main">
              <a:ext uri="{FF2B5EF4-FFF2-40B4-BE49-F238E27FC236}">
                <a16:creationId xmlns:a16="http://schemas.microsoft.com/office/drawing/2014/main" id="{9CF4E0C8-9443-4587-A60C-4BCD1300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050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58" name="p07-文本-0258">
            <a:extLst xmlns:a="http://schemas.openxmlformats.org/drawingml/2006/main">
              <a:ext uri="{FF2B5EF4-FFF2-40B4-BE49-F238E27FC236}">
                <a16:creationId xmlns:a16="http://schemas.microsoft.com/office/drawing/2014/main" id="{E0C89D9E-2D16-4B28-B4FB-AFF2E90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43283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59" name="p07-路径-0259">
            <a:extLst xmlns:a="http://schemas.openxmlformats.org/drawingml/2006/main">
              <a:ext uri="{FF2B5EF4-FFF2-40B4-BE49-F238E27FC236}">
                <a16:creationId xmlns:a16="http://schemas.microsoft.com/office/drawing/2014/main" id="{9BA51891-DB81-446E-B190-22331924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20162"/>
            <a:ext cx="438150" cy="188976"/>
          </a:xfrm>
          <a:custGeom xmlns:a="http://schemas.openxmlformats.org/drawingml/2006/main">
            <a:pathLst>
              <a:path w="438150" h="188976">
                <a:moveTo>
                  <a:pt x="0" y="137351"/>
                </a:moveTo>
                <a:lnTo>
                  <a:pt x="285750" y="137351"/>
                </a:lnTo>
                <a:lnTo>
                  <a:pt x="285750" y="188976"/>
                </a:lnTo>
                <a:lnTo>
                  <a:pt x="438150" y="94488"/>
                </a:lnTo>
                <a:lnTo>
                  <a:pt x="285750" y="0"/>
                </a:lnTo>
                <a:lnTo>
                  <a:pt x="285750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0" name="p07-文本-0260">
            <a:extLst xmlns:a="http://schemas.openxmlformats.org/drawingml/2006/main">
              <a:ext uri="{FF2B5EF4-FFF2-40B4-BE49-F238E27FC236}">
                <a16:creationId xmlns:a16="http://schemas.microsoft.com/office/drawing/2014/main" id="{10130A60-62A5-4421-AE5A-13AD4816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065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统一单位与基准</a:t>
            </a:r>
          </a:p>
        </p:txBody>
      </p:sp>
      <p:sp>
        <p:nvSpPr>
          <p:cNvPr id="261" name="p07-文本-0261">
            <a:extLst xmlns:a="http://schemas.openxmlformats.org/drawingml/2006/main">
              <a:ext uri="{FF2B5EF4-FFF2-40B4-BE49-F238E27FC236}">
                <a16:creationId xmlns:a16="http://schemas.microsoft.com/office/drawing/2014/main" id="{FE3E580F-2967-41E3-A795-801753E1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749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对照与重复测量</a:t>
            </a:r>
          </a:p>
        </p:txBody>
      </p:sp>
      <p:sp>
        <p:nvSpPr>
          <p:cNvPr id="262" name="p07-文本-0262">
            <a:extLst xmlns:a="http://schemas.openxmlformats.org/drawingml/2006/main">
              <a:ext uri="{FF2B5EF4-FFF2-40B4-BE49-F238E27FC236}">
                <a16:creationId xmlns:a16="http://schemas.microsoft.com/office/drawing/2014/main" id="{A3A2EA3D-F0E5-42F2-A823-5BED7CF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93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比较效果与代价</a:t>
            </a:r>
          </a:p>
        </p:txBody>
      </p:sp>
      <p:sp>
        <p:nvSpPr>
          <p:cNvPr id="263" name="p07-文本-0263">
            <a:extLst xmlns:a="http://schemas.openxmlformats.org/drawingml/2006/main">
              <a:ext uri="{FF2B5EF4-FFF2-40B4-BE49-F238E27FC236}">
                <a16:creationId xmlns:a16="http://schemas.microsoft.com/office/drawing/2014/main" id="{CA8A0B5E-7A4F-4AD9-ABCC-3078FB3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054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界面调节</a:t>
            </a:r>
          </a:p>
        </p:txBody>
      </p:sp>
      <p:sp>
        <p:nvSpPr>
          <p:cNvPr id="264" name="p07-路径-0264">
            <a:extLst xmlns:a="http://schemas.openxmlformats.org/drawingml/2006/main">
              <a:ext uri="{FF2B5EF4-FFF2-40B4-BE49-F238E27FC236}">
                <a16:creationId xmlns:a16="http://schemas.microsoft.com/office/drawing/2014/main" id="{9F6B3F07-BB24-463B-8F3E-B0A3ECA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076450" cy="371475"/>
          </a:xfrm>
          <a:custGeom xmlns:a="http://schemas.openxmlformats.org/drawingml/2006/main">
            <a:pathLst>
              <a:path w="2076450" h="371475">
                <a:moveTo>
                  <a:pt x="0" y="142875"/>
                </a:moveTo>
                <a:lnTo>
                  <a:pt x="1619631" y="0"/>
                </a:lnTo>
                <a:lnTo>
                  <a:pt x="2076450" y="228600"/>
                </a:lnTo>
                <a:lnTo>
                  <a:pt x="456819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p07-路径-0265">
            <a:extLst xmlns:a="http://schemas.openxmlformats.org/drawingml/2006/main">
              <a:ext uri="{FF2B5EF4-FFF2-40B4-BE49-F238E27FC236}">
                <a16:creationId xmlns:a16="http://schemas.microsoft.com/office/drawing/2014/main" id="{FC4843C6-C013-4929-B3F9-0E20FA0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2290"/>
            <a:ext cx="2076450" cy="371475"/>
          </a:xfrm>
          <a:custGeom xmlns:a="http://schemas.openxmlformats.org/drawingml/2006/main">
            <a:pathLst>
              <a:path w="2076450" h="371475">
                <a:moveTo>
                  <a:pt x="0" y="142875"/>
                </a:moveTo>
                <a:lnTo>
                  <a:pt x="1619631" y="0"/>
                </a:lnTo>
                <a:lnTo>
                  <a:pt x="2076450" y="228600"/>
                </a:lnTo>
                <a:lnTo>
                  <a:pt x="456819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p07-路径-0266">
            <a:extLst xmlns:a="http://schemas.openxmlformats.org/drawingml/2006/main">
              <a:ext uri="{FF2B5EF4-FFF2-40B4-BE49-F238E27FC236}">
                <a16:creationId xmlns:a16="http://schemas.microsoft.com/office/drawing/2014/main" id="{83F000F0-3D71-4960-8FB1-EFE8EA9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3079"/>
            <a:ext cx="2076450" cy="371475"/>
          </a:xfrm>
          <a:custGeom xmlns:a="http://schemas.openxmlformats.org/drawingml/2006/main">
            <a:pathLst>
              <a:path w="2076450" h="371475">
                <a:moveTo>
                  <a:pt x="0" y="142875"/>
                </a:moveTo>
                <a:lnTo>
                  <a:pt x="1619631" y="0"/>
                </a:lnTo>
                <a:lnTo>
                  <a:pt x="2076450" y="228600"/>
                </a:lnTo>
                <a:lnTo>
                  <a:pt x="456819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p07-路径-0267">
            <a:extLst xmlns:a="http://schemas.openxmlformats.org/drawingml/2006/main">
              <a:ext uri="{FF2B5EF4-FFF2-40B4-BE49-F238E27FC236}">
                <a16:creationId xmlns:a16="http://schemas.microsoft.com/office/drawing/2014/main" id="{05D3658B-4D8F-4111-B44F-F3168F6A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3869"/>
            <a:ext cx="2076450" cy="371475"/>
          </a:xfrm>
          <a:custGeom xmlns:a="http://schemas.openxmlformats.org/drawingml/2006/main">
            <a:pathLst>
              <a:path w="2076450" h="371475">
                <a:moveTo>
                  <a:pt x="0" y="142875"/>
                </a:moveTo>
                <a:lnTo>
                  <a:pt x="1619631" y="0"/>
                </a:lnTo>
                <a:lnTo>
                  <a:pt x="2076450" y="228600"/>
                </a:lnTo>
                <a:lnTo>
                  <a:pt x="456819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p07-路径-0268">
            <a:extLst xmlns:a="http://schemas.openxmlformats.org/drawingml/2006/main">
              <a:ext uri="{FF2B5EF4-FFF2-40B4-BE49-F238E27FC236}">
                <a16:creationId xmlns:a16="http://schemas.microsoft.com/office/drawing/2014/main" id="{4F7A2BB0-339F-418B-B326-CAAD2A9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24" y="5346002"/>
            <a:ext cx="94488" cy="174307"/>
          </a:xfrm>
          <a:custGeom xmlns:a="http://schemas.openxmlformats.org/drawingml/2006/main">
            <a:pathLst>
              <a:path w="94488" h="174307">
                <a:moveTo>
                  <a:pt x="32957" y="0"/>
                </a:moveTo>
                <a:lnTo>
                  <a:pt x="32957" y="98107"/>
                </a:lnTo>
                <a:lnTo>
                  <a:pt x="0" y="98107"/>
                </a:lnTo>
                <a:lnTo>
                  <a:pt x="47244" y="174307"/>
                </a:lnTo>
                <a:lnTo>
                  <a:pt x="94488" y="98107"/>
                </a:lnTo>
                <a:lnTo>
                  <a:pt x="61532" y="98107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9" name="p07-路径-0269">
            <a:extLst xmlns:a="http://schemas.openxmlformats.org/drawingml/2006/main">
              <a:ext uri="{FF2B5EF4-FFF2-40B4-BE49-F238E27FC236}">
                <a16:creationId xmlns:a16="http://schemas.microsoft.com/office/drawing/2014/main" id="{AC6AAAFC-E3D5-41D8-93E1-A9C45CF8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8" y="5346002"/>
            <a:ext cx="94488" cy="174307"/>
          </a:xfrm>
          <a:custGeom xmlns:a="http://schemas.openxmlformats.org/drawingml/2006/main">
            <a:pathLst>
              <a:path w="94488" h="174307">
                <a:moveTo>
                  <a:pt x="32956" y="0"/>
                </a:moveTo>
                <a:lnTo>
                  <a:pt x="32956" y="98107"/>
                </a:lnTo>
                <a:lnTo>
                  <a:pt x="0" y="98107"/>
                </a:lnTo>
                <a:lnTo>
                  <a:pt x="47244" y="174307"/>
                </a:lnTo>
                <a:lnTo>
                  <a:pt x="94488" y="98107"/>
                </a:lnTo>
                <a:lnTo>
                  <a:pt x="61531" y="98107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0" name="p07-路径-0270">
            <a:extLst xmlns:a="http://schemas.openxmlformats.org/drawingml/2006/main">
              <a:ext uri="{FF2B5EF4-FFF2-40B4-BE49-F238E27FC236}">
                <a16:creationId xmlns:a16="http://schemas.microsoft.com/office/drawing/2014/main" id="{6B94B88E-775A-4838-9683-DE2F8788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72" y="5346002"/>
            <a:ext cx="94488" cy="174307"/>
          </a:xfrm>
          <a:custGeom xmlns:a="http://schemas.openxmlformats.org/drawingml/2006/main">
            <a:pathLst>
              <a:path w="94488" h="174307">
                <a:moveTo>
                  <a:pt x="32957" y="0"/>
                </a:moveTo>
                <a:lnTo>
                  <a:pt x="32957" y="98107"/>
                </a:lnTo>
                <a:lnTo>
                  <a:pt x="0" y="98107"/>
                </a:lnTo>
                <a:lnTo>
                  <a:pt x="47244" y="174307"/>
                </a:lnTo>
                <a:lnTo>
                  <a:pt x="94488" y="98107"/>
                </a:lnTo>
                <a:lnTo>
                  <a:pt x="61532" y="98107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1" name="p07-路径-0271">
            <a:extLst xmlns:a="http://schemas.openxmlformats.org/drawingml/2006/main">
              <a:ext uri="{FF2B5EF4-FFF2-40B4-BE49-F238E27FC236}">
                <a16:creationId xmlns:a16="http://schemas.microsoft.com/office/drawing/2014/main" id="{A1AB7E16-DDCB-4149-B9B7-44D074E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246" y="5346002"/>
            <a:ext cx="94488" cy="174307"/>
          </a:xfrm>
          <a:custGeom xmlns:a="http://schemas.openxmlformats.org/drawingml/2006/main">
            <a:pathLst>
              <a:path w="94488" h="174307">
                <a:moveTo>
                  <a:pt x="32957" y="0"/>
                </a:moveTo>
                <a:lnTo>
                  <a:pt x="32957" y="98107"/>
                </a:lnTo>
                <a:lnTo>
                  <a:pt x="0" y="98107"/>
                </a:lnTo>
                <a:lnTo>
                  <a:pt x="47244" y="174307"/>
                </a:lnTo>
                <a:lnTo>
                  <a:pt x="94488" y="98107"/>
                </a:lnTo>
                <a:lnTo>
                  <a:pt x="61532" y="98107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2" name="p07-路径-0272">
            <a:extLst xmlns:a="http://schemas.openxmlformats.org/drawingml/2006/main">
              <a:ext uri="{FF2B5EF4-FFF2-40B4-BE49-F238E27FC236}">
                <a16:creationId xmlns:a16="http://schemas.microsoft.com/office/drawing/2014/main" id="{C25D98EC-60F8-4705-B612-841EFCAF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420" y="5346002"/>
            <a:ext cx="94488" cy="174307"/>
          </a:xfrm>
          <a:custGeom xmlns:a="http://schemas.openxmlformats.org/drawingml/2006/main">
            <a:pathLst>
              <a:path w="94488" h="174307">
                <a:moveTo>
                  <a:pt x="32957" y="0"/>
                </a:moveTo>
                <a:lnTo>
                  <a:pt x="32957" y="98107"/>
                </a:lnTo>
                <a:lnTo>
                  <a:pt x="0" y="98107"/>
                </a:lnTo>
                <a:lnTo>
                  <a:pt x="47244" y="174307"/>
                </a:lnTo>
                <a:lnTo>
                  <a:pt x="94488" y="98107"/>
                </a:lnTo>
                <a:lnTo>
                  <a:pt x="61532" y="98107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3" name="p07-路径-0273">
            <a:extLst xmlns:a="http://schemas.openxmlformats.org/drawingml/2006/main">
              <a:ext uri="{FF2B5EF4-FFF2-40B4-BE49-F238E27FC236}">
                <a16:creationId xmlns:a16="http://schemas.microsoft.com/office/drawing/2014/main" id="{59F08F13-86D8-4810-83F7-8A35A576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594" y="5346002"/>
            <a:ext cx="94488" cy="174307"/>
          </a:xfrm>
          <a:custGeom xmlns:a="http://schemas.openxmlformats.org/drawingml/2006/main">
            <a:pathLst>
              <a:path w="94488" h="174307">
                <a:moveTo>
                  <a:pt x="32957" y="0"/>
                </a:moveTo>
                <a:lnTo>
                  <a:pt x="32957" y="98107"/>
                </a:lnTo>
                <a:lnTo>
                  <a:pt x="0" y="98107"/>
                </a:lnTo>
                <a:lnTo>
                  <a:pt x="47244" y="174307"/>
                </a:lnTo>
                <a:lnTo>
                  <a:pt x="94488" y="98107"/>
                </a:lnTo>
                <a:lnTo>
                  <a:pt x="61532" y="98107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4" name="p07-路径-0274">
            <a:extLst xmlns:a="http://schemas.openxmlformats.org/drawingml/2006/main">
              <a:ext uri="{FF2B5EF4-FFF2-40B4-BE49-F238E27FC236}">
                <a16:creationId xmlns:a16="http://schemas.microsoft.com/office/drawing/2014/main" id="{95EE412D-7E1A-4029-A370-1F3C950D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848987"/>
            <a:ext cx="447675" cy="188976"/>
          </a:xfrm>
          <a:custGeom xmlns:a="http://schemas.openxmlformats.org/drawingml/2006/main">
            <a:pathLst>
              <a:path w="447675" h="188976">
                <a:moveTo>
                  <a:pt x="0" y="137351"/>
                </a:moveTo>
                <a:lnTo>
                  <a:pt x="295275" y="137351"/>
                </a:lnTo>
                <a:lnTo>
                  <a:pt x="295275" y="188976"/>
                </a:lnTo>
                <a:lnTo>
                  <a:pt x="447675" y="94488"/>
                </a:lnTo>
                <a:lnTo>
                  <a:pt x="295275" y="0"/>
                </a:lnTo>
                <a:lnTo>
                  <a:pt x="29527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5" name="p07-文本-0275">
            <a:extLst xmlns:a="http://schemas.openxmlformats.org/drawingml/2006/main">
              <a:ext uri="{FF2B5EF4-FFF2-40B4-BE49-F238E27FC236}">
                <a16:creationId xmlns:a16="http://schemas.microsoft.com/office/drawing/2014/main" id="{15616E9D-BF11-4AA5-94FA-DDEE709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4130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选择可控制变量</a:t>
            </a:r>
          </a:p>
        </p:txBody>
      </p:sp>
      <p:sp>
        <p:nvSpPr>
          <p:cNvPr id="276" name="p07-文本-0276">
            <a:extLst xmlns:a="http://schemas.openxmlformats.org/drawingml/2006/main">
              <a:ext uri="{FF2B5EF4-FFF2-40B4-BE49-F238E27FC236}">
                <a16:creationId xmlns:a16="http://schemas.microsoft.com/office/drawing/2014/main" id="{21F5398C-6975-4116-A1AC-E210CABA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65152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保持其余条件一致</a:t>
            </a:r>
          </a:p>
        </p:txBody>
      </p:sp>
      <p:sp>
        <p:nvSpPr>
          <p:cNvPr id="277" name="p07-文本-0277">
            <a:extLst xmlns:a="http://schemas.openxmlformats.org/drawingml/2006/main">
              <a:ext uri="{FF2B5EF4-FFF2-40B4-BE49-F238E27FC236}">
                <a16:creationId xmlns:a16="http://schemas.microsoft.com/office/drawing/2014/main" id="{BBB83610-296A-4D74-96C1-1AAB9058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98900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记录样本与处理</a:t>
            </a:r>
          </a:p>
        </p:txBody>
      </p:sp>
      <p:sp>
        <p:nvSpPr>
          <p:cNvPr id="278" name="p07-路径-0278">
            <a:extLst xmlns:a="http://schemas.openxmlformats.org/drawingml/2006/main">
              <a:ext uri="{FF2B5EF4-FFF2-40B4-BE49-F238E27FC236}">
                <a16:creationId xmlns:a16="http://schemas.microsoft.com/office/drawing/2014/main" id="{16530CBB-90D0-4A93-9A5B-EDAD1F5E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48987"/>
            <a:ext cx="447675" cy="188976"/>
          </a:xfrm>
          <a:custGeom xmlns:a="http://schemas.openxmlformats.org/drawingml/2006/main">
            <a:pathLst>
              <a:path w="447675" h="188976">
                <a:moveTo>
                  <a:pt x="0" y="137351"/>
                </a:moveTo>
                <a:lnTo>
                  <a:pt x="295275" y="137351"/>
                </a:lnTo>
                <a:lnTo>
                  <a:pt x="295275" y="188976"/>
                </a:lnTo>
                <a:lnTo>
                  <a:pt x="447675" y="94488"/>
                </a:lnTo>
                <a:lnTo>
                  <a:pt x="295275" y="0"/>
                </a:lnTo>
                <a:lnTo>
                  <a:pt x="29527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9" name="p07-文本-0279">
            <a:extLst xmlns:a="http://schemas.openxmlformats.org/drawingml/2006/main">
              <a:ext uri="{FF2B5EF4-FFF2-40B4-BE49-F238E27FC236}">
                <a16:creationId xmlns:a16="http://schemas.microsoft.com/office/drawing/2014/main" id="{6C8E733D-99D7-4271-8AAB-5CD94A8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087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80" name="p07-线-0280">
            <a:extLst xmlns:a="http://schemas.openxmlformats.org/drawingml/2006/main">
              <a:ext uri="{FF2B5EF4-FFF2-40B4-BE49-F238E27FC236}">
                <a16:creationId xmlns:a16="http://schemas.microsoft.com/office/drawing/2014/main" id="{84125EF6-661D-499D-AF18-FD0FD90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43550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81" name="p07-线-0281">
            <a:extLst xmlns:a="http://schemas.openxmlformats.org/drawingml/2006/main">
              <a:ext uri="{FF2B5EF4-FFF2-40B4-BE49-F238E27FC236}">
                <a16:creationId xmlns:a16="http://schemas.microsoft.com/office/drawing/2014/main" id="{8C1DB7D3-E9BB-4157-B7F0-D5A3BA9A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95" cy="847725"/>
          </a:xfrm>
          <a:custGeom xmlns:a="http://schemas.openxmlformats.org/drawingml/2006/main">
            <a:pathLst>
              <a:path w="95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82" name="p07-线-0282">
            <a:extLst xmlns:a="http://schemas.openxmlformats.org/drawingml/2006/main">
              <a:ext uri="{FF2B5EF4-FFF2-40B4-BE49-F238E27FC236}">
                <a16:creationId xmlns:a16="http://schemas.microsoft.com/office/drawing/2014/main" id="{CB1DB3A1-C7FE-4AEE-9D34-641535F3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756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83" name="p07-线-0283">
            <a:extLst xmlns:a="http://schemas.openxmlformats.org/drawingml/2006/main">
              <a:ext uri="{FF2B5EF4-FFF2-40B4-BE49-F238E27FC236}">
                <a16:creationId xmlns:a16="http://schemas.microsoft.com/office/drawing/2014/main" id="{68FBF426-C9BF-4C7A-94ED-BAF848EF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19688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84" name="p07-线-0284">
            <a:extLst xmlns:a="http://schemas.openxmlformats.org/drawingml/2006/main">
              <a:ext uri="{FF2B5EF4-FFF2-40B4-BE49-F238E27FC236}">
                <a16:creationId xmlns:a16="http://schemas.microsoft.com/office/drawing/2014/main" id="{7536D1B2-0128-454D-A1C0-FE19E7CB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31619"/>
            <a:ext cx="2238375" cy="95"/>
          </a:xfrm>
          <a:custGeom xmlns:a="http://schemas.openxmlformats.org/drawingml/2006/main">
            <a:pathLst>
              <a:path w="2238375" h="9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85" name="p07-路径-0285">
            <a:extLst xmlns:a="http://schemas.openxmlformats.org/drawingml/2006/main">
              <a:ext uri="{FF2B5EF4-FFF2-40B4-BE49-F238E27FC236}">
                <a16:creationId xmlns:a16="http://schemas.microsoft.com/office/drawing/2014/main" id="{752A6CD2-A98C-4A4F-96BF-3E0D006C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39653"/>
            <a:ext cx="2238375" cy="477203"/>
          </a:xfrm>
          <a:custGeom xmlns:a="http://schemas.openxmlformats.org/drawingml/2006/main">
            <a:pathLst>
              <a:path w="2238375" h="477203">
                <a:moveTo>
                  <a:pt x="0" y="0"/>
                </a:moveTo>
                <a:lnTo>
                  <a:pt x="74295" y="36195"/>
                </a:lnTo>
                <a:lnTo>
                  <a:pt x="149543" y="69532"/>
                </a:lnTo>
                <a:lnTo>
                  <a:pt x="223838" y="100013"/>
                </a:lnTo>
                <a:lnTo>
                  <a:pt x="298132" y="129540"/>
                </a:lnTo>
                <a:lnTo>
                  <a:pt x="373380" y="156210"/>
                </a:lnTo>
                <a:lnTo>
                  <a:pt x="447675" y="181928"/>
                </a:lnTo>
                <a:lnTo>
                  <a:pt x="521970" y="205740"/>
                </a:lnTo>
                <a:lnTo>
                  <a:pt x="597218" y="227647"/>
                </a:lnTo>
                <a:lnTo>
                  <a:pt x="671513" y="248603"/>
                </a:lnTo>
                <a:lnTo>
                  <a:pt x="745807" y="268605"/>
                </a:lnTo>
                <a:lnTo>
                  <a:pt x="821055" y="286703"/>
                </a:lnTo>
                <a:lnTo>
                  <a:pt x="895350" y="303847"/>
                </a:lnTo>
                <a:lnTo>
                  <a:pt x="969645" y="320040"/>
                </a:lnTo>
                <a:lnTo>
                  <a:pt x="1044893" y="334328"/>
                </a:lnTo>
                <a:lnTo>
                  <a:pt x="1119188" y="348615"/>
                </a:lnTo>
                <a:lnTo>
                  <a:pt x="1193482" y="361950"/>
                </a:lnTo>
                <a:lnTo>
                  <a:pt x="1268730" y="374332"/>
                </a:lnTo>
                <a:lnTo>
                  <a:pt x="1343025" y="385763"/>
                </a:lnTo>
                <a:lnTo>
                  <a:pt x="1417320" y="396240"/>
                </a:lnTo>
                <a:lnTo>
                  <a:pt x="1492568" y="405765"/>
                </a:lnTo>
                <a:lnTo>
                  <a:pt x="1566863" y="415290"/>
                </a:lnTo>
                <a:lnTo>
                  <a:pt x="1641157" y="423863"/>
                </a:lnTo>
                <a:lnTo>
                  <a:pt x="1716405" y="432435"/>
                </a:lnTo>
                <a:lnTo>
                  <a:pt x="1790700" y="440055"/>
                </a:lnTo>
                <a:lnTo>
                  <a:pt x="1864995" y="447675"/>
                </a:lnTo>
                <a:lnTo>
                  <a:pt x="1940243" y="454342"/>
                </a:lnTo>
                <a:lnTo>
                  <a:pt x="2014538" y="460057"/>
                </a:lnTo>
                <a:lnTo>
                  <a:pt x="2088832" y="465772"/>
                </a:lnTo>
                <a:lnTo>
                  <a:pt x="2164080" y="471488"/>
                </a:lnTo>
                <a:lnTo>
                  <a:pt x="2238375" y="477203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86" name="p07-椭圆-0286">
            <a:extLst xmlns:a="http://schemas.openxmlformats.org/drawingml/2006/main">
              <a:ext uri="{FF2B5EF4-FFF2-40B4-BE49-F238E27FC236}">
                <a16:creationId xmlns:a16="http://schemas.microsoft.com/office/drawing/2014/main" id="{5392665D-3CAB-4703-A57F-003350F0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48132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7" name="p07-椭圆-0287">
            <a:extLst xmlns:a="http://schemas.openxmlformats.org/drawingml/2006/main">
              <a:ext uri="{FF2B5EF4-FFF2-40B4-BE49-F238E27FC236}">
                <a16:creationId xmlns:a16="http://schemas.microsoft.com/office/drawing/2014/main" id="{D463F3E9-33E9-4752-BAA6-AA39A28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49949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8" name="p07-椭圆-0288">
            <a:extLst xmlns:a="http://schemas.openxmlformats.org/drawingml/2006/main">
              <a:ext uri="{FF2B5EF4-FFF2-40B4-BE49-F238E27FC236}">
                <a16:creationId xmlns:a16="http://schemas.microsoft.com/office/drawing/2014/main" id="{7BC3DD15-8507-4D6A-BDC7-0AA0F8D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51167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9" name="p07-椭圆-0289">
            <a:extLst xmlns:a="http://schemas.openxmlformats.org/drawingml/2006/main">
              <a:ext uri="{FF2B5EF4-FFF2-40B4-BE49-F238E27FC236}">
                <a16:creationId xmlns:a16="http://schemas.microsoft.com/office/drawing/2014/main" id="{0EC148E0-F2C2-4BD3-BD22-7D5E4BC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519832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0" name="p07-椭圆-0290">
            <a:extLst xmlns:a="http://schemas.openxmlformats.org/drawingml/2006/main">
              <a:ext uri="{FF2B5EF4-FFF2-40B4-BE49-F238E27FC236}">
                <a16:creationId xmlns:a16="http://schemas.microsoft.com/office/drawing/2014/main" id="{B80C664B-D1D0-46E4-908D-BDF0A16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525304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1" name="p07-椭圆-0291">
            <a:extLst xmlns:a="http://schemas.openxmlformats.org/drawingml/2006/main">
              <a:ext uri="{FF2B5EF4-FFF2-40B4-BE49-F238E27FC236}">
                <a16:creationId xmlns:a16="http://schemas.microsoft.com/office/drawing/2014/main" id="{C61A61F7-56BA-4587-9EA8-0744BB1F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52897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2" name="p07-路径-0292">
            <a:extLst xmlns:a="http://schemas.openxmlformats.org/drawingml/2006/main">
              <a:ext uri="{FF2B5EF4-FFF2-40B4-BE49-F238E27FC236}">
                <a16:creationId xmlns:a16="http://schemas.microsoft.com/office/drawing/2014/main" id="{352F9416-D9B9-4C9C-809F-F761090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39653"/>
            <a:ext cx="2238375" cy="523875"/>
          </a:xfrm>
          <a:custGeom xmlns:a="http://schemas.openxmlformats.org/drawingml/2006/main">
            <a:pathLst>
              <a:path w="2238375" h="523875">
                <a:moveTo>
                  <a:pt x="0" y="0"/>
                </a:moveTo>
                <a:lnTo>
                  <a:pt x="74295" y="52388"/>
                </a:lnTo>
                <a:lnTo>
                  <a:pt x="149543" y="100013"/>
                </a:lnTo>
                <a:lnTo>
                  <a:pt x="223838" y="142875"/>
                </a:lnTo>
                <a:lnTo>
                  <a:pt x="298132" y="181928"/>
                </a:lnTo>
                <a:lnTo>
                  <a:pt x="373380" y="217170"/>
                </a:lnTo>
                <a:lnTo>
                  <a:pt x="447675" y="248603"/>
                </a:lnTo>
                <a:lnTo>
                  <a:pt x="521970" y="278130"/>
                </a:lnTo>
                <a:lnTo>
                  <a:pt x="597218" y="303847"/>
                </a:lnTo>
                <a:lnTo>
                  <a:pt x="671513" y="327660"/>
                </a:lnTo>
                <a:lnTo>
                  <a:pt x="745807" y="348615"/>
                </a:lnTo>
                <a:lnTo>
                  <a:pt x="821055" y="367665"/>
                </a:lnTo>
                <a:lnTo>
                  <a:pt x="895350" y="385763"/>
                </a:lnTo>
                <a:lnTo>
                  <a:pt x="969645" y="401003"/>
                </a:lnTo>
                <a:lnTo>
                  <a:pt x="1044893" y="415290"/>
                </a:lnTo>
                <a:lnTo>
                  <a:pt x="1119188" y="428625"/>
                </a:lnTo>
                <a:lnTo>
                  <a:pt x="1193482" y="440055"/>
                </a:lnTo>
                <a:lnTo>
                  <a:pt x="1268730" y="450532"/>
                </a:lnTo>
                <a:lnTo>
                  <a:pt x="1343025" y="460057"/>
                </a:lnTo>
                <a:lnTo>
                  <a:pt x="1417320" y="468630"/>
                </a:lnTo>
                <a:lnTo>
                  <a:pt x="1492568" y="477203"/>
                </a:lnTo>
                <a:lnTo>
                  <a:pt x="1566863" y="483870"/>
                </a:lnTo>
                <a:lnTo>
                  <a:pt x="1641157" y="490538"/>
                </a:lnTo>
                <a:lnTo>
                  <a:pt x="1716405" y="496253"/>
                </a:lnTo>
                <a:lnTo>
                  <a:pt x="1790700" y="501015"/>
                </a:lnTo>
                <a:lnTo>
                  <a:pt x="1864995" y="505778"/>
                </a:lnTo>
                <a:lnTo>
                  <a:pt x="1940243" y="510540"/>
                </a:lnTo>
                <a:lnTo>
                  <a:pt x="2014538" y="514350"/>
                </a:lnTo>
                <a:lnTo>
                  <a:pt x="2088832" y="518160"/>
                </a:lnTo>
                <a:lnTo>
                  <a:pt x="2164080" y="521017"/>
                </a:lnTo>
                <a:lnTo>
                  <a:pt x="2238375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93" name="p07-椭圆-0293">
            <a:extLst xmlns:a="http://schemas.openxmlformats.org/drawingml/2006/main">
              <a:ext uri="{FF2B5EF4-FFF2-40B4-BE49-F238E27FC236}">
                <a16:creationId xmlns:a16="http://schemas.microsoft.com/office/drawing/2014/main" id="{1448D6EC-311A-4822-BBE4-96698BF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48132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4" name="p07-椭圆-0294">
            <a:extLst xmlns:a="http://schemas.openxmlformats.org/drawingml/2006/main">
              <a:ext uri="{FF2B5EF4-FFF2-40B4-BE49-F238E27FC236}">
                <a16:creationId xmlns:a16="http://schemas.microsoft.com/office/drawing/2014/main" id="{FB8EBB83-D4A8-4B2C-83E1-3197BD16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506188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5" name="p07-椭圆-0295">
            <a:extLst xmlns:a="http://schemas.openxmlformats.org/drawingml/2006/main">
              <a:ext uri="{FF2B5EF4-FFF2-40B4-BE49-F238E27FC236}">
                <a16:creationId xmlns:a16="http://schemas.microsoft.com/office/drawing/2014/main" id="{E491B764-94E4-47AB-AA19-BC109A8D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519832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6" name="p07-椭圆-0296">
            <a:extLst xmlns:a="http://schemas.openxmlformats.org/drawingml/2006/main">
              <a:ext uri="{FF2B5EF4-FFF2-40B4-BE49-F238E27FC236}">
                <a16:creationId xmlns:a16="http://schemas.microsoft.com/office/drawing/2014/main" id="{2BF0C065-21C7-48BF-91E6-FD2F8ADA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527320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7" name="p07-椭圆-0297">
            <a:extLst xmlns:a="http://schemas.openxmlformats.org/drawingml/2006/main">
              <a:ext uri="{FF2B5EF4-FFF2-40B4-BE49-F238E27FC236}">
                <a16:creationId xmlns:a16="http://schemas.microsoft.com/office/drawing/2014/main" id="{CF73BB38-1AC0-47BE-AC01-51BC37A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531430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8" name="p07-椭圆-0298">
            <a:extLst xmlns:a="http://schemas.openxmlformats.org/drawingml/2006/main">
              <a:ext uri="{FF2B5EF4-FFF2-40B4-BE49-F238E27FC236}">
                <a16:creationId xmlns:a16="http://schemas.microsoft.com/office/drawing/2014/main" id="{B40FA831-AFA5-4766-BF94-1CCC6190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533685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9" name="p07-路径-0299">
            <a:extLst xmlns:a="http://schemas.openxmlformats.org/drawingml/2006/main">
              <a:ext uri="{FF2B5EF4-FFF2-40B4-BE49-F238E27FC236}">
                <a16:creationId xmlns:a16="http://schemas.microsoft.com/office/drawing/2014/main" id="{FC2F646F-1CB0-4FA6-AA0F-9E6064B1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39653"/>
            <a:ext cx="2238375" cy="541020"/>
          </a:xfrm>
          <a:custGeom xmlns:a="http://schemas.openxmlformats.org/drawingml/2006/main">
            <a:pathLst>
              <a:path w="2238375" h="541020">
                <a:moveTo>
                  <a:pt x="0" y="0"/>
                </a:moveTo>
                <a:lnTo>
                  <a:pt x="74295" y="69532"/>
                </a:lnTo>
                <a:lnTo>
                  <a:pt x="149543" y="129540"/>
                </a:lnTo>
                <a:lnTo>
                  <a:pt x="223838" y="181928"/>
                </a:lnTo>
                <a:lnTo>
                  <a:pt x="298132" y="227647"/>
                </a:lnTo>
                <a:lnTo>
                  <a:pt x="373380" y="268605"/>
                </a:lnTo>
                <a:lnTo>
                  <a:pt x="447675" y="303847"/>
                </a:lnTo>
                <a:lnTo>
                  <a:pt x="521970" y="334328"/>
                </a:lnTo>
                <a:lnTo>
                  <a:pt x="597218" y="361950"/>
                </a:lnTo>
                <a:lnTo>
                  <a:pt x="671513" y="385763"/>
                </a:lnTo>
                <a:lnTo>
                  <a:pt x="745807" y="405765"/>
                </a:lnTo>
                <a:lnTo>
                  <a:pt x="821055" y="423863"/>
                </a:lnTo>
                <a:lnTo>
                  <a:pt x="895350" y="440055"/>
                </a:lnTo>
                <a:lnTo>
                  <a:pt x="969645" y="454342"/>
                </a:lnTo>
                <a:lnTo>
                  <a:pt x="1044893" y="465772"/>
                </a:lnTo>
                <a:lnTo>
                  <a:pt x="1119188" y="477203"/>
                </a:lnTo>
                <a:lnTo>
                  <a:pt x="1193482" y="485775"/>
                </a:lnTo>
                <a:lnTo>
                  <a:pt x="1268730" y="494347"/>
                </a:lnTo>
                <a:lnTo>
                  <a:pt x="1343025" y="501015"/>
                </a:lnTo>
                <a:lnTo>
                  <a:pt x="1417320" y="507682"/>
                </a:lnTo>
                <a:lnTo>
                  <a:pt x="1492568" y="513397"/>
                </a:lnTo>
                <a:lnTo>
                  <a:pt x="1566863" y="518160"/>
                </a:lnTo>
                <a:lnTo>
                  <a:pt x="1641157" y="521970"/>
                </a:lnTo>
                <a:lnTo>
                  <a:pt x="1716405" y="525780"/>
                </a:lnTo>
                <a:lnTo>
                  <a:pt x="1790700" y="528638"/>
                </a:lnTo>
                <a:lnTo>
                  <a:pt x="1864995" y="531495"/>
                </a:lnTo>
                <a:lnTo>
                  <a:pt x="1940243" y="534353"/>
                </a:lnTo>
                <a:lnTo>
                  <a:pt x="2014538" y="536257"/>
                </a:lnTo>
                <a:lnTo>
                  <a:pt x="2088832" y="538163"/>
                </a:lnTo>
                <a:lnTo>
                  <a:pt x="2164080" y="540067"/>
                </a:lnTo>
                <a:lnTo>
                  <a:pt x="2238375" y="54102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300" name="p07-椭圆-0300">
            <a:extLst xmlns:a="http://schemas.openxmlformats.org/drawingml/2006/main">
              <a:ext uri="{FF2B5EF4-FFF2-40B4-BE49-F238E27FC236}">
                <a16:creationId xmlns:a16="http://schemas.microsoft.com/office/drawing/2014/main" id="{9D044ACC-DA58-47F4-97C8-4B05D2FC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48132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1" name="p07-椭圆-0301">
            <a:extLst xmlns:a="http://schemas.openxmlformats.org/drawingml/2006/main">
              <a:ext uri="{FF2B5EF4-FFF2-40B4-BE49-F238E27FC236}">
                <a16:creationId xmlns:a16="http://schemas.microsoft.com/office/drawing/2014/main" id="{85FD2C67-7063-4432-9184-49406C71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51167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2" name="p07-椭圆-0302">
            <a:extLst xmlns:a="http://schemas.openxmlformats.org/drawingml/2006/main">
              <a:ext uri="{FF2B5EF4-FFF2-40B4-BE49-F238E27FC236}">
                <a16:creationId xmlns:a16="http://schemas.microsoft.com/office/drawing/2014/main" id="{8F8FF02F-E013-4ABC-B411-DA00A199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525304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3" name="p07-椭圆-0303">
            <a:extLst xmlns:a="http://schemas.openxmlformats.org/drawingml/2006/main">
              <a:ext uri="{FF2B5EF4-FFF2-40B4-BE49-F238E27FC236}">
                <a16:creationId xmlns:a16="http://schemas.microsoft.com/office/drawing/2014/main" id="{C36B15BA-D0E5-410E-BFF4-E8FEA95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531430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4" name="p07-椭圆-0304">
            <a:extLst xmlns:a="http://schemas.openxmlformats.org/drawingml/2006/main">
              <a:ext uri="{FF2B5EF4-FFF2-40B4-BE49-F238E27FC236}">
                <a16:creationId xmlns:a16="http://schemas.microsoft.com/office/drawing/2014/main" id="{32B8CD0F-715A-48D2-8E88-A4CB4E7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53418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5" name="p07-椭圆-0305">
            <a:extLst xmlns:a="http://schemas.openxmlformats.org/drawingml/2006/main">
              <a:ext uri="{FF2B5EF4-FFF2-40B4-BE49-F238E27FC236}">
                <a16:creationId xmlns:a16="http://schemas.microsoft.com/office/drawing/2014/main" id="{89A9E448-1996-4799-AF54-7B2EE0F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155" y="535419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6" name="p07-文本-0306">
            <a:extLst xmlns:a="http://schemas.openxmlformats.org/drawingml/2006/main">
              <a:ext uri="{FF2B5EF4-FFF2-40B4-BE49-F238E27FC236}">
                <a16:creationId xmlns:a16="http://schemas.microsoft.com/office/drawing/2014/main" id="{0A2E65D2-7446-4388-A8E7-A068D91F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564057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307" name="p07-线-0307">
            <a:extLst xmlns:a="http://schemas.openxmlformats.org/drawingml/2006/main">
              <a:ext uri="{FF2B5EF4-FFF2-40B4-BE49-F238E27FC236}">
                <a16:creationId xmlns:a16="http://schemas.microsoft.com/office/drawing/2014/main" id="{902FAB2F-5139-4061-B56B-A938A685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308" name="p07-文本-0308">
            <a:extLst xmlns:a="http://schemas.openxmlformats.org/drawingml/2006/main">
              <a:ext uri="{FF2B5EF4-FFF2-40B4-BE49-F238E27FC236}">
                <a16:creationId xmlns:a16="http://schemas.microsoft.com/office/drawing/2014/main" id="{D796D78A-860D-4B39-925A-52707D3A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61658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309" name="p07-线-0309">
            <a:extLst xmlns:a="http://schemas.openxmlformats.org/drawingml/2006/main">
              <a:ext uri="{FF2B5EF4-FFF2-40B4-BE49-F238E27FC236}">
                <a16:creationId xmlns:a16="http://schemas.microsoft.com/office/drawing/2014/main" id="{B3DAB405-410D-41EA-89BE-8741B022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725" y="45339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310" name="p07-文本-0310">
            <a:extLst xmlns:a="http://schemas.openxmlformats.org/drawingml/2006/main">
              <a:ext uri="{FF2B5EF4-FFF2-40B4-BE49-F238E27FC236}">
                <a16:creationId xmlns:a16="http://schemas.microsoft.com/office/drawing/2014/main" id="{4C93513B-BDB3-4410-9C76-1DA7F673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25" y="446165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311" name="p07-线-0311">
            <a:extLst xmlns:a="http://schemas.openxmlformats.org/drawingml/2006/main">
              <a:ext uri="{FF2B5EF4-FFF2-40B4-BE49-F238E27FC236}">
                <a16:creationId xmlns:a16="http://schemas.microsoft.com/office/drawing/2014/main" id="{E8DE2C61-E666-4B56-821D-2463E665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5339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312" name="p07-文本-0312">
            <a:extLst xmlns:a="http://schemas.openxmlformats.org/drawingml/2006/main">
              <a:ext uri="{FF2B5EF4-FFF2-40B4-BE49-F238E27FC236}">
                <a16:creationId xmlns:a16="http://schemas.microsoft.com/office/drawing/2014/main" id="{E3A479AF-14E2-4331-8238-6FF54D7A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46165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313" name="p07-路径-0313">
            <a:extLst xmlns:a="http://schemas.openxmlformats.org/drawingml/2006/main">
              <a:ext uri="{FF2B5EF4-FFF2-40B4-BE49-F238E27FC236}">
                <a16:creationId xmlns:a16="http://schemas.microsoft.com/office/drawing/2014/main" id="{8A617BD2-EA07-4B8D-9123-A8FC464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987"/>
            <a:ext cx="438150" cy="188976"/>
          </a:xfrm>
          <a:custGeom xmlns:a="http://schemas.openxmlformats.org/drawingml/2006/main">
            <a:pathLst>
              <a:path w="438150" h="188976">
                <a:moveTo>
                  <a:pt x="0" y="137351"/>
                </a:moveTo>
                <a:lnTo>
                  <a:pt x="285750" y="137351"/>
                </a:lnTo>
                <a:lnTo>
                  <a:pt x="285750" y="188976"/>
                </a:lnTo>
                <a:lnTo>
                  <a:pt x="438150" y="94488"/>
                </a:lnTo>
                <a:lnTo>
                  <a:pt x="285750" y="0"/>
                </a:lnTo>
                <a:lnTo>
                  <a:pt x="285750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14" name="p07-文本-0314">
            <a:extLst xmlns:a="http://schemas.openxmlformats.org/drawingml/2006/main">
              <a:ext uri="{FF2B5EF4-FFF2-40B4-BE49-F238E27FC236}">
                <a16:creationId xmlns:a16="http://schemas.microsoft.com/office/drawing/2014/main" id="{D6967FFE-A730-4CB7-A84B-CB38FE65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894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统一单位与基准</a:t>
            </a:r>
          </a:p>
        </p:txBody>
      </p:sp>
      <p:sp>
        <p:nvSpPr>
          <p:cNvPr id="315" name="p07-文本-0315">
            <a:extLst xmlns:a="http://schemas.openxmlformats.org/drawingml/2006/main">
              <a:ext uri="{FF2B5EF4-FFF2-40B4-BE49-F238E27FC236}">
                <a16:creationId xmlns:a16="http://schemas.microsoft.com/office/drawing/2014/main" id="{17E330AC-C3A7-4FFD-8FD8-B8403290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038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对照与重复测量</a:t>
            </a:r>
          </a:p>
        </p:txBody>
      </p:sp>
      <p:sp>
        <p:nvSpPr>
          <p:cNvPr id="316" name="p07-文本-0316">
            <a:extLst xmlns:a="http://schemas.openxmlformats.org/drawingml/2006/main">
              <a:ext uri="{FF2B5EF4-FFF2-40B4-BE49-F238E27FC236}">
                <a16:creationId xmlns:a16="http://schemas.microsoft.com/office/drawing/2014/main" id="{FFF6F4AE-5D13-4485-9CD1-324461AE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81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比较效果与代价</a:t>
            </a:r>
          </a:p>
        </p:txBody>
      </p:sp>
      <p:sp>
        <p:nvSpPr>
          <p:cNvPr id="317" name="p07-文本-0317">
            <a:extLst xmlns:a="http://schemas.openxmlformats.org/drawingml/2006/main">
              <a:ext uri="{FF2B5EF4-FFF2-40B4-BE49-F238E27FC236}">
                <a16:creationId xmlns:a16="http://schemas.microsoft.com/office/drawing/2014/main" id="{675D289B-222C-4241-91B6-8F42DEB4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61" y="6062007"/>
            <a:ext cx="52000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固定评价基准后，比较两条路线的效果与代价</a:t>
            </a:r>
          </a:p>
        </p:txBody>
      </p:sp>
      <p:sp>
        <p:nvSpPr>
          <p:cNvPr id="318" name="p07-文本-0318">
            <a:extLst xmlns:a="http://schemas.openxmlformats.org/drawingml/2006/main">
              <a:ext uri="{FF2B5EF4-FFF2-40B4-BE49-F238E27FC236}">
                <a16:creationId xmlns:a16="http://schemas.microsoft.com/office/drawing/2014/main" id="{6843A389-4997-477D-BD42-5B97C83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07</a:t>
            </a:r>
          </a:p>
        </p:txBody>
      </p:sp>
    </p:spTree>
    <p:extLst>
      <p:ext uri="{BB962C8B-B14F-4D97-AF65-F5344CB8AC3E}">
        <p14:creationId xmlns:p14="http://schemas.microsoft.com/office/powerpoint/2010/main" val="1659308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p08-矩形-0001">
            <a:extLst xmlns:a="http://schemas.openxmlformats.org/drawingml/2006/main">
              <a:ext uri="{FF2B5EF4-FFF2-40B4-BE49-F238E27FC236}">
                <a16:creationId xmlns:a16="http://schemas.microsoft.com/office/drawing/2014/main" id="{37A8CB2E-E7B3-46C9-8170-2E106B93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8-矩形-0002">
            <a:extLst xmlns:a="http://schemas.openxmlformats.org/drawingml/2006/main">
              <a:ext uri="{FF2B5EF4-FFF2-40B4-BE49-F238E27FC236}">
                <a16:creationId xmlns:a16="http://schemas.microsoft.com/office/drawing/2014/main" id="{6E83453C-6FAC-4D19-9B5D-3B2C7E2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8-文本-0003">
            <a:extLst xmlns:a="http://schemas.openxmlformats.org/drawingml/2006/main">
              <a:ext uri="{FF2B5EF4-FFF2-40B4-BE49-F238E27FC236}">
                <a16:creationId xmlns:a16="http://schemas.microsoft.com/office/drawing/2014/main" id="{6A4ED454-A8F0-4D38-A130-371D8CB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已有观测与当前挑战共同限定研究问题</a:t>
            </a:r>
          </a:p>
        </p:txBody>
      </p:sp>
      <p:sp>
        <p:nvSpPr>
          <p:cNvPr id="4" name="p08-文本-0004">
            <a:extLst xmlns:a="http://schemas.openxmlformats.org/drawingml/2006/main">
              <a:ext uri="{FF2B5EF4-FFF2-40B4-BE49-F238E27FC236}">
                <a16:creationId xmlns:a16="http://schemas.microsoft.com/office/drawing/2014/main" id="{9CAA0358-AB55-471A-A605-20DCF0D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3832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已有结构与响应观测，下一步用独立对照定位差异来源</a:t>
            </a:r>
          </a:p>
        </p:txBody>
      </p:sp>
      <p:sp>
        <p:nvSpPr>
          <p:cNvPr id="5" name="p08-线-0005">
            <a:extLst xmlns:a="http://schemas.openxmlformats.org/drawingml/2006/main">
              <a:ext uri="{FF2B5EF4-FFF2-40B4-BE49-F238E27FC236}">
                <a16:creationId xmlns:a16="http://schemas.microsoft.com/office/drawing/2014/main" id="{A27C55E2-84BD-4A90-B36E-FBD0109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8-矩形-0006">
            <a:extLst xmlns:a="http://schemas.openxmlformats.org/drawingml/2006/main">
              <a:ext uri="{FF2B5EF4-FFF2-40B4-BE49-F238E27FC236}">
                <a16:creationId xmlns:a16="http://schemas.microsoft.com/office/drawing/2014/main" id="{78D21DA6-46D8-4CAD-AFA5-6D70702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37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08-文本-0007">
            <a:extLst xmlns:a="http://schemas.openxmlformats.org/drawingml/2006/main">
              <a:ext uri="{FF2B5EF4-FFF2-40B4-BE49-F238E27FC236}">
                <a16:creationId xmlns:a16="http://schemas.microsoft.com/office/drawing/2014/main" id="{7A59D836-DF12-41C6-BEEC-E3C5A74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247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已有观测</a:t>
            </a:r>
          </a:p>
        </p:txBody>
      </p:sp>
      <p:sp>
        <p:nvSpPr>
          <p:cNvPr id="8" name="p08-矩形-0008">
            <a:extLst xmlns:a="http://schemas.openxmlformats.org/drawingml/2006/main">
              <a:ext uri="{FF2B5EF4-FFF2-40B4-BE49-F238E27FC236}">
                <a16:creationId xmlns:a16="http://schemas.microsoft.com/office/drawing/2014/main" id="{ABD7596F-D706-4D1C-945B-56508C95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9" name="p08-文本-0009">
            <a:extLst xmlns:a="http://schemas.openxmlformats.org/drawingml/2006/main">
              <a:ext uri="{FF2B5EF4-FFF2-40B4-BE49-F238E27FC236}">
                <a16:creationId xmlns:a16="http://schemas.microsoft.com/office/drawing/2014/main" id="{DA1B47A9-5372-4761-9C70-3556B277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85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当前挑战</a:t>
            </a:r>
          </a:p>
        </p:txBody>
      </p:sp>
      <p:sp>
        <p:nvSpPr>
          <p:cNvPr id="10" name="p08-矩形-0010">
            <a:extLst xmlns:a="http://schemas.openxmlformats.org/drawingml/2006/main">
              <a:ext uri="{FF2B5EF4-FFF2-40B4-BE49-F238E27FC236}">
                <a16:creationId xmlns:a16="http://schemas.microsoft.com/office/drawing/2014/main" id="{C122B43D-3380-499A-AEBD-2C85A409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286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3"/>
          </a:solidFill>
          <a:ln xmlns:a="http://schemas.openxmlformats.org/drawingml/2006/main" w="0">
            <a:noFill/>
          </a:ln>
        </p:spPr>
      </p:sp>
      <p:sp>
        <p:nvSpPr>
          <p:cNvPr id="11" name="p08-椭圆-0011">
            <a:extLst xmlns:a="http://schemas.openxmlformats.org/drawingml/2006/main">
              <a:ext uri="{FF2B5EF4-FFF2-40B4-BE49-F238E27FC236}">
                <a16:creationId xmlns:a16="http://schemas.microsoft.com/office/drawing/2014/main" id="{98A0667D-0140-4451-9B01-8A675070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8" y="200977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2" name="p08-椭圆-0012">
            <a:extLst xmlns:a="http://schemas.openxmlformats.org/drawingml/2006/main">
              <a:ext uri="{FF2B5EF4-FFF2-40B4-BE49-F238E27FC236}">
                <a16:creationId xmlns:a16="http://schemas.microsoft.com/office/drawing/2014/main" id="{6B5FCAF7-B3B2-4229-B9E1-906D1F57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21" y="2610015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3" name="p08-椭圆-0013">
            <a:extLst xmlns:a="http://schemas.openxmlformats.org/drawingml/2006/main">
              <a:ext uri="{FF2B5EF4-FFF2-40B4-BE49-F238E27FC236}">
                <a16:creationId xmlns:a16="http://schemas.microsoft.com/office/drawing/2014/main" id="{247E46F2-B01F-4482-BA47-6DDED31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04" y="3210255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4" name="p08-椭圆-0014">
            <a:extLst xmlns:a="http://schemas.openxmlformats.org/drawingml/2006/main">
              <a:ext uri="{FF2B5EF4-FFF2-40B4-BE49-F238E27FC236}">
                <a16:creationId xmlns:a16="http://schemas.microsoft.com/office/drawing/2014/main" id="{BBAC1F69-5E74-447B-AEC4-57C6FCF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987" y="2324595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5" name="p08-椭圆-0015">
            <a:extLst xmlns:a="http://schemas.openxmlformats.org/drawingml/2006/main">
              <a:ext uri="{FF2B5EF4-FFF2-40B4-BE49-F238E27FC236}">
                <a16:creationId xmlns:a16="http://schemas.microsoft.com/office/drawing/2014/main" id="{7C4FE538-833F-46BC-B86E-578B30EF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70" y="2924835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6" name="p08-椭圆-0016">
            <a:extLst xmlns:a="http://schemas.openxmlformats.org/drawingml/2006/main">
              <a:ext uri="{FF2B5EF4-FFF2-40B4-BE49-F238E27FC236}">
                <a16:creationId xmlns:a16="http://schemas.microsoft.com/office/drawing/2014/main" id="{D3CCF972-2EC8-48DC-9848-BAB3BDCD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53" y="211537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7" name="p08-椭圆-0017">
            <a:extLst xmlns:a="http://schemas.openxmlformats.org/drawingml/2006/main">
              <a:ext uri="{FF2B5EF4-FFF2-40B4-BE49-F238E27FC236}">
                <a16:creationId xmlns:a16="http://schemas.microsoft.com/office/drawing/2014/main" id="{1EDD4D8E-4006-4D86-83A8-2C8FBD31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536" y="2715615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8" name="p08-椭圆-0018">
            <a:extLst xmlns:a="http://schemas.openxmlformats.org/drawingml/2006/main">
              <a:ext uri="{FF2B5EF4-FFF2-40B4-BE49-F238E27FC236}">
                <a16:creationId xmlns:a16="http://schemas.microsoft.com/office/drawing/2014/main" id="{C25ED8FB-F262-4A6A-B029-9A6C367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819" y="3315855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9" name="p08-椭圆-0019">
            <a:extLst xmlns:a="http://schemas.openxmlformats.org/drawingml/2006/main">
              <a:ext uri="{FF2B5EF4-FFF2-40B4-BE49-F238E27FC236}">
                <a16:creationId xmlns:a16="http://schemas.microsoft.com/office/drawing/2014/main" id="{649C77BB-13AE-4D90-A304-56194674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03" y="243019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0" name="p08-椭圆-0020">
            <a:extLst xmlns:a="http://schemas.openxmlformats.org/drawingml/2006/main">
              <a:ext uri="{FF2B5EF4-FFF2-40B4-BE49-F238E27FC236}">
                <a16:creationId xmlns:a16="http://schemas.microsoft.com/office/drawing/2014/main" id="{B4F29082-CE4B-4B82-B43D-02FDAF1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786" y="3030434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1" name="p08-椭圆-0021">
            <a:extLst xmlns:a="http://schemas.openxmlformats.org/drawingml/2006/main">
              <a:ext uri="{FF2B5EF4-FFF2-40B4-BE49-F238E27FC236}">
                <a16:creationId xmlns:a16="http://schemas.microsoft.com/office/drawing/2014/main" id="{D8F2E8C9-019C-4368-A878-57D82C54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69" y="2220974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2" name="p08-椭圆-0022">
            <a:extLst xmlns:a="http://schemas.openxmlformats.org/drawingml/2006/main">
              <a:ext uri="{FF2B5EF4-FFF2-40B4-BE49-F238E27FC236}">
                <a16:creationId xmlns:a16="http://schemas.microsoft.com/office/drawing/2014/main" id="{BE6D514A-7203-48B1-9285-45546A5F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052" y="282121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3" name="p08-椭圆-0023">
            <a:extLst xmlns:a="http://schemas.openxmlformats.org/drawingml/2006/main">
              <a:ext uri="{FF2B5EF4-FFF2-40B4-BE49-F238E27FC236}">
                <a16:creationId xmlns:a16="http://schemas.microsoft.com/office/drawing/2014/main" id="{B593DA4A-AA00-4AAF-ABE3-523C90ED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335" y="3421454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4" name="p08-椭圆-0024">
            <a:extLst xmlns:a="http://schemas.openxmlformats.org/drawingml/2006/main">
              <a:ext uri="{FF2B5EF4-FFF2-40B4-BE49-F238E27FC236}">
                <a16:creationId xmlns:a16="http://schemas.microsoft.com/office/drawing/2014/main" id="{4FC667A4-32E6-483F-A596-D4647C79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18" y="253579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5" name="p08-椭圆-0025">
            <a:extLst xmlns:a="http://schemas.openxmlformats.org/drawingml/2006/main">
              <a:ext uri="{FF2B5EF4-FFF2-40B4-BE49-F238E27FC236}">
                <a16:creationId xmlns:a16="http://schemas.microsoft.com/office/drawing/2014/main" id="{3D5CAE2E-C2FF-44B7-830F-38075975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301" y="3136034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6" name="p08-椭圆-0026">
            <a:extLst xmlns:a="http://schemas.openxmlformats.org/drawingml/2006/main">
              <a:ext uri="{FF2B5EF4-FFF2-40B4-BE49-F238E27FC236}">
                <a16:creationId xmlns:a16="http://schemas.microsoft.com/office/drawing/2014/main" id="{1E1043F4-EA9F-4AAA-960B-AE5980C9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84" y="2326574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7" name="p08-椭圆-0027">
            <a:extLst xmlns:a="http://schemas.openxmlformats.org/drawingml/2006/main">
              <a:ext uri="{FF2B5EF4-FFF2-40B4-BE49-F238E27FC236}">
                <a16:creationId xmlns:a16="http://schemas.microsoft.com/office/drawing/2014/main" id="{306F162E-40AA-4814-90BB-726FC340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568" y="292681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8" name="p08-椭圆-0028">
            <a:extLst xmlns:a="http://schemas.openxmlformats.org/drawingml/2006/main">
              <a:ext uri="{FF2B5EF4-FFF2-40B4-BE49-F238E27FC236}">
                <a16:creationId xmlns:a16="http://schemas.microsoft.com/office/drawing/2014/main" id="{D944419D-3903-42CC-BD88-A91EDA89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851" y="2041154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9" name="p08-椭圆-0029">
            <a:extLst xmlns:a="http://schemas.openxmlformats.org/drawingml/2006/main">
              <a:ext uri="{FF2B5EF4-FFF2-40B4-BE49-F238E27FC236}">
                <a16:creationId xmlns:a16="http://schemas.microsoft.com/office/drawing/2014/main" id="{A9190934-6CC7-43B2-8872-1E469E14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4" y="264139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0" name="p08-椭圆-0030">
            <a:extLst xmlns:a="http://schemas.openxmlformats.org/drawingml/2006/main">
              <a:ext uri="{FF2B5EF4-FFF2-40B4-BE49-F238E27FC236}">
                <a16:creationId xmlns:a16="http://schemas.microsoft.com/office/drawing/2014/main" id="{D5AADB1A-BBA7-4B0D-9E2C-E5776AA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817" y="3241634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1" name="p08-椭圆-0031">
            <a:extLst xmlns:a="http://schemas.openxmlformats.org/drawingml/2006/main">
              <a:ext uri="{FF2B5EF4-FFF2-40B4-BE49-F238E27FC236}">
                <a16:creationId xmlns:a16="http://schemas.microsoft.com/office/drawing/2014/main" id="{E941E996-00D3-43CE-937D-DF1CB59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400" y="2432174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2" name="p08-椭圆-0032">
            <a:extLst xmlns:a="http://schemas.openxmlformats.org/drawingml/2006/main">
              <a:ext uri="{FF2B5EF4-FFF2-40B4-BE49-F238E27FC236}">
                <a16:creationId xmlns:a16="http://schemas.microsoft.com/office/drawing/2014/main" id="{190F49AB-66F6-48AC-A064-FE778C7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83" y="303241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3" name="p08-椭圆-0033">
            <a:extLst xmlns:a="http://schemas.openxmlformats.org/drawingml/2006/main">
              <a:ext uri="{FF2B5EF4-FFF2-40B4-BE49-F238E27FC236}">
                <a16:creationId xmlns:a16="http://schemas.microsoft.com/office/drawing/2014/main" id="{30EF810B-A87C-4BFE-A7C6-3355AF32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66" y="2146753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4" name="p08-椭圆-0034">
            <a:extLst xmlns:a="http://schemas.openxmlformats.org/drawingml/2006/main">
              <a:ext uri="{FF2B5EF4-FFF2-40B4-BE49-F238E27FC236}">
                <a16:creationId xmlns:a16="http://schemas.microsoft.com/office/drawing/2014/main" id="{56D7A14A-ED44-40ED-8D75-0F1395E6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50" y="2746993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5" name="p08-椭圆-0035">
            <a:extLst xmlns:a="http://schemas.openxmlformats.org/drawingml/2006/main">
              <a:ext uri="{FF2B5EF4-FFF2-40B4-BE49-F238E27FC236}">
                <a16:creationId xmlns:a16="http://schemas.microsoft.com/office/drawing/2014/main" id="{3129670C-140F-44B1-BC6D-E696AF7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333" y="334723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6" name="p08-椭圆-0036">
            <a:extLst xmlns:a="http://schemas.openxmlformats.org/drawingml/2006/main">
              <a:ext uri="{FF2B5EF4-FFF2-40B4-BE49-F238E27FC236}">
                <a16:creationId xmlns:a16="http://schemas.microsoft.com/office/drawing/2014/main" id="{A173397F-6838-446E-AE10-E0451AC8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916" y="2537773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7" name="p08-椭圆-0037">
            <a:extLst xmlns:a="http://schemas.openxmlformats.org/drawingml/2006/main">
              <a:ext uri="{FF2B5EF4-FFF2-40B4-BE49-F238E27FC236}">
                <a16:creationId xmlns:a16="http://schemas.microsoft.com/office/drawing/2014/main" id="{BAE3AD42-2EB5-4ED8-B787-F8CF82F7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99" y="313801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8" name="p08-椭圆-0038">
            <a:extLst xmlns:a="http://schemas.openxmlformats.org/drawingml/2006/main">
              <a:ext uri="{FF2B5EF4-FFF2-40B4-BE49-F238E27FC236}">
                <a16:creationId xmlns:a16="http://schemas.microsoft.com/office/drawing/2014/main" id="{AF78369C-7F4D-401A-9809-8E49A7A1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82" y="2252353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9" name="p08-椭圆-0039">
            <a:extLst xmlns:a="http://schemas.openxmlformats.org/drawingml/2006/main">
              <a:ext uri="{FF2B5EF4-FFF2-40B4-BE49-F238E27FC236}">
                <a16:creationId xmlns:a16="http://schemas.microsoft.com/office/drawing/2014/main" id="{2C6AE1D1-FECE-4765-B90A-D50621A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65" y="2852593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0" name="p08-椭圆-0040">
            <a:extLst xmlns:a="http://schemas.openxmlformats.org/drawingml/2006/main">
              <a:ext uri="{FF2B5EF4-FFF2-40B4-BE49-F238E27FC236}">
                <a16:creationId xmlns:a16="http://schemas.microsoft.com/office/drawing/2014/main" id="{87738CBE-99B3-4F7A-9C16-EBC407C3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848" y="196693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1" name="p08-椭圆-0041">
            <a:extLst xmlns:a="http://schemas.openxmlformats.org/drawingml/2006/main">
              <a:ext uri="{FF2B5EF4-FFF2-40B4-BE49-F238E27FC236}">
                <a16:creationId xmlns:a16="http://schemas.microsoft.com/office/drawing/2014/main" id="{53E0B04E-6766-4485-80C6-46DB89A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31" y="2643373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2" name="p08-椭圆-0042">
            <a:extLst xmlns:a="http://schemas.openxmlformats.org/drawingml/2006/main">
              <a:ext uri="{FF2B5EF4-FFF2-40B4-BE49-F238E27FC236}">
                <a16:creationId xmlns:a16="http://schemas.microsoft.com/office/drawing/2014/main" id="{1D62C650-0E1F-4739-B997-253746F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15" y="324361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3" name="p08-椭圆-0043">
            <a:extLst xmlns:a="http://schemas.openxmlformats.org/drawingml/2006/main">
              <a:ext uri="{FF2B5EF4-FFF2-40B4-BE49-F238E27FC236}">
                <a16:creationId xmlns:a16="http://schemas.microsoft.com/office/drawing/2014/main" id="{78B19A47-3265-4BFA-87A1-71E84D06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398" y="2357953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4" name="p08-椭圆-0044">
            <a:extLst xmlns:a="http://schemas.openxmlformats.org/drawingml/2006/main">
              <a:ext uri="{FF2B5EF4-FFF2-40B4-BE49-F238E27FC236}">
                <a16:creationId xmlns:a16="http://schemas.microsoft.com/office/drawing/2014/main" id="{6D379803-61FF-4943-A55B-AE7E813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681" y="2958193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5" name="p08-椭圆-0045">
            <a:extLst xmlns:a="http://schemas.openxmlformats.org/drawingml/2006/main">
              <a:ext uri="{FF2B5EF4-FFF2-40B4-BE49-F238E27FC236}">
                <a16:creationId xmlns:a16="http://schemas.microsoft.com/office/drawing/2014/main" id="{14AE875A-9521-4FE3-A187-949B261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64" y="207253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6" name="p08-椭圆-0046">
            <a:extLst xmlns:a="http://schemas.openxmlformats.org/drawingml/2006/main">
              <a:ext uri="{FF2B5EF4-FFF2-40B4-BE49-F238E27FC236}">
                <a16:creationId xmlns:a16="http://schemas.microsoft.com/office/drawing/2014/main" id="{CD4F3F8F-41A8-43A9-B3DE-47A4AF81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47" y="2748973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7" name="p08-椭圆-0047">
            <a:extLst xmlns:a="http://schemas.openxmlformats.org/drawingml/2006/main">
              <a:ext uri="{FF2B5EF4-FFF2-40B4-BE49-F238E27FC236}">
                <a16:creationId xmlns:a16="http://schemas.microsoft.com/office/drawing/2014/main" id="{3DE6A22D-0FAA-43DB-9233-487EA0A3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30" y="3349212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8" name="p08-椭圆-0048">
            <a:extLst xmlns:a="http://schemas.openxmlformats.org/drawingml/2006/main">
              <a:ext uri="{FF2B5EF4-FFF2-40B4-BE49-F238E27FC236}">
                <a16:creationId xmlns:a16="http://schemas.microsoft.com/office/drawing/2014/main" id="{32952B02-B031-47D5-B2B4-76358CB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913" y="246355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9" name="p08-线-0049">
            <a:extLst xmlns:a="http://schemas.openxmlformats.org/drawingml/2006/main">
              <a:ext uri="{FF2B5EF4-FFF2-40B4-BE49-F238E27FC236}">
                <a16:creationId xmlns:a16="http://schemas.microsoft.com/office/drawing/2014/main" id="{D5B6184B-2B4A-449B-B2B7-1B0E134D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476250" cy="95"/>
          </a:xfrm>
          <a:custGeom xmlns:a="http://schemas.openxmlformats.org/drawingml/2006/main">
            <a:pathLst>
              <a:path w="476250" h="9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50" name="p08-文本-0050">
            <a:extLst xmlns:a="http://schemas.openxmlformats.org/drawingml/2006/main">
              <a:ext uri="{FF2B5EF4-FFF2-40B4-BE49-F238E27FC236}">
                <a16:creationId xmlns:a16="http://schemas.microsoft.com/office/drawing/2014/main" id="{76E52461-3F1E-4B7A-9760-9F51456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3609"/>
            <a:ext cx="495300" cy="16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形貌示意</a:t>
            </a:r>
          </a:p>
        </p:txBody>
      </p:sp>
      <p:sp>
        <p:nvSpPr>
          <p:cNvPr id="51" name="p08-文本-0051">
            <a:extLst xmlns:a="http://schemas.openxmlformats.org/drawingml/2006/main">
              <a:ext uri="{FF2B5EF4-FFF2-40B4-BE49-F238E27FC236}">
                <a16:creationId xmlns:a16="http://schemas.microsoft.com/office/drawing/2014/main" id="{259DB2A1-779C-4794-BDF3-75E9252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6392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52" name="p08-线-0052">
            <a:extLst xmlns:a="http://schemas.openxmlformats.org/drawingml/2006/main">
              <a:ext uri="{FF2B5EF4-FFF2-40B4-BE49-F238E27FC236}">
                <a16:creationId xmlns:a16="http://schemas.microsoft.com/office/drawing/2014/main" id="{33778B87-72BB-465A-A784-A7128CF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33775"/>
            <a:ext cx="2028825" cy="95"/>
          </a:xfrm>
          <a:custGeom xmlns:a="http://schemas.openxmlformats.org/drawingml/2006/main">
            <a:pathLst>
              <a:path w="2028825" h="95">
                <a:moveTo>
                  <a:pt x="0" y="0"/>
                </a:moveTo>
                <a:lnTo>
                  <a:pt x="202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3" name="p08-线-0053">
            <a:extLst xmlns:a="http://schemas.openxmlformats.org/drawingml/2006/main">
              <a:ext uri="{FF2B5EF4-FFF2-40B4-BE49-F238E27FC236}">
                <a16:creationId xmlns:a16="http://schemas.microsoft.com/office/drawing/2014/main" id="{12765005-F4A9-4E7B-A910-FFDB192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28875"/>
            <a:ext cx="95" cy="1104900"/>
          </a:xfrm>
          <a:custGeom xmlns:a="http://schemas.openxmlformats.org/drawingml/2006/main">
            <a:pathLst>
              <a:path w="9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4" name="p08-线-0054">
            <a:extLst xmlns:a="http://schemas.openxmlformats.org/drawingml/2006/main">
              <a:ext uri="{FF2B5EF4-FFF2-40B4-BE49-F238E27FC236}">
                <a16:creationId xmlns:a16="http://schemas.microsoft.com/office/drawing/2014/main" id="{FE08F4EF-D0D4-4F23-9341-0E03CD2B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05100"/>
            <a:ext cx="2028825" cy="95"/>
          </a:xfrm>
          <a:custGeom xmlns:a="http://schemas.openxmlformats.org/drawingml/2006/main">
            <a:pathLst>
              <a:path w="2028825" h="95">
                <a:moveTo>
                  <a:pt x="0" y="0"/>
                </a:moveTo>
                <a:lnTo>
                  <a:pt x="202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5" name="p08-线-0055">
            <a:extLst xmlns:a="http://schemas.openxmlformats.org/drawingml/2006/main">
              <a:ext uri="{FF2B5EF4-FFF2-40B4-BE49-F238E27FC236}">
                <a16:creationId xmlns:a16="http://schemas.microsoft.com/office/drawing/2014/main" id="{25488DD0-378C-4D05-9DB8-6EC4F7DB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81325"/>
            <a:ext cx="2028825" cy="95"/>
          </a:xfrm>
          <a:custGeom xmlns:a="http://schemas.openxmlformats.org/drawingml/2006/main">
            <a:pathLst>
              <a:path w="2028825" h="95">
                <a:moveTo>
                  <a:pt x="0" y="0"/>
                </a:moveTo>
                <a:lnTo>
                  <a:pt x="202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6" name="p08-线-0056">
            <a:extLst xmlns:a="http://schemas.openxmlformats.org/drawingml/2006/main">
              <a:ext uri="{FF2B5EF4-FFF2-40B4-BE49-F238E27FC236}">
                <a16:creationId xmlns:a16="http://schemas.microsoft.com/office/drawing/2014/main" id="{79D2BD03-2FF8-4EC1-8D81-4900C4E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2028825" cy="95"/>
          </a:xfrm>
          <a:custGeom xmlns:a="http://schemas.openxmlformats.org/drawingml/2006/main">
            <a:pathLst>
              <a:path w="2028825" h="95">
                <a:moveTo>
                  <a:pt x="0" y="0"/>
                </a:moveTo>
                <a:lnTo>
                  <a:pt x="202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7" name="p08-路径-0057">
            <a:extLst xmlns:a="http://schemas.openxmlformats.org/drawingml/2006/main">
              <a:ext uri="{FF2B5EF4-FFF2-40B4-BE49-F238E27FC236}">
                <a16:creationId xmlns:a16="http://schemas.microsoft.com/office/drawing/2014/main" id="{762CD347-948E-4A23-9AE2-964E5E0A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6518"/>
            <a:ext cx="2028825" cy="621030"/>
          </a:xfrm>
          <a:custGeom xmlns:a="http://schemas.openxmlformats.org/drawingml/2006/main">
            <a:pathLst>
              <a:path w="2028825" h="621030">
                <a:moveTo>
                  <a:pt x="0" y="0"/>
                </a:moveTo>
                <a:lnTo>
                  <a:pt x="67628" y="46673"/>
                </a:lnTo>
                <a:lnTo>
                  <a:pt x="135255" y="89535"/>
                </a:lnTo>
                <a:lnTo>
                  <a:pt x="202883" y="130492"/>
                </a:lnTo>
                <a:lnTo>
                  <a:pt x="270510" y="168592"/>
                </a:lnTo>
                <a:lnTo>
                  <a:pt x="338138" y="203835"/>
                </a:lnTo>
                <a:lnTo>
                  <a:pt x="405765" y="237173"/>
                </a:lnTo>
                <a:lnTo>
                  <a:pt x="473392" y="267653"/>
                </a:lnTo>
                <a:lnTo>
                  <a:pt x="541020" y="297180"/>
                </a:lnTo>
                <a:lnTo>
                  <a:pt x="608647" y="323850"/>
                </a:lnTo>
                <a:lnTo>
                  <a:pt x="676275" y="349567"/>
                </a:lnTo>
                <a:lnTo>
                  <a:pt x="743903" y="373380"/>
                </a:lnTo>
                <a:lnTo>
                  <a:pt x="811530" y="395288"/>
                </a:lnTo>
                <a:lnTo>
                  <a:pt x="879158" y="416242"/>
                </a:lnTo>
                <a:lnTo>
                  <a:pt x="946785" y="436245"/>
                </a:lnTo>
                <a:lnTo>
                  <a:pt x="1014413" y="454342"/>
                </a:lnTo>
                <a:lnTo>
                  <a:pt x="1082040" y="471488"/>
                </a:lnTo>
                <a:lnTo>
                  <a:pt x="1149668" y="486728"/>
                </a:lnTo>
                <a:lnTo>
                  <a:pt x="1217295" y="501967"/>
                </a:lnTo>
                <a:lnTo>
                  <a:pt x="1284922" y="516255"/>
                </a:lnTo>
                <a:lnTo>
                  <a:pt x="1352550" y="528638"/>
                </a:lnTo>
                <a:lnTo>
                  <a:pt x="1420178" y="541020"/>
                </a:lnTo>
                <a:lnTo>
                  <a:pt x="1487805" y="552450"/>
                </a:lnTo>
                <a:lnTo>
                  <a:pt x="1555432" y="562928"/>
                </a:lnTo>
                <a:lnTo>
                  <a:pt x="1623060" y="573405"/>
                </a:lnTo>
                <a:lnTo>
                  <a:pt x="1690688" y="582930"/>
                </a:lnTo>
                <a:lnTo>
                  <a:pt x="1758315" y="591503"/>
                </a:lnTo>
                <a:lnTo>
                  <a:pt x="1825943" y="600075"/>
                </a:lnTo>
                <a:lnTo>
                  <a:pt x="1893570" y="607695"/>
                </a:lnTo>
                <a:lnTo>
                  <a:pt x="1961197" y="614363"/>
                </a:lnTo>
                <a:lnTo>
                  <a:pt x="2028825" y="62103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58" name="p08-椭圆-0058">
            <a:extLst xmlns:a="http://schemas.openxmlformats.org/drawingml/2006/main">
              <a:ext uri="{FF2B5EF4-FFF2-40B4-BE49-F238E27FC236}">
                <a16:creationId xmlns:a16="http://schemas.microsoft.com/office/drawing/2014/main" id="{6364E138-40F7-47AC-86B7-3BDCC946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259003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9" name="p08-椭圆-0059">
            <a:extLst xmlns:a="http://schemas.openxmlformats.org/drawingml/2006/main">
              <a:ext uri="{FF2B5EF4-FFF2-40B4-BE49-F238E27FC236}">
                <a16:creationId xmlns:a16="http://schemas.microsoft.com/office/drawing/2014/main" id="{87BF08D4-759D-4F47-B013-E976B29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282680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0" name="p08-椭圆-0060">
            <a:extLst xmlns:a="http://schemas.openxmlformats.org/drawingml/2006/main">
              <a:ext uri="{FF2B5EF4-FFF2-40B4-BE49-F238E27FC236}">
                <a16:creationId xmlns:a16="http://schemas.microsoft.com/office/drawing/2014/main" id="{0FE155E3-E73F-4438-9FC3-D3DEBA65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298552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1" name="p08-椭圆-0061">
            <a:extLst xmlns:a="http://schemas.openxmlformats.org/drawingml/2006/main">
              <a:ext uri="{FF2B5EF4-FFF2-40B4-BE49-F238E27FC236}">
                <a16:creationId xmlns:a16="http://schemas.microsoft.com/office/drawing/2014/main" id="{3B38FBFB-9540-40A1-8EEB-DB13027F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919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2" name="p08-椭圆-0062">
            <a:extLst xmlns:a="http://schemas.openxmlformats.org/drawingml/2006/main">
              <a:ext uri="{FF2B5EF4-FFF2-40B4-BE49-F238E27FC236}">
                <a16:creationId xmlns:a16="http://schemas.microsoft.com/office/drawing/2014/main" id="{F8B09B09-CAFC-4642-A5C8-4BD90326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316322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3" name="p08-椭圆-0063">
            <a:extLst xmlns:a="http://schemas.openxmlformats.org/drawingml/2006/main">
              <a:ext uri="{FF2B5EF4-FFF2-40B4-BE49-F238E27FC236}">
                <a16:creationId xmlns:a16="http://schemas.microsoft.com/office/drawing/2014/main" id="{60B366DC-4630-4096-B0A5-555F80C7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580" y="321102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4" name="p08-路径-0064">
            <a:extLst xmlns:a="http://schemas.openxmlformats.org/drawingml/2006/main">
              <a:ext uri="{FF2B5EF4-FFF2-40B4-BE49-F238E27FC236}">
                <a16:creationId xmlns:a16="http://schemas.microsoft.com/office/drawing/2014/main" id="{5BE645DD-EFEA-4489-B2CA-71E4B9C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6518"/>
            <a:ext cx="2028825" cy="682942"/>
          </a:xfrm>
          <a:custGeom xmlns:a="http://schemas.openxmlformats.org/drawingml/2006/main">
            <a:pathLst>
              <a:path w="2028825" h="682942">
                <a:moveTo>
                  <a:pt x="0" y="0"/>
                </a:moveTo>
                <a:lnTo>
                  <a:pt x="67628" y="68580"/>
                </a:lnTo>
                <a:lnTo>
                  <a:pt x="135255" y="130492"/>
                </a:lnTo>
                <a:lnTo>
                  <a:pt x="202883" y="186690"/>
                </a:lnTo>
                <a:lnTo>
                  <a:pt x="270510" y="237173"/>
                </a:lnTo>
                <a:lnTo>
                  <a:pt x="338138" y="282892"/>
                </a:lnTo>
                <a:lnTo>
                  <a:pt x="405765" y="323850"/>
                </a:lnTo>
                <a:lnTo>
                  <a:pt x="473392" y="361950"/>
                </a:lnTo>
                <a:lnTo>
                  <a:pt x="541020" y="395288"/>
                </a:lnTo>
                <a:lnTo>
                  <a:pt x="608647" y="426720"/>
                </a:lnTo>
                <a:lnTo>
                  <a:pt x="676275" y="454342"/>
                </a:lnTo>
                <a:lnTo>
                  <a:pt x="743903" y="479108"/>
                </a:lnTo>
                <a:lnTo>
                  <a:pt x="811530" y="501967"/>
                </a:lnTo>
                <a:lnTo>
                  <a:pt x="879158" y="522923"/>
                </a:lnTo>
                <a:lnTo>
                  <a:pt x="946785" y="541020"/>
                </a:lnTo>
                <a:lnTo>
                  <a:pt x="1014413" y="558165"/>
                </a:lnTo>
                <a:lnTo>
                  <a:pt x="1082040" y="573405"/>
                </a:lnTo>
                <a:lnTo>
                  <a:pt x="1149668" y="586740"/>
                </a:lnTo>
                <a:lnTo>
                  <a:pt x="1217295" y="600075"/>
                </a:lnTo>
                <a:lnTo>
                  <a:pt x="1284922" y="610553"/>
                </a:lnTo>
                <a:lnTo>
                  <a:pt x="1352550" y="621030"/>
                </a:lnTo>
                <a:lnTo>
                  <a:pt x="1420178" y="630555"/>
                </a:lnTo>
                <a:lnTo>
                  <a:pt x="1487805" y="639128"/>
                </a:lnTo>
                <a:lnTo>
                  <a:pt x="1555432" y="646748"/>
                </a:lnTo>
                <a:lnTo>
                  <a:pt x="1623060" y="653415"/>
                </a:lnTo>
                <a:lnTo>
                  <a:pt x="1690688" y="659130"/>
                </a:lnTo>
                <a:lnTo>
                  <a:pt x="1758315" y="664845"/>
                </a:lnTo>
                <a:lnTo>
                  <a:pt x="1825943" y="670560"/>
                </a:lnTo>
                <a:lnTo>
                  <a:pt x="1893570" y="674370"/>
                </a:lnTo>
                <a:lnTo>
                  <a:pt x="1961197" y="679133"/>
                </a:lnTo>
                <a:lnTo>
                  <a:pt x="2028825" y="68294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65" name="p08-椭圆-0065">
            <a:extLst xmlns:a="http://schemas.openxmlformats.org/drawingml/2006/main">
              <a:ext uri="{FF2B5EF4-FFF2-40B4-BE49-F238E27FC236}">
                <a16:creationId xmlns:a16="http://schemas.microsoft.com/office/drawing/2014/main" id="{17A3D30B-F4B1-4146-BED9-68CB8AEA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259003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6" name="p08-椭圆-0066">
            <a:extLst xmlns:a="http://schemas.openxmlformats.org/drawingml/2006/main">
              <a:ext uri="{FF2B5EF4-FFF2-40B4-BE49-F238E27FC236}">
                <a16:creationId xmlns:a16="http://schemas.microsoft.com/office/drawing/2014/main" id="{076307CD-069B-43F2-B7D1-9DAC651D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291407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7" name="p08-椭圆-0067">
            <a:extLst xmlns:a="http://schemas.openxmlformats.org/drawingml/2006/main">
              <a:ext uri="{FF2B5EF4-FFF2-40B4-BE49-F238E27FC236}">
                <a16:creationId xmlns:a16="http://schemas.microsoft.com/office/drawing/2014/main" id="{F98D6272-662B-45E6-BBFC-B57A418E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30919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8" name="p08-椭圆-0068">
            <a:extLst xmlns:a="http://schemas.openxmlformats.org/drawingml/2006/main">
              <a:ext uri="{FF2B5EF4-FFF2-40B4-BE49-F238E27FC236}">
                <a16:creationId xmlns:a16="http://schemas.microsoft.com/office/drawing/2014/main" id="{138B918A-4AF0-416C-B63F-C03F65A3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950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9" name="p08-椭圆-0069">
            <a:extLst xmlns:a="http://schemas.openxmlformats.org/drawingml/2006/main">
              <a:ext uri="{FF2B5EF4-FFF2-40B4-BE49-F238E27FC236}">
                <a16:creationId xmlns:a16="http://schemas.microsoft.com/office/drawing/2014/main" id="{4AD7FACB-D0B5-464B-A41F-F567913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32430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0" name="p08-椭圆-0070">
            <a:extLst xmlns:a="http://schemas.openxmlformats.org/drawingml/2006/main">
              <a:ext uri="{FF2B5EF4-FFF2-40B4-BE49-F238E27FC236}">
                <a16:creationId xmlns:a16="http://schemas.microsoft.com/office/drawing/2014/main" id="{EA5D6BA7-5A06-42E6-9BD0-5E76478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580" y="327246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1" name="p08-路径-0071">
            <a:extLst xmlns:a="http://schemas.openxmlformats.org/drawingml/2006/main">
              <a:ext uri="{FF2B5EF4-FFF2-40B4-BE49-F238E27FC236}">
                <a16:creationId xmlns:a16="http://schemas.microsoft.com/office/drawing/2014/main" id="{B81602BE-E447-44F0-A0B5-26CB3520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6518"/>
            <a:ext cx="2028825" cy="704850"/>
          </a:xfrm>
          <a:custGeom xmlns:a="http://schemas.openxmlformats.org/drawingml/2006/main">
            <a:pathLst>
              <a:path w="2028825" h="704850">
                <a:moveTo>
                  <a:pt x="0" y="0"/>
                </a:moveTo>
                <a:lnTo>
                  <a:pt x="67628" y="89535"/>
                </a:lnTo>
                <a:lnTo>
                  <a:pt x="135255" y="168592"/>
                </a:lnTo>
                <a:lnTo>
                  <a:pt x="202883" y="237173"/>
                </a:lnTo>
                <a:lnTo>
                  <a:pt x="270510" y="297180"/>
                </a:lnTo>
                <a:lnTo>
                  <a:pt x="338138" y="349567"/>
                </a:lnTo>
                <a:lnTo>
                  <a:pt x="405765" y="395288"/>
                </a:lnTo>
                <a:lnTo>
                  <a:pt x="473392" y="436245"/>
                </a:lnTo>
                <a:lnTo>
                  <a:pt x="541020" y="471488"/>
                </a:lnTo>
                <a:lnTo>
                  <a:pt x="608647" y="501967"/>
                </a:lnTo>
                <a:lnTo>
                  <a:pt x="676275" y="528638"/>
                </a:lnTo>
                <a:lnTo>
                  <a:pt x="743903" y="552450"/>
                </a:lnTo>
                <a:lnTo>
                  <a:pt x="811530" y="573405"/>
                </a:lnTo>
                <a:lnTo>
                  <a:pt x="879158" y="591503"/>
                </a:lnTo>
                <a:lnTo>
                  <a:pt x="946785" y="607695"/>
                </a:lnTo>
                <a:lnTo>
                  <a:pt x="1014413" y="621030"/>
                </a:lnTo>
                <a:lnTo>
                  <a:pt x="1082040" y="633413"/>
                </a:lnTo>
                <a:lnTo>
                  <a:pt x="1149668" y="643890"/>
                </a:lnTo>
                <a:lnTo>
                  <a:pt x="1217295" y="653415"/>
                </a:lnTo>
                <a:lnTo>
                  <a:pt x="1284922" y="661035"/>
                </a:lnTo>
                <a:lnTo>
                  <a:pt x="1352550" y="668655"/>
                </a:lnTo>
                <a:lnTo>
                  <a:pt x="1420178" y="674370"/>
                </a:lnTo>
                <a:lnTo>
                  <a:pt x="1487805" y="680085"/>
                </a:lnTo>
                <a:lnTo>
                  <a:pt x="1555432" y="684848"/>
                </a:lnTo>
                <a:lnTo>
                  <a:pt x="1623060" y="688658"/>
                </a:lnTo>
                <a:lnTo>
                  <a:pt x="1690688" y="692467"/>
                </a:lnTo>
                <a:lnTo>
                  <a:pt x="1758315" y="696278"/>
                </a:lnTo>
                <a:lnTo>
                  <a:pt x="1825943" y="699135"/>
                </a:lnTo>
                <a:lnTo>
                  <a:pt x="1893570" y="701040"/>
                </a:lnTo>
                <a:lnTo>
                  <a:pt x="1961197" y="702945"/>
                </a:lnTo>
                <a:lnTo>
                  <a:pt x="2028825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72" name="p08-椭圆-0072">
            <a:extLst xmlns:a="http://schemas.openxmlformats.org/drawingml/2006/main">
              <a:ext uri="{FF2B5EF4-FFF2-40B4-BE49-F238E27FC236}">
                <a16:creationId xmlns:a16="http://schemas.microsoft.com/office/drawing/2014/main" id="{3E8E2EBE-C99E-4FFC-9A26-C0AB7D1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259003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73" name="p08-椭圆-0073">
            <a:extLst xmlns:a="http://schemas.openxmlformats.org/drawingml/2006/main">
              <a:ext uri="{FF2B5EF4-FFF2-40B4-BE49-F238E27FC236}">
                <a16:creationId xmlns:a16="http://schemas.microsoft.com/office/drawing/2014/main" id="{9C1CAFF2-BD84-416B-B258-5B37CA5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298552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74" name="p08-椭圆-0074">
            <a:extLst xmlns:a="http://schemas.openxmlformats.org/drawingml/2006/main">
              <a:ext uri="{FF2B5EF4-FFF2-40B4-BE49-F238E27FC236}">
                <a16:creationId xmlns:a16="http://schemas.microsoft.com/office/drawing/2014/main" id="{C8BDF8CF-E66B-46B0-8401-4AE5127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316322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75" name="p08-椭圆-0075">
            <a:extLst xmlns:a="http://schemas.openxmlformats.org/drawingml/2006/main">
              <a:ext uri="{FF2B5EF4-FFF2-40B4-BE49-F238E27FC236}">
                <a16:creationId xmlns:a16="http://schemas.microsoft.com/office/drawing/2014/main" id="{E071BA9D-1009-443B-A10F-72049CC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30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76" name="p08-椭圆-0076">
            <a:extLst xmlns:a="http://schemas.openxmlformats.org/drawingml/2006/main">
              <a:ext uri="{FF2B5EF4-FFF2-40B4-BE49-F238E27FC236}">
                <a16:creationId xmlns:a16="http://schemas.microsoft.com/office/drawing/2014/main" id="{03771691-8079-4B31-A3C8-15E58437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327894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77" name="p08-椭圆-0077">
            <a:extLst xmlns:a="http://schemas.openxmlformats.org/drawingml/2006/main">
              <a:ext uri="{FF2B5EF4-FFF2-40B4-BE49-F238E27FC236}">
                <a16:creationId xmlns:a16="http://schemas.microsoft.com/office/drawing/2014/main" id="{30AA1966-4D1E-4B3F-B237-4CFC34F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580" y="329506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78" name="p08-文本-0078">
            <a:extLst xmlns:a="http://schemas.openxmlformats.org/drawingml/2006/main">
              <a:ext uri="{FF2B5EF4-FFF2-40B4-BE49-F238E27FC236}">
                <a16:creationId xmlns:a16="http://schemas.microsoft.com/office/drawing/2014/main" id="{CD880D27-CCD8-4FA6-83DB-D9891EF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630802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79" name="p08-线-0079">
            <a:extLst xmlns:a="http://schemas.openxmlformats.org/drawingml/2006/main">
              <a:ext uri="{FF2B5EF4-FFF2-40B4-BE49-F238E27FC236}">
                <a16:creationId xmlns:a16="http://schemas.microsoft.com/office/drawing/2014/main" id="{2C2AB695-F3F9-409F-9A82-2814DC4D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669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80" name="p08-文本-0080">
            <a:extLst xmlns:a="http://schemas.openxmlformats.org/drawingml/2006/main">
              <a:ext uri="{FF2B5EF4-FFF2-40B4-BE49-F238E27FC236}">
                <a16:creationId xmlns:a16="http://schemas.microsoft.com/office/drawing/2014/main" id="{5FD56FBD-D4EA-4541-AB08-B52A3766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94708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81" name="p08-线-0081">
            <a:extLst xmlns:a="http://schemas.openxmlformats.org/drawingml/2006/main">
              <a:ext uri="{FF2B5EF4-FFF2-40B4-BE49-F238E27FC236}">
                <a16:creationId xmlns:a16="http://schemas.microsoft.com/office/drawing/2014/main" id="{D9B99BDD-2A4A-48BB-8AA9-0699FC11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82" name="p08-文本-0082">
            <a:extLst xmlns:a="http://schemas.openxmlformats.org/drawingml/2006/main">
              <a:ext uri="{FF2B5EF4-FFF2-40B4-BE49-F238E27FC236}">
                <a16:creationId xmlns:a16="http://schemas.microsoft.com/office/drawing/2014/main" id="{C847F9D8-73EA-40F4-B3DA-DCDE3E23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470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83" name="p08-线-0083">
            <a:extLst xmlns:a="http://schemas.openxmlformats.org/drawingml/2006/main">
              <a:ext uri="{FF2B5EF4-FFF2-40B4-BE49-F238E27FC236}">
                <a16:creationId xmlns:a16="http://schemas.microsoft.com/office/drawing/2014/main" id="{4C928A40-8A62-43FF-A9F5-AEE908C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84" name="p08-文本-0084">
            <a:extLst xmlns:a="http://schemas.openxmlformats.org/drawingml/2006/main">
              <a:ext uri="{FF2B5EF4-FFF2-40B4-BE49-F238E27FC236}">
                <a16:creationId xmlns:a16="http://schemas.microsoft.com/office/drawing/2014/main" id="{4320460A-BBB1-45CC-8CB9-6A434BAB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9470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85" name="p08-矩形-0085">
            <a:extLst xmlns:a="http://schemas.openxmlformats.org/drawingml/2006/main">
              <a:ext uri="{FF2B5EF4-FFF2-40B4-BE49-F238E27FC236}">
                <a16:creationId xmlns:a16="http://schemas.microsoft.com/office/drawing/2014/main" id="{6B863270-56CB-4459-B8F6-04971597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266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6" name="p08-线-0086">
            <a:extLst xmlns:a="http://schemas.openxmlformats.org/drawingml/2006/main">
              <a:ext uri="{FF2B5EF4-FFF2-40B4-BE49-F238E27FC236}">
                <a16:creationId xmlns:a16="http://schemas.microsoft.com/office/drawing/2014/main" id="{AAABA49D-4F09-4CED-8777-F01841D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08-线-0087">
            <a:extLst xmlns:a="http://schemas.openxmlformats.org/drawingml/2006/main">
              <a:ext uri="{FF2B5EF4-FFF2-40B4-BE49-F238E27FC236}">
                <a16:creationId xmlns:a16="http://schemas.microsoft.com/office/drawing/2014/main" id="{BEA9E7EF-434D-4944-8482-AF4F87DB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08-线-0088">
            <a:extLst xmlns:a="http://schemas.openxmlformats.org/drawingml/2006/main">
              <a:ext uri="{FF2B5EF4-FFF2-40B4-BE49-F238E27FC236}">
                <a16:creationId xmlns:a16="http://schemas.microsoft.com/office/drawing/2014/main" id="{166E660E-AB48-4049-BE3D-D68694DF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9" name="p08-线-0089">
            <a:extLst xmlns:a="http://schemas.openxmlformats.org/drawingml/2006/main">
              <a:ext uri="{FF2B5EF4-FFF2-40B4-BE49-F238E27FC236}">
                <a16:creationId xmlns:a16="http://schemas.microsoft.com/office/drawing/2014/main" id="{E86A433A-49AC-4203-94EE-1BEFDCA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08-线-0090">
            <a:extLst xmlns:a="http://schemas.openxmlformats.org/drawingml/2006/main">
              <a:ext uri="{FF2B5EF4-FFF2-40B4-BE49-F238E27FC236}">
                <a16:creationId xmlns:a16="http://schemas.microsoft.com/office/drawing/2014/main" id="{94D15978-19AC-4CFB-9B2F-AEC040A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08-线-0091">
            <a:extLst xmlns:a="http://schemas.openxmlformats.org/drawingml/2006/main">
              <a:ext uri="{FF2B5EF4-FFF2-40B4-BE49-F238E27FC236}">
                <a16:creationId xmlns:a16="http://schemas.microsoft.com/office/drawing/2014/main" id="{B34F3E28-66AF-417D-98F1-F1C5FCE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08-线-0092">
            <a:extLst xmlns:a="http://schemas.openxmlformats.org/drawingml/2006/main">
              <a:ext uri="{FF2B5EF4-FFF2-40B4-BE49-F238E27FC236}">
                <a16:creationId xmlns:a16="http://schemas.microsoft.com/office/drawing/2014/main" id="{9A43EC06-0F03-4E86-8282-EE6FE2F7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08-线-0093">
            <a:extLst xmlns:a="http://schemas.openxmlformats.org/drawingml/2006/main">
              <a:ext uri="{FF2B5EF4-FFF2-40B4-BE49-F238E27FC236}">
                <a16:creationId xmlns:a16="http://schemas.microsoft.com/office/drawing/2014/main" id="{6F36B405-46B8-4E71-BE5E-4178F5E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08-线-0094">
            <a:extLst xmlns:a="http://schemas.openxmlformats.org/drawingml/2006/main">
              <a:ext uri="{FF2B5EF4-FFF2-40B4-BE49-F238E27FC236}">
                <a16:creationId xmlns:a16="http://schemas.microsoft.com/office/drawing/2014/main" id="{EFE12313-9CDB-4BE0-93E6-B1313306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08-线-0095">
            <a:extLst xmlns:a="http://schemas.openxmlformats.org/drawingml/2006/main">
              <a:ext uri="{FF2B5EF4-FFF2-40B4-BE49-F238E27FC236}">
                <a16:creationId xmlns:a16="http://schemas.microsoft.com/office/drawing/2014/main" id="{40967066-AB01-4F7B-ABAC-CFCBC8C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08-线-0096">
            <a:extLst xmlns:a="http://schemas.openxmlformats.org/drawingml/2006/main">
              <a:ext uri="{FF2B5EF4-FFF2-40B4-BE49-F238E27FC236}">
                <a16:creationId xmlns:a16="http://schemas.microsoft.com/office/drawing/2014/main" id="{B7E255FB-C865-415C-B7BD-8A7C89D9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08-线-0097">
            <a:extLst xmlns:a="http://schemas.openxmlformats.org/drawingml/2006/main">
              <a:ext uri="{FF2B5EF4-FFF2-40B4-BE49-F238E27FC236}">
                <a16:creationId xmlns:a16="http://schemas.microsoft.com/office/drawing/2014/main" id="{954B80EA-965C-4262-9C3B-F009AD50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08-线-0098">
            <a:extLst xmlns:a="http://schemas.openxmlformats.org/drawingml/2006/main">
              <a:ext uri="{FF2B5EF4-FFF2-40B4-BE49-F238E27FC236}">
                <a16:creationId xmlns:a16="http://schemas.microsoft.com/office/drawing/2014/main" id="{D86BB82A-37DA-4D29-9416-E03D1951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08-线-0099">
            <a:extLst xmlns:a="http://schemas.openxmlformats.org/drawingml/2006/main">
              <a:ext uri="{FF2B5EF4-FFF2-40B4-BE49-F238E27FC236}">
                <a16:creationId xmlns:a16="http://schemas.microsoft.com/office/drawing/2014/main" id="{BA6694DA-C8E8-4713-ADF8-45F8190C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08-线-0100">
            <a:extLst xmlns:a="http://schemas.openxmlformats.org/drawingml/2006/main">
              <a:ext uri="{FF2B5EF4-FFF2-40B4-BE49-F238E27FC236}">
                <a16:creationId xmlns:a16="http://schemas.microsoft.com/office/drawing/2014/main" id="{7E76C6DD-FF8A-40FA-BD86-89C3B971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08-线-0101">
            <a:extLst xmlns:a="http://schemas.openxmlformats.org/drawingml/2006/main">
              <a:ext uri="{FF2B5EF4-FFF2-40B4-BE49-F238E27FC236}">
                <a16:creationId xmlns:a16="http://schemas.microsoft.com/office/drawing/2014/main" id="{BED52A51-2D74-486C-9DA6-C384501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08-线-0102">
            <a:extLst xmlns:a="http://schemas.openxmlformats.org/drawingml/2006/main">
              <a:ext uri="{FF2B5EF4-FFF2-40B4-BE49-F238E27FC236}">
                <a16:creationId xmlns:a16="http://schemas.microsoft.com/office/drawing/2014/main" id="{3CF306C9-AE3F-4B73-B2E9-EA4E8ED6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08-线-0103">
            <a:extLst xmlns:a="http://schemas.openxmlformats.org/drawingml/2006/main">
              <a:ext uri="{FF2B5EF4-FFF2-40B4-BE49-F238E27FC236}">
                <a16:creationId xmlns:a16="http://schemas.microsoft.com/office/drawing/2014/main" id="{A64647EA-48D2-404C-B6A6-4F09EB2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4" name="p08-线-0104">
            <a:extLst xmlns:a="http://schemas.openxmlformats.org/drawingml/2006/main">
              <a:ext uri="{FF2B5EF4-FFF2-40B4-BE49-F238E27FC236}">
                <a16:creationId xmlns:a16="http://schemas.microsoft.com/office/drawing/2014/main" id="{AF118D55-B3A0-43CF-8BBC-2026D89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08-线-0105">
            <a:extLst xmlns:a="http://schemas.openxmlformats.org/drawingml/2006/main">
              <a:ext uri="{FF2B5EF4-FFF2-40B4-BE49-F238E27FC236}">
                <a16:creationId xmlns:a16="http://schemas.microsoft.com/office/drawing/2014/main" id="{8458AC37-EB08-4E20-B47D-B7DA2A18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08-线-0106">
            <a:extLst xmlns:a="http://schemas.openxmlformats.org/drawingml/2006/main">
              <a:ext uri="{FF2B5EF4-FFF2-40B4-BE49-F238E27FC236}">
                <a16:creationId xmlns:a16="http://schemas.microsoft.com/office/drawing/2014/main" id="{754CFA96-74A7-4A84-924D-95C57568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7" name="p08-线-0107">
            <a:extLst xmlns:a="http://schemas.openxmlformats.org/drawingml/2006/main">
              <a:ext uri="{FF2B5EF4-FFF2-40B4-BE49-F238E27FC236}">
                <a16:creationId xmlns:a16="http://schemas.microsoft.com/office/drawing/2014/main" id="{5D6DD628-5772-45B4-B767-95097E25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8-线-0108">
            <a:extLst xmlns:a="http://schemas.openxmlformats.org/drawingml/2006/main">
              <a:ext uri="{FF2B5EF4-FFF2-40B4-BE49-F238E27FC236}">
                <a16:creationId xmlns:a16="http://schemas.microsoft.com/office/drawing/2014/main" id="{EBA2CFC6-EE9B-471C-A422-3868375C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08-线-0109">
            <a:extLst xmlns:a="http://schemas.openxmlformats.org/drawingml/2006/main">
              <a:ext uri="{FF2B5EF4-FFF2-40B4-BE49-F238E27FC236}">
                <a16:creationId xmlns:a16="http://schemas.microsoft.com/office/drawing/2014/main" id="{7C452C71-A361-49EE-8610-061E5FB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0" name="p08-线-0110">
            <a:extLst xmlns:a="http://schemas.openxmlformats.org/drawingml/2006/main">
              <a:ext uri="{FF2B5EF4-FFF2-40B4-BE49-F238E27FC236}">
                <a16:creationId xmlns:a16="http://schemas.microsoft.com/office/drawing/2014/main" id="{DC1EB2F7-0D43-40D3-89DB-46A36F16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8-线-0111">
            <a:extLst xmlns:a="http://schemas.openxmlformats.org/drawingml/2006/main">
              <a:ext uri="{FF2B5EF4-FFF2-40B4-BE49-F238E27FC236}">
                <a16:creationId xmlns:a16="http://schemas.microsoft.com/office/drawing/2014/main" id="{8A9D3327-439F-4239-A093-82DACA4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08-线-0112">
            <a:extLst xmlns:a="http://schemas.openxmlformats.org/drawingml/2006/main">
              <a:ext uri="{FF2B5EF4-FFF2-40B4-BE49-F238E27FC236}">
                <a16:creationId xmlns:a16="http://schemas.microsoft.com/office/drawing/2014/main" id="{843935D4-A402-4B17-92EC-F6781A66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3" name="p08-线-0113">
            <a:extLst xmlns:a="http://schemas.openxmlformats.org/drawingml/2006/main">
              <a:ext uri="{FF2B5EF4-FFF2-40B4-BE49-F238E27FC236}">
                <a16:creationId xmlns:a16="http://schemas.microsoft.com/office/drawing/2014/main" id="{8684F1CE-D049-41E6-9041-96F67A18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1943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8-线-0114">
            <a:extLst xmlns:a="http://schemas.openxmlformats.org/drawingml/2006/main">
              <a:ext uri="{FF2B5EF4-FFF2-40B4-BE49-F238E27FC236}">
                <a16:creationId xmlns:a16="http://schemas.microsoft.com/office/drawing/2014/main" id="{F14C2C3B-D78C-48CC-AC61-347E6A79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08-线-0115">
            <a:extLst xmlns:a="http://schemas.openxmlformats.org/drawingml/2006/main">
              <a:ext uri="{FF2B5EF4-FFF2-40B4-BE49-F238E27FC236}">
                <a16:creationId xmlns:a16="http://schemas.microsoft.com/office/drawing/2014/main" id="{C801C40F-E334-42BC-8776-EF04774C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1943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6" name="p08-线-0116">
            <a:extLst xmlns:a="http://schemas.openxmlformats.org/drawingml/2006/main">
              <a:ext uri="{FF2B5EF4-FFF2-40B4-BE49-F238E27FC236}">
                <a16:creationId xmlns:a16="http://schemas.microsoft.com/office/drawing/2014/main" id="{3C47BDCD-7764-4F56-BC45-34D0C166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43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08-线-0117">
            <a:extLst xmlns:a="http://schemas.openxmlformats.org/drawingml/2006/main">
              <a:ext uri="{FF2B5EF4-FFF2-40B4-BE49-F238E27FC236}">
                <a16:creationId xmlns:a16="http://schemas.microsoft.com/office/drawing/2014/main" id="{02C8CE59-9A0F-4D6B-B324-8FC978A1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08-线-0118">
            <a:extLst xmlns:a="http://schemas.openxmlformats.org/drawingml/2006/main">
              <a:ext uri="{FF2B5EF4-FFF2-40B4-BE49-F238E27FC236}">
                <a16:creationId xmlns:a16="http://schemas.microsoft.com/office/drawing/2014/main" id="{E2ADDD5F-2C7B-462A-8668-6D538C0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08-线-0119">
            <a:extLst xmlns:a="http://schemas.openxmlformats.org/drawingml/2006/main">
              <a:ext uri="{FF2B5EF4-FFF2-40B4-BE49-F238E27FC236}">
                <a16:creationId xmlns:a16="http://schemas.microsoft.com/office/drawing/2014/main" id="{F29BA6FF-4104-4856-89A7-1A2ABC23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0" name="p08-线-0120">
            <a:extLst xmlns:a="http://schemas.openxmlformats.org/drawingml/2006/main">
              <a:ext uri="{FF2B5EF4-FFF2-40B4-BE49-F238E27FC236}">
                <a16:creationId xmlns:a16="http://schemas.microsoft.com/office/drawing/2014/main" id="{B8428170-3197-438D-BE45-BF608C3F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08-线-0121">
            <a:extLst xmlns:a="http://schemas.openxmlformats.org/drawingml/2006/main">
              <a:ext uri="{FF2B5EF4-FFF2-40B4-BE49-F238E27FC236}">
                <a16:creationId xmlns:a16="http://schemas.microsoft.com/office/drawing/2014/main" id="{73E8251C-5E6A-4E21-862C-D871FDF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08-线-0122">
            <a:extLst xmlns:a="http://schemas.openxmlformats.org/drawingml/2006/main">
              <a:ext uri="{FF2B5EF4-FFF2-40B4-BE49-F238E27FC236}">
                <a16:creationId xmlns:a16="http://schemas.microsoft.com/office/drawing/2014/main" id="{FEE34131-483A-4BB1-A3C2-4BC8711C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08-线-0123">
            <a:extLst xmlns:a="http://schemas.openxmlformats.org/drawingml/2006/main">
              <a:ext uri="{FF2B5EF4-FFF2-40B4-BE49-F238E27FC236}">
                <a16:creationId xmlns:a16="http://schemas.microsoft.com/office/drawing/2014/main" id="{3DB4F160-408D-469A-9B88-0CBFB0E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08-线-0124">
            <a:extLst xmlns:a="http://schemas.openxmlformats.org/drawingml/2006/main">
              <a:ext uri="{FF2B5EF4-FFF2-40B4-BE49-F238E27FC236}">
                <a16:creationId xmlns:a16="http://schemas.microsoft.com/office/drawing/2014/main" id="{992DF5F6-3359-4524-9B3B-69C3C16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08-线-0125">
            <a:extLst xmlns:a="http://schemas.openxmlformats.org/drawingml/2006/main">
              <a:ext uri="{FF2B5EF4-FFF2-40B4-BE49-F238E27FC236}">
                <a16:creationId xmlns:a16="http://schemas.microsoft.com/office/drawing/2014/main" id="{BBF4CAF7-E947-4FE7-ABA2-AC9617F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08-线-0126">
            <a:extLst xmlns:a="http://schemas.openxmlformats.org/drawingml/2006/main">
              <a:ext uri="{FF2B5EF4-FFF2-40B4-BE49-F238E27FC236}">
                <a16:creationId xmlns:a16="http://schemas.microsoft.com/office/drawing/2014/main" id="{541DD053-830C-45FA-9E70-614D1CBF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08-线-0127">
            <a:extLst xmlns:a="http://schemas.openxmlformats.org/drawingml/2006/main">
              <a:ext uri="{FF2B5EF4-FFF2-40B4-BE49-F238E27FC236}">
                <a16:creationId xmlns:a16="http://schemas.microsoft.com/office/drawing/2014/main" id="{E43854A3-3F51-4864-B9FF-711341F5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08-线-0128">
            <a:extLst xmlns:a="http://schemas.openxmlformats.org/drawingml/2006/main">
              <a:ext uri="{FF2B5EF4-FFF2-40B4-BE49-F238E27FC236}">
                <a16:creationId xmlns:a16="http://schemas.microsoft.com/office/drawing/2014/main" id="{0BE5F779-50BA-4796-B85D-3E3409F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08-线-0129">
            <a:extLst xmlns:a="http://schemas.openxmlformats.org/drawingml/2006/main">
              <a:ext uri="{FF2B5EF4-FFF2-40B4-BE49-F238E27FC236}">
                <a16:creationId xmlns:a16="http://schemas.microsoft.com/office/drawing/2014/main" id="{B0690D71-B6A1-4B17-ABEC-C91ED86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08-线-0130">
            <a:extLst xmlns:a="http://schemas.openxmlformats.org/drawingml/2006/main">
              <a:ext uri="{FF2B5EF4-FFF2-40B4-BE49-F238E27FC236}">
                <a16:creationId xmlns:a16="http://schemas.microsoft.com/office/drawing/2014/main" id="{35F1DE55-5CE2-4AC2-9E10-44E3864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08-线-0131">
            <a:extLst xmlns:a="http://schemas.openxmlformats.org/drawingml/2006/main">
              <a:ext uri="{FF2B5EF4-FFF2-40B4-BE49-F238E27FC236}">
                <a16:creationId xmlns:a16="http://schemas.microsoft.com/office/drawing/2014/main" id="{DCC6AFB2-160D-4E88-8ED6-7BADD26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08-线-0132">
            <a:extLst xmlns:a="http://schemas.openxmlformats.org/drawingml/2006/main">
              <a:ext uri="{FF2B5EF4-FFF2-40B4-BE49-F238E27FC236}">
                <a16:creationId xmlns:a16="http://schemas.microsoft.com/office/drawing/2014/main" id="{BA7F2133-48A3-499D-9695-6F7E6836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08-线-0133">
            <a:extLst xmlns:a="http://schemas.openxmlformats.org/drawingml/2006/main">
              <a:ext uri="{FF2B5EF4-FFF2-40B4-BE49-F238E27FC236}">
                <a16:creationId xmlns:a16="http://schemas.microsoft.com/office/drawing/2014/main" id="{51F0FD79-9D8E-44A3-B210-0405DBD2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08-线-0134">
            <a:extLst xmlns:a="http://schemas.openxmlformats.org/drawingml/2006/main">
              <a:ext uri="{FF2B5EF4-FFF2-40B4-BE49-F238E27FC236}">
                <a16:creationId xmlns:a16="http://schemas.microsoft.com/office/drawing/2014/main" id="{E24BE82D-22A4-41DA-886A-18E72C32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5" name="p08-线-0135">
            <a:extLst xmlns:a="http://schemas.openxmlformats.org/drawingml/2006/main">
              <a:ext uri="{FF2B5EF4-FFF2-40B4-BE49-F238E27FC236}">
                <a16:creationId xmlns:a16="http://schemas.microsoft.com/office/drawing/2014/main" id="{3333B030-FD9B-4601-BD5F-756C703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08-线-0136">
            <a:extLst xmlns:a="http://schemas.openxmlformats.org/drawingml/2006/main">
              <a:ext uri="{FF2B5EF4-FFF2-40B4-BE49-F238E27FC236}">
                <a16:creationId xmlns:a16="http://schemas.microsoft.com/office/drawing/2014/main" id="{7C0347F8-FDA1-4D65-AA0A-19C9821C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08-线-0137">
            <a:extLst xmlns:a="http://schemas.openxmlformats.org/drawingml/2006/main">
              <a:ext uri="{FF2B5EF4-FFF2-40B4-BE49-F238E27FC236}">
                <a16:creationId xmlns:a16="http://schemas.microsoft.com/office/drawing/2014/main" id="{101FE3FD-AC5A-4FD6-BA63-979158A2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8" name="p08-线-0138">
            <a:extLst xmlns:a="http://schemas.openxmlformats.org/drawingml/2006/main">
              <a:ext uri="{FF2B5EF4-FFF2-40B4-BE49-F238E27FC236}">
                <a16:creationId xmlns:a16="http://schemas.microsoft.com/office/drawing/2014/main" id="{A78A1C69-C341-4B84-B9FA-A5947FC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8-线-0139">
            <a:extLst xmlns:a="http://schemas.openxmlformats.org/drawingml/2006/main">
              <a:ext uri="{FF2B5EF4-FFF2-40B4-BE49-F238E27FC236}">
                <a16:creationId xmlns:a16="http://schemas.microsoft.com/office/drawing/2014/main" id="{3A2275AA-DA9F-402A-B78B-D2EDE5E1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08-线-0140">
            <a:extLst xmlns:a="http://schemas.openxmlformats.org/drawingml/2006/main">
              <a:ext uri="{FF2B5EF4-FFF2-40B4-BE49-F238E27FC236}">
                <a16:creationId xmlns:a16="http://schemas.microsoft.com/office/drawing/2014/main" id="{6C221D23-07E5-4BF1-9004-0283EA05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1" name="p08-线-0141">
            <a:extLst xmlns:a="http://schemas.openxmlformats.org/drawingml/2006/main">
              <a:ext uri="{FF2B5EF4-FFF2-40B4-BE49-F238E27FC236}">
                <a16:creationId xmlns:a16="http://schemas.microsoft.com/office/drawing/2014/main" id="{4F27DFE9-C9F4-4CB2-9659-59FE806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8-线-0142">
            <a:extLst xmlns:a="http://schemas.openxmlformats.org/drawingml/2006/main">
              <a:ext uri="{FF2B5EF4-FFF2-40B4-BE49-F238E27FC236}">
                <a16:creationId xmlns:a16="http://schemas.microsoft.com/office/drawing/2014/main" id="{8038D2EF-509F-4B4E-9FB5-ACB7C22E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08-线-0143">
            <a:extLst xmlns:a="http://schemas.openxmlformats.org/drawingml/2006/main">
              <a:ext uri="{FF2B5EF4-FFF2-40B4-BE49-F238E27FC236}">
                <a16:creationId xmlns:a16="http://schemas.microsoft.com/office/drawing/2014/main" id="{9CC41A94-22D6-4845-B1D5-B11FEAC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4" name="p08-线-0144">
            <a:extLst xmlns:a="http://schemas.openxmlformats.org/drawingml/2006/main">
              <a:ext uri="{FF2B5EF4-FFF2-40B4-BE49-F238E27FC236}">
                <a16:creationId xmlns:a16="http://schemas.microsoft.com/office/drawing/2014/main" id="{96B2CAF0-CFF9-4578-A4C4-22B9EEB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222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8-线-0145">
            <a:extLst xmlns:a="http://schemas.openxmlformats.org/drawingml/2006/main">
              <a:ext uri="{FF2B5EF4-FFF2-40B4-BE49-F238E27FC236}">
                <a16:creationId xmlns:a16="http://schemas.microsoft.com/office/drawing/2014/main" id="{8242ED06-3E77-412E-BBF2-B0A50AA1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08-线-0146">
            <a:extLst xmlns:a="http://schemas.openxmlformats.org/drawingml/2006/main">
              <a:ext uri="{FF2B5EF4-FFF2-40B4-BE49-F238E27FC236}">
                <a16:creationId xmlns:a16="http://schemas.microsoft.com/office/drawing/2014/main" id="{4D79E91B-4B58-42F4-95E2-63AA291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2225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7" name="p08-线-0147">
            <a:extLst xmlns:a="http://schemas.openxmlformats.org/drawingml/2006/main">
              <a:ext uri="{FF2B5EF4-FFF2-40B4-BE49-F238E27FC236}">
                <a16:creationId xmlns:a16="http://schemas.microsoft.com/office/drawing/2014/main" id="{A1190D78-E645-42EA-A43E-46E6143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225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08-线-0148">
            <a:extLst xmlns:a="http://schemas.openxmlformats.org/drawingml/2006/main">
              <a:ext uri="{FF2B5EF4-FFF2-40B4-BE49-F238E27FC236}">
                <a16:creationId xmlns:a16="http://schemas.microsoft.com/office/drawing/2014/main" id="{90B4C98A-EAB8-407F-A39A-B4515D2C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08-线-0149">
            <a:extLst xmlns:a="http://schemas.openxmlformats.org/drawingml/2006/main">
              <a:ext uri="{FF2B5EF4-FFF2-40B4-BE49-F238E27FC236}">
                <a16:creationId xmlns:a16="http://schemas.microsoft.com/office/drawing/2014/main" id="{62791205-3192-4E59-A009-4C110CD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08-线-0150">
            <a:extLst xmlns:a="http://schemas.openxmlformats.org/drawingml/2006/main">
              <a:ext uri="{FF2B5EF4-FFF2-40B4-BE49-F238E27FC236}">
                <a16:creationId xmlns:a16="http://schemas.microsoft.com/office/drawing/2014/main" id="{8C019EE6-DD30-4360-941A-2411A024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1" name="p08-线-0151">
            <a:extLst xmlns:a="http://schemas.openxmlformats.org/drawingml/2006/main">
              <a:ext uri="{FF2B5EF4-FFF2-40B4-BE49-F238E27FC236}">
                <a16:creationId xmlns:a16="http://schemas.microsoft.com/office/drawing/2014/main" id="{B7FDF491-F431-4CE7-BDDB-256CB5E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08-线-0152">
            <a:extLst xmlns:a="http://schemas.openxmlformats.org/drawingml/2006/main">
              <a:ext uri="{FF2B5EF4-FFF2-40B4-BE49-F238E27FC236}">
                <a16:creationId xmlns:a16="http://schemas.microsoft.com/office/drawing/2014/main" id="{CD7269F2-3FF6-45EF-B574-6AF7C60C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08-线-0153">
            <a:extLst xmlns:a="http://schemas.openxmlformats.org/drawingml/2006/main">
              <a:ext uri="{FF2B5EF4-FFF2-40B4-BE49-F238E27FC236}">
                <a16:creationId xmlns:a16="http://schemas.microsoft.com/office/drawing/2014/main" id="{F410DE03-EBD9-4A2E-A4A1-31CE6FA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08-线-0154">
            <a:extLst xmlns:a="http://schemas.openxmlformats.org/drawingml/2006/main">
              <a:ext uri="{FF2B5EF4-FFF2-40B4-BE49-F238E27FC236}">
                <a16:creationId xmlns:a16="http://schemas.microsoft.com/office/drawing/2014/main" id="{9BB8C480-3AEF-4506-8105-2C3E320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08-线-0155">
            <a:extLst xmlns:a="http://schemas.openxmlformats.org/drawingml/2006/main">
              <a:ext uri="{FF2B5EF4-FFF2-40B4-BE49-F238E27FC236}">
                <a16:creationId xmlns:a16="http://schemas.microsoft.com/office/drawing/2014/main" id="{3374606E-22A1-4027-8CF4-1CD4DA6E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08-线-0156">
            <a:extLst xmlns:a="http://schemas.openxmlformats.org/drawingml/2006/main">
              <a:ext uri="{FF2B5EF4-FFF2-40B4-BE49-F238E27FC236}">
                <a16:creationId xmlns:a16="http://schemas.microsoft.com/office/drawing/2014/main" id="{0D6055A5-13DC-4A34-8A9A-23D7A83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08-线-0157">
            <a:extLst xmlns:a="http://schemas.openxmlformats.org/drawingml/2006/main">
              <a:ext uri="{FF2B5EF4-FFF2-40B4-BE49-F238E27FC236}">
                <a16:creationId xmlns:a16="http://schemas.microsoft.com/office/drawing/2014/main" id="{662CDCA7-3538-47BA-9384-4ACBE52C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08-线-0158">
            <a:extLst xmlns:a="http://schemas.openxmlformats.org/drawingml/2006/main">
              <a:ext uri="{FF2B5EF4-FFF2-40B4-BE49-F238E27FC236}">
                <a16:creationId xmlns:a16="http://schemas.microsoft.com/office/drawing/2014/main" id="{53CADD2E-0CAA-4C14-8AC2-BF23FF6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08-线-0159">
            <a:extLst xmlns:a="http://schemas.openxmlformats.org/drawingml/2006/main">
              <a:ext uri="{FF2B5EF4-FFF2-40B4-BE49-F238E27FC236}">
                <a16:creationId xmlns:a16="http://schemas.microsoft.com/office/drawing/2014/main" id="{74E6B972-AEBC-42C5-9460-CD92541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08-线-0160">
            <a:extLst xmlns:a="http://schemas.openxmlformats.org/drawingml/2006/main">
              <a:ext uri="{FF2B5EF4-FFF2-40B4-BE49-F238E27FC236}">
                <a16:creationId xmlns:a16="http://schemas.microsoft.com/office/drawing/2014/main" id="{241BA4BD-08B2-4796-9978-9E3EC0A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08-线-0161">
            <a:extLst xmlns:a="http://schemas.openxmlformats.org/drawingml/2006/main">
              <a:ext uri="{FF2B5EF4-FFF2-40B4-BE49-F238E27FC236}">
                <a16:creationId xmlns:a16="http://schemas.microsoft.com/office/drawing/2014/main" id="{5272D05F-9FC8-4DDE-848B-7B201B78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08-线-0162">
            <a:extLst xmlns:a="http://schemas.openxmlformats.org/drawingml/2006/main">
              <a:ext uri="{FF2B5EF4-FFF2-40B4-BE49-F238E27FC236}">
                <a16:creationId xmlns:a16="http://schemas.microsoft.com/office/drawing/2014/main" id="{ACB47E37-B783-4C9A-ACE3-07554D07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08-线-0163">
            <a:extLst xmlns:a="http://schemas.openxmlformats.org/drawingml/2006/main">
              <a:ext uri="{FF2B5EF4-FFF2-40B4-BE49-F238E27FC236}">
                <a16:creationId xmlns:a16="http://schemas.microsoft.com/office/drawing/2014/main" id="{8C9EC443-5CD5-4842-8AFF-1D744412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08-线-0164">
            <a:extLst xmlns:a="http://schemas.openxmlformats.org/drawingml/2006/main">
              <a:ext uri="{FF2B5EF4-FFF2-40B4-BE49-F238E27FC236}">
                <a16:creationId xmlns:a16="http://schemas.microsoft.com/office/drawing/2014/main" id="{15A67D79-B1B6-49DE-A5FE-D1A55376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08-线-0165">
            <a:extLst xmlns:a="http://schemas.openxmlformats.org/drawingml/2006/main">
              <a:ext uri="{FF2B5EF4-FFF2-40B4-BE49-F238E27FC236}">
                <a16:creationId xmlns:a16="http://schemas.microsoft.com/office/drawing/2014/main" id="{069B7A09-04F7-4683-A467-21B757B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6" name="p08-线-0166">
            <a:extLst xmlns:a="http://schemas.openxmlformats.org/drawingml/2006/main">
              <a:ext uri="{FF2B5EF4-FFF2-40B4-BE49-F238E27FC236}">
                <a16:creationId xmlns:a16="http://schemas.microsoft.com/office/drawing/2014/main" id="{B95062F6-7442-4475-975F-CC7452D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08-线-0167">
            <a:extLst xmlns:a="http://schemas.openxmlformats.org/drawingml/2006/main">
              <a:ext uri="{FF2B5EF4-FFF2-40B4-BE49-F238E27FC236}">
                <a16:creationId xmlns:a16="http://schemas.microsoft.com/office/drawing/2014/main" id="{D2014AD4-D46E-4915-B624-3644BCDA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08-线-0168">
            <a:extLst xmlns:a="http://schemas.openxmlformats.org/drawingml/2006/main">
              <a:ext uri="{FF2B5EF4-FFF2-40B4-BE49-F238E27FC236}">
                <a16:creationId xmlns:a16="http://schemas.microsoft.com/office/drawing/2014/main" id="{034DD246-AA0F-460E-8309-3D2338A8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9" name="p08-线-0169">
            <a:extLst xmlns:a="http://schemas.openxmlformats.org/drawingml/2006/main">
              <a:ext uri="{FF2B5EF4-FFF2-40B4-BE49-F238E27FC236}">
                <a16:creationId xmlns:a16="http://schemas.microsoft.com/office/drawing/2014/main" id="{FFD84653-A4B1-4226-B16E-48DB71DA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8-线-0170">
            <a:extLst xmlns:a="http://schemas.openxmlformats.org/drawingml/2006/main">
              <a:ext uri="{FF2B5EF4-FFF2-40B4-BE49-F238E27FC236}">
                <a16:creationId xmlns:a16="http://schemas.microsoft.com/office/drawing/2014/main" id="{27274486-F8A0-48A0-86AD-67FFBE12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08-线-0171">
            <a:extLst xmlns:a="http://schemas.openxmlformats.org/drawingml/2006/main">
              <a:ext uri="{FF2B5EF4-FFF2-40B4-BE49-F238E27FC236}">
                <a16:creationId xmlns:a16="http://schemas.microsoft.com/office/drawing/2014/main" id="{B495ADE4-14C9-4A39-9692-27D8F370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2" name="p08-线-0172">
            <a:extLst xmlns:a="http://schemas.openxmlformats.org/drawingml/2006/main">
              <a:ext uri="{FF2B5EF4-FFF2-40B4-BE49-F238E27FC236}">
                <a16:creationId xmlns:a16="http://schemas.microsoft.com/office/drawing/2014/main" id="{0E254F64-BA85-4366-AA99-5B8963D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8-线-0173">
            <a:extLst xmlns:a="http://schemas.openxmlformats.org/drawingml/2006/main">
              <a:ext uri="{FF2B5EF4-FFF2-40B4-BE49-F238E27FC236}">
                <a16:creationId xmlns:a16="http://schemas.microsoft.com/office/drawing/2014/main" id="{A5BDC99E-9D83-4FD0-8880-704C7DB9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08-线-0174">
            <a:extLst xmlns:a="http://schemas.openxmlformats.org/drawingml/2006/main">
              <a:ext uri="{FF2B5EF4-FFF2-40B4-BE49-F238E27FC236}">
                <a16:creationId xmlns:a16="http://schemas.microsoft.com/office/drawing/2014/main" id="{3690A2FA-F218-4C62-89D9-762F9F4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5" name="p08-线-0175">
            <a:extLst xmlns:a="http://schemas.openxmlformats.org/drawingml/2006/main">
              <a:ext uri="{FF2B5EF4-FFF2-40B4-BE49-F238E27FC236}">
                <a16:creationId xmlns:a16="http://schemas.microsoft.com/office/drawing/2014/main" id="{B4B6ED0A-4386-4496-9959-00F7BAA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5019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8-线-0176">
            <a:extLst xmlns:a="http://schemas.openxmlformats.org/drawingml/2006/main">
              <a:ext uri="{FF2B5EF4-FFF2-40B4-BE49-F238E27FC236}">
                <a16:creationId xmlns:a16="http://schemas.microsoft.com/office/drawing/2014/main" id="{2AEB5372-7434-4411-913E-2B9AE03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08-线-0177">
            <a:extLst xmlns:a="http://schemas.openxmlformats.org/drawingml/2006/main">
              <a:ext uri="{FF2B5EF4-FFF2-40B4-BE49-F238E27FC236}">
                <a16:creationId xmlns:a16="http://schemas.microsoft.com/office/drawing/2014/main" id="{CA5D8099-3C97-4C43-8D25-FD1E6F3B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5019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8" name="p08-线-0178">
            <a:extLst xmlns:a="http://schemas.openxmlformats.org/drawingml/2006/main">
              <a:ext uri="{FF2B5EF4-FFF2-40B4-BE49-F238E27FC236}">
                <a16:creationId xmlns:a16="http://schemas.microsoft.com/office/drawing/2014/main" id="{8915F17C-6EFA-42F7-B748-CBE1F834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19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08-线-0179">
            <a:extLst xmlns:a="http://schemas.openxmlformats.org/drawingml/2006/main">
              <a:ext uri="{FF2B5EF4-FFF2-40B4-BE49-F238E27FC236}">
                <a16:creationId xmlns:a16="http://schemas.microsoft.com/office/drawing/2014/main" id="{350B3905-8508-42CD-A2A8-FC73BE77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08-线-0180">
            <a:extLst xmlns:a="http://schemas.openxmlformats.org/drawingml/2006/main">
              <a:ext uri="{FF2B5EF4-FFF2-40B4-BE49-F238E27FC236}">
                <a16:creationId xmlns:a16="http://schemas.microsoft.com/office/drawing/2014/main" id="{799413A5-CFD0-4C7F-B055-97B7C51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08-线-0181">
            <a:extLst xmlns:a="http://schemas.openxmlformats.org/drawingml/2006/main">
              <a:ext uri="{FF2B5EF4-FFF2-40B4-BE49-F238E27FC236}">
                <a16:creationId xmlns:a16="http://schemas.microsoft.com/office/drawing/2014/main" id="{93FE03CF-6A44-4F1D-9CC3-C1153B7A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2" name="p08-线-0182">
            <a:extLst xmlns:a="http://schemas.openxmlformats.org/drawingml/2006/main">
              <a:ext uri="{FF2B5EF4-FFF2-40B4-BE49-F238E27FC236}">
                <a16:creationId xmlns:a16="http://schemas.microsoft.com/office/drawing/2014/main" id="{F7DCE76C-5269-41AC-B34C-6081D7E7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08-线-0183">
            <a:extLst xmlns:a="http://schemas.openxmlformats.org/drawingml/2006/main">
              <a:ext uri="{FF2B5EF4-FFF2-40B4-BE49-F238E27FC236}">
                <a16:creationId xmlns:a16="http://schemas.microsoft.com/office/drawing/2014/main" id="{5ED301E4-43B6-48B7-8DDF-543ED0D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08-线-0184">
            <a:extLst xmlns:a="http://schemas.openxmlformats.org/drawingml/2006/main">
              <a:ext uri="{FF2B5EF4-FFF2-40B4-BE49-F238E27FC236}">
                <a16:creationId xmlns:a16="http://schemas.microsoft.com/office/drawing/2014/main" id="{5B898ACD-41E8-4844-9BDC-63248F9F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08-线-0185">
            <a:extLst xmlns:a="http://schemas.openxmlformats.org/drawingml/2006/main">
              <a:ext uri="{FF2B5EF4-FFF2-40B4-BE49-F238E27FC236}">
                <a16:creationId xmlns:a16="http://schemas.microsoft.com/office/drawing/2014/main" id="{BF59B0C0-9F0D-485E-A264-567A6EB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08-线-0186">
            <a:extLst xmlns:a="http://schemas.openxmlformats.org/drawingml/2006/main">
              <a:ext uri="{FF2B5EF4-FFF2-40B4-BE49-F238E27FC236}">
                <a16:creationId xmlns:a16="http://schemas.microsoft.com/office/drawing/2014/main" id="{5B858605-8505-4D76-BC28-E5C16816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08-线-0187">
            <a:extLst xmlns:a="http://schemas.openxmlformats.org/drawingml/2006/main">
              <a:ext uri="{FF2B5EF4-FFF2-40B4-BE49-F238E27FC236}">
                <a16:creationId xmlns:a16="http://schemas.microsoft.com/office/drawing/2014/main" id="{2AADA18F-8856-4DB9-8F41-119A42B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08-线-0188">
            <a:extLst xmlns:a="http://schemas.openxmlformats.org/drawingml/2006/main">
              <a:ext uri="{FF2B5EF4-FFF2-40B4-BE49-F238E27FC236}">
                <a16:creationId xmlns:a16="http://schemas.microsoft.com/office/drawing/2014/main" id="{EDADEF6B-22C9-4F9E-A9F7-F422E7C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08-线-0189">
            <a:extLst xmlns:a="http://schemas.openxmlformats.org/drawingml/2006/main">
              <a:ext uri="{FF2B5EF4-FFF2-40B4-BE49-F238E27FC236}">
                <a16:creationId xmlns:a16="http://schemas.microsoft.com/office/drawing/2014/main" id="{22772F15-7188-41C0-BE3A-3940C8AC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08-线-0190">
            <a:extLst xmlns:a="http://schemas.openxmlformats.org/drawingml/2006/main">
              <a:ext uri="{FF2B5EF4-FFF2-40B4-BE49-F238E27FC236}">
                <a16:creationId xmlns:a16="http://schemas.microsoft.com/office/drawing/2014/main" id="{F2369C73-45D3-433D-9BD2-A95D0466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08-线-0191">
            <a:extLst xmlns:a="http://schemas.openxmlformats.org/drawingml/2006/main">
              <a:ext uri="{FF2B5EF4-FFF2-40B4-BE49-F238E27FC236}">
                <a16:creationId xmlns:a16="http://schemas.microsoft.com/office/drawing/2014/main" id="{119BF11E-B593-4F23-AC8D-81176E8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08-线-0192">
            <a:extLst xmlns:a="http://schemas.openxmlformats.org/drawingml/2006/main">
              <a:ext uri="{FF2B5EF4-FFF2-40B4-BE49-F238E27FC236}">
                <a16:creationId xmlns:a16="http://schemas.microsoft.com/office/drawing/2014/main" id="{2191128C-F428-46DC-B805-048B90A7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08-线-0193">
            <a:extLst xmlns:a="http://schemas.openxmlformats.org/drawingml/2006/main">
              <a:ext uri="{FF2B5EF4-FFF2-40B4-BE49-F238E27FC236}">
                <a16:creationId xmlns:a16="http://schemas.microsoft.com/office/drawing/2014/main" id="{9A455724-AF7A-4B32-86F4-C6BEFF2E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08-线-0194">
            <a:extLst xmlns:a="http://schemas.openxmlformats.org/drawingml/2006/main">
              <a:ext uri="{FF2B5EF4-FFF2-40B4-BE49-F238E27FC236}">
                <a16:creationId xmlns:a16="http://schemas.microsoft.com/office/drawing/2014/main" id="{63052934-FD45-416C-A1B7-22935F8F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08-线-0195">
            <a:extLst xmlns:a="http://schemas.openxmlformats.org/drawingml/2006/main">
              <a:ext uri="{FF2B5EF4-FFF2-40B4-BE49-F238E27FC236}">
                <a16:creationId xmlns:a16="http://schemas.microsoft.com/office/drawing/2014/main" id="{AF5C80F1-E026-4B3B-8CF5-8A2A4936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08-线-0196">
            <a:extLst xmlns:a="http://schemas.openxmlformats.org/drawingml/2006/main">
              <a:ext uri="{FF2B5EF4-FFF2-40B4-BE49-F238E27FC236}">
                <a16:creationId xmlns:a16="http://schemas.microsoft.com/office/drawing/2014/main" id="{B5728F01-6A6F-48D0-83DA-DF70E75B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7" name="p08-线-0197">
            <a:extLst xmlns:a="http://schemas.openxmlformats.org/drawingml/2006/main">
              <a:ext uri="{FF2B5EF4-FFF2-40B4-BE49-F238E27FC236}">
                <a16:creationId xmlns:a16="http://schemas.microsoft.com/office/drawing/2014/main" id="{567B8BA2-EDE2-4CDC-97CE-2477518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08-线-0198">
            <a:extLst xmlns:a="http://schemas.openxmlformats.org/drawingml/2006/main">
              <a:ext uri="{FF2B5EF4-FFF2-40B4-BE49-F238E27FC236}">
                <a16:creationId xmlns:a16="http://schemas.microsoft.com/office/drawing/2014/main" id="{E923600F-BB89-48FB-9582-976E388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08-线-0199">
            <a:extLst xmlns:a="http://schemas.openxmlformats.org/drawingml/2006/main">
              <a:ext uri="{FF2B5EF4-FFF2-40B4-BE49-F238E27FC236}">
                <a16:creationId xmlns:a16="http://schemas.microsoft.com/office/drawing/2014/main" id="{827A6346-0166-46E2-8270-33C1F6A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0" name="p08-线-0200">
            <a:extLst xmlns:a="http://schemas.openxmlformats.org/drawingml/2006/main">
              <a:ext uri="{FF2B5EF4-FFF2-40B4-BE49-F238E27FC236}">
                <a16:creationId xmlns:a16="http://schemas.microsoft.com/office/drawing/2014/main" id="{8FE03AA5-BB38-4326-B3E0-9EA852EF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8-线-0201">
            <a:extLst xmlns:a="http://schemas.openxmlformats.org/drawingml/2006/main">
              <a:ext uri="{FF2B5EF4-FFF2-40B4-BE49-F238E27FC236}">
                <a16:creationId xmlns:a16="http://schemas.microsoft.com/office/drawing/2014/main" id="{F3CA41FD-FE04-42E3-BC6C-9A06CFB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08-线-0202">
            <a:extLst xmlns:a="http://schemas.openxmlformats.org/drawingml/2006/main">
              <a:ext uri="{FF2B5EF4-FFF2-40B4-BE49-F238E27FC236}">
                <a16:creationId xmlns:a16="http://schemas.microsoft.com/office/drawing/2014/main" id="{53255321-6C97-431B-AD43-1AF7638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3" name="p08-线-0203">
            <a:extLst xmlns:a="http://schemas.openxmlformats.org/drawingml/2006/main">
              <a:ext uri="{FF2B5EF4-FFF2-40B4-BE49-F238E27FC236}">
                <a16:creationId xmlns:a16="http://schemas.microsoft.com/office/drawing/2014/main" id="{74BD1815-8A24-44AF-882C-3139E88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08-线-0204">
            <a:extLst xmlns:a="http://schemas.openxmlformats.org/drawingml/2006/main">
              <a:ext uri="{FF2B5EF4-FFF2-40B4-BE49-F238E27FC236}">
                <a16:creationId xmlns:a16="http://schemas.microsoft.com/office/drawing/2014/main" id="{99B67988-A127-4DEA-8809-1C0DB46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08-线-0205">
            <a:extLst xmlns:a="http://schemas.openxmlformats.org/drawingml/2006/main">
              <a:ext uri="{FF2B5EF4-FFF2-40B4-BE49-F238E27FC236}">
                <a16:creationId xmlns:a16="http://schemas.microsoft.com/office/drawing/2014/main" id="{6D542958-7953-4D07-9901-9408BA7E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6" name="p08-线-0206">
            <a:extLst xmlns:a="http://schemas.openxmlformats.org/drawingml/2006/main">
              <a:ext uri="{FF2B5EF4-FFF2-40B4-BE49-F238E27FC236}">
                <a16:creationId xmlns:a16="http://schemas.microsoft.com/office/drawing/2014/main" id="{DE8FBC82-061E-4FE4-8645-1F2D522D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7813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08-线-0207">
            <a:extLst xmlns:a="http://schemas.openxmlformats.org/drawingml/2006/main">
              <a:ext uri="{FF2B5EF4-FFF2-40B4-BE49-F238E27FC236}">
                <a16:creationId xmlns:a16="http://schemas.microsoft.com/office/drawing/2014/main" id="{402BCCC3-8C42-470D-BF0C-B7258C6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08-线-0208">
            <a:extLst xmlns:a="http://schemas.openxmlformats.org/drawingml/2006/main">
              <a:ext uri="{FF2B5EF4-FFF2-40B4-BE49-F238E27FC236}">
                <a16:creationId xmlns:a16="http://schemas.microsoft.com/office/drawing/2014/main" id="{AF94ED14-BE2F-4C6A-BF15-6305E1C3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27813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9" name="p08-线-0209">
            <a:extLst xmlns:a="http://schemas.openxmlformats.org/drawingml/2006/main">
              <a:ext uri="{FF2B5EF4-FFF2-40B4-BE49-F238E27FC236}">
                <a16:creationId xmlns:a16="http://schemas.microsoft.com/office/drawing/2014/main" id="{66B18432-A2E3-40C3-8619-66602D22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08-线-0210">
            <a:extLst xmlns:a="http://schemas.openxmlformats.org/drawingml/2006/main">
              <a:ext uri="{FF2B5EF4-FFF2-40B4-BE49-F238E27FC236}">
                <a16:creationId xmlns:a16="http://schemas.microsoft.com/office/drawing/2014/main" id="{FB59BA3A-3010-4683-9000-15CA1B9C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08-线-0211">
            <a:extLst xmlns:a="http://schemas.openxmlformats.org/drawingml/2006/main">
              <a:ext uri="{FF2B5EF4-FFF2-40B4-BE49-F238E27FC236}">
                <a16:creationId xmlns:a16="http://schemas.microsoft.com/office/drawing/2014/main" id="{74087A87-5A83-4413-AD05-33FA3D8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08-线-0212">
            <a:extLst xmlns:a="http://schemas.openxmlformats.org/drawingml/2006/main">
              <a:ext uri="{FF2B5EF4-FFF2-40B4-BE49-F238E27FC236}">
                <a16:creationId xmlns:a16="http://schemas.microsoft.com/office/drawing/2014/main" id="{AFA91985-B251-4E23-99DB-1359C5B5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3" name="p08-线-0213">
            <a:extLst xmlns:a="http://schemas.openxmlformats.org/drawingml/2006/main">
              <a:ext uri="{FF2B5EF4-FFF2-40B4-BE49-F238E27FC236}">
                <a16:creationId xmlns:a16="http://schemas.microsoft.com/office/drawing/2014/main" id="{81F727A8-59AC-4DA0-9429-42C24685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08-线-0214">
            <a:extLst xmlns:a="http://schemas.openxmlformats.org/drawingml/2006/main">
              <a:ext uri="{FF2B5EF4-FFF2-40B4-BE49-F238E27FC236}">
                <a16:creationId xmlns:a16="http://schemas.microsoft.com/office/drawing/2014/main" id="{55B011B8-3B64-4055-ADAE-4722F06B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08-线-0215">
            <a:extLst xmlns:a="http://schemas.openxmlformats.org/drawingml/2006/main">
              <a:ext uri="{FF2B5EF4-FFF2-40B4-BE49-F238E27FC236}">
                <a16:creationId xmlns:a16="http://schemas.microsoft.com/office/drawing/2014/main" id="{53767B2B-6704-44D1-BA73-16B76D7A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6" name="p08-线-0216">
            <a:extLst xmlns:a="http://schemas.openxmlformats.org/drawingml/2006/main">
              <a:ext uri="{FF2B5EF4-FFF2-40B4-BE49-F238E27FC236}">
                <a16:creationId xmlns:a16="http://schemas.microsoft.com/office/drawing/2014/main" id="{EBD83CCC-F1BB-4AAF-91A8-E6CA2D2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08-线-0217">
            <a:extLst xmlns:a="http://schemas.openxmlformats.org/drawingml/2006/main">
              <a:ext uri="{FF2B5EF4-FFF2-40B4-BE49-F238E27FC236}">
                <a16:creationId xmlns:a16="http://schemas.microsoft.com/office/drawing/2014/main" id="{A03F88D1-8B9D-4A45-94D3-37A0564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8" name="p08-线-0218">
            <a:extLst xmlns:a="http://schemas.openxmlformats.org/drawingml/2006/main">
              <a:ext uri="{FF2B5EF4-FFF2-40B4-BE49-F238E27FC236}">
                <a16:creationId xmlns:a16="http://schemas.microsoft.com/office/drawing/2014/main" id="{5D027B4C-F534-4665-A3B9-81236D5C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9" name="p08-线-0219">
            <a:extLst xmlns:a="http://schemas.openxmlformats.org/drawingml/2006/main">
              <a:ext uri="{FF2B5EF4-FFF2-40B4-BE49-F238E27FC236}">
                <a16:creationId xmlns:a16="http://schemas.microsoft.com/office/drawing/2014/main" id="{76F57784-1271-495D-8B76-06594638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0" name="p08-线-0220">
            <a:extLst xmlns:a="http://schemas.openxmlformats.org/drawingml/2006/main">
              <a:ext uri="{FF2B5EF4-FFF2-40B4-BE49-F238E27FC236}">
                <a16:creationId xmlns:a16="http://schemas.microsoft.com/office/drawing/2014/main" id="{8D6D93C4-17A0-42D9-891C-DBEB6F7F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1" name="p08-线-0221">
            <a:extLst xmlns:a="http://schemas.openxmlformats.org/drawingml/2006/main">
              <a:ext uri="{FF2B5EF4-FFF2-40B4-BE49-F238E27FC236}">
                <a16:creationId xmlns:a16="http://schemas.microsoft.com/office/drawing/2014/main" id="{AE6413EB-7161-42D4-A619-B230D1C2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2" name="p08-线-0222">
            <a:extLst xmlns:a="http://schemas.openxmlformats.org/drawingml/2006/main">
              <a:ext uri="{FF2B5EF4-FFF2-40B4-BE49-F238E27FC236}">
                <a16:creationId xmlns:a16="http://schemas.microsoft.com/office/drawing/2014/main" id="{AFE277EC-F89F-4614-8D0F-5708693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3" name="p08-线-0223">
            <a:extLst xmlns:a="http://schemas.openxmlformats.org/drawingml/2006/main">
              <a:ext uri="{FF2B5EF4-FFF2-40B4-BE49-F238E27FC236}">
                <a16:creationId xmlns:a16="http://schemas.microsoft.com/office/drawing/2014/main" id="{1A0A85E9-E8CB-4AAA-9565-5E731736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4" name="p08-线-0224">
            <a:extLst xmlns:a="http://schemas.openxmlformats.org/drawingml/2006/main">
              <a:ext uri="{FF2B5EF4-FFF2-40B4-BE49-F238E27FC236}">
                <a16:creationId xmlns:a16="http://schemas.microsoft.com/office/drawing/2014/main" id="{FC4BAA60-1600-4312-8A6F-98FE7BE2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5" name="p08-线-0225">
            <a:extLst xmlns:a="http://schemas.openxmlformats.org/drawingml/2006/main">
              <a:ext uri="{FF2B5EF4-FFF2-40B4-BE49-F238E27FC236}">
                <a16:creationId xmlns:a16="http://schemas.microsoft.com/office/drawing/2014/main" id="{0A438F46-0A68-4C78-8CF3-A7944CD5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6" name="p08-线-0226">
            <a:extLst xmlns:a="http://schemas.openxmlformats.org/drawingml/2006/main">
              <a:ext uri="{FF2B5EF4-FFF2-40B4-BE49-F238E27FC236}">
                <a16:creationId xmlns:a16="http://schemas.microsoft.com/office/drawing/2014/main" id="{7701D63F-D331-431C-A479-A1CB5C0A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7" name="p08-线-0227">
            <a:extLst xmlns:a="http://schemas.openxmlformats.org/drawingml/2006/main">
              <a:ext uri="{FF2B5EF4-FFF2-40B4-BE49-F238E27FC236}">
                <a16:creationId xmlns:a16="http://schemas.microsoft.com/office/drawing/2014/main" id="{3D42677D-329C-4C72-89AB-F71C8FF1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8" name="p08-线-0228">
            <a:extLst xmlns:a="http://schemas.openxmlformats.org/drawingml/2006/main">
              <a:ext uri="{FF2B5EF4-FFF2-40B4-BE49-F238E27FC236}">
                <a16:creationId xmlns:a16="http://schemas.microsoft.com/office/drawing/2014/main" id="{4D657FE0-1DBA-4FAF-AB22-F63C1F2B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9" name="p08-线-0229">
            <a:extLst xmlns:a="http://schemas.openxmlformats.org/drawingml/2006/main">
              <a:ext uri="{FF2B5EF4-FFF2-40B4-BE49-F238E27FC236}">
                <a16:creationId xmlns:a16="http://schemas.microsoft.com/office/drawing/2014/main" id="{E0F4AF10-171B-4D7E-9B5F-8A47BA33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0" name="p08-线-0230">
            <a:extLst xmlns:a="http://schemas.openxmlformats.org/drawingml/2006/main">
              <a:ext uri="{FF2B5EF4-FFF2-40B4-BE49-F238E27FC236}">
                <a16:creationId xmlns:a16="http://schemas.microsoft.com/office/drawing/2014/main" id="{599910BD-A70E-4F3E-A61F-AF6B8D03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1" name="p08-线-0231">
            <a:extLst xmlns:a="http://schemas.openxmlformats.org/drawingml/2006/main">
              <a:ext uri="{FF2B5EF4-FFF2-40B4-BE49-F238E27FC236}">
                <a16:creationId xmlns:a16="http://schemas.microsoft.com/office/drawing/2014/main" id="{52681131-218B-456F-9ACF-036A0C3C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2" name="p08-线-0232">
            <a:extLst xmlns:a="http://schemas.openxmlformats.org/drawingml/2006/main">
              <a:ext uri="{FF2B5EF4-FFF2-40B4-BE49-F238E27FC236}">
                <a16:creationId xmlns:a16="http://schemas.microsoft.com/office/drawing/2014/main" id="{D9870A75-3B81-4D83-8725-CCD65D9F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3" name="p08-线-0233">
            <a:extLst xmlns:a="http://schemas.openxmlformats.org/drawingml/2006/main">
              <a:ext uri="{FF2B5EF4-FFF2-40B4-BE49-F238E27FC236}">
                <a16:creationId xmlns:a16="http://schemas.microsoft.com/office/drawing/2014/main" id="{FF0E5807-E785-4FB5-BFC9-B733612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4" name="p08-线-0234">
            <a:extLst xmlns:a="http://schemas.openxmlformats.org/drawingml/2006/main">
              <a:ext uri="{FF2B5EF4-FFF2-40B4-BE49-F238E27FC236}">
                <a16:creationId xmlns:a16="http://schemas.microsoft.com/office/drawing/2014/main" id="{157FE0E9-3DCF-4573-A28C-79A6FB7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5" name="p08-线-0235">
            <a:extLst xmlns:a="http://schemas.openxmlformats.org/drawingml/2006/main">
              <a:ext uri="{FF2B5EF4-FFF2-40B4-BE49-F238E27FC236}">
                <a16:creationId xmlns:a16="http://schemas.microsoft.com/office/drawing/2014/main" id="{C712A276-674B-415D-ABB9-A3DEAD4C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6" name="p08-线-0236">
            <a:extLst xmlns:a="http://schemas.openxmlformats.org/drawingml/2006/main">
              <a:ext uri="{FF2B5EF4-FFF2-40B4-BE49-F238E27FC236}">
                <a16:creationId xmlns:a16="http://schemas.microsoft.com/office/drawing/2014/main" id="{870FB836-60E1-49EA-9445-45DE23E1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7" name="p08-线-0237">
            <a:extLst xmlns:a="http://schemas.openxmlformats.org/drawingml/2006/main">
              <a:ext uri="{FF2B5EF4-FFF2-40B4-BE49-F238E27FC236}">
                <a16:creationId xmlns:a16="http://schemas.microsoft.com/office/drawing/2014/main" id="{8AC20A48-8BEE-4F83-A053-5CCB32F6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0607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8" name="p08-线-0238">
            <a:extLst xmlns:a="http://schemas.openxmlformats.org/drawingml/2006/main">
              <a:ext uri="{FF2B5EF4-FFF2-40B4-BE49-F238E27FC236}">
                <a16:creationId xmlns:a16="http://schemas.microsoft.com/office/drawing/2014/main" id="{4C761DC7-AF28-4C58-9DDE-32BF9A91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9" name="p08-线-0239">
            <a:extLst xmlns:a="http://schemas.openxmlformats.org/drawingml/2006/main">
              <a:ext uri="{FF2B5EF4-FFF2-40B4-BE49-F238E27FC236}">
                <a16:creationId xmlns:a16="http://schemas.microsoft.com/office/drawing/2014/main" id="{918519EC-1AC4-4DBF-B84C-008E8CE5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0607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0" name="p08-线-0240">
            <a:extLst xmlns:a="http://schemas.openxmlformats.org/drawingml/2006/main">
              <a:ext uri="{FF2B5EF4-FFF2-40B4-BE49-F238E27FC236}">
                <a16:creationId xmlns:a16="http://schemas.microsoft.com/office/drawing/2014/main" id="{2CF49066-9298-4DE0-9BCB-E338506A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07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1" name="p08-线-0241">
            <a:extLst xmlns:a="http://schemas.openxmlformats.org/drawingml/2006/main">
              <a:ext uri="{FF2B5EF4-FFF2-40B4-BE49-F238E27FC236}">
                <a16:creationId xmlns:a16="http://schemas.microsoft.com/office/drawing/2014/main" id="{FF99AE5D-9AD6-4326-8324-F09842D9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2" name="p08-线-0242">
            <a:extLst xmlns:a="http://schemas.openxmlformats.org/drawingml/2006/main">
              <a:ext uri="{FF2B5EF4-FFF2-40B4-BE49-F238E27FC236}">
                <a16:creationId xmlns:a16="http://schemas.microsoft.com/office/drawing/2014/main" id="{483E1A9E-957B-46F1-88F8-91E147D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3" name="p08-线-0243">
            <a:extLst xmlns:a="http://schemas.openxmlformats.org/drawingml/2006/main">
              <a:ext uri="{FF2B5EF4-FFF2-40B4-BE49-F238E27FC236}">
                <a16:creationId xmlns:a16="http://schemas.microsoft.com/office/drawing/2014/main" id="{DB07E141-DF4C-420F-88F7-9DF036E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4" name="p08-线-0244">
            <a:extLst xmlns:a="http://schemas.openxmlformats.org/drawingml/2006/main">
              <a:ext uri="{FF2B5EF4-FFF2-40B4-BE49-F238E27FC236}">
                <a16:creationId xmlns:a16="http://schemas.microsoft.com/office/drawing/2014/main" id="{9D58D88B-3479-4D5D-853C-4AE59C5E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5" name="p08-线-0245">
            <a:extLst xmlns:a="http://schemas.openxmlformats.org/drawingml/2006/main">
              <a:ext uri="{FF2B5EF4-FFF2-40B4-BE49-F238E27FC236}">
                <a16:creationId xmlns:a16="http://schemas.microsoft.com/office/drawing/2014/main" id="{1CAC7773-4D58-4A47-AD8E-793B654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6" name="p08-线-0246">
            <a:extLst xmlns:a="http://schemas.openxmlformats.org/drawingml/2006/main">
              <a:ext uri="{FF2B5EF4-FFF2-40B4-BE49-F238E27FC236}">
                <a16:creationId xmlns:a16="http://schemas.microsoft.com/office/drawing/2014/main" id="{E28C4859-E7CD-4C3E-9723-B9D5AE5C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7" name="p08-线-0247">
            <a:extLst xmlns:a="http://schemas.openxmlformats.org/drawingml/2006/main">
              <a:ext uri="{FF2B5EF4-FFF2-40B4-BE49-F238E27FC236}">
                <a16:creationId xmlns:a16="http://schemas.microsoft.com/office/drawing/2014/main" id="{358176B5-CAD5-4A39-AC62-1F6DED9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8" name="p08-线-0248">
            <a:extLst xmlns:a="http://schemas.openxmlformats.org/drawingml/2006/main">
              <a:ext uri="{FF2B5EF4-FFF2-40B4-BE49-F238E27FC236}">
                <a16:creationId xmlns:a16="http://schemas.microsoft.com/office/drawing/2014/main" id="{5754B45F-0AAA-4B92-8389-F15264D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9" name="p08-线-0249">
            <a:extLst xmlns:a="http://schemas.openxmlformats.org/drawingml/2006/main">
              <a:ext uri="{FF2B5EF4-FFF2-40B4-BE49-F238E27FC236}">
                <a16:creationId xmlns:a16="http://schemas.microsoft.com/office/drawing/2014/main" id="{D40BB989-7435-42C4-A876-B1284B4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0" name="p08-线-0250">
            <a:extLst xmlns:a="http://schemas.openxmlformats.org/drawingml/2006/main">
              <a:ext uri="{FF2B5EF4-FFF2-40B4-BE49-F238E27FC236}">
                <a16:creationId xmlns:a16="http://schemas.microsoft.com/office/drawing/2014/main" id="{42C85C59-02B0-4423-ACF4-97FD84B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1" name="p08-线-0251">
            <a:extLst xmlns:a="http://schemas.openxmlformats.org/drawingml/2006/main">
              <a:ext uri="{FF2B5EF4-FFF2-40B4-BE49-F238E27FC236}">
                <a16:creationId xmlns:a16="http://schemas.microsoft.com/office/drawing/2014/main" id="{320834FD-D5E3-4FD7-B8BC-21E4524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2" name="p08-线-0252">
            <a:extLst xmlns:a="http://schemas.openxmlformats.org/drawingml/2006/main">
              <a:ext uri="{FF2B5EF4-FFF2-40B4-BE49-F238E27FC236}">
                <a16:creationId xmlns:a16="http://schemas.microsoft.com/office/drawing/2014/main" id="{DE62E05C-A9F4-4965-9C49-92CB4A9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3" name="p08-线-0253">
            <a:extLst xmlns:a="http://schemas.openxmlformats.org/drawingml/2006/main">
              <a:ext uri="{FF2B5EF4-FFF2-40B4-BE49-F238E27FC236}">
                <a16:creationId xmlns:a16="http://schemas.microsoft.com/office/drawing/2014/main" id="{1B78BB49-5D5C-489F-9D52-B772281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4" name="p08-线-0254">
            <a:extLst xmlns:a="http://schemas.openxmlformats.org/drawingml/2006/main">
              <a:ext uri="{FF2B5EF4-FFF2-40B4-BE49-F238E27FC236}">
                <a16:creationId xmlns:a16="http://schemas.microsoft.com/office/drawing/2014/main" id="{C1F8C473-2425-48E5-A7E2-0933941D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5" name="p08-线-0255">
            <a:extLst xmlns:a="http://schemas.openxmlformats.org/drawingml/2006/main">
              <a:ext uri="{FF2B5EF4-FFF2-40B4-BE49-F238E27FC236}">
                <a16:creationId xmlns:a16="http://schemas.microsoft.com/office/drawing/2014/main" id="{D523C077-A76B-47EA-92DA-82DE798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6" name="p08-线-0256">
            <a:extLst xmlns:a="http://schemas.openxmlformats.org/drawingml/2006/main">
              <a:ext uri="{FF2B5EF4-FFF2-40B4-BE49-F238E27FC236}">
                <a16:creationId xmlns:a16="http://schemas.microsoft.com/office/drawing/2014/main" id="{603D0E74-9D00-461E-A967-3440039E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7" name="p08-线-0257">
            <a:extLst xmlns:a="http://schemas.openxmlformats.org/drawingml/2006/main">
              <a:ext uri="{FF2B5EF4-FFF2-40B4-BE49-F238E27FC236}">
                <a16:creationId xmlns:a16="http://schemas.microsoft.com/office/drawing/2014/main" id="{49A1C7C5-682B-4D12-A7F3-4BCFEAA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8" name="p08-线-0258">
            <a:extLst xmlns:a="http://schemas.openxmlformats.org/drawingml/2006/main">
              <a:ext uri="{FF2B5EF4-FFF2-40B4-BE49-F238E27FC236}">
                <a16:creationId xmlns:a16="http://schemas.microsoft.com/office/drawing/2014/main" id="{5C1E3288-E442-4DC6-A548-7027C335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9" name="p08-线-0259">
            <a:extLst xmlns:a="http://schemas.openxmlformats.org/drawingml/2006/main">
              <a:ext uri="{FF2B5EF4-FFF2-40B4-BE49-F238E27FC236}">
                <a16:creationId xmlns:a16="http://schemas.microsoft.com/office/drawing/2014/main" id="{45F0F4EF-E3ED-4306-9B14-A571A7F2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0" name="p08-线-0260">
            <a:extLst xmlns:a="http://schemas.openxmlformats.org/drawingml/2006/main">
              <a:ext uri="{FF2B5EF4-FFF2-40B4-BE49-F238E27FC236}">
                <a16:creationId xmlns:a16="http://schemas.microsoft.com/office/drawing/2014/main" id="{AE19265C-8C35-4611-88E9-0875EC0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1" name="p08-线-0261">
            <a:extLst xmlns:a="http://schemas.openxmlformats.org/drawingml/2006/main">
              <a:ext uri="{FF2B5EF4-FFF2-40B4-BE49-F238E27FC236}">
                <a16:creationId xmlns:a16="http://schemas.microsoft.com/office/drawing/2014/main" id="{4A07AE4A-7138-4781-9FA3-29296F80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2" name="p08-线-0262">
            <a:extLst xmlns:a="http://schemas.openxmlformats.org/drawingml/2006/main">
              <a:ext uri="{FF2B5EF4-FFF2-40B4-BE49-F238E27FC236}">
                <a16:creationId xmlns:a16="http://schemas.microsoft.com/office/drawing/2014/main" id="{B3E375BA-6467-4E8A-938D-27155701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3" name="p08-线-0263">
            <a:extLst xmlns:a="http://schemas.openxmlformats.org/drawingml/2006/main">
              <a:ext uri="{FF2B5EF4-FFF2-40B4-BE49-F238E27FC236}">
                <a16:creationId xmlns:a16="http://schemas.microsoft.com/office/drawing/2014/main" id="{28ABF3C9-EA59-4207-9373-19A0501C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4" name="p08-线-0264">
            <a:extLst xmlns:a="http://schemas.openxmlformats.org/drawingml/2006/main">
              <a:ext uri="{FF2B5EF4-FFF2-40B4-BE49-F238E27FC236}">
                <a16:creationId xmlns:a16="http://schemas.microsoft.com/office/drawing/2014/main" id="{FC5A10E7-0648-4868-A750-ABD1B01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5" name="p08-线-0265">
            <a:extLst xmlns:a="http://schemas.openxmlformats.org/drawingml/2006/main">
              <a:ext uri="{FF2B5EF4-FFF2-40B4-BE49-F238E27FC236}">
                <a16:creationId xmlns:a16="http://schemas.microsoft.com/office/drawing/2014/main" id="{409A79D7-3A42-4BFA-9C9A-F8335E9F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6" name="p08-线-0266">
            <a:extLst xmlns:a="http://schemas.openxmlformats.org/drawingml/2006/main">
              <a:ext uri="{FF2B5EF4-FFF2-40B4-BE49-F238E27FC236}">
                <a16:creationId xmlns:a16="http://schemas.microsoft.com/office/drawing/2014/main" id="{CE09AD89-F277-46CB-89AE-990E65E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7" name="p08-线-0267">
            <a:extLst xmlns:a="http://schemas.openxmlformats.org/drawingml/2006/main">
              <a:ext uri="{FF2B5EF4-FFF2-40B4-BE49-F238E27FC236}">
                <a16:creationId xmlns:a16="http://schemas.microsoft.com/office/drawing/2014/main" id="{E136F47E-2632-4ADE-9583-5DF137B6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8" name="p08-线-0268">
            <a:extLst xmlns:a="http://schemas.openxmlformats.org/drawingml/2006/main">
              <a:ext uri="{FF2B5EF4-FFF2-40B4-BE49-F238E27FC236}">
                <a16:creationId xmlns:a16="http://schemas.microsoft.com/office/drawing/2014/main" id="{C8A34095-CEFB-4BE2-9126-42CF6ED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3401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9" name="p08-线-0269">
            <a:extLst xmlns:a="http://schemas.openxmlformats.org/drawingml/2006/main">
              <a:ext uri="{FF2B5EF4-FFF2-40B4-BE49-F238E27FC236}">
                <a16:creationId xmlns:a16="http://schemas.microsoft.com/office/drawing/2014/main" id="{C9522F7A-96C3-46C9-A4FF-260C592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0" name="p08-线-0270">
            <a:extLst xmlns:a="http://schemas.openxmlformats.org/drawingml/2006/main">
              <a:ext uri="{FF2B5EF4-FFF2-40B4-BE49-F238E27FC236}">
                <a16:creationId xmlns:a16="http://schemas.microsoft.com/office/drawing/2014/main" id="{8BF38F0E-E8BC-431C-B7FB-8424F54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340100"/>
            <a:ext cx="226695" cy="279400"/>
          </a:xfrm>
          <a:custGeom xmlns:a="http://schemas.openxmlformats.org/drawingml/2006/main">
            <a:pathLst>
              <a:path w="226695" h="279400">
                <a:moveTo>
                  <a:pt x="0" y="0"/>
                </a:moveTo>
                <a:lnTo>
                  <a:pt x="226695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1" name="p08-线-0271">
            <a:extLst xmlns:a="http://schemas.openxmlformats.org/drawingml/2006/main">
              <a:ext uri="{FF2B5EF4-FFF2-40B4-BE49-F238E27FC236}">
                <a16:creationId xmlns:a16="http://schemas.microsoft.com/office/drawing/2014/main" id="{7EA29BAD-5A9F-4C77-B95B-48660FA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40100"/>
            <a:ext cx="95" cy="279400"/>
          </a:xfrm>
          <a:custGeom xmlns:a="http://schemas.openxmlformats.org/drawingml/2006/main">
            <a:pathLst>
              <a:path w="95"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2" name="p08-线-0272">
            <a:extLst xmlns:a="http://schemas.openxmlformats.org/drawingml/2006/main">
              <a:ext uri="{FF2B5EF4-FFF2-40B4-BE49-F238E27FC236}">
                <a16:creationId xmlns:a16="http://schemas.microsoft.com/office/drawing/2014/main" id="{724841DB-9979-4F1A-846F-56D745F1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3" name="p08-线-0273">
            <a:extLst xmlns:a="http://schemas.openxmlformats.org/drawingml/2006/main">
              <a:ext uri="{FF2B5EF4-FFF2-40B4-BE49-F238E27FC236}">
                <a16:creationId xmlns:a16="http://schemas.microsoft.com/office/drawing/2014/main" id="{49B99E0C-D650-49AF-9C79-FC212B1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4" name="p08-线-0274">
            <a:extLst xmlns:a="http://schemas.openxmlformats.org/drawingml/2006/main">
              <a:ext uri="{FF2B5EF4-FFF2-40B4-BE49-F238E27FC236}">
                <a16:creationId xmlns:a16="http://schemas.microsoft.com/office/drawing/2014/main" id="{9C2133F7-1C93-470B-BE85-B893B679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5" name="p08-线-0275">
            <a:extLst xmlns:a="http://schemas.openxmlformats.org/drawingml/2006/main">
              <a:ext uri="{FF2B5EF4-FFF2-40B4-BE49-F238E27FC236}">
                <a16:creationId xmlns:a16="http://schemas.microsoft.com/office/drawing/2014/main" id="{279A45FA-F19C-459F-BA97-7B086046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6" name="p08-线-0276">
            <a:extLst xmlns:a="http://schemas.openxmlformats.org/drawingml/2006/main">
              <a:ext uri="{FF2B5EF4-FFF2-40B4-BE49-F238E27FC236}">
                <a16:creationId xmlns:a16="http://schemas.microsoft.com/office/drawing/2014/main" id="{9D9D1EB8-AED0-4E69-87D5-EAE3DF87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7" name="p08-线-0277">
            <a:extLst xmlns:a="http://schemas.openxmlformats.org/drawingml/2006/main">
              <a:ext uri="{FF2B5EF4-FFF2-40B4-BE49-F238E27FC236}">
                <a16:creationId xmlns:a16="http://schemas.microsoft.com/office/drawing/2014/main" id="{DDCEE6F9-A5C0-4368-B1CC-FCF4F16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8" name="p08-线-0278">
            <a:extLst xmlns:a="http://schemas.openxmlformats.org/drawingml/2006/main">
              <a:ext uri="{FF2B5EF4-FFF2-40B4-BE49-F238E27FC236}">
                <a16:creationId xmlns:a16="http://schemas.microsoft.com/office/drawing/2014/main" id="{D070C8B4-469A-4D3D-BE36-7AA3302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9" name="p08-线-0279">
            <a:extLst xmlns:a="http://schemas.openxmlformats.org/drawingml/2006/main">
              <a:ext uri="{FF2B5EF4-FFF2-40B4-BE49-F238E27FC236}">
                <a16:creationId xmlns:a16="http://schemas.microsoft.com/office/drawing/2014/main" id="{B057D6FC-2DD3-417B-B675-F0D3A86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0" name="p08-线-0280">
            <a:extLst xmlns:a="http://schemas.openxmlformats.org/drawingml/2006/main">
              <a:ext uri="{FF2B5EF4-FFF2-40B4-BE49-F238E27FC236}">
                <a16:creationId xmlns:a16="http://schemas.microsoft.com/office/drawing/2014/main" id="{2F71D414-E7DF-4F47-A31C-C4BF62A7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1" name="p08-线-0281">
            <a:extLst xmlns:a="http://schemas.openxmlformats.org/drawingml/2006/main">
              <a:ext uri="{FF2B5EF4-FFF2-40B4-BE49-F238E27FC236}">
                <a16:creationId xmlns:a16="http://schemas.microsoft.com/office/drawing/2014/main" id="{B55D4AEC-C169-4394-89DE-EF8768D0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05" y="3619500"/>
            <a:ext cx="226695" cy="95"/>
          </a:xfrm>
          <a:custGeom xmlns:a="http://schemas.openxmlformats.org/drawingml/2006/main">
            <a:pathLst>
              <a:path w="226695" h="95">
                <a:moveTo>
                  <a:pt x="0" y="0"/>
                </a:moveTo>
                <a:lnTo>
                  <a:pt x="22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2" name="p08-椭圆-0282">
            <a:extLst xmlns:a="http://schemas.openxmlformats.org/drawingml/2006/main">
              <a:ext uri="{FF2B5EF4-FFF2-40B4-BE49-F238E27FC236}">
                <a16:creationId xmlns:a16="http://schemas.microsoft.com/office/drawing/2014/main" id="{54C0E4AC-4BC1-4A5A-B93F-EF4A4F29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111" y="2402033"/>
            <a:ext cx="249668" cy="1997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3" name="p08-椭圆-0283">
            <a:extLst xmlns:a="http://schemas.openxmlformats.org/drawingml/2006/main">
              <a:ext uri="{FF2B5EF4-FFF2-40B4-BE49-F238E27FC236}">
                <a16:creationId xmlns:a16="http://schemas.microsoft.com/office/drawing/2014/main" id="{1FA7B869-B1F6-4B1C-8A8A-663017F4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54" y="2417115"/>
            <a:ext cx="211962" cy="169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4" name="p08-椭圆-0284">
            <a:extLst xmlns:a="http://schemas.openxmlformats.org/drawingml/2006/main">
              <a:ext uri="{FF2B5EF4-FFF2-40B4-BE49-F238E27FC236}">
                <a16:creationId xmlns:a16="http://schemas.microsoft.com/office/drawing/2014/main" id="{21071158-F366-48D9-938A-EE75D12D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050" y="2394960"/>
            <a:ext cx="267350" cy="2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5" name="p08-椭圆-0285">
            <a:extLst xmlns:a="http://schemas.openxmlformats.org/drawingml/2006/main">
              <a:ext uri="{FF2B5EF4-FFF2-40B4-BE49-F238E27FC236}">
                <a16:creationId xmlns:a16="http://schemas.microsoft.com/office/drawing/2014/main" id="{D7279084-A617-4EBE-BD12-61111AC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637" y="2398317"/>
            <a:ext cx="258956" cy="207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6" name="p08-椭圆-0286">
            <a:extLst xmlns:a="http://schemas.openxmlformats.org/drawingml/2006/main">
              <a:ext uri="{FF2B5EF4-FFF2-40B4-BE49-F238E27FC236}">
                <a16:creationId xmlns:a16="http://schemas.microsoft.com/office/drawing/2014/main" id="{94FB16CF-8CB8-4F64-9AF9-E2CF5FD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228" y="2417678"/>
            <a:ext cx="210555" cy="168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7" name="p08-椭圆-0287">
            <a:extLst xmlns:a="http://schemas.openxmlformats.org/drawingml/2006/main">
              <a:ext uri="{FF2B5EF4-FFF2-40B4-BE49-F238E27FC236}">
                <a16:creationId xmlns:a16="http://schemas.microsoft.com/office/drawing/2014/main" id="{289F384A-5041-4317-B5B6-013DCDA3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64" y="2975915"/>
            <a:ext cx="211962" cy="169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8" name="p08-椭圆-0288">
            <a:extLst xmlns:a="http://schemas.openxmlformats.org/drawingml/2006/main">
              <a:ext uri="{FF2B5EF4-FFF2-40B4-BE49-F238E27FC236}">
                <a16:creationId xmlns:a16="http://schemas.microsoft.com/office/drawing/2014/main" id="{45F959B0-5377-4B2E-809D-4CB8975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60" y="2953760"/>
            <a:ext cx="267350" cy="21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89" name="p08-椭圆-0289">
            <a:extLst xmlns:a="http://schemas.openxmlformats.org/drawingml/2006/main">
              <a:ext uri="{FF2B5EF4-FFF2-40B4-BE49-F238E27FC236}">
                <a16:creationId xmlns:a16="http://schemas.microsoft.com/office/drawing/2014/main" id="{51F31932-0FAD-4C4C-B2CE-605172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247" y="2957117"/>
            <a:ext cx="258956" cy="207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90" name="p08-椭圆-0290">
            <a:extLst xmlns:a="http://schemas.openxmlformats.org/drawingml/2006/main">
              <a:ext uri="{FF2B5EF4-FFF2-40B4-BE49-F238E27FC236}">
                <a16:creationId xmlns:a16="http://schemas.microsoft.com/office/drawing/2014/main" id="{A8F40FEA-E125-4123-A700-51CD33E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38" y="2976478"/>
            <a:ext cx="210555" cy="168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91" name="p08-椭圆-0291">
            <a:extLst xmlns:a="http://schemas.openxmlformats.org/drawingml/2006/main">
              <a:ext uri="{FF2B5EF4-FFF2-40B4-BE49-F238E27FC236}">
                <a16:creationId xmlns:a16="http://schemas.microsoft.com/office/drawing/2014/main" id="{DC6E498A-5FE4-4ED3-9049-C7D8A4A2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889" y="2957007"/>
            <a:ext cx="259232" cy="2073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92" name="p08-路径-0292">
            <a:extLst xmlns:a="http://schemas.openxmlformats.org/drawingml/2006/main">
              <a:ext uri="{FF2B5EF4-FFF2-40B4-BE49-F238E27FC236}">
                <a16:creationId xmlns:a16="http://schemas.microsoft.com/office/drawing/2014/main" id="{E4EF5ADF-2A89-4CE4-A5FE-A1ECEF71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6290"/>
            <a:ext cx="2114550" cy="295932"/>
          </a:xfrm>
          <a:custGeom xmlns:a="http://schemas.openxmlformats.org/drawingml/2006/main">
            <a:pathLst>
              <a:path w="2114550" h="295932">
                <a:moveTo>
                  <a:pt x="0" y="121482"/>
                </a:moveTo>
                <a:lnTo>
                  <a:pt x="28445" y="100608"/>
                </a:lnTo>
                <a:lnTo>
                  <a:pt x="57161" y="81942"/>
                </a:lnTo>
                <a:lnTo>
                  <a:pt x="86143" y="65409"/>
                </a:lnTo>
                <a:lnTo>
                  <a:pt x="115385" y="50930"/>
                </a:lnTo>
                <a:lnTo>
                  <a:pt x="144880" y="38432"/>
                </a:lnTo>
                <a:lnTo>
                  <a:pt x="174622" y="27838"/>
                </a:lnTo>
                <a:lnTo>
                  <a:pt x="204605" y="19072"/>
                </a:lnTo>
                <a:lnTo>
                  <a:pt x="234823" y="12057"/>
                </a:lnTo>
                <a:lnTo>
                  <a:pt x="295940" y="2981"/>
                </a:lnTo>
                <a:lnTo>
                  <a:pt x="357925" y="0"/>
                </a:lnTo>
                <a:lnTo>
                  <a:pt x="420728" y="2508"/>
                </a:lnTo>
                <a:lnTo>
                  <a:pt x="484302" y="9896"/>
                </a:lnTo>
                <a:lnTo>
                  <a:pt x="548596" y="21558"/>
                </a:lnTo>
                <a:lnTo>
                  <a:pt x="613564" y="36884"/>
                </a:lnTo>
                <a:lnTo>
                  <a:pt x="679155" y="55268"/>
                </a:lnTo>
                <a:lnTo>
                  <a:pt x="745322" y="76101"/>
                </a:lnTo>
                <a:lnTo>
                  <a:pt x="879187" y="122685"/>
                </a:lnTo>
                <a:lnTo>
                  <a:pt x="1014770" y="171774"/>
                </a:lnTo>
                <a:lnTo>
                  <a:pt x="1151681" y="218505"/>
                </a:lnTo>
                <a:lnTo>
                  <a:pt x="1220513" y="239467"/>
                </a:lnTo>
                <a:lnTo>
                  <a:pt x="1289531" y="258017"/>
                </a:lnTo>
                <a:lnTo>
                  <a:pt x="1358686" y="273546"/>
                </a:lnTo>
                <a:lnTo>
                  <a:pt x="1427930" y="285446"/>
                </a:lnTo>
                <a:lnTo>
                  <a:pt x="1497215" y="293111"/>
                </a:lnTo>
                <a:lnTo>
                  <a:pt x="1566490" y="295932"/>
                </a:lnTo>
                <a:lnTo>
                  <a:pt x="1635709" y="293301"/>
                </a:lnTo>
                <a:lnTo>
                  <a:pt x="1704822" y="284611"/>
                </a:lnTo>
                <a:lnTo>
                  <a:pt x="1739323" y="277804"/>
                </a:lnTo>
                <a:lnTo>
                  <a:pt x="1773780" y="269254"/>
                </a:lnTo>
                <a:lnTo>
                  <a:pt x="1808186" y="258886"/>
                </a:lnTo>
                <a:lnTo>
                  <a:pt x="1842535" y="246622"/>
                </a:lnTo>
                <a:lnTo>
                  <a:pt x="1876821" y="232388"/>
                </a:lnTo>
                <a:lnTo>
                  <a:pt x="1911038" y="216108"/>
                </a:lnTo>
                <a:lnTo>
                  <a:pt x="1945180" y="197704"/>
                </a:lnTo>
                <a:lnTo>
                  <a:pt x="1979241" y="177102"/>
                </a:lnTo>
                <a:lnTo>
                  <a:pt x="2013214" y="154226"/>
                </a:lnTo>
                <a:lnTo>
                  <a:pt x="2047094" y="128999"/>
                </a:lnTo>
                <a:lnTo>
                  <a:pt x="2080875" y="101346"/>
                </a:lnTo>
                <a:lnTo>
                  <a:pt x="2114550" y="711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93" name="p08-矩形-0293">
            <a:extLst xmlns:a="http://schemas.openxmlformats.org/drawingml/2006/main">
              <a:ext uri="{FF2B5EF4-FFF2-40B4-BE49-F238E27FC236}">
                <a16:creationId xmlns:a16="http://schemas.microsoft.com/office/drawing/2014/main" id="{E8CA946E-8D85-4199-9565-19D14D4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4" name="p08-矩形-0294">
            <a:extLst xmlns:a="http://schemas.openxmlformats.org/drawingml/2006/main">
              <a:ext uri="{FF2B5EF4-FFF2-40B4-BE49-F238E27FC236}">
                <a16:creationId xmlns:a16="http://schemas.microsoft.com/office/drawing/2014/main" id="{A76435AC-7DBD-4FB6-BBF1-53DA777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5" name="p08-矩形-0295">
            <a:extLst xmlns:a="http://schemas.openxmlformats.org/drawingml/2006/main">
              <a:ext uri="{FF2B5EF4-FFF2-40B4-BE49-F238E27FC236}">
                <a16:creationId xmlns:a16="http://schemas.microsoft.com/office/drawing/2014/main" id="{A402BD1D-E2F2-4096-95A8-CEB6BBA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6" name="p08-矩形-0296">
            <a:extLst xmlns:a="http://schemas.openxmlformats.org/drawingml/2006/main">
              <a:ext uri="{FF2B5EF4-FFF2-40B4-BE49-F238E27FC236}">
                <a16:creationId xmlns:a16="http://schemas.microsoft.com/office/drawing/2014/main" id="{EA1F4F9C-45B2-4DC6-A745-5A785C70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7" name="p08-矩形-0297">
            <a:extLst xmlns:a="http://schemas.openxmlformats.org/drawingml/2006/main">
              <a:ext uri="{FF2B5EF4-FFF2-40B4-BE49-F238E27FC236}">
                <a16:creationId xmlns:a16="http://schemas.microsoft.com/office/drawing/2014/main" id="{FE725181-0152-41AD-8988-609EC03E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8" name="p08-矩形-0298">
            <a:extLst xmlns:a="http://schemas.openxmlformats.org/drawingml/2006/main">
              <a:ext uri="{FF2B5EF4-FFF2-40B4-BE49-F238E27FC236}">
                <a16:creationId xmlns:a16="http://schemas.microsoft.com/office/drawing/2014/main" id="{3AC9B759-FA7F-45DF-8BC5-4DA2CA2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9" name="p08-矩形-0299">
            <a:extLst xmlns:a="http://schemas.openxmlformats.org/drawingml/2006/main">
              <a:ext uri="{FF2B5EF4-FFF2-40B4-BE49-F238E27FC236}">
                <a16:creationId xmlns:a16="http://schemas.microsoft.com/office/drawing/2014/main" id="{3FD59947-ABC2-45E4-BDF1-FCD2651E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0" name="p08-矩形-0300">
            <a:extLst xmlns:a="http://schemas.openxmlformats.org/drawingml/2006/main">
              <a:ext uri="{FF2B5EF4-FFF2-40B4-BE49-F238E27FC236}">
                <a16:creationId xmlns:a16="http://schemas.microsoft.com/office/drawing/2014/main" id="{7A1B1247-7168-4589-B36E-F5B20AE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1" name="p08-矩形-0301">
            <a:extLst xmlns:a="http://schemas.openxmlformats.org/drawingml/2006/main">
              <a:ext uri="{FF2B5EF4-FFF2-40B4-BE49-F238E27FC236}">
                <a16:creationId xmlns:a16="http://schemas.microsoft.com/office/drawing/2014/main" id="{4563DDA5-354C-4EAB-9B05-8C347EC0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2" name="p08-矩形-0302">
            <a:extLst xmlns:a="http://schemas.openxmlformats.org/drawingml/2006/main">
              <a:ext uri="{FF2B5EF4-FFF2-40B4-BE49-F238E27FC236}">
                <a16:creationId xmlns:a16="http://schemas.microsoft.com/office/drawing/2014/main" id="{9A3C8DC1-ED7F-462F-B06C-8B243001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3" name="p08-矩形-0303">
            <a:extLst xmlns:a="http://schemas.openxmlformats.org/drawingml/2006/main">
              <a:ext uri="{FF2B5EF4-FFF2-40B4-BE49-F238E27FC236}">
                <a16:creationId xmlns:a16="http://schemas.microsoft.com/office/drawing/2014/main" id="{76592E4A-983C-4989-B2D3-9C76638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4" name="p08-矩形-0304">
            <a:extLst xmlns:a="http://schemas.openxmlformats.org/drawingml/2006/main">
              <a:ext uri="{FF2B5EF4-FFF2-40B4-BE49-F238E27FC236}">
                <a16:creationId xmlns:a16="http://schemas.microsoft.com/office/drawing/2014/main" id="{96108CA3-D7A7-4A87-8483-82AF1A2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5" name="p08-矩形-0305">
            <a:extLst xmlns:a="http://schemas.openxmlformats.org/drawingml/2006/main">
              <a:ext uri="{FF2B5EF4-FFF2-40B4-BE49-F238E27FC236}">
                <a16:creationId xmlns:a16="http://schemas.microsoft.com/office/drawing/2014/main" id="{D0F6E330-A982-4689-B788-42AF5FBF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6" name="p08-矩形-0306">
            <a:extLst xmlns:a="http://schemas.openxmlformats.org/drawingml/2006/main">
              <a:ext uri="{FF2B5EF4-FFF2-40B4-BE49-F238E27FC236}">
                <a16:creationId xmlns:a16="http://schemas.microsoft.com/office/drawing/2014/main" id="{EC479B28-9731-4FCC-8626-FB9190D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205740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7" name="p08-矩形-0307">
            <a:extLst xmlns:a="http://schemas.openxmlformats.org/drawingml/2006/main">
              <a:ext uri="{FF2B5EF4-FFF2-40B4-BE49-F238E27FC236}">
                <a16:creationId xmlns:a16="http://schemas.microsoft.com/office/drawing/2014/main" id="{F9AB693B-CCDC-458E-BCE6-7E6B3FFA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8" name="p08-矩形-0308">
            <a:extLst xmlns:a="http://schemas.openxmlformats.org/drawingml/2006/main">
              <a:ext uri="{FF2B5EF4-FFF2-40B4-BE49-F238E27FC236}">
                <a16:creationId xmlns:a16="http://schemas.microsoft.com/office/drawing/2014/main" id="{C5F07300-5740-41E2-ACAB-321B07F0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9" name="p08-矩形-0309">
            <a:extLst xmlns:a="http://schemas.openxmlformats.org/drawingml/2006/main">
              <a:ext uri="{FF2B5EF4-FFF2-40B4-BE49-F238E27FC236}">
                <a16:creationId xmlns:a16="http://schemas.microsoft.com/office/drawing/2014/main" id="{D0C6C44A-9BC9-4116-B030-4FF520B7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10" name="p08-矩形-0310">
            <a:extLst xmlns:a="http://schemas.openxmlformats.org/drawingml/2006/main">
              <a:ext uri="{FF2B5EF4-FFF2-40B4-BE49-F238E27FC236}">
                <a16:creationId xmlns:a16="http://schemas.microsoft.com/office/drawing/2014/main" id="{407A56FD-FC0E-463B-A0D4-6E4E7D19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11" name="p08-矩形-0311">
            <a:extLst xmlns:a="http://schemas.openxmlformats.org/drawingml/2006/main">
              <a:ext uri="{FF2B5EF4-FFF2-40B4-BE49-F238E27FC236}">
                <a16:creationId xmlns:a16="http://schemas.microsoft.com/office/drawing/2014/main" id="{215FCBE1-1DD6-43EA-AB6F-F7AAA66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2" name="p08-矩形-0312">
            <a:extLst xmlns:a="http://schemas.openxmlformats.org/drawingml/2006/main">
              <a:ext uri="{FF2B5EF4-FFF2-40B4-BE49-F238E27FC236}">
                <a16:creationId xmlns:a16="http://schemas.microsoft.com/office/drawing/2014/main" id="{297FBEB7-112B-447E-BE4F-65658C5B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3" name="p08-矩形-0313">
            <a:extLst xmlns:a="http://schemas.openxmlformats.org/drawingml/2006/main">
              <a:ext uri="{FF2B5EF4-FFF2-40B4-BE49-F238E27FC236}">
                <a16:creationId xmlns:a16="http://schemas.microsoft.com/office/drawing/2014/main" id="{41333B6C-D48E-43E4-8BE3-52BDD9E7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14" name="p08-矩形-0314">
            <a:extLst xmlns:a="http://schemas.openxmlformats.org/drawingml/2006/main">
              <a:ext uri="{FF2B5EF4-FFF2-40B4-BE49-F238E27FC236}">
                <a16:creationId xmlns:a16="http://schemas.microsoft.com/office/drawing/2014/main" id="{59D246A7-2218-4DC7-A74A-BC8AFEA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5" name="p08-矩形-0315">
            <a:extLst xmlns:a="http://schemas.openxmlformats.org/drawingml/2006/main">
              <a:ext uri="{FF2B5EF4-FFF2-40B4-BE49-F238E27FC236}">
                <a16:creationId xmlns:a16="http://schemas.microsoft.com/office/drawing/2014/main" id="{8DCEBB6E-4E36-4C3C-9681-AFB8FAB4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6" name="p08-矩形-0316">
            <a:extLst xmlns:a="http://schemas.openxmlformats.org/drawingml/2006/main">
              <a:ext uri="{FF2B5EF4-FFF2-40B4-BE49-F238E27FC236}">
                <a16:creationId xmlns:a16="http://schemas.microsoft.com/office/drawing/2014/main" id="{43E03EB7-4C98-4D90-BA1E-D8AADCC8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7" name="p08-矩形-0317">
            <a:extLst xmlns:a="http://schemas.openxmlformats.org/drawingml/2006/main">
              <a:ext uri="{FF2B5EF4-FFF2-40B4-BE49-F238E27FC236}">
                <a16:creationId xmlns:a16="http://schemas.microsoft.com/office/drawing/2014/main" id="{34E425D8-2BCA-44C7-9F61-3B07B0C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18" name="p08-矩形-0318">
            <a:extLst xmlns:a="http://schemas.openxmlformats.org/drawingml/2006/main">
              <a:ext uri="{FF2B5EF4-FFF2-40B4-BE49-F238E27FC236}">
                <a16:creationId xmlns:a16="http://schemas.microsoft.com/office/drawing/2014/main" id="{93B7C46E-9D46-43DF-8445-7DDDDD4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9" name="p08-矩形-0319">
            <a:extLst xmlns:a="http://schemas.openxmlformats.org/drawingml/2006/main">
              <a:ext uri="{FF2B5EF4-FFF2-40B4-BE49-F238E27FC236}">
                <a16:creationId xmlns:a16="http://schemas.microsoft.com/office/drawing/2014/main" id="{03FE120E-59C3-4B40-BDF9-30E753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0" name="p08-矩形-0320">
            <a:extLst xmlns:a="http://schemas.openxmlformats.org/drawingml/2006/main">
              <a:ext uri="{FF2B5EF4-FFF2-40B4-BE49-F238E27FC236}">
                <a16:creationId xmlns:a16="http://schemas.microsoft.com/office/drawing/2014/main" id="{EB8DB8B9-024C-41CD-B59E-1E3BF52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224313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1" name="p08-矩形-0321">
            <a:extLst xmlns:a="http://schemas.openxmlformats.org/drawingml/2006/main">
              <a:ext uri="{FF2B5EF4-FFF2-40B4-BE49-F238E27FC236}">
                <a16:creationId xmlns:a16="http://schemas.microsoft.com/office/drawing/2014/main" id="{AC39D6A0-2B01-4885-ACD0-ECE3B4FA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2" name="p08-矩形-0322">
            <a:extLst xmlns:a="http://schemas.openxmlformats.org/drawingml/2006/main">
              <a:ext uri="{FF2B5EF4-FFF2-40B4-BE49-F238E27FC236}">
                <a16:creationId xmlns:a16="http://schemas.microsoft.com/office/drawing/2014/main" id="{658D8D3F-BF96-439A-9EB4-27DDAB8C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3" name="p08-矩形-0323">
            <a:extLst xmlns:a="http://schemas.openxmlformats.org/drawingml/2006/main">
              <a:ext uri="{FF2B5EF4-FFF2-40B4-BE49-F238E27FC236}">
                <a16:creationId xmlns:a16="http://schemas.microsoft.com/office/drawing/2014/main" id="{622BA292-150E-4B53-B972-59EDC4CE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4" name="p08-矩形-0324">
            <a:extLst xmlns:a="http://schemas.openxmlformats.org/drawingml/2006/main">
              <a:ext uri="{FF2B5EF4-FFF2-40B4-BE49-F238E27FC236}">
                <a16:creationId xmlns:a16="http://schemas.microsoft.com/office/drawing/2014/main" id="{1A03394C-B619-4466-A4F6-E9C134F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5" name="p08-矩形-0325">
            <a:extLst xmlns:a="http://schemas.openxmlformats.org/drawingml/2006/main">
              <a:ext uri="{FF2B5EF4-FFF2-40B4-BE49-F238E27FC236}">
                <a16:creationId xmlns:a16="http://schemas.microsoft.com/office/drawing/2014/main" id="{059BFE99-787A-40C4-98DE-341F8CDF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6" name="p08-矩形-0326">
            <a:extLst xmlns:a="http://schemas.openxmlformats.org/drawingml/2006/main">
              <a:ext uri="{FF2B5EF4-FFF2-40B4-BE49-F238E27FC236}">
                <a16:creationId xmlns:a16="http://schemas.microsoft.com/office/drawing/2014/main" id="{E8BE5417-4FBE-411B-909A-E7D26DF7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7" name="p08-矩形-0327">
            <a:extLst xmlns:a="http://schemas.openxmlformats.org/drawingml/2006/main">
              <a:ext uri="{FF2B5EF4-FFF2-40B4-BE49-F238E27FC236}">
                <a16:creationId xmlns:a16="http://schemas.microsoft.com/office/drawing/2014/main" id="{B3EE483C-41EA-4DA3-911E-608336A3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8" name="p08-矩形-0328">
            <a:extLst xmlns:a="http://schemas.openxmlformats.org/drawingml/2006/main">
              <a:ext uri="{FF2B5EF4-FFF2-40B4-BE49-F238E27FC236}">
                <a16:creationId xmlns:a16="http://schemas.microsoft.com/office/drawing/2014/main" id="{5EC61C25-11DB-4890-8C5A-84E79FF5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9" name="p08-矩形-0329">
            <a:extLst xmlns:a="http://schemas.openxmlformats.org/drawingml/2006/main">
              <a:ext uri="{FF2B5EF4-FFF2-40B4-BE49-F238E27FC236}">
                <a16:creationId xmlns:a16="http://schemas.microsoft.com/office/drawing/2014/main" id="{27A3FA35-A07E-446F-8AD9-BA2EF2A9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0" name="p08-矩形-0330">
            <a:extLst xmlns:a="http://schemas.openxmlformats.org/drawingml/2006/main">
              <a:ext uri="{FF2B5EF4-FFF2-40B4-BE49-F238E27FC236}">
                <a16:creationId xmlns:a16="http://schemas.microsoft.com/office/drawing/2014/main" id="{98CB775B-4B67-4375-B0FC-585D1131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1" name="p08-矩形-0331">
            <a:extLst xmlns:a="http://schemas.openxmlformats.org/drawingml/2006/main">
              <a:ext uri="{FF2B5EF4-FFF2-40B4-BE49-F238E27FC236}">
                <a16:creationId xmlns:a16="http://schemas.microsoft.com/office/drawing/2014/main" id="{CAECAB38-8399-4449-A302-487BA1D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2" name="p08-矩形-0332">
            <a:extLst xmlns:a="http://schemas.openxmlformats.org/drawingml/2006/main">
              <a:ext uri="{FF2B5EF4-FFF2-40B4-BE49-F238E27FC236}">
                <a16:creationId xmlns:a16="http://schemas.microsoft.com/office/drawing/2014/main" id="{F4EC021C-0F6D-496C-93C4-0C29F63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3" name="p08-矩形-0333">
            <a:extLst xmlns:a="http://schemas.openxmlformats.org/drawingml/2006/main">
              <a:ext uri="{FF2B5EF4-FFF2-40B4-BE49-F238E27FC236}">
                <a16:creationId xmlns:a16="http://schemas.microsoft.com/office/drawing/2014/main" id="{DB8BC592-6618-4E2E-B9A4-8CE9A89F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4" name="p08-矩形-0334">
            <a:extLst xmlns:a="http://schemas.openxmlformats.org/drawingml/2006/main">
              <a:ext uri="{FF2B5EF4-FFF2-40B4-BE49-F238E27FC236}">
                <a16:creationId xmlns:a16="http://schemas.microsoft.com/office/drawing/2014/main" id="{CFC53B0F-D168-4CB4-9A87-1001476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242887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5" name="p08-矩形-0335">
            <a:extLst xmlns:a="http://schemas.openxmlformats.org/drawingml/2006/main">
              <a:ext uri="{FF2B5EF4-FFF2-40B4-BE49-F238E27FC236}">
                <a16:creationId xmlns:a16="http://schemas.microsoft.com/office/drawing/2014/main" id="{876C4701-F9E4-4313-B414-534E3D4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6" name="p08-矩形-0336">
            <a:extLst xmlns:a="http://schemas.openxmlformats.org/drawingml/2006/main">
              <a:ext uri="{FF2B5EF4-FFF2-40B4-BE49-F238E27FC236}">
                <a16:creationId xmlns:a16="http://schemas.microsoft.com/office/drawing/2014/main" id="{93171838-1AA7-44B6-BC9B-A4EC5976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7" name="p08-矩形-0337">
            <a:extLst xmlns:a="http://schemas.openxmlformats.org/drawingml/2006/main">
              <a:ext uri="{FF2B5EF4-FFF2-40B4-BE49-F238E27FC236}">
                <a16:creationId xmlns:a16="http://schemas.microsoft.com/office/drawing/2014/main" id="{ED7BFF95-8E1F-4C4B-A7F1-4396FB2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8" name="p08-矩形-0338">
            <a:extLst xmlns:a="http://schemas.openxmlformats.org/drawingml/2006/main">
              <a:ext uri="{FF2B5EF4-FFF2-40B4-BE49-F238E27FC236}">
                <a16:creationId xmlns:a16="http://schemas.microsoft.com/office/drawing/2014/main" id="{D662CD50-52FE-46B0-803A-2EA67D15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9" name="p08-矩形-0339">
            <a:extLst xmlns:a="http://schemas.openxmlformats.org/drawingml/2006/main">
              <a:ext uri="{FF2B5EF4-FFF2-40B4-BE49-F238E27FC236}">
                <a16:creationId xmlns:a16="http://schemas.microsoft.com/office/drawing/2014/main" id="{446A66A9-6D8A-4B43-A3B6-F0C196A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0" name="p08-矩形-0340">
            <a:extLst xmlns:a="http://schemas.openxmlformats.org/drawingml/2006/main">
              <a:ext uri="{FF2B5EF4-FFF2-40B4-BE49-F238E27FC236}">
                <a16:creationId xmlns:a16="http://schemas.microsoft.com/office/drawing/2014/main" id="{122BC4E0-C9CA-4E83-AC1C-D2F981A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41" name="p08-矩形-0341">
            <a:extLst xmlns:a="http://schemas.openxmlformats.org/drawingml/2006/main">
              <a:ext uri="{FF2B5EF4-FFF2-40B4-BE49-F238E27FC236}">
                <a16:creationId xmlns:a16="http://schemas.microsoft.com/office/drawing/2014/main" id="{C9FECF78-D5A9-4214-964B-A4C2D3FB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2" name="p08-矩形-0342">
            <a:extLst xmlns:a="http://schemas.openxmlformats.org/drawingml/2006/main">
              <a:ext uri="{FF2B5EF4-FFF2-40B4-BE49-F238E27FC236}">
                <a16:creationId xmlns:a16="http://schemas.microsoft.com/office/drawing/2014/main" id="{82EF36C6-A4F1-49CD-ABA1-51BAF7FC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3" name="p08-矩形-0343">
            <a:extLst xmlns:a="http://schemas.openxmlformats.org/drawingml/2006/main">
              <a:ext uri="{FF2B5EF4-FFF2-40B4-BE49-F238E27FC236}">
                <a16:creationId xmlns:a16="http://schemas.microsoft.com/office/drawing/2014/main" id="{F3764F09-6EC1-45A7-B041-8CAAFAB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4" name="p08-矩形-0344">
            <a:extLst xmlns:a="http://schemas.openxmlformats.org/drawingml/2006/main">
              <a:ext uri="{FF2B5EF4-FFF2-40B4-BE49-F238E27FC236}">
                <a16:creationId xmlns:a16="http://schemas.microsoft.com/office/drawing/2014/main" id="{CFB33073-9393-4CF0-BE0E-6790CE0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45" name="p08-矩形-0345">
            <a:extLst xmlns:a="http://schemas.openxmlformats.org/drawingml/2006/main">
              <a:ext uri="{FF2B5EF4-FFF2-40B4-BE49-F238E27FC236}">
                <a16:creationId xmlns:a16="http://schemas.microsoft.com/office/drawing/2014/main" id="{77CE0C21-A7A4-48C4-9425-6FD70B4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46" name="p08-矩形-0346">
            <a:extLst xmlns:a="http://schemas.openxmlformats.org/drawingml/2006/main">
              <a:ext uri="{FF2B5EF4-FFF2-40B4-BE49-F238E27FC236}">
                <a16:creationId xmlns:a16="http://schemas.microsoft.com/office/drawing/2014/main" id="{C5025E07-91E7-439A-B726-6EAE8418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7" name="p08-矩形-0347">
            <a:extLst xmlns:a="http://schemas.openxmlformats.org/drawingml/2006/main">
              <a:ext uri="{FF2B5EF4-FFF2-40B4-BE49-F238E27FC236}">
                <a16:creationId xmlns:a16="http://schemas.microsoft.com/office/drawing/2014/main" id="{E3146063-E509-408C-A3AA-7DA301FF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48" name="p08-矩形-0348">
            <a:extLst xmlns:a="http://schemas.openxmlformats.org/drawingml/2006/main">
              <a:ext uri="{FF2B5EF4-FFF2-40B4-BE49-F238E27FC236}">
                <a16:creationId xmlns:a16="http://schemas.microsoft.com/office/drawing/2014/main" id="{90077689-D1E8-4F69-8AC2-1490FA2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261461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9" name="p08-矩形-0349">
            <a:extLst xmlns:a="http://schemas.openxmlformats.org/drawingml/2006/main">
              <a:ext uri="{FF2B5EF4-FFF2-40B4-BE49-F238E27FC236}">
                <a16:creationId xmlns:a16="http://schemas.microsoft.com/office/drawing/2014/main" id="{EBC1FFAF-2B4A-4332-B0A3-9EB5CF4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0" name="p08-矩形-0350">
            <a:extLst xmlns:a="http://schemas.openxmlformats.org/drawingml/2006/main">
              <a:ext uri="{FF2B5EF4-FFF2-40B4-BE49-F238E27FC236}">
                <a16:creationId xmlns:a16="http://schemas.microsoft.com/office/drawing/2014/main" id="{AD48B8C7-726E-4073-A99F-A9303639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1" name="p08-矩形-0351">
            <a:extLst xmlns:a="http://schemas.openxmlformats.org/drawingml/2006/main">
              <a:ext uri="{FF2B5EF4-FFF2-40B4-BE49-F238E27FC236}">
                <a16:creationId xmlns:a16="http://schemas.microsoft.com/office/drawing/2014/main" id="{F70EE019-C1ED-460C-814E-EB480D12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2" name="p08-矩形-0352">
            <a:extLst xmlns:a="http://schemas.openxmlformats.org/drawingml/2006/main">
              <a:ext uri="{FF2B5EF4-FFF2-40B4-BE49-F238E27FC236}">
                <a16:creationId xmlns:a16="http://schemas.microsoft.com/office/drawing/2014/main" id="{E938633F-3A2A-4631-88E2-6442E6D6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53" name="p08-矩形-0353">
            <a:extLst xmlns:a="http://schemas.openxmlformats.org/drawingml/2006/main">
              <a:ext uri="{FF2B5EF4-FFF2-40B4-BE49-F238E27FC236}">
                <a16:creationId xmlns:a16="http://schemas.microsoft.com/office/drawing/2014/main" id="{8C2D11C6-7E19-425D-A70D-90E5F04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54" name="p08-矩形-0354">
            <a:extLst xmlns:a="http://schemas.openxmlformats.org/drawingml/2006/main">
              <a:ext uri="{FF2B5EF4-FFF2-40B4-BE49-F238E27FC236}">
                <a16:creationId xmlns:a16="http://schemas.microsoft.com/office/drawing/2014/main" id="{30E2C978-3D9B-47CA-BCAC-CB7E803C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55" name="p08-矩形-0355">
            <a:extLst xmlns:a="http://schemas.openxmlformats.org/drawingml/2006/main">
              <a:ext uri="{FF2B5EF4-FFF2-40B4-BE49-F238E27FC236}">
                <a16:creationId xmlns:a16="http://schemas.microsoft.com/office/drawing/2014/main" id="{9787F3AC-43D9-492C-991C-3FD2D64A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56" name="p08-矩形-0356">
            <a:extLst xmlns:a="http://schemas.openxmlformats.org/drawingml/2006/main">
              <a:ext uri="{FF2B5EF4-FFF2-40B4-BE49-F238E27FC236}">
                <a16:creationId xmlns:a16="http://schemas.microsoft.com/office/drawing/2014/main" id="{F8E69D7B-E2E9-4F5A-B319-5162462B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7" name="p08-矩形-0357">
            <a:extLst xmlns:a="http://schemas.openxmlformats.org/drawingml/2006/main">
              <a:ext uri="{FF2B5EF4-FFF2-40B4-BE49-F238E27FC236}">
                <a16:creationId xmlns:a16="http://schemas.microsoft.com/office/drawing/2014/main" id="{3F8C75C5-A73D-4564-AE1D-0D73D802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58" name="p08-矩形-0358">
            <a:extLst xmlns:a="http://schemas.openxmlformats.org/drawingml/2006/main">
              <a:ext uri="{FF2B5EF4-FFF2-40B4-BE49-F238E27FC236}">
                <a16:creationId xmlns:a16="http://schemas.microsoft.com/office/drawing/2014/main" id="{ADF2EEC8-8CD7-4D05-8467-00FBF27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59" name="p08-矩形-0359">
            <a:extLst xmlns:a="http://schemas.openxmlformats.org/drawingml/2006/main">
              <a:ext uri="{FF2B5EF4-FFF2-40B4-BE49-F238E27FC236}">
                <a16:creationId xmlns:a16="http://schemas.microsoft.com/office/drawing/2014/main" id="{01ED175B-A518-4ABB-ABBD-8CA11D0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60" name="p08-矩形-0360">
            <a:extLst xmlns:a="http://schemas.openxmlformats.org/drawingml/2006/main">
              <a:ext uri="{FF2B5EF4-FFF2-40B4-BE49-F238E27FC236}">
                <a16:creationId xmlns:a16="http://schemas.microsoft.com/office/drawing/2014/main" id="{C30892BC-5157-4539-8BE4-B49893A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1" name="p08-矩形-0361">
            <a:extLst xmlns:a="http://schemas.openxmlformats.org/drawingml/2006/main">
              <a:ext uri="{FF2B5EF4-FFF2-40B4-BE49-F238E27FC236}">
                <a16:creationId xmlns:a16="http://schemas.microsoft.com/office/drawing/2014/main" id="{5A688C39-7B22-48EA-B151-806DC3B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2" name="p08-矩形-0362">
            <a:extLst xmlns:a="http://schemas.openxmlformats.org/drawingml/2006/main">
              <a:ext uri="{FF2B5EF4-FFF2-40B4-BE49-F238E27FC236}">
                <a16:creationId xmlns:a16="http://schemas.microsoft.com/office/drawing/2014/main" id="{69A291F9-2C56-4AF6-9409-6E5AC147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2800350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3" name="p08-矩形-0363">
            <a:extLst xmlns:a="http://schemas.openxmlformats.org/drawingml/2006/main">
              <a:ext uri="{FF2B5EF4-FFF2-40B4-BE49-F238E27FC236}">
                <a16:creationId xmlns:a16="http://schemas.microsoft.com/office/drawing/2014/main" id="{99656F61-97CB-4434-8398-FAEDB57A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4" name="p08-矩形-0364">
            <a:extLst xmlns:a="http://schemas.openxmlformats.org/drawingml/2006/main">
              <a:ext uri="{FF2B5EF4-FFF2-40B4-BE49-F238E27FC236}">
                <a16:creationId xmlns:a16="http://schemas.microsoft.com/office/drawing/2014/main" id="{517D7F3B-6A11-44B9-8766-0F12ECE9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5" name="p08-矩形-0365">
            <a:extLst xmlns:a="http://schemas.openxmlformats.org/drawingml/2006/main">
              <a:ext uri="{FF2B5EF4-FFF2-40B4-BE49-F238E27FC236}">
                <a16:creationId xmlns:a16="http://schemas.microsoft.com/office/drawing/2014/main" id="{05E96383-849E-47A8-8B72-05F6C1C2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66" name="p08-矩形-0366">
            <a:extLst xmlns:a="http://schemas.openxmlformats.org/drawingml/2006/main">
              <a:ext uri="{FF2B5EF4-FFF2-40B4-BE49-F238E27FC236}">
                <a16:creationId xmlns:a16="http://schemas.microsoft.com/office/drawing/2014/main" id="{8475B394-A4E2-459E-935E-D5E3DB94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67" name="p08-矩形-0367">
            <a:extLst xmlns:a="http://schemas.openxmlformats.org/drawingml/2006/main">
              <a:ext uri="{FF2B5EF4-FFF2-40B4-BE49-F238E27FC236}">
                <a16:creationId xmlns:a16="http://schemas.microsoft.com/office/drawing/2014/main" id="{C2D2E44C-D214-41AD-9BCD-EBFD777C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68" name="p08-矩形-0368">
            <a:extLst xmlns:a="http://schemas.openxmlformats.org/drawingml/2006/main">
              <a:ext uri="{FF2B5EF4-FFF2-40B4-BE49-F238E27FC236}">
                <a16:creationId xmlns:a16="http://schemas.microsoft.com/office/drawing/2014/main" id="{10C893EE-4CA5-40CE-826A-A16E882C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69" name="p08-矩形-0369">
            <a:extLst xmlns:a="http://schemas.openxmlformats.org/drawingml/2006/main">
              <a:ext uri="{FF2B5EF4-FFF2-40B4-BE49-F238E27FC236}">
                <a16:creationId xmlns:a16="http://schemas.microsoft.com/office/drawing/2014/main" id="{E6E79286-6FEA-44D9-AD99-54D3FE4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70" name="p08-矩形-0370">
            <a:extLst xmlns:a="http://schemas.openxmlformats.org/drawingml/2006/main">
              <a:ext uri="{FF2B5EF4-FFF2-40B4-BE49-F238E27FC236}">
                <a16:creationId xmlns:a16="http://schemas.microsoft.com/office/drawing/2014/main" id="{88DA5A70-D94A-426D-8E51-E8DBF790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1" name="p08-矩形-0371">
            <a:extLst xmlns:a="http://schemas.openxmlformats.org/drawingml/2006/main">
              <a:ext uri="{FF2B5EF4-FFF2-40B4-BE49-F238E27FC236}">
                <a16:creationId xmlns:a16="http://schemas.microsoft.com/office/drawing/2014/main" id="{FB69B1D7-4AB6-45E3-A81D-A6F6B7E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2" name="p08-矩形-0372">
            <a:extLst xmlns:a="http://schemas.openxmlformats.org/drawingml/2006/main">
              <a:ext uri="{FF2B5EF4-FFF2-40B4-BE49-F238E27FC236}">
                <a16:creationId xmlns:a16="http://schemas.microsoft.com/office/drawing/2014/main" id="{4F266D46-0D75-4071-9B63-93EE264A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73" name="p08-矩形-0373">
            <a:extLst xmlns:a="http://schemas.openxmlformats.org/drawingml/2006/main">
              <a:ext uri="{FF2B5EF4-FFF2-40B4-BE49-F238E27FC236}">
                <a16:creationId xmlns:a16="http://schemas.microsoft.com/office/drawing/2014/main" id="{11BA13ED-4A42-469C-8C55-FABAB21C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4" name="p08-矩形-0374">
            <a:extLst xmlns:a="http://schemas.openxmlformats.org/drawingml/2006/main">
              <a:ext uri="{FF2B5EF4-FFF2-40B4-BE49-F238E27FC236}">
                <a16:creationId xmlns:a16="http://schemas.microsoft.com/office/drawing/2014/main" id="{4C4BC880-DE0C-4B71-9615-FE84E9A3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5" name="p08-矩形-0375">
            <a:extLst xmlns:a="http://schemas.openxmlformats.org/drawingml/2006/main">
              <a:ext uri="{FF2B5EF4-FFF2-40B4-BE49-F238E27FC236}">
                <a16:creationId xmlns:a16="http://schemas.microsoft.com/office/drawing/2014/main" id="{3D686B5C-E80E-4D54-99D2-8D6B7365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6" name="p08-矩形-0376">
            <a:extLst xmlns:a="http://schemas.openxmlformats.org/drawingml/2006/main">
              <a:ext uri="{FF2B5EF4-FFF2-40B4-BE49-F238E27FC236}">
                <a16:creationId xmlns:a16="http://schemas.microsoft.com/office/drawing/2014/main" id="{115DE7F3-D232-4A01-B0C0-4314832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2986088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7" name="p08-矩形-0377">
            <a:extLst xmlns:a="http://schemas.openxmlformats.org/drawingml/2006/main">
              <a:ext uri="{FF2B5EF4-FFF2-40B4-BE49-F238E27FC236}">
                <a16:creationId xmlns:a16="http://schemas.microsoft.com/office/drawing/2014/main" id="{7C1B9329-CAAC-4EC7-B303-4B9B581B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8" name="p08-矩形-0378">
            <a:extLst xmlns:a="http://schemas.openxmlformats.org/drawingml/2006/main">
              <a:ext uri="{FF2B5EF4-FFF2-40B4-BE49-F238E27FC236}">
                <a16:creationId xmlns:a16="http://schemas.microsoft.com/office/drawing/2014/main" id="{50D50269-4DCC-4F4D-B9A1-4407DBD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9" name="p08-矩形-0379">
            <a:extLst xmlns:a="http://schemas.openxmlformats.org/drawingml/2006/main">
              <a:ext uri="{FF2B5EF4-FFF2-40B4-BE49-F238E27FC236}">
                <a16:creationId xmlns:a16="http://schemas.microsoft.com/office/drawing/2014/main" id="{54347D77-E935-4D47-9FAD-AFFEC637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80" name="p08-矩形-0380">
            <a:extLst xmlns:a="http://schemas.openxmlformats.org/drawingml/2006/main">
              <a:ext uri="{FF2B5EF4-FFF2-40B4-BE49-F238E27FC236}">
                <a16:creationId xmlns:a16="http://schemas.microsoft.com/office/drawing/2014/main" id="{B4BE1E9D-F79D-4C5F-BC8C-0C2869E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1" name="p08-矩形-0381">
            <a:extLst xmlns:a="http://schemas.openxmlformats.org/drawingml/2006/main">
              <a:ext uri="{FF2B5EF4-FFF2-40B4-BE49-F238E27FC236}">
                <a16:creationId xmlns:a16="http://schemas.microsoft.com/office/drawing/2014/main" id="{C497A020-7068-4E13-A571-C15E0905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2" name="p08-矩形-0382">
            <a:extLst xmlns:a="http://schemas.openxmlformats.org/drawingml/2006/main">
              <a:ext uri="{FF2B5EF4-FFF2-40B4-BE49-F238E27FC236}">
                <a16:creationId xmlns:a16="http://schemas.microsoft.com/office/drawing/2014/main" id="{79D6746D-11DA-40EF-9A41-1EA05BE6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3" name="p08-矩形-0383">
            <a:extLst xmlns:a="http://schemas.openxmlformats.org/drawingml/2006/main">
              <a:ext uri="{FF2B5EF4-FFF2-40B4-BE49-F238E27FC236}">
                <a16:creationId xmlns:a16="http://schemas.microsoft.com/office/drawing/2014/main" id="{B04F130F-4591-497E-BE16-5AA165D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84" name="p08-矩形-0384">
            <a:extLst xmlns:a="http://schemas.openxmlformats.org/drawingml/2006/main">
              <a:ext uri="{FF2B5EF4-FFF2-40B4-BE49-F238E27FC236}">
                <a16:creationId xmlns:a16="http://schemas.microsoft.com/office/drawing/2014/main" id="{E638A51A-1858-492F-A098-AF259D0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5" name="p08-矩形-0385">
            <a:extLst xmlns:a="http://schemas.openxmlformats.org/drawingml/2006/main">
              <a:ext uri="{FF2B5EF4-FFF2-40B4-BE49-F238E27FC236}">
                <a16:creationId xmlns:a16="http://schemas.microsoft.com/office/drawing/2014/main" id="{1C346FBF-7126-46BC-A939-8E00C0C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6" name="p08-矩形-0386">
            <a:extLst xmlns:a="http://schemas.openxmlformats.org/drawingml/2006/main">
              <a:ext uri="{FF2B5EF4-FFF2-40B4-BE49-F238E27FC236}">
                <a16:creationId xmlns:a16="http://schemas.microsoft.com/office/drawing/2014/main" id="{C44A734F-B800-4AFA-98C6-EB76765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7" name="p08-矩形-0387">
            <a:extLst xmlns:a="http://schemas.openxmlformats.org/drawingml/2006/main">
              <a:ext uri="{FF2B5EF4-FFF2-40B4-BE49-F238E27FC236}">
                <a16:creationId xmlns:a16="http://schemas.microsoft.com/office/drawing/2014/main" id="{0D2AC89C-8677-4CB3-9C34-EBC31365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8" name="p08-矩形-0388">
            <a:extLst xmlns:a="http://schemas.openxmlformats.org/drawingml/2006/main">
              <a:ext uri="{FF2B5EF4-FFF2-40B4-BE49-F238E27FC236}">
                <a16:creationId xmlns:a16="http://schemas.microsoft.com/office/drawing/2014/main" id="{49A6AD6C-A268-45F7-8753-47377C3A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89" name="p08-矩形-0389">
            <a:extLst xmlns:a="http://schemas.openxmlformats.org/drawingml/2006/main">
              <a:ext uri="{FF2B5EF4-FFF2-40B4-BE49-F238E27FC236}">
                <a16:creationId xmlns:a16="http://schemas.microsoft.com/office/drawing/2014/main" id="{E3EA6AA5-88E5-48BB-8E40-02483B4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90" name="p08-矩形-0390">
            <a:extLst xmlns:a="http://schemas.openxmlformats.org/drawingml/2006/main">
              <a:ext uri="{FF2B5EF4-FFF2-40B4-BE49-F238E27FC236}">
                <a16:creationId xmlns:a16="http://schemas.microsoft.com/office/drawing/2014/main" id="{7935AAAE-1727-4D91-A364-2184518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3171825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91" name="p08-矩形-0391">
            <a:extLst xmlns:a="http://schemas.openxmlformats.org/drawingml/2006/main">
              <a:ext uri="{FF2B5EF4-FFF2-40B4-BE49-F238E27FC236}">
                <a16:creationId xmlns:a16="http://schemas.microsoft.com/office/drawing/2014/main" id="{EB9B315D-1FB8-43DE-A06A-790BE61D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92" name="p08-矩形-0392">
            <a:extLst xmlns:a="http://schemas.openxmlformats.org/drawingml/2006/main">
              <a:ext uri="{FF2B5EF4-FFF2-40B4-BE49-F238E27FC236}">
                <a16:creationId xmlns:a16="http://schemas.microsoft.com/office/drawing/2014/main" id="{B12E205F-6FB8-4A57-B0C7-8599DE1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34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93" name="p08-矩形-0393">
            <a:extLst xmlns:a="http://schemas.openxmlformats.org/drawingml/2006/main">
              <a:ext uri="{FF2B5EF4-FFF2-40B4-BE49-F238E27FC236}">
                <a16:creationId xmlns:a16="http://schemas.microsoft.com/office/drawing/2014/main" id="{E66FC484-7744-41FF-A221-A3DC28C0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93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94" name="p08-矩形-0394">
            <a:extLst xmlns:a="http://schemas.openxmlformats.org/drawingml/2006/main">
              <a:ext uri="{FF2B5EF4-FFF2-40B4-BE49-F238E27FC236}">
                <a16:creationId xmlns:a16="http://schemas.microsoft.com/office/drawing/2014/main" id="{D9E182B2-2396-4DC2-9301-068FCE5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52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5" name="p08-矩形-0395">
            <a:extLst xmlns:a="http://schemas.openxmlformats.org/drawingml/2006/main">
              <a:ext uri="{FF2B5EF4-FFF2-40B4-BE49-F238E27FC236}">
                <a16:creationId xmlns:a16="http://schemas.microsoft.com/office/drawing/2014/main" id="{36088E50-49C9-4C6A-8D1C-92DB6582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11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6" name="p08-矩形-0396">
            <a:extLst xmlns:a="http://schemas.openxmlformats.org/drawingml/2006/main">
              <a:ext uri="{FF2B5EF4-FFF2-40B4-BE49-F238E27FC236}">
                <a16:creationId xmlns:a16="http://schemas.microsoft.com/office/drawing/2014/main" id="{A5786454-CF3A-4873-8AA6-9AE84B8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570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97" name="p08-矩形-0397">
            <a:extLst xmlns:a="http://schemas.openxmlformats.org/drawingml/2006/main">
              <a:ext uri="{FF2B5EF4-FFF2-40B4-BE49-F238E27FC236}">
                <a16:creationId xmlns:a16="http://schemas.microsoft.com/office/drawing/2014/main" id="{3E7459D8-F793-4E82-8010-27974E6B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98" name="p08-矩形-0398">
            <a:extLst xmlns:a="http://schemas.openxmlformats.org/drawingml/2006/main">
              <a:ext uri="{FF2B5EF4-FFF2-40B4-BE49-F238E27FC236}">
                <a16:creationId xmlns:a16="http://schemas.microsoft.com/office/drawing/2014/main" id="{5B4CCCEE-026F-4F39-A4C4-6C5E12D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99" name="p08-矩形-0399">
            <a:extLst xmlns:a="http://schemas.openxmlformats.org/drawingml/2006/main">
              <a:ext uri="{FF2B5EF4-FFF2-40B4-BE49-F238E27FC236}">
                <a16:creationId xmlns:a16="http://schemas.microsoft.com/office/drawing/2014/main" id="{E7734F56-2EDC-4CC2-B016-7EA98D2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646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00" name="p08-矩形-0400">
            <a:extLst xmlns:a="http://schemas.openxmlformats.org/drawingml/2006/main">
              <a:ext uri="{FF2B5EF4-FFF2-40B4-BE49-F238E27FC236}">
                <a16:creationId xmlns:a16="http://schemas.microsoft.com/office/drawing/2014/main" id="{EA87E99D-3CF8-40C5-AE95-D9556A9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005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01" name="p08-矩形-0401">
            <a:extLst xmlns:a="http://schemas.openxmlformats.org/drawingml/2006/main">
              <a:ext uri="{FF2B5EF4-FFF2-40B4-BE49-F238E27FC236}">
                <a16:creationId xmlns:a16="http://schemas.microsoft.com/office/drawing/2014/main" id="{5AAEE42A-C694-4BB1-8DEE-8BF3347A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364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402" name="p08-矩形-0402">
            <a:extLst xmlns:a="http://schemas.openxmlformats.org/drawingml/2006/main">
              <a:ext uri="{FF2B5EF4-FFF2-40B4-BE49-F238E27FC236}">
                <a16:creationId xmlns:a16="http://schemas.microsoft.com/office/drawing/2014/main" id="{3ADE2A1E-D038-4DB4-9326-1F00E187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723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403" name="p08-矩形-0403">
            <a:extLst xmlns:a="http://schemas.openxmlformats.org/drawingml/2006/main">
              <a:ext uri="{FF2B5EF4-FFF2-40B4-BE49-F238E27FC236}">
                <a16:creationId xmlns:a16="http://schemas.microsoft.com/office/drawing/2014/main" id="{0059F80D-5C5E-4F4C-8491-F3FDDF87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404" name="p08-矩形-0404">
            <a:extLst xmlns:a="http://schemas.openxmlformats.org/drawingml/2006/main">
              <a:ext uri="{FF2B5EF4-FFF2-40B4-BE49-F238E27FC236}">
                <a16:creationId xmlns:a16="http://schemas.microsoft.com/office/drawing/2014/main" id="{19931223-0548-4038-A748-A0C8816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41" y="3357563"/>
            <a:ext cx="140834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405" name="p08-文本-0405">
            <a:extLst xmlns:a="http://schemas.openxmlformats.org/drawingml/2006/main">
              <a:ext uri="{FF2B5EF4-FFF2-40B4-BE49-F238E27FC236}">
                <a16:creationId xmlns:a16="http://schemas.microsoft.com/office/drawing/2014/main" id="{E1322738-1A56-4B4B-9709-03AC701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948" y="36139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406" name="p08-文本-0406">
            <a:extLst xmlns:a="http://schemas.openxmlformats.org/drawingml/2006/main">
              <a:ext uri="{FF2B5EF4-FFF2-40B4-BE49-F238E27FC236}">
                <a16:creationId xmlns:a16="http://schemas.microsoft.com/office/drawing/2014/main" id="{7A391D12-4402-4B2C-9C43-2643768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461" y="36139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407" name="p08-文本-0407">
            <a:extLst xmlns:a="http://schemas.openxmlformats.org/drawingml/2006/main">
              <a:ext uri="{FF2B5EF4-FFF2-40B4-BE49-F238E27FC236}">
                <a16:creationId xmlns:a16="http://schemas.microsoft.com/office/drawing/2014/main" id="{D41EB285-B98C-45B5-A2FD-BEE1AB70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658" y="3613933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408" name="p08-文本-0408">
            <a:extLst xmlns:a="http://schemas.openxmlformats.org/drawingml/2006/main">
              <a:ext uri="{FF2B5EF4-FFF2-40B4-BE49-F238E27FC236}">
                <a16:creationId xmlns:a16="http://schemas.microsoft.com/office/drawing/2014/main" id="{4DF6EB6C-5AB4-4522-96CF-14BEA7AC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071502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409" name="p08-文本-0409">
            <a:extLst xmlns:a="http://schemas.openxmlformats.org/drawingml/2006/main">
              <a:ext uri="{FF2B5EF4-FFF2-40B4-BE49-F238E27FC236}">
                <a16:creationId xmlns:a16="http://schemas.microsoft.com/office/drawing/2014/main" id="{115772C2-B187-4459-97F5-86ACA2CF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371665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410" name="p08-文本-0410">
            <a:extLst xmlns:a="http://schemas.openxmlformats.org/drawingml/2006/main">
              <a:ext uri="{FF2B5EF4-FFF2-40B4-BE49-F238E27FC236}">
                <a16:creationId xmlns:a16="http://schemas.microsoft.com/office/drawing/2014/main" id="{80CE34CE-82EE-4EE7-AD05-FCE9451E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87217"/>
            <a:ext cx="30220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已获得多种样本的结构与响应</a:t>
            </a:r>
          </a:p>
        </p:txBody>
      </p:sp>
      <p:sp>
        <p:nvSpPr>
          <p:cNvPr id="411" name="p08-文本-0411">
            <a:extLst xmlns:a="http://schemas.openxmlformats.org/drawingml/2006/main">
              <a:ext uri="{FF2B5EF4-FFF2-40B4-BE49-F238E27FC236}">
                <a16:creationId xmlns:a16="http://schemas.microsoft.com/office/drawing/2014/main" id="{438E46B3-6254-4C4C-BB69-56A858CA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06317"/>
            <a:ext cx="3250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同一测量流程下能观察条件差异</a:t>
            </a:r>
          </a:p>
        </p:txBody>
      </p:sp>
      <p:sp>
        <p:nvSpPr>
          <p:cNvPr id="412" name="p08-文本-0412">
            <a:extLst xmlns:a="http://schemas.openxmlformats.org/drawingml/2006/main">
              <a:ext uri="{FF2B5EF4-FFF2-40B4-BE49-F238E27FC236}">
                <a16:creationId xmlns:a16="http://schemas.microsoft.com/office/drawing/2014/main" id="{4AD51B42-8E84-409C-8440-613E0937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25417"/>
            <a:ext cx="30220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局部特征提示可能的作用环节</a:t>
            </a:r>
          </a:p>
        </p:txBody>
      </p:sp>
      <p:sp>
        <p:nvSpPr>
          <p:cNvPr id="413" name="p08-文本-0413">
            <a:extLst xmlns:a="http://schemas.openxmlformats.org/drawingml/2006/main">
              <a:ext uri="{FF2B5EF4-FFF2-40B4-BE49-F238E27FC236}">
                <a16:creationId xmlns:a16="http://schemas.microsoft.com/office/drawing/2014/main" id="{8424332B-FCF4-4A4D-8CE0-9EBCB251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7217"/>
            <a:ext cx="30220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结构差异与条件变化相互叠加</a:t>
            </a:r>
          </a:p>
        </p:txBody>
      </p:sp>
      <p:sp>
        <p:nvSpPr>
          <p:cNvPr id="414" name="p08-文本-0414">
            <a:extLst xmlns:a="http://schemas.openxmlformats.org/drawingml/2006/main">
              <a:ext uri="{FF2B5EF4-FFF2-40B4-BE49-F238E27FC236}">
                <a16:creationId xmlns:a16="http://schemas.microsoft.com/office/drawing/2014/main" id="{04D2C9D0-201B-45C4-8D13-6EC96258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06317"/>
            <a:ext cx="27934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现有证据尚需独立对照解释</a:t>
            </a:r>
          </a:p>
        </p:txBody>
      </p:sp>
      <p:sp>
        <p:nvSpPr>
          <p:cNvPr id="415" name="p08-文本-0415">
            <a:extLst xmlns:a="http://schemas.openxmlformats.org/drawingml/2006/main">
              <a:ext uri="{FF2B5EF4-FFF2-40B4-BE49-F238E27FC236}">
                <a16:creationId xmlns:a16="http://schemas.microsoft.com/office/drawing/2014/main" id="{0540CFA3-DAB3-4024-B50A-17954FBE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25417"/>
            <a:ext cx="3250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需要把机制假设落到可检验变量</a:t>
            </a:r>
          </a:p>
        </p:txBody>
      </p:sp>
      <p:sp>
        <p:nvSpPr>
          <p:cNvPr id="416" name="p08-文本-0416">
            <a:extLst xmlns:a="http://schemas.openxmlformats.org/drawingml/2006/main">
              <a:ext uri="{FF2B5EF4-FFF2-40B4-BE49-F238E27FC236}">
                <a16:creationId xmlns:a16="http://schemas.microsoft.com/office/drawing/2014/main" id="{643A89B2-F5E5-4C62-AB6C-788DB9F2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73" y="6062007"/>
            <a:ext cx="545725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后续研究围绕可控制变量，连接观测与机制检验</a:t>
            </a:r>
          </a:p>
        </p:txBody>
      </p:sp>
      <p:sp>
        <p:nvSpPr>
          <p:cNvPr id="417" name="p08-文本-0417">
            <a:extLst xmlns:a="http://schemas.openxmlformats.org/drawingml/2006/main">
              <a:ext uri="{FF2B5EF4-FFF2-40B4-BE49-F238E27FC236}">
                <a16:creationId xmlns:a16="http://schemas.microsoft.com/office/drawing/2014/main" id="{A190795C-025B-4D8A-85D5-B25B7014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08</a:t>
            </a:r>
          </a:p>
        </p:txBody>
      </p:sp>
    </p:spTree>
    <p:extLst>
      <p:ext uri="{BB962C8B-B14F-4D97-AF65-F5344CB8AC3E}">
        <p14:creationId xmlns:p14="http://schemas.microsoft.com/office/powerpoint/2010/main" val="1473514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2" name="p09-矩形-0001">
            <a:extLst xmlns:a="http://schemas.openxmlformats.org/drawingml/2006/main">
              <a:ext uri="{FF2B5EF4-FFF2-40B4-BE49-F238E27FC236}">
                <a16:creationId xmlns:a16="http://schemas.microsoft.com/office/drawing/2014/main" id="{1F6493E3-68DC-4F82-B368-348EF33A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09-矩形-0002">
            <a:extLst xmlns:a="http://schemas.openxmlformats.org/drawingml/2006/main">
              <a:ext uri="{FF2B5EF4-FFF2-40B4-BE49-F238E27FC236}">
                <a16:creationId xmlns:a16="http://schemas.microsoft.com/office/drawing/2014/main" id="{7E5D7016-687C-4D6E-A5B1-2880F511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09-文本-0003">
            <a:extLst xmlns:a="http://schemas.openxmlformats.org/drawingml/2006/main">
              <a:ext uri="{FF2B5EF4-FFF2-40B4-BE49-F238E27FC236}">
                <a16:creationId xmlns:a16="http://schemas.microsoft.com/office/drawing/2014/main" id="{F050709F-2DEB-4BD6-9E2E-D0D08DEF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把研究挑战逐层转化为方法与验证目标</a:t>
            </a:r>
          </a:p>
        </p:txBody>
      </p:sp>
      <p:sp>
        <p:nvSpPr>
          <p:cNvPr id="4" name="p09-文本-0004">
            <a:extLst xmlns:a="http://schemas.openxmlformats.org/drawingml/2006/main">
              <a:ext uri="{FF2B5EF4-FFF2-40B4-BE49-F238E27FC236}">
                <a16:creationId xmlns:a16="http://schemas.microsoft.com/office/drawing/2014/main" id="{0E963F1B-9DF5-4106-8738-EC96F9D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38402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三条问题链并行推进，层与层之间保持一一对应</a:t>
            </a:r>
          </a:p>
        </p:txBody>
      </p:sp>
      <p:sp>
        <p:nvSpPr>
          <p:cNvPr id="5" name="p09-线-0005">
            <a:extLst xmlns:a="http://schemas.openxmlformats.org/drawingml/2006/main">
              <a:ext uri="{FF2B5EF4-FFF2-40B4-BE49-F238E27FC236}">
                <a16:creationId xmlns:a16="http://schemas.microsoft.com/office/drawing/2014/main" id="{95565A65-3389-48BE-881F-E71C37B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09-矩形-0006">
            <a:extLst xmlns:a="http://schemas.openxmlformats.org/drawingml/2006/main">
              <a:ext uri="{FF2B5EF4-FFF2-40B4-BE49-F238E27FC236}">
                <a16:creationId xmlns:a16="http://schemas.microsoft.com/office/drawing/2014/main" id="{B0858470-E329-4784-8812-7FA598A8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62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09-文本-0007">
            <a:extLst xmlns:a="http://schemas.openxmlformats.org/drawingml/2006/main">
              <a:ext uri="{FF2B5EF4-FFF2-40B4-BE49-F238E27FC236}">
                <a16:creationId xmlns:a16="http://schemas.microsoft.com/office/drawing/2014/main" id="{11C8CB8F-5A8C-4B78-A0EF-C6BBD10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5" y="158802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研究挑战</a:t>
            </a:r>
          </a:p>
        </p:txBody>
      </p:sp>
      <p:sp>
        <p:nvSpPr>
          <p:cNvPr id="8" name="p09-矩形-0008">
            <a:extLst xmlns:a="http://schemas.openxmlformats.org/drawingml/2006/main">
              <a:ext uri="{FF2B5EF4-FFF2-40B4-BE49-F238E27FC236}">
                <a16:creationId xmlns:a16="http://schemas.microsoft.com/office/drawing/2014/main" id="{72E75C39-B684-497F-B44E-2EED861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47925"/>
            <a:ext cx="1162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" name="p09-文本-0009">
            <a:extLst xmlns:a="http://schemas.openxmlformats.org/drawingml/2006/main">
              <a:ext uri="{FF2B5EF4-FFF2-40B4-BE49-F238E27FC236}">
                <a16:creationId xmlns:a16="http://schemas.microsoft.com/office/drawing/2014/main" id="{5A5F10D8-464D-4E71-A806-FE987B4D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5" y="262624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关键问题</a:t>
            </a:r>
          </a:p>
        </p:txBody>
      </p:sp>
      <p:sp>
        <p:nvSpPr>
          <p:cNvPr id="10" name="p09-矩形-0010">
            <a:extLst xmlns:a="http://schemas.openxmlformats.org/drawingml/2006/main">
              <a:ext uri="{FF2B5EF4-FFF2-40B4-BE49-F238E27FC236}">
                <a16:creationId xmlns:a16="http://schemas.microsoft.com/office/drawing/2014/main" id="{5DE10BF4-9A42-4042-BD0B-6F736C0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1162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p09-文本-0011">
            <a:extLst xmlns:a="http://schemas.openxmlformats.org/drawingml/2006/main">
              <a:ext uri="{FF2B5EF4-FFF2-40B4-BE49-F238E27FC236}">
                <a16:creationId xmlns:a16="http://schemas.microsoft.com/office/drawing/2014/main" id="{4FB6ED4F-A2D3-4CA8-99FA-F687261E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5" y="367399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研究方法</a:t>
            </a:r>
          </a:p>
        </p:txBody>
      </p:sp>
      <p:sp>
        <p:nvSpPr>
          <p:cNvPr id="12" name="p09-矩形-0012">
            <a:extLst xmlns:a="http://schemas.openxmlformats.org/drawingml/2006/main">
              <a:ext uri="{FF2B5EF4-FFF2-40B4-BE49-F238E27FC236}">
                <a16:creationId xmlns:a16="http://schemas.microsoft.com/office/drawing/2014/main" id="{CB89296B-2F5A-4EA1-B0F1-39A83F2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43525"/>
            <a:ext cx="1162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p09-文本-0013">
            <a:extLst xmlns:a="http://schemas.openxmlformats.org/drawingml/2006/main">
              <a:ext uri="{FF2B5EF4-FFF2-40B4-BE49-F238E27FC236}">
                <a16:creationId xmlns:a16="http://schemas.microsoft.com/office/drawing/2014/main" id="{A364EAA7-F4BF-4849-8D43-4C615322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5" y="552184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验证目标</a:t>
            </a:r>
          </a:p>
        </p:txBody>
      </p:sp>
      <p:sp>
        <p:nvSpPr>
          <p:cNvPr id="14" name="p09-矩形-0014">
            <a:extLst xmlns:a="http://schemas.openxmlformats.org/drawingml/2006/main">
              <a:ext uri="{FF2B5EF4-FFF2-40B4-BE49-F238E27FC236}">
                <a16:creationId xmlns:a16="http://schemas.microsoft.com/office/drawing/2014/main" id="{F31135DE-CCB5-4723-A34E-718FE62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09700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p09-文本-0015">
            <a:extLst xmlns:a="http://schemas.openxmlformats.org/drawingml/2006/main">
              <a:ext uri="{FF2B5EF4-FFF2-40B4-BE49-F238E27FC236}">
                <a16:creationId xmlns:a16="http://schemas.microsoft.com/office/drawing/2014/main" id="{A1198408-43A9-4D47-B547-FFE2D9C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839" y="1577946"/>
            <a:ext cx="11435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结构非均匀</a:t>
            </a:r>
          </a:p>
        </p:txBody>
      </p:sp>
      <p:sp>
        <p:nvSpPr>
          <p:cNvPr id="16" name="p09-路径-0016">
            <a:extLst xmlns:a="http://schemas.openxmlformats.org/drawingml/2006/main">
              <a:ext uri="{FF2B5EF4-FFF2-40B4-BE49-F238E27FC236}">
                <a16:creationId xmlns:a16="http://schemas.microsoft.com/office/drawing/2014/main" id="{EE0AFA7A-423B-4D5E-8588-0FBAB10A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043" y="2124075"/>
            <a:ext cx="177165" cy="238125"/>
          </a:xfrm>
          <a:custGeom xmlns:a="http://schemas.openxmlformats.org/drawingml/2006/main">
            <a:pathLst>
              <a:path w="177165" h="238125">
                <a:moveTo>
                  <a:pt x="45720" y="0"/>
                </a:moveTo>
                <a:lnTo>
                  <a:pt x="45720" y="95250"/>
                </a:lnTo>
                <a:lnTo>
                  <a:pt x="0" y="95250"/>
                </a:lnTo>
                <a:lnTo>
                  <a:pt x="88583" y="238125"/>
                </a:lnTo>
                <a:lnTo>
                  <a:pt x="177165" y="95250"/>
                </a:lnTo>
                <a:lnTo>
                  <a:pt x="131445" y="95250"/>
                </a:lnTo>
                <a:lnTo>
                  <a:pt x="13144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" name="p09-文本-0017">
            <a:extLst xmlns:a="http://schemas.openxmlformats.org/drawingml/2006/main">
              <a:ext uri="{FF2B5EF4-FFF2-40B4-BE49-F238E27FC236}">
                <a16:creationId xmlns:a16="http://schemas.microsoft.com/office/drawing/2014/main" id="{67225B66-E90D-4950-BB51-6A548E9B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375" y="2635774"/>
            <a:ext cx="17225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局部差异来自哪里</a:t>
            </a:r>
          </a:p>
        </p:txBody>
      </p:sp>
      <p:sp>
        <p:nvSpPr>
          <p:cNvPr id="18" name="p09-路径-0018">
            <a:extLst xmlns:a="http://schemas.openxmlformats.org/drawingml/2006/main">
              <a:ext uri="{FF2B5EF4-FFF2-40B4-BE49-F238E27FC236}">
                <a16:creationId xmlns:a16="http://schemas.microsoft.com/office/drawing/2014/main" id="{C561F4E8-E0BC-412F-9B25-21C71812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137" y="3105150"/>
            <a:ext cx="188976" cy="276225"/>
          </a:xfrm>
          <a:custGeom xmlns:a="http://schemas.openxmlformats.org/drawingml/2006/main">
            <a:pathLst>
              <a:path w="188976" h="276225">
                <a:moveTo>
                  <a:pt x="51626" y="0"/>
                </a:moveTo>
                <a:lnTo>
                  <a:pt x="51626" y="123825"/>
                </a:lnTo>
                <a:lnTo>
                  <a:pt x="0" y="123825"/>
                </a:lnTo>
                <a:lnTo>
                  <a:pt x="94488" y="276225"/>
                </a:lnTo>
                <a:lnTo>
                  <a:pt x="188976" y="123825"/>
                </a:lnTo>
                <a:lnTo>
                  <a:pt x="137351" y="123825"/>
                </a:lnTo>
                <a:lnTo>
                  <a:pt x="137351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09-矩形-0019">
            <a:extLst xmlns:a="http://schemas.openxmlformats.org/drawingml/2006/main">
              <a:ext uri="{FF2B5EF4-FFF2-40B4-BE49-F238E27FC236}">
                <a16:creationId xmlns:a16="http://schemas.microsoft.com/office/drawing/2014/main" id="{465A0A82-25CE-47D0-9D3A-DA82F8E2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95675"/>
            <a:ext cx="3105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0" name="p09-矩形-0020">
            <a:extLst xmlns:a="http://schemas.openxmlformats.org/drawingml/2006/main">
              <a:ext uri="{FF2B5EF4-FFF2-40B4-BE49-F238E27FC236}">
                <a16:creationId xmlns:a16="http://schemas.microsoft.com/office/drawing/2014/main" id="{073509D0-9E2F-4D79-9198-F44809C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909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09-线-0021">
            <a:extLst xmlns:a="http://schemas.openxmlformats.org/drawingml/2006/main">
              <a:ext uri="{FF2B5EF4-FFF2-40B4-BE49-F238E27FC236}">
                <a16:creationId xmlns:a16="http://schemas.microsoft.com/office/drawing/2014/main" id="{9E05061A-8EA1-4882-BE63-B8DB8003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" name="p09-线-0022">
            <a:extLst xmlns:a="http://schemas.openxmlformats.org/drawingml/2006/main">
              <a:ext uri="{FF2B5EF4-FFF2-40B4-BE49-F238E27FC236}">
                <a16:creationId xmlns:a16="http://schemas.microsoft.com/office/drawing/2014/main" id="{8E9673C8-7A54-4A99-A60F-2F666C88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09-线-0023">
            <a:extLst xmlns:a="http://schemas.openxmlformats.org/drawingml/2006/main">
              <a:ext uri="{FF2B5EF4-FFF2-40B4-BE49-F238E27FC236}">
                <a16:creationId xmlns:a16="http://schemas.microsoft.com/office/drawing/2014/main" id="{4D854AA9-0AA7-4B4D-BCAE-2088FC8B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" name="p09-线-0024">
            <a:extLst xmlns:a="http://schemas.openxmlformats.org/drawingml/2006/main">
              <a:ext uri="{FF2B5EF4-FFF2-40B4-BE49-F238E27FC236}">
                <a16:creationId xmlns:a16="http://schemas.microsoft.com/office/drawing/2014/main" id="{1B0F5ED8-47FD-4B0E-A68C-B4FCA55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09-线-0025">
            <a:extLst xmlns:a="http://schemas.openxmlformats.org/drawingml/2006/main">
              <a:ext uri="{FF2B5EF4-FFF2-40B4-BE49-F238E27FC236}">
                <a16:creationId xmlns:a16="http://schemas.microsoft.com/office/drawing/2014/main" id="{F45789F2-3511-4B99-9F9B-B0097EB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09-线-0026">
            <a:extLst xmlns:a="http://schemas.openxmlformats.org/drawingml/2006/main">
              <a:ext uri="{FF2B5EF4-FFF2-40B4-BE49-F238E27FC236}">
                <a16:creationId xmlns:a16="http://schemas.microsoft.com/office/drawing/2014/main" id="{0FFD337A-9888-44DD-B282-42A5DDE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" name="p09-线-0027">
            <a:extLst xmlns:a="http://schemas.openxmlformats.org/drawingml/2006/main">
              <a:ext uri="{FF2B5EF4-FFF2-40B4-BE49-F238E27FC236}">
                <a16:creationId xmlns:a16="http://schemas.microsoft.com/office/drawing/2014/main" id="{1FAB8946-C629-4149-BB72-324C4566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09-线-0028">
            <a:extLst xmlns:a="http://schemas.openxmlformats.org/drawingml/2006/main">
              <a:ext uri="{FF2B5EF4-FFF2-40B4-BE49-F238E27FC236}">
                <a16:creationId xmlns:a16="http://schemas.microsoft.com/office/drawing/2014/main" id="{ED904F48-0952-4D35-9091-366E74F5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09-线-0029">
            <a:extLst xmlns:a="http://schemas.openxmlformats.org/drawingml/2006/main">
              <a:ext uri="{FF2B5EF4-FFF2-40B4-BE49-F238E27FC236}">
                <a16:creationId xmlns:a16="http://schemas.microsoft.com/office/drawing/2014/main" id="{46CACC28-54FA-4103-87FB-0C7ACC7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" name="p09-线-0030">
            <a:extLst xmlns:a="http://schemas.openxmlformats.org/drawingml/2006/main">
              <a:ext uri="{FF2B5EF4-FFF2-40B4-BE49-F238E27FC236}">
                <a16:creationId xmlns:a16="http://schemas.microsoft.com/office/drawing/2014/main" id="{790E2068-8634-4386-A2F1-0A80364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09-线-0031">
            <a:extLst xmlns:a="http://schemas.openxmlformats.org/drawingml/2006/main">
              <a:ext uri="{FF2B5EF4-FFF2-40B4-BE49-F238E27FC236}">
                <a16:creationId xmlns:a16="http://schemas.microsoft.com/office/drawing/2014/main" id="{626E2081-077C-434C-96C6-A62BF4C6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09-线-0032">
            <a:extLst xmlns:a="http://schemas.openxmlformats.org/drawingml/2006/main">
              <a:ext uri="{FF2B5EF4-FFF2-40B4-BE49-F238E27FC236}">
                <a16:creationId xmlns:a16="http://schemas.microsoft.com/office/drawing/2014/main" id="{B678ECEA-EA73-4AED-8952-84C0AF9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" name="p09-线-0033">
            <a:extLst xmlns:a="http://schemas.openxmlformats.org/drawingml/2006/main">
              <a:ext uri="{FF2B5EF4-FFF2-40B4-BE49-F238E27FC236}">
                <a16:creationId xmlns:a16="http://schemas.microsoft.com/office/drawing/2014/main" id="{3262C138-4F58-41CE-BD7B-14D36E2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09-线-0034">
            <a:extLst xmlns:a="http://schemas.openxmlformats.org/drawingml/2006/main">
              <a:ext uri="{FF2B5EF4-FFF2-40B4-BE49-F238E27FC236}">
                <a16:creationId xmlns:a16="http://schemas.microsoft.com/office/drawing/2014/main" id="{F1634740-6AED-4AA3-ADDF-47CA98E1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09-线-0035">
            <a:extLst xmlns:a="http://schemas.openxmlformats.org/drawingml/2006/main">
              <a:ext uri="{FF2B5EF4-FFF2-40B4-BE49-F238E27FC236}">
                <a16:creationId xmlns:a16="http://schemas.microsoft.com/office/drawing/2014/main" id="{6FADE4D4-E0F7-4DFB-9496-932DA061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" name="p09-线-0036">
            <a:extLst xmlns:a="http://schemas.openxmlformats.org/drawingml/2006/main">
              <a:ext uri="{FF2B5EF4-FFF2-40B4-BE49-F238E27FC236}">
                <a16:creationId xmlns:a16="http://schemas.microsoft.com/office/drawing/2014/main" id="{F23D9270-CC9A-4491-BF5E-E56FA49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09-线-0037">
            <a:extLst xmlns:a="http://schemas.openxmlformats.org/drawingml/2006/main">
              <a:ext uri="{FF2B5EF4-FFF2-40B4-BE49-F238E27FC236}">
                <a16:creationId xmlns:a16="http://schemas.microsoft.com/office/drawing/2014/main" id="{E90EAA98-3393-4EDA-A266-7563A26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09-线-0038">
            <a:extLst xmlns:a="http://schemas.openxmlformats.org/drawingml/2006/main">
              <a:ext uri="{FF2B5EF4-FFF2-40B4-BE49-F238E27FC236}">
                <a16:creationId xmlns:a16="http://schemas.microsoft.com/office/drawing/2014/main" id="{08A75A1E-0603-43F5-BCFC-5E70C2E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" name="p09-线-0039">
            <a:extLst xmlns:a="http://schemas.openxmlformats.org/drawingml/2006/main">
              <a:ext uri="{FF2B5EF4-FFF2-40B4-BE49-F238E27FC236}">
                <a16:creationId xmlns:a16="http://schemas.microsoft.com/office/drawing/2014/main" id="{6F98BE53-3B1F-45BD-8FA0-62EDF7A1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09-线-0040">
            <a:extLst xmlns:a="http://schemas.openxmlformats.org/drawingml/2006/main">
              <a:ext uri="{FF2B5EF4-FFF2-40B4-BE49-F238E27FC236}">
                <a16:creationId xmlns:a16="http://schemas.microsoft.com/office/drawing/2014/main" id="{00EDA457-D462-4354-89AF-9CAC2E39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09-线-0041">
            <a:extLst xmlns:a="http://schemas.openxmlformats.org/drawingml/2006/main">
              <a:ext uri="{FF2B5EF4-FFF2-40B4-BE49-F238E27FC236}">
                <a16:creationId xmlns:a16="http://schemas.microsoft.com/office/drawing/2014/main" id="{3DDE8A41-62E6-4342-8AE5-734BC48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" name="p09-线-0042">
            <a:extLst xmlns:a="http://schemas.openxmlformats.org/drawingml/2006/main">
              <a:ext uri="{FF2B5EF4-FFF2-40B4-BE49-F238E27FC236}">
                <a16:creationId xmlns:a16="http://schemas.microsoft.com/office/drawing/2014/main" id="{CC941160-BCD7-4243-B2A4-EEB4435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" name="p09-线-0043">
            <a:extLst xmlns:a="http://schemas.openxmlformats.org/drawingml/2006/main">
              <a:ext uri="{FF2B5EF4-FFF2-40B4-BE49-F238E27FC236}">
                <a16:creationId xmlns:a16="http://schemas.microsoft.com/office/drawing/2014/main" id="{262CAC02-544E-4C91-B216-261A8400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09-线-0044">
            <a:extLst xmlns:a="http://schemas.openxmlformats.org/drawingml/2006/main">
              <a:ext uri="{FF2B5EF4-FFF2-40B4-BE49-F238E27FC236}">
                <a16:creationId xmlns:a16="http://schemas.microsoft.com/office/drawing/2014/main" id="{82D6AE96-5794-4195-A3AA-C02D1134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5" name="p09-线-0045">
            <a:extLst xmlns:a="http://schemas.openxmlformats.org/drawingml/2006/main">
              <a:ext uri="{FF2B5EF4-FFF2-40B4-BE49-F238E27FC236}">
                <a16:creationId xmlns:a16="http://schemas.microsoft.com/office/drawing/2014/main" id="{B464B9FB-C86A-432E-A745-23B3B0F0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09-线-0046">
            <a:extLst xmlns:a="http://schemas.openxmlformats.org/drawingml/2006/main">
              <a:ext uri="{FF2B5EF4-FFF2-40B4-BE49-F238E27FC236}">
                <a16:creationId xmlns:a16="http://schemas.microsoft.com/office/drawing/2014/main" id="{9537EE07-9BDD-42BF-8AEC-F4801E2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09-线-0047">
            <a:extLst xmlns:a="http://schemas.openxmlformats.org/drawingml/2006/main">
              <a:ext uri="{FF2B5EF4-FFF2-40B4-BE49-F238E27FC236}">
                <a16:creationId xmlns:a16="http://schemas.microsoft.com/office/drawing/2014/main" id="{D56BD9B5-FC03-401F-8B9F-A7998CC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8" name="p09-线-0048">
            <a:extLst xmlns:a="http://schemas.openxmlformats.org/drawingml/2006/main">
              <a:ext uri="{FF2B5EF4-FFF2-40B4-BE49-F238E27FC236}">
                <a16:creationId xmlns:a16="http://schemas.microsoft.com/office/drawing/2014/main" id="{597E6FCD-C8D1-4A35-9B6B-CE66FF23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7909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09-线-0049">
            <a:extLst xmlns:a="http://schemas.openxmlformats.org/drawingml/2006/main">
              <a:ext uri="{FF2B5EF4-FFF2-40B4-BE49-F238E27FC236}">
                <a16:creationId xmlns:a16="http://schemas.microsoft.com/office/drawing/2014/main" id="{2FA609DA-A99E-41DE-97E6-45744A22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09-线-0050">
            <a:extLst xmlns:a="http://schemas.openxmlformats.org/drawingml/2006/main">
              <a:ext uri="{FF2B5EF4-FFF2-40B4-BE49-F238E27FC236}">
                <a16:creationId xmlns:a16="http://schemas.microsoft.com/office/drawing/2014/main" id="{450874F8-C739-4357-A7CA-907F42EC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7909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1" name="p09-线-0051">
            <a:extLst xmlns:a="http://schemas.openxmlformats.org/drawingml/2006/main">
              <a:ext uri="{FF2B5EF4-FFF2-40B4-BE49-F238E27FC236}">
                <a16:creationId xmlns:a16="http://schemas.microsoft.com/office/drawing/2014/main" id="{EAB9A59D-4581-46AA-B892-0EF2540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909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09-线-0052">
            <a:extLst xmlns:a="http://schemas.openxmlformats.org/drawingml/2006/main">
              <a:ext uri="{FF2B5EF4-FFF2-40B4-BE49-F238E27FC236}">
                <a16:creationId xmlns:a16="http://schemas.microsoft.com/office/drawing/2014/main" id="{2CB11ADC-7670-4941-B294-787214F3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09-线-0053">
            <a:extLst xmlns:a="http://schemas.openxmlformats.org/drawingml/2006/main">
              <a:ext uri="{FF2B5EF4-FFF2-40B4-BE49-F238E27FC236}">
                <a16:creationId xmlns:a16="http://schemas.microsoft.com/office/drawing/2014/main" id="{C50965D6-7B6D-484B-AB47-FF9A22D7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09-线-0054">
            <a:extLst xmlns:a="http://schemas.openxmlformats.org/drawingml/2006/main">
              <a:ext uri="{FF2B5EF4-FFF2-40B4-BE49-F238E27FC236}">
                <a16:creationId xmlns:a16="http://schemas.microsoft.com/office/drawing/2014/main" id="{F5029B02-2572-42BD-BC97-D2DD9F88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5" name="p09-线-0055">
            <a:extLst xmlns:a="http://schemas.openxmlformats.org/drawingml/2006/main">
              <a:ext uri="{FF2B5EF4-FFF2-40B4-BE49-F238E27FC236}">
                <a16:creationId xmlns:a16="http://schemas.microsoft.com/office/drawing/2014/main" id="{026220D3-2192-48BC-BF9C-02D18726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09-线-0056">
            <a:extLst xmlns:a="http://schemas.openxmlformats.org/drawingml/2006/main">
              <a:ext uri="{FF2B5EF4-FFF2-40B4-BE49-F238E27FC236}">
                <a16:creationId xmlns:a16="http://schemas.microsoft.com/office/drawing/2014/main" id="{22CECD68-E3B3-47F1-A4CF-65B654ED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09-线-0057">
            <a:extLst xmlns:a="http://schemas.openxmlformats.org/drawingml/2006/main">
              <a:ext uri="{FF2B5EF4-FFF2-40B4-BE49-F238E27FC236}">
                <a16:creationId xmlns:a16="http://schemas.microsoft.com/office/drawing/2014/main" id="{59CF1672-AC3A-4D9E-B97F-1A722A2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8" name="p09-线-0058">
            <a:extLst xmlns:a="http://schemas.openxmlformats.org/drawingml/2006/main">
              <a:ext uri="{FF2B5EF4-FFF2-40B4-BE49-F238E27FC236}">
                <a16:creationId xmlns:a16="http://schemas.microsoft.com/office/drawing/2014/main" id="{645518D3-23CF-4ECE-8F46-5C2E3FF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09-线-0059">
            <a:extLst xmlns:a="http://schemas.openxmlformats.org/drawingml/2006/main">
              <a:ext uri="{FF2B5EF4-FFF2-40B4-BE49-F238E27FC236}">
                <a16:creationId xmlns:a16="http://schemas.microsoft.com/office/drawing/2014/main" id="{0F020F6C-6DE3-4C9D-9201-8119F2AF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09-线-0060">
            <a:extLst xmlns:a="http://schemas.openxmlformats.org/drawingml/2006/main">
              <a:ext uri="{FF2B5EF4-FFF2-40B4-BE49-F238E27FC236}">
                <a16:creationId xmlns:a16="http://schemas.microsoft.com/office/drawing/2014/main" id="{D74ED881-88D3-4716-8F07-042153DA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09-线-0061">
            <a:extLst xmlns:a="http://schemas.openxmlformats.org/drawingml/2006/main">
              <a:ext uri="{FF2B5EF4-FFF2-40B4-BE49-F238E27FC236}">
                <a16:creationId xmlns:a16="http://schemas.microsoft.com/office/drawing/2014/main" id="{1C536838-B644-4693-9711-D55D325D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09-线-0062">
            <a:extLst xmlns:a="http://schemas.openxmlformats.org/drawingml/2006/main">
              <a:ext uri="{FF2B5EF4-FFF2-40B4-BE49-F238E27FC236}">
                <a16:creationId xmlns:a16="http://schemas.microsoft.com/office/drawing/2014/main" id="{5E0AF6FF-EB03-4C79-BCC7-1E039973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09-线-0063">
            <a:extLst xmlns:a="http://schemas.openxmlformats.org/drawingml/2006/main">
              <a:ext uri="{FF2B5EF4-FFF2-40B4-BE49-F238E27FC236}">
                <a16:creationId xmlns:a16="http://schemas.microsoft.com/office/drawing/2014/main" id="{5EFFA0F9-E838-4D8F-A0EB-AE289DA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09-线-0064">
            <a:extLst xmlns:a="http://schemas.openxmlformats.org/drawingml/2006/main">
              <a:ext uri="{FF2B5EF4-FFF2-40B4-BE49-F238E27FC236}">
                <a16:creationId xmlns:a16="http://schemas.microsoft.com/office/drawing/2014/main" id="{9CE5E83F-C5D1-430C-B36D-091C6A91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09-线-0065">
            <a:extLst xmlns:a="http://schemas.openxmlformats.org/drawingml/2006/main">
              <a:ext uri="{FF2B5EF4-FFF2-40B4-BE49-F238E27FC236}">
                <a16:creationId xmlns:a16="http://schemas.microsoft.com/office/drawing/2014/main" id="{D6116361-F16F-4518-B7D6-0679866F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09-线-0066">
            <a:extLst xmlns:a="http://schemas.openxmlformats.org/drawingml/2006/main">
              <a:ext uri="{FF2B5EF4-FFF2-40B4-BE49-F238E27FC236}">
                <a16:creationId xmlns:a16="http://schemas.microsoft.com/office/drawing/2014/main" id="{E8EE1052-7791-46BF-BAF5-80C10890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7" name="p09-线-0067">
            <a:extLst xmlns:a="http://schemas.openxmlformats.org/drawingml/2006/main">
              <a:ext uri="{FF2B5EF4-FFF2-40B4-BE49-F238E27FC236}">
                <a16:creationId xmlns:a16="http://schemas.microsoft.com/office/drawing/2014/main" id="{97FDF327-BC57-49F6-8EF2-1253D442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09-线-0068">
            <a:extLst xmlns:a="http://schemas.openxmlformats.org/drawingml/2006/main">
              <a:ext uri="{FF2B5EF4-FFF2-40B4-BE49-F238E27FC236}">
                <a16:creationId xmlns:a16="http://schemas.microsoft.com/office/drawing/2014/main" id="{639B8D59-BD7A-40C1-A063-C2AD304E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09-线-0069">
            <a:extLst xmlns:a="http://schemas.openxmlformats.org/drawingml/2006/main">
              <a:ext uri="{FF2B5EF4-FFF2-40B4-BE49-F238E27FC236}">
                <a16:creationId xmlns:a16="http://schemas.microsoft.com/office/drawing/2014/main" id="{3B7B8526-C74F-4A06-AD11-08D11B0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09-线-0070">
            <a:extLst xmlns:a="http://schemas.openxmlformats.org/drawingml/2006/main">
              <a:ext uri="{FF2B5EF4-FFF2-40B4-BE49-F238E27FC236}">
                <a16:creationId xmlns:a16="http://schemas.microsoft.com/office/drawing/2014/main" id="{EC2731E4-02CF-431A-87E8-4BFA545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09-线-0071">
            <a:extLst xmlns:a="http://schemas.openxmlformats.org/drawingml/2006/main">
              <a:ext uri="{FF2B5EF4-FFF2-40B4-BE49-F238E27FC236}">
                <a16:creationId xmlns:a16="http://schemas.microsoft.com/office/drawing/2014/main" id="{0AF2DD6C-3670-4BBF-9B69-4C77DBE5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09-线-0072">
            <a:extLst xmlns:a="http://schemas.openxmlformats.org/drawingml/2006/main">
              <a:ext uri="{FF2B5EF4-FFF2-40B4-BE49-F238E27FC236}">
                <a16:creationId xmlns:a16="http://schemas.microsoft.com/office/drawing/2014/main" id="{56A5FA78-A7C4-4F69-A009-0415391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3" name="p09-线-0073">
            <a:extLst xmlns:a="http://schemas.openxmlformats.org/drawingml/2006/main">
              <a:ext uri="{FF2B5EF4-FFF2-40B4-BE49-F238E27FC236}">
                <a16:creationId xmlns:a16="http://schemas.microsoft.com/office/drawing/2014/main" id="{96F42E89-159A-4EF1-B6D2-0A6781F4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09-线-0074">
            <a:extLst xmlns:a="http://schemas.openxmlformats.org/drawingml/2006/main">
              <a:ext uri="{FF2B5EF4-FFF2-40B4-BE49-F238E27FC236}">
                <a16:creationId xmlns:a16="http://schemas.microsoft.com/office/drawing/2014/main" id="{DA67FC26-5536-4CB0-AD32-399A624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09-线-0075">
            <a:extLst xmlns:a="http://schemas.openxmlformats.org/drawingml/2006/main">
              <a:ext uri="{FF2B5EF4-FFF2-40B4-BE49-F238E27FC236}">
                <a16:creationId xmlns:a16="http://schemas.microsoft.com/office/drawing/2014/main" id="{97BB63D7-4D0A-4A93-A998-41B81E11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6" name="p09-线-0076">
            <a:extLst xmlns:a="http://schemas.openxmlformats.org/drawingml/2006/main">
              <a:ext uri="{FF2B5EF4-FFF2-40B4-BE49-F238E27FC236}">
                <a16:creationId xmlns:a16="http://schemas.microsoft.com/office/drawing/2014/main" id="{93074ABC-F53E-4EDC-A07D-7E4D489D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09-线-0077">
            <a:extLst xmlns:a="http://schemas.openxmlformats.org/drawingml/2006/main">
              <a:ext uri="{FF2B5EF4-FFF2-40B4-BE49-F238E27FC236}">
                <a16:creationId xmlns:a16="http://schemas.microsoft.com/office/drawing/2014/main" id="{D027CC00-DCCB-4C79-9821-FC27DF7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09-线-0078">
            <a:extLst xmlns:a="http://schemas.openxmlformats.org/drawingml/2006/main">
              <a:ext uri="{FF2B5EF4-FFF2-40B4-BE49-F238E27FC236}">
                <a16:creationId xmlns:a16="http://schemas.microsoft.com/office/drawing/2014/main" id="{5CF8FC61-4865-4D01-8952-30E7BC71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9" name="p09-线-0079">
            <a:extLst xmlns:a="http://schemas.openxmlformats.org/drawingml/2006/main">
              <a:ext uri="{FF2B5EF4-FFF2-40B4-BE49-F238E27FC236}">
                <a16:creationId xmlns:a16="http://schemas.microsoft.com/office/drawing/2014/main" id="{EE82EF27-2B6F-492A-BD16-14B21A9F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084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09-线-0080">
            <a:extLst xmlns:a="http://schemas.openxmlformats.org/drawingml/2006/main">
              <a:ext uri="{FF2B5EF4-FFF2-40B4-BE49-F238E27FC236}">
                <a16:creationId xmlns:a16="http://schemas.microsoft.com/office/drawing/2014/main" id="{B1DA80B5-E517-43D4-B78F-78F75DB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09-线-0081">
            <a:extLst xmlns:a="http://schemas.openxmlformats.org/drawingml/2006/main">
              <a:ext uri="{FF2B5EF4-FFF2-40B4-BE49-F238E27FC236}">
                <a16:creationId xmlns:a16="http://schemas.microsoft.com/office/drawing/2014/main" id="{A3333219-FA00-4A59-B0E8-A7C1DE97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084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2" name="p09-线-0082">
            <a:extLst xmlns:a="http://schemas.openxmlformats.org/drawingml/2006/main">
              <a:ext uri="{FF2B5EF4-FFF2-40B4-BE49-F238E27FC236}">
                <a16:creationId xmlns:a16="http://schemas.microsoft.com/office/drawing/2014/main" id="{C1076049-F83F-4826-A999-AD1158D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84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09-线-0083">
            <a:extLst xmlns:a="http://schemas.openxmlformats.org/drawingml/2006/main">
              <a:ext uri="{FF2B5EF4-FFF2-40B4-BE49-F238E27FC236}">
                <a16:creationId xmlns:a16="http://schemas.microsoft.com/office/drawing/2014/main" id="{EE66947F-9713-4269-8A58-DDCD8234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09-线-0084">
            <a:extLst xmlns:a="http://schemas.openxmlformats.org/drawingml/2006/main">
              <a:ext uri="{FF2B5EF4-FFF2-40B4-BE49-F238E27FC236}">
                <a16:creationId xmlns:a16="http://schemas.microsoft.com/office/drawing/2014/main" id="{1522D377-7A33-46BB-B3A4-8A301B4E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09-线-0085">
            <a:extLst xmlns:a="http://schemas.openxmlformats.org/drawingml/2006/main">
              <a:ext uri="{FF2B5EF4-FFF2-40B4-BE49-F238E27FC236}">
                <a16:creationId xmlns:a16="http://schemas.microsoft.com/office/drawing/2014/main" id="{B166ABD3-D8F9-4915-91DA-32833C91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6" name="p09-线-0086">
            <a:extLst xmlns:a="http://schemas.openxmlformats.org/drawingml/2006/main">
              <a:ext uri="{FF2B5EF4-FFF2-40B4-BE49-F238E27FC236}">
                <a16:creationId xmlns:a16="http://schemas.microsoft.com/office/drawing/2014/main" id="{8E8330E8-869E-4DC6-BB77-97868F6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09-线-0087">
            <a:extLst xmlns:a="http://schemas.openxmlformats.org/drawingml/2006/main">
              <a:ext uri="{FF2B5EF4-FFF2-40B4-BE49-F238E27FC236}">
                <a16:creationId xmlns:a16="http://schemas.microsoft.com/office/drawing/2014/main" id="{F962E436-6F66-40BB-A016-2F778BAE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09-线-0088">
            <a:extLst xmlns:a="http://schemas.openxmlformats.org/drawingml/2006/main">
              <a:ext uri="{FF2B5EF4-FFF2-40B4-BE49-F238E27FC236}">
                <a16:creationId xmlns:a16="http://schemas.microsoft.com/office/drawing/2014/main" id="{DABD58DE-6A32-4AB2-B044-05273049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9" name="p09-线-0089">
            <a:extLst xmlns:a="http://schemas.openxmlformats.org/drawingml/2006/main">
              <a:ext uri="{FF2B5EF4-FFF2-40B4-BE49-F238E27FC236}">
                <a16:creationId xmlns:a16="http://schemas.microsoft.com/office/drawing/2014/main" id="{55DBE44F-89C7-4DC0-A251-37EC1E71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09-线-0090">
            <a:extLst xmlns:a="http://schemas.openxmlformats.org/drawingml/2006/main">
              <a:ext uri="{FF2B5EF4-FFF2-40B4-BE49-F238E27FC236}">
                <a16:creationId xmlns:a16="http://schemas.microsoft.com/office/drawing/2014/main" id="{5F25E698-C181-45EE-B935-06C1A88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09-线-0091">
            <a:extLst xmlns:a="http://schemas.openxmlformats.org/drawingml/2006/main">
              <a:ext uri="{FF2B5EF4-FFF2-40B4-BE49-F238E27FC236}">
                <a16:creationId xmlns:a16="http://schemas.microsoft.com/office/drawing/2014/main" id="{D36D49F7-6720-4230-A463-66A7A2DA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09-线-0092">
            <a:extLst xmlns:a="http://schemas.openxmlformats.org/drawingml/2006/main">
              <a:ext uri="{FF2B5EF4-FFF2-40B4-BE49-F238E27FC236}">
                <a16:creationId xmlns:a16="http://schemas.microsoft.com/office/drawing/2014/main" id="{C84573DB-91D9-446E-9901-4E6591B7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09-线-0093">
            <a:extLst xmlns:a="http://schemas.openxmlformats.org/drawingml/2006/main">
              <a:ext uri="{FF2B5EF4-FFF2-40B4-BE49-F238E27FC236}">
                <a16:creationId xmlns:a16="http://schemas.microsoft.com/office/drawing/2014/main" id="{32BCAEFC-FA44-4805-B442-BF0E92E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09-线-0094">
            <a:extLst xmlns:a="http://schemas.openxmlformats.org/drawingml/2006/main">
              <a:ext uri="{FF2B5EF4-FFF2-40B4-BE49-F238E27FC236}">
                <a16:creationId xmlns:a16="http://schemas.microsoft.com/office/drawing/2014/main" id="{AED6352D-371E-4B21-B4F9-E1351FC9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09-线-0095">
            <a:extLst xmlns:a="http://schemas.openxmlformats.org/drawingml/2006/main">
              <a:ext uri="{FF2B5EF4-FFF2-40B4-BE49-F238E27FC236}">
                <a16:creationId xmlns:a16="http://schemas.microsoft.com/office/drawing/2014/main" id="{9056270B-6D67-4780-B45F-44AD867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09-线-0096">
            <a:extLst xmlns:a="http://schemas.openxmlformats.org/drawingml/2006/main">
              <a:ext uri="{FF2B5EF4-FFF2-40B4-BE49-F238E27FC236}">
                <a16:creationId xmlns:a16="http://schemas.microsoft.com/office/drawing/2014/main" id="{7F9123B9-6F6C-4677-8610-B58A6D7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09-线-0097">
            <a:extLst xmlns:a="http://schemas.openxmlformats.org/drawingml/2006/main">
              <a:ext uri="{FF2B5EF4-FFF2-40B4-BE49-F238E27FC236}">
                <a16:creationId xmlns:a16="http://schemas.microsoft.com/office/drawing/2014/main" id="{577A0677-6732-4BE5-84D8-05B031A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09-线-0098">
            <a:extLst xmlns:a="http://schemas.openxmlformats.org/drawingml/2006/main">
              <a:ext uri="{FF2B5EF4-FFF2-40B4-BE49-F238E27FC236}">
                <a16:creationId xmlns:a16="http://schemas.microsoft.com/office/drawing/2014/main" id="{567D0550-003C-4CE4-9063-3FC08317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09-线-0099">
            <a:extLst xmlns:a="http://schemas.openxmlformats.org/drawingml/2006/main">
              <a:ext uri="{FF2B5EF4-FFF2-40B4-BE49-F238E27FC236}">
                <a16:creationId xmlns:a16="http://schemas.microsoft.com/office/drawing/2014/main" id="{D91CACBA-4FEF-4094-8237-597E2D25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09-线-0100">
            <a:extLst xmlns:a="http://schemas.openxmlformats.org/drawingml/2006/main">
              <a:ext uri="{FF2B5EF4-FFF2-40B4-BE49-F238E27FC236}">
                <a16:creationId xmlns:a16="http://schemas.microsoft.com/office/drawing/2014/main" id="{0CF2A9A6-7DE0-4097-9813-47397F37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09-线-0101">
            <a:extLst xmlns:a="http://schemas.openxmlformats.org/drawingml/2006/main">
              <a:ext uri="{FF2B5EF4-FFF2-40B4-BE49-F238E27FC236}">
                <a16:creationId xmlns:a16="http://schemas.microsoft.com/office/drawing/2014/main" id="{F9CEEBDB-F429-4FE0-B82C-853EEDAD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09-线-0102">
            <a:extLst xmlns:a="http://schemas.openxmlformats.org/drawingml/2006/main">
              <a:ext uri="{FF2B5EF4-FFF2-40B4-BE49-F238E27FC236}">
                <a16:creationId xmlns:a16="http://schemas.microsoft.com/office/drawing/2014/main" id="{F2EC5B8E-5DBE-46F5-A7DC-B6743D3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09-线-0103">
            <a:extLst xmlns:a="http://schemas.openxmlformats.org/drawingml/2006/main">
              <a:ext uri="{FF2B5EF4-FFF2-40B4-BE49-F238E27FC236}">
                <a16:creationId xmlns:a16="http://schemas.microsoft.com/office/drawing/2014/main" id="{5C0050D5-B696-47F5-ADE2-A4E815B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4" name="p09-线-0104">
            <a:extLst xmlns:a="http://schemas.openxmlformats.org/drawingml/2006/main">
              <a:ext uri="{FF2B5EF4-FFF2-40B4-BE49-F238E27FC236}">
                <a16:creationId xmlns:a16="http://schemas.microsoft.com/office/drawing/2014/main" id="{7F1C8E19-5F0E-4A8D-A5FC-336DA30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09-线-0105">
            <a:extLst xmlns:a="http://schemas.openxmlformats.org/drawingml/2006/main">
              <a:ext uri="{FF2B5EF4-FFF2-40B4-BE49-F238E27FC236}">
                <a16:creationId xmlns:a16="http://schemas.microsoft.com/office/drawing/2014/main" id="{29A49125-1CB3-4815-BE27-FC245249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09-线-0106">
            <a:extLst xmlns:a="http://schemas.openxmlformats.org/drawingml/2006/main">
              <a:ext uri="{FF2B5EF4-FFF2-40B4-BE49-F238E27FC236}">
                <a16:creationId xmlns:a16="http://schemas.microsoft.com/office/drawing/2014/main" id="{C14D3718-1E73-4B91-9343-5133BE6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7" name="p09-线-0107">
            <a:extLst xmlns:a="http://schemas.openxmlformats.org/drawingml/2006/main">
              <a:ext uri="{FF2B5EF4-FFF2-40B4-BE49-F238E27FC236}">
                <a16:creationId xmlns:a16="http://schemas.microsoft.com/office/drawing/2014/main" id="{C57C1F30-A921-4E95-A0D4-8BC11230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09-线-0108">
            <a:extLst xmlns:a="http://schemas.openxmlformats.org/drawingml/2006/main">
              <a:ext uri="{FF2B5EF4-FFF2-40B4-BE49-F238E27FC236}">
                <a16:creationId xmlns:a16="http://schemas.microsoft.com/office/drawing/2014/main" id="{65C9EBC9-B5F9-4CBA-B0E9-D6C46C29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09-线-0109">
            <a:extLst xmlns:a="http://schemas.openxmlformats.org/drawingml/2006/main">
              <a:ext uri="{FF2B5EF4-FFF2-40B4-BE49-F238E27FC236}">
                <a16:creationId xmlns:a16="http://schemas.microsoft.com/office/drawing/2014/main" id="{7822E1ED-119D-4F38-A407-4173D9A2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0" name="p09-线-0110">
            <a:extLst xmlns:a="http://schemas.openxmlformats.org/drawingml/2006/main">
              <a:ext uri="{FF2B5EF4-FFF2-40B4-BE49-F238E27FC236}">
                <a16:creationId xmlns:a16="http://schemas.microsoft.com/office/drawing/2014/main" id="{C3EDED33-E53C-4D84-BEE6-B9EB713C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0259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09-线-0111">
            <a:extLst xmlns:a="http://schemas.openxmlformats.org/drawingml/2006/main">
              <a:ext uri="{FF2B5EF4-FFF2-40B4-BE49-F238E27FC236}">
                <a16:creationId xmlns:a16="http://schemas.microsoft.com/office/drawing/2014/main" id="{2D0A5270-74E4-4412-BCA3-DD2869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09-线-0112">
            <a:extLst xmlns:a="http://schemas.openxmlformats.org/drawingml/2006/main">
              <a:ext uri="{FF2B5EF4-FFF2-40B4-BE49-F238E27FC236}">
                <a16:creationId xmlns:a16="http://schemas.microsoft.com/office/drawing/2014/main" id="{66D3A107-1C2B-4922-BEBC-54DA79B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02590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3" name="p09-线-0113">
            <a:extLst xmlns:a="http://schemas.openxmlformats.org/drawingml/2006/main">
              <a:ext uri="{FF2B5EF4-FFF2-40B4-BE49-F238E27FC236}">
                <a16:creationId xmlns:a16="http://schemas.microsoft.com/office/drawing/2014/main" id="{6BEAEA7B-1DD0-4E47-AE0B-4DEE34C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2590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09-线-0114">
            <a:extLst xmlns:a="http://schemas.openxmlformats.org/drawingml/2006/main">
              <a:ext uri="{FF2B5EF4-FFF2-40B4-BE49-F238E27FC236}">
                <a16:creationId xmlns:a16="http://schemas.microsoft.com/office/drawing/2014/main" id="{7B463728-F964-43B6-A081-29FA3A84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09-线-0115">
            <a:extLst xmlns:a="http://schemas.openxmlformats.org/drawingml/2006/main">
              <a:ext uri="{FF2B5EF4-FFF2-40B4-BE49-F238E27FC236}">
                <a16:creationId xmlns:a16="http://schemas.microsoft.com/office/drawing/2014/main" id="{B5284FA2-1464-4DB1-B591-BB3895F3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09-线-0116">
            <a:extLst xmlns:a="http://schemas.openxmlformats.org/drawingml/2006/main">
              <a:ext uri="{FF2B5EF4-FFF2-40B4-BE49-F238E27FC236}">
                <a16:creationId xmlns:a16="http://schemas.microsoft.com/office/drawing/2014/main" id="{FF364FFD-6BEA-4F04-81E0-511610E5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7" name="p09-线-0117">
            <a:extLst xmlns:a="http://schemas.openxmlformats.org/drawingml/2006/main">
              <a:ext uri="{FF2B5EF4-FFF2-40B4-BE49-F238E27FC236}">
                <a16:creationId xmlns:a16="http://schemas.microsoft.com/office/drawing/2014/main" id="{526B8565-E93F-4096-9267-F461633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09-线-0118">
            <a:extLst xmlns:a="http://schemas.openxmlformats.org/drawingml/2006/main">
              <a:ext uri="{FF2B5EF4-FFF2-40B4-BE49-F238E27FC236}">
                <a16:creationId xmlns:a16="http://schemas.microsoft.com/office/drawing/2014/main" id="{7285DC65-5BAF-41EF-ADCF-8C67A1E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09-线-0119">
            <a:extLst xmlns:a="http://schemas.openxmlformats.org/drawingml/2006/main">
              <a:ext uri="{FF2B5EF4-FFF2-40B4-BE49-F238E27FC236}">
                <a16:creationId xmlns:a16="http://schemas.microsoft.com/office/drawing/2014/main" id="{43708364-D1D6-4A35-AE02-1EFA283E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0" name="p09-线-0120">
            <a:extLst xmlns:a="http://schemas.openxmlformats.org/drawingml/2006/main">
              <a:ext uri="{FF2B5EF4-FFF2-40B4-BE49-F238E27FC236}">
                <a16:creationId xmlns:a16="http://schemas.microsoft.com/office/drawing/2014/main" id="{48F1F7AD-2C52-49D6-9D21-ECB648A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09-线-0121">
            <a:extLst xmlns:a="http://schemas.openxmlformats.org/drawingml/2006/main">
              <a:ext uri="{FF2B5EF4-FFF2-40B4-BE49-F238E27FC236}">
                <a16:creationId xmlns:a16="http://schemas.microsoft.com/office/drawing/2014/main" id="{3270238C-9BA8-400A-AA37-EE889440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09-线-0122">
            <a:extLst xmlns:a="http://schemas.openxmlformats.org/drawingml/2006/main">
              <a:ext uri="{FF2B5EF4-FFF2-40B4-BE49-F238E27FC236}">
                <a16:creationId xmlns:a16="http://schemas.microsoft.com/office/drawing/2014/main" id="{B9C22B4A-3C7F-48AF-975A-1ADF922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09-线-0123">
            <a:extLst xmlns:a="http://schemas.openxmlformats.org/drawingml/2006/main">
              <a:ext uri="{FF2B5EF4-FFF2-40B4-BE49-F238E27FC236}">
                <a16:creationId xmlns:a16="http://schemas.microsoft.com/office/drawing/2014/main" id="{5F99468B-FB06-4355-8A0B-63642F65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09-线-0124">
            <a:extLst xmlns:a="http://schemas.openxmlformats.org/drawingml/2006/main">
              <a:ext uri="{FF2B5EF4-FFF2-40B4-BE49-F238E27FC236}">
                <a16:creationId xmlns:a16="http://schemas.microsoft.com/office/drawing/2014/main" id="{7F102325-9599-4CF0-B73C-727D3414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09-线-0125">
            <a:extLst xmlns:a="http://schemas.openxmlformats.org/drawingml/2006/main">
              <a:ext uri="{FF2B5EF4-FFF2-40B4-BE49-F238E27FC236}">
                <a16:creationId xmlns:a16="http://schemas.microsoft.com/office/drawing/2014/main" id="{F6314A59-7F9D-44BC-8FC5-AEDF0159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09-线-0126">
            <a:extLst xmlns:a="http://schemas.openxmlformats.org/drawingml/2006/main">
              <a:ext uri="{FF2B5EF4-FFF2-40B4-BE49-F238E27FC236}">
                <a16:creationId xmlns:a16="http://schemas.microsoft.com/office/drawing/2014/main" id="{6AB6C41D-782D-4850-AFEA-FD0068C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09-线-0127">
            <a:extLst xmlns:a="http://schemas.openxmlformats.org/drawingml/2006/main">
              <a:ext uri="{FF2B5EF4-FFF2-40B4-BE49-F238E27FC236}">
                <a16:creationId xmlns:a16="http://schemas.microsoft.com/office/drawing/2014/main" id="{2BD412E9-D59A-4438-8D96-C34CD7F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09-线-0128">
            <a:extLst xmlns:a="http://schemas.openxmlformats.org/drawingml/2006/main">
              <a:ext uri="{FF2B5EF4-FFF2-40B4-BE49-F238E27FC236}">
                <a16:creationId xmlns:a16="http://schemas.microsoft.com/office/drawing/2014/main" id="{0E88F902-353A-4BCA-9400-3649AE70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09-线-0129">
            <a:extLst xmlns:a="http://schemas.openxmlformats.org/drawingml/2006/main">
              <a:ext uri="{FF2B5EF4-FFF2-40B4-BE49-F238E27FC236}">
                <a16:creationId xmlns:a16="http://schemas.microsoft.com/office/drawing/2014/main" id="{21A3CCA2-BD4C-4A08-9A09-9A994007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09-线-0130">
            <a:extLst xmlns:a="http://schemas.openxmlformats.org/drawingml/2006/main">
              <a:ext uri="{FF2B5EF4-FFF2-40B4-BE49-F238E27FC236}">
                <a16:creationId xmlns:a16="http://schemas.microsoft.com/office/drawing/2014/main" id="{378C398E-7BEC-466F-AA8D-5A39575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09-线-0131">
            <a:extLst xmlns:a="http://schemas.openxmlformats.org/drawingml/2006/main">
              <a:ext uri="{FF2B5EF4-FFF2-40B4-BE49-F238E27FC236}">
                <a16:creationId xmlns:a16="http://schemas.microsoft.com/office/drawing/2014/main" id="{1BDAA842-C8B6-4271-A546-972E81A4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09-线-0132">
            <a:extLst xmlns:a="http://schemas.openxmlformats.org/drawingml/2006/main">
              <a:ext uri="{FF2B5EF4-FFF2-40B4-BE49-F238E27FC236}">
                <a16:creationId xmlns:a16="http://schemas.microsoft.com/office/drawing/2014/main" id="{11D301AA-308F-4032-AF3D-D2306F2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09-线-0133">
            <a:extLst xmlns:a="http://schemas.openxmlformats.org/drawingml/2006/main">
              <a:ext uri="{FF2B5EF4-FFF2-40B4-BE49-F238E27FC236}">
                <a16:creationId xmlns:a16="http://schemas.microsoft.com/office/drawing/2014/main" id="{9EB14821-4475-45A7-89D8-AF8AAF7F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09-线-0134">
            <a:extLst xmlns:a="http://schemas.openxmlformats.org/drawingml/2006/main">
              <a:ext uri="{FF2B5EF4-FFF2-40B4-BE49-F238E27FC236}">
                <a16:creationId xmlns:a16="http://schemas.microsoft.com/office/drawing/2014/main" id="{4C34977B-1CCC-4906-BC22-5EE147C4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5" name="p09-线-0135">
            <a:extLst xmlns:a="http://schemas.openxmlformats.org/drawingml/2006/main">
              <a:ext uri="{FF2B5EF4-FFF2-40B4-BE49-F238E27FC236}">
                <a16:creationId xmlns:a16="http://schemas.microsoft.com/office/drawing/2014/main" id="{A14E41FD-84BA-4467-8CE2-FD2B968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09-线-0136">
            <a:extLst xmlns:a="http://schemas.openxmlformats.org/drawingml/2006/main">
              <a:ext uri="{FF2B5EF4-FFF2-40B4-BE49-F238E27FC236}">
                <a16:creationId xmlns:a16="http://schemas.microsoft.com/office/drawing/2014/main" id="{17826F6F-DFBA-4721-86DF-E4C7E980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09-线-0137">
            <a:extLst xmlns:a="http://schemas.openxmlformats.org/drawingml/2006/main">
              <a:ext uri="{FF2B5EF4-FFF2-40B4-BE49-F238E27FC236}">
                <a16:creationId xmlns:a16="http://schemas.microsoft.com/office/drawing/2014/main" id="{4B89E186-2C72-4D7A-A35D-D429DF3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8" name="p09-线-0138">
            <a:extLst xmlns:a="http://schemas.openxmlformats.org/drawingml/2006/main">
              <a:ext uri="{FF2B5EF4-FFF2-40B4-BE49-F238E27FC236}">
                <a16:creationId xmlns:a16="http://schemas.microsoft.com/office/drawing/2014/main" id="{9ACE1CFA-6B3D-48E6-ABBB-FFA3C6F9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09-线-0139">
            <a:extLst xmlns:a="http://schemas.openxmlformats.org/drawingml/2006/main">
              <a:ext uri="{FF2B5EF4-FFF2-40B4-BE49-F238E27FC236}">
                <a16:creationId xmlns:a16="http://schemas.microsoft.com/office/drawing/2014/main" id="{98087D2D-E25F-45F3-8A1C-199124A7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09-线-0140">
            <a:extLst xmlns:a="http://schemas.openxmlformats.org/drawingml/2006/main">
              <a:ext uri="{FF2B5EF4-FFF2-40B4-BE49-F238E27FC236}">
                <a16:creationId xmlns:a16="http://schemas.microsoft.com/office/drawing/2014/main" id="{82BE97A5-2984-43A7-942D-E87E8B0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1" name="p09-线-0141">
            <a:extLst xmlns:a="http://schemas.openxmlformats.org/drawingml/2006/main">
              <a:ext uri="{FF2B5EF4-FFF2-40B4-BE49-F238E27FC236}">
                <a16:creationId xmlns:a16="http://schemas.microsoft.com/office/drawing/2014/main" id="{7B41F633-8CD8-4242-8DBE-E4E3A9C8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14337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09-线-0142">
            <a:extLst xmlns:a="http://schemas.openxmlformats.org/drawingml/2006/main">
              <a:ext uri="{FF2B5EF4-FFF2-40B4-BE49-F238E27FC236}">
                <a16:creationId xmlns:a16="http://schemas.microsoft.com/office/drawing/2014/main" id="{DA4D835B-E3C1-4A34-9456-6FDE9FD2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09-线-0143">
            <a:extLst xmlns:a="http://schemas.openxmlformats.org/drawingml/2006/main">
              <a:ext uri="{FF2B5EF4-FFF2-40B4-BE49-F238E27FC236}">
                <a16:creationId xmlns:a16="http://schemas.microsoft.com/office/drawing/2014/main" id="{E1CAABA2-465F-4B7B-96FE-A01D48D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14337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4" name="p09-线-0144">
            <a:extLst xmlns:a="http://schemas.openxmlformats.org/drawingml/2006/main">
              <a:ext uri="{FF2B5EF4-FFF2-40B4-BE49-F238E27FC236}">
                <a16:creationId xmlns:a16="http://schemas.microsoft.com/office/drawing/2014/main" id="{F9D071EC-0938-4B57-BFE9-8DF14D7E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4337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09-线-0145">
            <a:extLst xmlns:a="http://schemas.openxmlformats.org/drawingml/2006/main">
              <a:ext uri="{FF2B5EF4-FFF2-40B4-BE49-F238E27FC236}">
                <a16:creationId xmlns:a16="http://schemas.microsoft.com/office/drawing/2014/main" id="{66C3C27E-906C-41E5-ABE5-C399F519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09-线-0146">
            <a:extLst xmlns:a="http://schemas.openxmlformats.org/drawingml/2006/main">
              <a:ext uri="{FF2B5EF4-FFF2-40B4-BE49-F238E27FC236}">
                <a16:creationId xmlns:a16="http://schemas.microsoft.com/office/drawing/2014/main" id="{68889F37-BA12-4B09-82BC-FC26385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09-线-0147">
            <a:extLst xmlns:a="http://schemas.openxmlformats.org/drawingml/2006/main">
              <a:ext uri="{FF2B5EF4-FFF2-40B4-BE49-F238E27FC236}">
                <a16:creationId xmlns:a16="http://schemas.microsoft.com/office/drawing/2014/main" id="{838DCEDC-1D6C-4EA8-9AC4-807AE2F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8" name="p09-线-0148">
            <a:extLst xmlns:a="http://schemas.openxmlformats.org/drawingml/2006/main">
              <a:ext uri="{FF2B5EF4-FFF2-40B4-BE49-F238E27FC236}">
                <a16:creationId xmlns:a16="http://schemas.microsoft.com/office/drawing/2014/main" id="{498CC79D-F77C-4F8C-8127-7A7049F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09-线-0149">
            <a:extLst xmlns:a="http://schemas.openxmlformats.org/drawingml/2006/main">
              <a:ext uri="{FF2B5EF4-FFF2-40B4-BE49-F238E27FC236}">
                <a16:creationId xmlns:a16="http://schemas.microsoft.com/office/drawing/2014/main" id="{2AEB373A-F35B-4780-848F-068D5BD8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09-线-0150">
            <a:extLst xmlns:a="http://schemas.openxmlformats.org/drawingml/2006/main">
              <a:ext uri="{FF2B5EF4-FFF2-40B4-BE49-F238E27FC236}">
                <a16:creationId xmlns:a16="http://schemas.microsoft.com/office/drawing/2014/main" id="{6A62D0AB-D183-499F-9FEC-76BA836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1" name="p09-线-0151">
            <a:extLst xmlns:a="http://schemas.openxmlformats.org/drawingml/2006/main">
              <a:ext uri="{FF2B5EF4-FFF2-40B4-BE49-F238E27FC236}">
                <a16:creationId xmlns:a16="http://schemas.microsoft.com/office/drawing/2014/main" id="{55BECE51-C844-446A-97C4-2A1EDDE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09-线-0152">
            <a:extLst xmlns:a="http://schemas.openxmlformats.org/drawingml/2006/main">
              <a:ext uri="{FF2B5EF4-FFF2-40B4-BE49-F238E27FC236}">
                <a16:creationId xmlns:a16="http://schemas.microsoft.com/office/drawing/2014/main" id="{C98D9070-EB65-438B-AFEE-2E7B7820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09-线-0153">
            <a:extLst xmlns:a="http://schemas.openxmlformats.org/drawingml/2006/main">
              <a:ext uri="{FF2B5EF4-FFF2-40B4-BE49-F238E27FC236}">
                <a16:creationId xmlns:a16="http://schemas.microsoft.com/office/drawing/2014/main" id="{82445741-FBD4-4BA3-98A2-F24B375E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09-线-0154">
            <a:extLst xmlns:a="http://schemas.openxmlformats.org/drawingml/2006/main">
              <a:ext uri="{FF2B5EF4-FFF2-40B4-BE49-F238E27FC236}">
                <a16:creationId xmlns:a16="http://schemas.microsoft.com/office/drawing/2014/main" id="{099C4749-D606-4C6F-B13D-EBB1D983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09-线-0155">
            <a:extLst xmlns:a="http://schemas.openxmlformats.org/drawingml/2006/main">
              <a:ext uri="{FF2B5EF4-FFF2-40B4-BE49-F238E27FC236}">
                <a16:creationId xmlns:a16="http://schemas.microsoft.com/office/drawing/2014/main" id="{218C945F-87B6-4C0F-8005-89F53F0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09-线-0156">
            <a:extLst xmlns:a="http://schemas.openxmlformats.org/drawingml/2006/main">
              <a:ext uri="{FF2B5EF4-FFF2-40B4-BE49-F238E27FC236}">
                <a16:creationId xmlns:a16="http://schemas.microsoft.com/office/drawing/2014/main" id="{07A21983-3EBB-4A75-9C18-0B22CBD2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09-线-0157">
            <a:extLst xmlns:a="http://schemas.openxmlformats.org/drawingml/2006/main">
              <a:ext uri="{FF2B5EF4-FFF2-40B4-BE49-F238E27FC236}">
                <a16:creationId xmlns:a16="http://schemas.microsoft.com/office/drawing/2014/main" id="{82EC6C02-13B2-45C1-BD7B-267BDE46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09-线-0158">
            <a:extLst xmlns:a="http://schemas.openxmlformats.org/drawingml/2006/main">
              <a:ext uri="{FF2B5EF4-FFF2-40B4-BE49-F238E27FC236}">
                <a16:creationId xmlns:a16="http://schemas.microsoft.com/office/drawing/2014/main" id="{383D4136-E6E7-42A5-94CA-7F191A1E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09-线-0159">
            <a:extLst xmlns:a="http://schemas.openxmlformats.org/drawingml/2006/main">
              <a:ext uri="{FF2B5EF4-FFF2-40B4-BE49-F238E27FC236}">
                <a16:creationId xmlns:a16="http://schemas.microsoft.com/office/drawing/2014/main" id="{6F32587A-7209-4BCA-978C-42B25730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09-线-0160">
            <a:extLst xmlns:a="http://schemas.openxmlformats.org/drawingml/2006/main">
              <a:ext uri="{FF2B5EF4-FFF2-40B4-BE49-F238E27FC236}">
                <a16:creationId xmlns:a16="http://schemas.microsoft.com/office/drawing/2014/main" id="{6E832FA5-7912-403C-AEBD-170EEAB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09-线-0161">
            <a:extLst xmlns:a="http://schemas.openxmlformats.org/drawingml/2006/main">
              <a:ext uri="{FF2B5EF4-FFF2-40B4-BE49-F238E27FC236}">
                <a16:creationId xmlns:a16="http://schemas.microsoft.com/office/drawing/2014/main" id="{EB2FEB41-7457-4248-9908-7149322E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09-线-0162">
            <a:extLst xmlns:a="http://schemas.openxmlformats.org/drawingml/2006/main">
              <a:ext uri="{FF2B5EF4-FFF2-40B4-BE49-F238E27FC236}">
                <a16:creationId xmlns:a16="http://schemas.microsoft.com/office/drawing/2014/main" id="{B9677BC5-8509-48B6-B6FB-C4200898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09-线-0163">
            <a:extLst xmlns:a="http://schemas.openxmlformats.org/drawingml/2006/main">
              <a:ext uri="{FF2B5EF4-FFF2-40B4-BE49-F238E27FC236}">
                <a16:creationId xmlns:a16="http://schemas.microsoft.com/office/drawing/2014/main" id="{D366DCBE-66A5-4FC9-8BE4-D65B72F2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09-线-0164">
            <a:extLst xmlns:a="http://schemas.openxmlformats.org/drawingml/2006/main">
              <a:ext uri="{FF2B5EF4-FFF2-40B4-BE49-F238E27FC236}">
                <a16:creationId xmlns:a16="http://schemas.microsoft.com/office/drawing/2014/main" id="{A808594D-DF40-4797-8594-0951F4B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09-线-0165">
            <a:extLst xmlns:a="http://schemas.openxmlformats.org/drawingml/2006/main">
              <a:ext uri="{FF2B5EF4-FFF2-40B4-BE49-F238E27FC236}">
                <a16:creationId xmlns:a16="http://schemas.microsoft.com/office/drawing/2014/main" id="{17089563-64E5-44E7-9271-51C0B43A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6" name="p09-线-0166">
            <a:extLst xmlns:a="http://schemas.openxmlformats.org/drawingml/2006/main">
              <a:ext uri="{FF2B5EF4-FFF2-40B4-BE49-F238E27FC236}">
                <a16:creationId xmlns:a16="http://schemas.microsoft.com/office/drawing/2014/main" id="{6451830E-32E0-4327-9542-E1965BE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09-线-0167">
            <a:extLst xmlns:a="http://schemas.openxmlformats.org/drawingml/2006/main">
              <a:ext uri="{FF2B5EF4-FFF2-40B4-BE49-F238E27FC236}">
                <a16:creationId xmlns:a16="http://schemas.microsoft.com/office/drawing/2014/main" id="{397BC20C-B119-4B89-8B19-99F038EC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09-线-0168">
            <a:extLst xmlns:a="http://schemas.openxmlformats.org/drawingml/2006/main">
              <a:ext uri="{FF2B5EF4-FFF2-40B4-BE49-F238E27FC236}">
                <a16:creationId xmlns:a16="http://schemas.microsoft.com/office/drawing/2014/main" id="{A8ACE479-88FC-45D7-B6D3-50E201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9" name="p09-线-0169">
            <a:extLst xmlns:a="http://schemas.openxmlformats.org/drawingml/2006/main">
              <a:ext uri="{FF2B5EF4-FFF2-40B4-BE49-F238E27FC236}">
                <a16:creationId xmlns:a16="http://schemas.microsoft.com/office/drawing/2014/main" id="{AF52D60D-9FD8-4B24-ADB6-D628FD3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09-线-0170">
            <a:extLst xmlns:a="http://schemas.openxmlformats.org/drawingml/2006/main">
              <a:ext uri="{FF2B5EF4-FFF2-40B4-BE49-F238E27FC236}">
                <a16:creationId xmlns:a16="http://schemas.microsoft.com/office/drawing/2014/main" id="{6AAB964D-5AE4-41C8-9540-488D3AF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09-线-0171">
            <a:extLst xmlns:a="http://schemas.openxmlformats.org/drawingml/2006/main">
              <a:ext uri="{FF2B5EF4-FFF2-40B4-BE49-F238E27FC236}">
                <a16:creationId xmlns:a16="http://schemas.microsoft.com/office/drawing/2014/main" id="{50562FA1-38A6-46DB-90E4-8BE546A4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2" name="p09-线-0172">
            <a:extLst xmlns:a="http://schemas.openxmlformats.org/drawingml/2006/main">
              <a:ext uri="{FF2B5EF4-FFF2-40B4-BE49-F238E27FC236}">
                <a16:creationId xmlns:a16="http://schemas.microsoft.com/office/drawing/2014/main" id="{F2BA6817-4450-497F-B449-0288426D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26085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09-线-0173">
            <a:extLst xmlns:a="http://schemas.openxmlformats.org/drawingml/2006/main">
              <a:ext uri="{FF2B5EF4-FFF2-40B4-BE49-F238E27FC236}">
                <a16:creationId xmlns:a16="http://schemas.microsoft.com/office/drawing/2014/main" id="{43A6EC21-B401-4337-98E4-1B34B13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09-线-0174">
            <a:extLst xmlns:a="http://schemas.openxmlformats.org/drawingml/2006/main">
              <a:ext uri="{FF2B5EF4-FFF2-40B4-BE49-F238E27FC236}">
                <a16:creationId xmlns:a16="http://schemas.microsoft.com/office/drawing/2014/main" id="{0E28DC95-B62B-4A09-8CA3-CAEDA620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260850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5" name="p09-线-0175">
            <a:extLst xmlns:a="http://schemas.openxmlformats.org/drawingml/2006/main">
              <a:ext uri="{FF2B5EF4-FFF2-40B4-BE49-F238E27FC236}">
                <a16:creationId xmlns:a16="http://schemas.microsoft.com/office/drawing/2014/main" id="{C3D9E0EA-DD6A-44D8-90F4-0D44CA8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0850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09-线-0176">
            <a:extLst xmlns:a="http://schemas.openxmlformats.org/drawingml/2006/main">
              <a:ext uri="{FF2B5EF4-FFF2-40B4-BE49-F238E27FC236}">
                <a16:creationId xmlns:a16="http://schemas.microsoft.com/office/drawing/2014/main" id="{D9A5724E-9B13-4EFA-ADB7-1812CBA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09-线-0177">
            <a:extLst xmlns:a="http://schemas.openxmlformats.org/drawingml/2006/main">
              <a:ext uri="{FF2B5EF4-FFF2-40B4-BE49-F238E27FC236}">
                <a16:creationId xmlns:a16="http://schemas.microsoft.com/office/drawing/2014/main" id="{7DEA178A-23E4-4A42-B11C-7946752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09-线-0178">
            <a:extLst xmlns:a="http://schemas.openxmlformats.org/drawingml/2006/main">
              <a:ext uri="{FF2B5EF4-FFF2-40B4-BE49-F238E27FC236}">
                <a16:creationId xmlns:a16="http://schemas.microsoft.com/office/drawing/2014/main" id="{90AD5E79-D9E1-4CB4-BF53-CEBF60B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9" name="p09-线-0179">
            <a:extLst xmlns:a="http://schemas.openxmlformats.org/drawingml/2006/main">
              <a:ext uri="{FF2B5EF4-FFF2-40B4-BE49-F238E27FC236}">
                <a16:creationId xmlns:a16="http://schemas.microsoft.com/office/drawing/2014/main" id="{C5528453-A2F6-4DD8-B321-8383064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09-线-0180">
            <a:extLst xmlns:a="http://schemas.openxmlformats.org/drawingml/2006/main">
              <a:ext uri="{FF2B5EF4-FFF2-40B4-BE49-F238E27FC236}">
                <a16:creationId xmlns:a16="http://schemas.microsoft.com/office/drawing/2014/main" id="{28358AF8-C2B7-46F9-87DC-BEF2CD5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09-线-0181">
            <a:extLst xmlns:a="http://schemas.openxmlformats.org/drawingml/2006/main">
              <a:ext uri="{FF2B5EF4-FFF2-40B4-BE49-F238E27FC236}">
                <a16:creationId xmlns:a16="http://schemas.microsoft.com/office/drawing/2014/main" id="{D8E37639-F49B-4504-A1CF-326D1014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2" name="p09-线-0182">
            <a:extLst xmlns:a="http://schemas.openxmlformats.org/drawingml/2006/main">
              <a:ext uri="{FF2B5EF4-FFF2-40B4-BE49-F238E27FC236}">
                <a16:creationId xmlns:a16="http://schemas.microsoft.com/office/drawing/2014/main" id="{4097CCF8-A33A-4727-ABBA-A303B48B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09-线-0183">
            <a:extLst xmlns:a="http://schemas.openxmlformats.org/drawingml/2006/main">
              <a:ext uri="{FF2B5EF4-FFF2-40B4-BE49-F238E27FC236}">
                <a16:creationId xmlns:a16="http://schemas.microsoft.com/office/drawing/2014/main" id="{D2E1BA79-9991-4401-9A2F-DC092E0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09-线-0184">
            <a:extLst xmlns:a="http://schemas.openxmlformats.org/drawingml/2006/main">
              <a:ext uri="{FF2B5EF4-FFF2-40B4-BE49-F238E27FC236}">
                <a16:creationId xmlns:a16="http://schemas.microsoft.com/office/drawing/2014/main" id="{61292585-8960-4955-A110-D0D2E9D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09-线-0185">
            <a:extLst xmlns:a="http://schemas.openxmlformats.org/drawingml/2006/main">
              <a:ext uri="{FF2B5EF4-FFF2-40B4-BE49-F238E27FC236}">
                <a16:creationId xmlns:a16="http://schemas.microsoft.com/office/drawing/2014/main" id="{A43D7147-954A-4F98-9268-9478E95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09-线-0186">
            <a:extLst xmlns:a="http://schemas.openxmlformats.org/drawingml/2006/main">
              <a:ext uri="{FF2B5EF4-FFF2-40B4-BE49-F238E27FC236}">
                <a16:creationId xmlns:a16="http://schemas.microsoft.com/office/drawing/2014/main" id="{197500BD-CD35-444A-8060-25402396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09-线-0187">
            <a:extLst xmlns:a="http://schemas.openxmlformats.org/drawingml/2006/main">
              <a:ext uri="{FF2B5EF4-FFF2-40B4-BE49-F238E27FC236}">
                <a16:creationId xmlns:a16="http://schemas.microsoft.com/office/drawing/2014/main" id="{FA94FDA0-E880-4F73-84C5-82641F6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09-线-0188">
            <a:extLst xmlns:a="http://schemas.openxmlformats.org/drawingml/2006/main">
              <a:ext uri="{FF2B5EF4-FFF2-40B4-BE49-F238E27FC236}">
                <a16:creationId xmlns:a16="http://schemas.microsoft.com/office/drawing/2014/main" id="{FD417EAD-7F25-4B9B-B461-1AC58A8B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09-线-0189">
            <a:extLst xmlns:a="http://schemas.openxmlformats.org/drawingml/2006/main">
              <a:ext uri="{FF2B5EF4-FFF2-40B4-BE49-F238E27FC236}">
                <a16:creationId xmlns:a16="http://schemas.microsoft.com/office/drawing/2014/main" id="{83E46FBD-E4EC-43D8-84CD-80291197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09-线-0190">
            <a:extLst xmlns:a="http://schemas.openxmlformats.org/drawingml/2006/main">
              <a:ext uri="{FF2B5EF4-FFF2-40B4-BE49-F238E27FC236}">
                <a16:creationId xmlns:a16="http://schemas.microsoft.com/office/drawing/2014/main" id="{924BF498-CA94-4444-9FAB-AEFBABD5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09-线-0191">
            <a:extLst xmlns:a="http://schemas.openxmlformats.org/drawingml/2006/main">
              <a:ext uri="{FF2B5EF4-FFF2-40B4-BE49-F238E27FC236}">
                <a16:creationId xmlns:a16="http://schemas.microsoft.com/office/drawing/2014/main" id="{7564326D-F3A0-45AB-AFF9-A69B5118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09-线-0192">
            <a:extLst xmlns:a="http://schemas.openxmlformats.org/drawingml/2006/main">
              <a:ext uri="{FF2B5EF4-FFF2-40B4-BE49-F238E27FC236}">
                <a16:creationId xmlns:a16="http://schemas.microsoft.com/office/drawing/2014/main" id="{8F31C877-564C-453A-8A7F-78CE970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09-线-0193">
            <a:extLst xmlns:a="http://schemas.openxmlformats.org/drawingml/2006/main">
              <a:ext uri="{FF2B5EF4-FFF2-40B4-BE49-F238E27FC236}">
                <a16:creationId xmlns:a16="http://schemas.microsoft.com/office/drawing/2014/main" id="{8191A9F0-AE26-4FEE-99CB-635C2429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09-线-0194">
            <a:extLst xmlns:a="http://schemas.openxmlformats.org/drawingml/2006/main">
              <a:ext uri="{FF2B5EF4-FFF2-40B4-BE49-F238E27FC236}">
                <a16:creationId xmlns:a16="http://schemas.microsoft.com/office/drawing/2014/main" id="{0A137142-D0FE-4798-A4A6-9D51BC5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09-线-0195">
            <a:extLst xmlns:a="http://schemas.openxmlformats.org/drawingml/2006/main">
              <a:ext uri="{FF2B5EF4-FFF2-40B4-BE49-F238E27FC236}">
                <a16:creationId xmlns:a16="http://schemas.microsoft.com/office/drawing/2014/main" id="{BE7D9709-1545-4C9F-A2C6-742D4F3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09-线-0196">
            <a:extLst xmlns:a="http://schemas.openxmlformats.org/drawingml/2006/main">
              <a:ext uri="{FF2B5EF4-FFF2-40B4-BE49-F238E27FC236}">
                <a16:creationId xmlns:a16="http://schemas.microsoft.com/office/drawing/2014/main" id="{7FC4FCF5-DA8B-4361-83DB-B828205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7" name="p09-线-0197">
            <a:extLst xmlns:a="http://schemas.openxmlformats.org/drawingml/2006/main">
              <a:ext uri="{FF2B5EF4-FFF2-40B4-BE49-F238E27FC236}">
                <a16:creationId xmlns:a16="http://schemas.microsoft.com/office/drawing/2014/main" id="{4A48D78D-C769-4EFE-B1FF-85BA7616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09-线-0198">
            <a:extLst xmlns:a="http://schemas.openxmlformats.org/drawingml/2006/main">
              <a:ext uri="{FF2B5EF4-FFF2-40B4-BE49-F238E27FC236}">
                <a16:creationId xmlns:a16="http://schemas.microsoft.com/office/drawing/2014/main" id="{C4171131-AB0D-4BDB-A5C9-AF9BADC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09-线-0199">
            <a:extLst xmlns:a="http://schemas.openxmlformats.org/drawingml/2006/main">
              <a:ext uri="{FF2B5EF4-FFF2-40B4-BE49-F238E27FC236}">
                <a16:creationId xmlns:a16="http://schemas.microsoft.com/office/drawing/2014/main" id="{E3ABA520-4C9F-4062-85C2-30F9E5B5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0" name="p09-线-0200">
            <a:extLst xmlns:a="http://schemas.openxmlformats.org/drawingml/2006/main">
              <a:ext uri="{FF2B5EF4-FFF2-40B4-BE49-F238E27FC236}">
                <a16:creationId xmlns:a16="http://schemas.microsoft.com/office/drawing/2014/main" id="{DB918D7F-0D94-4409-893D-5FFDD11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09-线-0201">
            <a:extLst xmlns:a="http://schemas.openxmlformats.org/drawingml/2006/main">
              <a:ext uri="{FF2B5EF4-FFF2-40B4-BE49-F238E27FC236}">
                <a16:creationId xmlns:a16="http://schemas.microsoft.com/office/drawing/2014/main" id="{8287D9EA-F1A7-4970-B29B-5200E9A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09-线-0202">
            <a:extLst xmlns:a="http://schemas.openxmlformats.org/drawingml/2006/main">
              <a:ext uri="{FF2B5EF4-FFF2-40B4-BE49-F238E27FC236}">
                <a16:creationId xmlns:a16="http://schemas.microsoft.com/office/drawing/2014/main" id="{57ABD06D-54C2-4AF6-9FF4-BA0AFF4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3" name="p09-线-0203">
            <a:extLst xmlns:a="http://schemas.openxmlformats.org/drawingml/2006/main">
              <a:ext uri="{FF2B5EF4-FFF2-40B4-BE49-F238E27FC236}">
                <a16:creationId xmlns:a16="http://schemas.microsoft.com/office/drawing/2014/main" id="{3409790C-A915-4F07-8C13-ED7A568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378325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09-线-0204">
            <a:extLst xmlns:a="http://schemas.openxmlformats.org/drawingml/2006/main">
              <a:ext uri="{FF2B5EF4-FFF2-40B4-BE49-F238E27FC236}">
                <a16:creationId xmlns:a16="http://schemas.microsoft.com/office/drawing/2014/main" id="{36C2FA37-D61E-418F-9E5A-671A9EA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09-线-0205">
            <a:extLst xmlns:a="http://schemas.openxmlformats.org/drawingml/2006/main">
              <a:ext uri="{FF2B5EF4-FFF2-40B4-BE49-F238E27FC236}">
                <a16:creationId xmlns:a16="http://schemas.microsoft.com/office/drawing/2014/main" id="{87C0BA29-7884-4BA2-9525-D41EDF8A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378325"/>
            <a:ext cx="264795" cy="117475"/>
          </a:xfrm>
          <a:custGeom xmlns:a="http://schemas.openxmlformats.org/drawingml/2006/main">
            <a:pathLst>
              <a:path w="264795" h="117475">
                <a:moveTo>
                  <a:pt x="0" y="0"/>
                </a:moveTo>
                <a:lnTo>
                  <a:pt x="264795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6" name="p09-线-0206">
            <a:extLst xmlns:a="http://schemas.openxmlformats.org/drawingml/2006/main">
              <a:ext uri="{FF2B5EF4-FFF2-40B4-BE49-F238E27FC236}">
                <a16:creationId xmlns:a16="http://schemas.microsoft.com/office/drawing/2014/main" id="{2CA90C72-4209-4DD8-A405-74F658B4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8325"/>
            <a:ext cx="95" cy="117475"/>
          </a:xfrm>
          <a:custGeom xmlns:a="http://schemas.openxmlformats.org/drawingml/2006/main">
            <a:pathLst>
              <a:path w="95" h="117475">
                <a:moveTo>
                  <a:pt x="0" y="0"/>
                </a:moveTo>
                <a:lnTo>
                  <a:pt x="0" y="117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09-线-0207">
            <a:extLst xmlns:a="http://schemas.openxmlformats.org/drawingml/2006/main">
              <a:ext uri="{FF2B5EF4-FFF2-40B4-BE49-F238E27FC236}">
                <a16:creationId xmlns:a16="http://schemas.microsoft.com/office/drawing/2014/main" id="{AC6AADCC-31C1-46D3-827B-10CC293F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09-线-0208">
            <a:extLst xmlns:a="http://schemas.openxmlformats.org/drawingml/2006/main">
              <a:ext uri="{FF2B5EF4-FFF2-40B4-BE49-F238E27FC236}">
                <a16:creationId xmlns:a16="http://schemas.microsoft.com/office/drawing/2014/main" id="{C496CDE9-AD66-43DE-90FB-CED37F6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09-线-0209">
            <a:extLst xmlns:a="http://schemas.openxmlformats.org/drawingml/2006/main">
              <a:ext uri="{FF2B5EF4-FFF2-40B4-BE49-F238E27FC236}">
                <a16:creationId xmlns:a16="http://schemas.microsoft.com/office/drawing/2014/main" id="{9A211BF8-00B5-4C47-96A5-711E9F0C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09-线-0210">
            <a:extLst xmlns:a="http://schemas.openxmlformats.org/drawingml/2006/main">
              <a:ext uri="{FF2B5EF4-FFF2-40B4-BE49-F238E27FC236}">
                <a16:creationId xmlns:a16="http://schemas.microsoft.com/office/drawing/2014/main" id="{1AC3635F-7F4C-4D45-A735-4801111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09-线-0211">
            <a:extLst xmlns:a="http://schemas.openxmlformats.org/drawingml/2006/main">
              <a:ext uri="{FF2B5EF4-FFF2-40B4-BE49-F238E27FC236}">
                <a16:creationId xmlns:a16="http://schemas.microsoft.com/office/drawing/2014/main" id="{C7A1BA7A-2E80-46B1-AEEE-4FDD73E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09-线-0212">
            <a:extLst xmlns:a="http://schemas.openxmlformats.org/drawingml/2006/main">
              <a:ext uri="{FF2B5EF4-FFF2-40B4-BE49-F238E27FC236}">
                <a16:creationId xmlns:a16="http://schemas.microsoft.com/office/drawing/2014/main" id="{1B507EA7-FB68-4BBA-99DC-9054AEF5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09-线-0213">
            <a:extLst xmlns:a="http://schemas.openxmlformats.org/drawingml/2006/main">
              <a:ext uri="{FF2B5EF4-FFF2-40B4-BE49-F238E27FC236}">
                <a16:creationId xmlns:a16="http://schemas.microsoft.com/office/drawing/2014/main" id="{E5690B09-753C-40EC-AE29-3300859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09-线-0214">
            <a:extLst xmlns:a="http://schemas.openxmlformats.org/drawingml/2006/main">
              <a:ext uri="{FF2B5EF4-FFF2-40B4-BE49-F238E27FC236}">
                <a16:creationId xmlns:a16="http://schemas.microsoft.com/office/drawing/2014/main" id="{16939D1C-A44A-479A-B66E-7670269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15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09-线-0215">
            <a:extLst xmlns:a="http://schemas.openxmlformats.org/drawingml/2006/main">
              <a:ext uri="{FF2B5EF4-FFF2-40B4-BE49-F238E27FC236}">
                <a16:creationId xmlns:a16="http://schemas.microsoft.com/office/drawing/2014/main" id="{F3B83E99-DB90-4AAD-B10B-C01F0E8F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6" name="p09-线-0216">
            <a:extLst xmlns:a="http://schemas.openxmlformats.org/drawingml/2006/main">
              <a:ext uri="{FF2B5EF4-FFF2-40B4-BE49-F238E27FC236}">
                <a16:creationId xmlns:a16="http://schemas.microsoft.com/office/drawing/2014/main" id="{A2DA4173-C2B4-42EF-8C27-0DC0EFD0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495800"/>
            <a:ext cx="264795" cy="95"/>
          </a:xfrm>
          <a:custGeom xmlns:a="http://schemas.openxmlformats.org/drawingml/2006/main">
            <a:pathLst>
              <a:path w="264795" h="95">
                <a:moveTo>
                  <a:pt x="0" y="0"/>
                </a:moveTo>
                <a:lnTo>
                  <a:pt x="264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09-椭圆-0217">
            <a:extLst xmlns:a="http://schemas.openxmlformats.org/drawingml/2006/main">
              <a:ext uri="{FF2B5EF4-FFF2-40B4-BE49-F238E27FC236}">
                <a16:creationId xmlns:a16="http://schemas.microsoft.com/office/drawing/2014/main" id="{3B53BA9C-78B8-441F-9832-C8F17CD8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755" y="3974148"/>
            <a:ext cx="129380" cy="1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8" name="p09-椭圆-0218">
            <a:extLst xmlns:a="http://schemas.openxmlformats.org/drawingml/2006/main">
              <a:ext uri="{FF2B5EF4-FFF2-40B4-BE49-F238E27FC236}">
                <a16:creationId xmlns:a16="http://schemas.microsoft.com/office/drawing/2014/main" id="{00C8FBAE-1553-4126-8485-C3EAF29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115" y="3981964"/>
            <a:ext cx="109840" cy="87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9" name="p09-椭圆-0219">
            <a:extLst xmlns:a="http://schemas.openxmlformats.org/drawingml/2006/main">
              <a:ext uri="{FF2B5EF4-FFF2-40B4-BE49-F238E27FC236}">
                <a16:creationId xmlns:a16="http://schemas.microsoft.com/office/drawing/2014/main" id="{A8FFF674-D9CA-4842-9340-3C35DC10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354" y="3970483"/>
            <a:ext cx="138543" cy="110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0" name="p09-椭圆-0220">
            <a:extLst xmlns:a="http://schemas.openxmlformats.org/drawingml/2006/main">
              <a:ext uri="{FF2B5EF4-FFF2-40B4-BE49-F238E27FC236}">
                <a16:creationId xmlns:a16="http://schemas.microsoft.com/office/drawing/2014/main" id="{D2D16AA2-F1AB-46B9-83F6-27DC8CBB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118" y="3972223"/>
            <a:ext cx="134193" cy="107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1" name="p09-椭圆-0221">
            <a:extLst xmlns:a="http://schemas.openxmlformats.org/drawingml/2006/main">
              <a:ext uri="{FF2B5EF4-FFF2-40B4-BE49-F238E27FC236}">
                <a16:creationId xmlns:a16="http://schemas.microsoft.com/office/drawing/2014/main" id="{A4378896-B18A-43A1-849F-45B4106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250" y="3982256"/>
            <a:ext cx="109111" cy="87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2" name="p09-椭圆-0222">
            <a:extLst xmlns:a="http://schemas.openxmlformats.org/drawingml/2006/main">
              <a:ext uri="{FF2B5EF4-FFF2-40B4-BE49-F238E27FC236}">
                <a16:creationId xmlns:a16="http://schemas.microsoft.com/office/drawing/2014/main" id="{4619C5A3-B4AC-4DA0-97CB-492937DF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525" y="4216914"/>
            <a:ext cx="109840" cy="87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3" name="p09-椭圆-0223">
            <a:extLst xmlns:a="http://schemas.openxmlformats.org/drawingml/2006/main">
              <a:ext uri="{FF2B5EF4-FFF2-40B4-BE49-F238E27FC236}">
                <a16:creationId xmlns:a16="http://schemas.microsoft.com/office/drawing/2014/main" id="{B5B3E0A5-A72C-4A03-A73B-D8815171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64" y="4205433"/>
            <a:ext cx="138543" cy="110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4" name="p09-椭圆-0224">
            <a:extLst xmlns:a="http://schemas.openxmlformats.org/drawingml/2006/main">
              <a:ext uri="{FF2B5EF4-FFF2-40B4-BE49-F238E27FC236}">
                <a16:creationId xmlns:a16="http://schemas.microsoft.com/office/drawing/2014/main" id="{0BA798B1-395F-48DF-9067-4F65DFC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528" y="4207173"/>
            <a:ext cx="134193" cy="107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5" name="p09-椭圆-0225">
            <a:extLst xmlns:a="http://schemas.openxmlformats.org/drawingml/2006/main">
              <a:ext uri="{FF2B5EF4-FFF2-40B4-BE49-F238E27FC236}">
                <a16:creationId xmlns:a16="http://schemas.microsoft.com/office/drawing/2014/main" id="{307EB2E0-CD5D-4941-9CAA-1567AAE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660" y="4217206"/>
            <a:ext cx="109111" cy="87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6" name="p09-椭圆-0226">
            <a:extLst xmlns:a="http://schemas.openxmlformats.org/drawingml/2006/main">
              <a:ext uri="{FF2B5EF4-FFF2-40B4-BE49-F238E27FC236}">
                <a16:creationId xmlns:a16="http://schemas.microsoft.com/office/drawing/2014/main" id="{7463C1F6-1740-4BA6-8A1A-7EF536CA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637" y="4207116"/>
            <a:ext cx="134336" cy="107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7" name="p09-路径-0227">
            <a:extLst xmlns:a="http://schemas.openxmlformats.org/drawingml/2006/main">
              <a:ext uri="{FF2B5EF4-FFF2-40B4-BE49-F238E27FC236}">
                <a16:creationId xmlns:a16="http://schemas.microsoft.com/office/drawing/2014/main" id="{6F7586EF-29D8-4D2F-B184-C86FC21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78200"/>
            <a:ext cx="2495550" cy="124426"/>
          </a:xfrm>
          <a:custGeom xmlns:a="http://schemas.openxmlformats.org/drawingml/2006/main">
            <a:pathLst>
              <a:path w="2495550" h="124426">
                <a:moveTo>
                  <a:pt x="0" y="51078"/>
                </a:moveTo>
                <a:lnTo>
                  <a:pt x="67932" y="34453"/>
                </a:lnTo>
                <a:lnTo>
                  <a:pt x="137035" y="21414"/>
                </a:lnTo>
                <a:lnTo>
                  <a:pt x="207255" y="11705"/>
                </a:lnTo>
                <a:lnTo>
                  <a:pt x="278541" y="5070"/>
                </a:lnTo>
                <a:lnTo>
                  <a:pt x="350841" y="1253"/>
                </a:lnTo>
                <a:lnTo>
                  <a:pt x="424102" y="0"/>
                </a:lnTo>
                <a:lnTo>
                  <a:pt x="498273" y="1054"/>
                </a:lnTo>
                <a:lnTo>
                  <a:pt x="573301" y="4161"/>
                </a:lnTo>
                <a:lnTo>
                  <a:pt x="725720" y="15508"/>
                </a:lnTo>
                <a:lnTo>
                  <a:pt x="880942" y="31997"/>
                </a:lnTo>
                <a:lnTo>
                  <a:pt x="1198126" y="72223"/>
                </a:lnTo>
                <a:lnTo>
                  <a:pt x="1359254" y="91871"/>
                </a:lnTo>
                <a:lnTo>
                  <a:pt x="1521516" y="108484"/>
                </a:lnTo>
                <a:lnTo>
                  <a:pt x="1684496" y="120017"/>
                </a:lnTo>
                <a:lnTo>
                  <a:pt x="1766124" y="123240"/>
                </a:lnTo>
                <a:lnTo>
                  <a:pt x="1847776" y="124426"/>
                </a:lnTo>
                <a:lnTo>
                  <a:pt x="1929397" y="123320"/>
                </a:lnTo>
                <a:lnTo>
                  <a:pt x="2010938" y="119666"/>
                </a:lnTo>
                <a:lnTo>
                  <a:pt x="2092345" y="113209"/>
                </a:lnTo>
                <a:lnTo>
                  <a:pt x="2173566" y="103693"/>
                </a:lnTo>
                <a:lnTo>
                  <a:pt x="2254549" y="90863"/>
                </a:lnTo>
                <a:lnTo>
                  <a:pt x="2335242" y="74464"/>
                </a:lnTo>
                <a:lnTo>
                  <a:pt x="2415593" y="54238"/>
                </a:lnTo>
                <a:lnTo>
                  <a:pt x="2495550" y="2993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28" name="p09-文本-0228">
            <a:extLst xmlns:a="http://schemas.openxmlformats.org/drawingml/2006/main">
              <a:ext uri="{FF2B5EF4-FFF2-40B4-BE49-F238E27FC236}">
                <a16:creationId xmlns:a16="http://schemas.microsoft.com/office/drawing/2014/main" id="{2E0B8865-2248-4770-9A5E-5A7824A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8085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统一结构描述</a:t>
            </a:r>
          </a:p>
        </p:txBody>
      </p:sp>
      <p:sp>
        <p:nvSpPr>
          <p:cNvPr id="229" name="p09-路径-0229">
            <a:extLst xmlns:a="http://schemas.openxmlformats.org/drawingml/2006/main">
              <a:ext uri="{FF2B5EF4-FFF2-40B4-BE49-F238E27FC236}">
                <a16:creationId xmlns:a16="http://schemas.microsoft.com/office/drawing/2014/main" id="{FAA75469-D111-4798-8A80-97B85AD6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5172075"/>
            <a:ext cx="85725" cy="104775"/>
          </a:xfrm>
          <a:custGeom xmlns:a="http://schemas.openxmlformats.org/drawingml/2006/main">
            <a:pathLst>
              <a:path w="85725" h="104775">
                <a:moveTo>
                  <a:pt x="0" y="0"/>
                </a:moveTo>
                <a:lnTo>
                  <a:pt x="0" y="41910"/>
                </a:lnTo>
                <a:lnTo>
                  <a:pt x="3905" y="41910"/>
                </a:lnTo>
                <a:lnTo>
                  <a:pt x="42863" y="104775"/>
                </a:lnTo>
                <a:lnTo>
                  <a:pt x="81820" y="41910"/>
                </a:lnTo>
                <a:lnTo>
                  <a:pt x="85725" y="4191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0" name="p09-矩形-0230">
            <a:extLst xmlns:a="http://schemas.openxmlformats.org/drawingml/2006/main">
              <a:ext uri="{FF2B5EF4-FFF2-40B4-BE49-F238E27FC236}">
                <a16:creationId xmlns:a16="http://schemas.microsoft.com/office/drawing/2014/main" id="{334348E3-206E-4938-AED3-21122CF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43525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1" name="p09-文本-0231">
            <a:extLst xmlns:a="http://schemas.openxmlformats.org/drawingml/2006/main">
              <a:ext uri="{FF2B5EF4-FFF2-40B4-BE49-F238E27FC236}">
                <a16:creationId xmlns:a16="http://schemas.microsoft.com/office/drawing/2014/main" id="{FEEC476C-CD6E-4766-8561-CD61EFF4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925" y="552184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识别可控因素</a:t>
            </a:r>
          </a:p>
        </p:txBody>
      </p:sp>
      <p:sp>
        <p:nvSpPr>
          <p:cNvPr id="232" name="p09-矩形-0232">
            <a:extLst xmlns:a="http://schemas.openxmlformats.org/drawingml/2006/main">
              <a:ext uri="{FF2B5EF4-FFF2-40B4-BE49-F238E27FC236}">
                <a16:creationId xmlns:a16="http://schemas.microsoft.com/office/drawing/2014/main" id="{302EEBDA-3DAD-4DF4-BA91-0036A167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09700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3" name="p09-文本-0233">
            <a:extLst xmlns:a="http://schemas.openxmlformats.org/drawingml/2006/main">
              <a:ext uri="{FF2B5EF4-FFF2-40B4-BE49-F238E27FC236}">
                <a16:creationId xmlns:a16="http://schemas.microsoft.com/office/drawing/2014/main" id="{64E60C04-3A65-49D8-B79D-B1CD3082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052" y="1577946"/>
            <a:ext cx="136264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响应相互叠加</a:t>
            </a:r>
          </a:p>
        </p:txBody>
      </p:sp>
      <p:sp>
        <p:nvSpPr>
          <p:cNvPr id="234" name="p09-路径-0234">
            <a:extLst xmlns:a="http://schemas.openxmlformats.org/drawingml/2006/main">
              <a:ext uri="{FF2B5EF4-FFF2-40B4-BE49-F238E27FC236}">
                <a16:creationId xmlns:a16="http://schemas.microsoft.com/office/drawing/2014/main" id="{123F0AB2-9BE3-41D4-B4CA-D28882A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793" y="2124075"/>
            <a:ext cx="177165" cy="238125"/>
          </a:xfrm>
          <a:custGeom xmlns:a="http://schemas.openxmlformats.org/drawingml/2006/main">
            <a:pathLst>
              <a:path w="177165" h="238125">
                <a:moveTo>
                  <a:pt x="45720" y="0"/>
                </a:moveTo>
                <a:lnTo>
                  <a:pt x="45720" y="95250"/>
                </a:lnTo>
                <a:lnTo>
                  <a:pt x="0" y="95250"/>
                </a:lnTo>
                <a:lnTo>
                  <a:pt x="88582" y="238125"/>
                </a:lnTo>
                <a:lnTo>
                  <a:pt x="177165" y="95250"/>
                </a:lnTo>
                <a:lnTo>
                  <a:pt x="131445" y="95250"/>
                </a:lnTo>
                <a:lnTo>
                  <a:pt x="13144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5" name="p09-文本-0235">
            <a:extLst xmlns:a="http://schemas.openxmlformats.org/drawingml/2006/main">
              <a:ext uri="{FF2B5EF4-FFF2-40B4-BE49-F238E27FC236}">
                <a16:creationId xmlns:a16="http://schemas.microsoft.com/office/drawing/2014/main" id="{F94465CD-DE31-4BF2-81DC-EE6E2F60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125" y="2635774"/>
            <a:ext cx="17225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哪一过程主导变化</a:t>
            </a:r>
          </a:p>
        </p:txBody>
      </p:sp>
      <p:sp>
        <p:nvSpPr>
          <p:cNvPr id="236" name="p09-路径-0236">
            <a:extLst xmlns:a="http://schemas.openxmlformats.org/drawingml/2006/main">
              <a:ext uri="{FF2B5EF4-FFF2-40B4-BE49-F238E27FC236}">
                <a16:creationId xmlns:a16="http://schemas.microsoft.com/office/drawing/2014/main" id="{15C63761-38B1-4131-9A14-4EC35548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887" y="3105150"/>
            <a:ext cx="188976" cy="276225"/>
          </a:xfrm>
          <a:custGeom xmlns:a="http://schemas.openxmlformats.org/drawingml/2006/main">
            <a:pathLst>
              <a:path w="188976" h="276225">
                <a:moveTo>
                  <a:pt x="51625" y="0"/>
                </a:moveTo>
                <a:lnTo>
                  <a:pt x="51625" y="123825"/>
                </a:lnTo>
                <a:lnTo>
                  <a:pt x="0" y="123825"/>
                </a:lnTo>
                <a:lnTo>
                  <a:pt x="94488" y="276225"/>
                </a:lnTo>
                <a:lnTo>
                  <a:pt x="188976" y="123825"/>
                </a:lnTo>
                <a:lnTo>
                  <a:pt x="137350" y="123825"/>
                </a:lnTo>
                <a:lnTo>
                  <a:pt x="137350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7" name="p09-矩形-0237">
            <a:extLst xmlns:a="http://schemas.openxmlformats.org/drawingml/2006/main">
              <a:ext uri="{FF2B5EF4-FFF2-40B4-BE49-F238E27FC236}">
                <a16:creationId xmlns:a16="http://schemas.microsoft.com/office/drawing/2014/main" id="{E4D3D80F-4DF1-4702-886E-FD3BFF0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95675"/>
            <a:ext cx="3105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38" name="p09-线-0238">
            <a:extLst xmlns:a="http://schemas.openxmlformats.org/drawingml/2006/main">
              <a:ext uri="{FF2B5EF4-FFF2-40B4-BE49-F238E27FC236}">
                <a16:creationId xmlns:a16="http://schemas.microsoft.com/office/drawing/2014/main" id="{35266386-B45E-4919-8711-6F3E1EC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95800"/>
            <a:ext cx="2647950" cy="95"/>
          </a:xfrm>
          <a:custGeom xmlns:a="http://schemas.openxmlformats.org/drawingml/2006/main">
            <a:pathLst>
              <a:path w="2647950" h="95">
                <a:moveTo>
                  <a:pt x="0" y="0"/>
                </a:moveTo>
                <a:lnTo>
                  <a:pt x="264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9" name="p09-路径-0239">
            <a:extLst xmlns:a="http://schemas.openxmlformats.org/drawingml/2006/main">
              <a:ext uri="{FF2B5EF4-FFF2-40B4-BE49-F238E27FC236}">
                <a16:creationId xmlns:a16="http://schemas.microsoft.com/office/drawing/2014/main" id="{6A7BD6FA-DF79-483B-8B16-0CA47A8F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5758"/>
            <a:ext cx="2647950" cy="255270"/>
          </a:xfrm>
          <a:custGeom xmlns:a="http://schemas.openxmlformats.org/drawingml/2006/main">
            <a:pathLst>
              <a:path w="2647950" h="255270">
                <a:moveTo>
                  <a:pt x="0" y="255270"/>
                </a:moveTo>
                <a:lnTo>
                  <a:pt x="18097" y="255270"/>
                </a:lnTo>
                <a:lnTo>
                  <a:pt x="35243" y="255270"/>
                </a:lnTo>
                <a:lnTo>
                  <a:pt x="53340" y="255270"/>
                </a:lnTo>
                <a:lnTo>
                  <a:pt x="70485" y="255270"/>
                </a:lnTo>
                <a:lnTo>
                  <a:pt x="88582" y="255270"/>
                </a:lnTo>
                <a:lnTo>
                  <a:pt x="105728" y="255270"/>
                </a:lnTo>
                <a:lnTo>
                  <a:pt x="123825" y="255270"/>
                </a:lnTo>
                <a:lnTo>
                  <a:pt x="140970" y="255270"/>
                </a:lnTo>
                <a:lnTo>
                  <a:pt x="159068" y="255270"/>
                </a:lnTo>
                <a:lnTo>
                  <a:pt x="176213" y="255270"/>
                </a:lnTo>
                <a:lnTo>
                  <a:pt x="194310" y="255270"/>
                </a:lnTo>
                <a:lnTo>
                  <a:pt x="211455" y="255270"/>
                </a:lnTo>
                <a:lnTo>
                  <a:pt x="229553" y="255270"/>
                </a:lnTo>
                <a:lnTo>
                  <a:pt x="246697" y="255270"/>
                </a:lnTo>
                <a:lnTo>
                  <a:pt x="264795" y="255270"/>
                </a:lnTo>
                <a:lnTo>
                  <a:pt x="282893" y="255270"/>
                </a:lnTo>
                <a:lnTo>
                  <a:pt x="300038" y="255270"/>
                </a:lnTo>
                <a:lnTo>
                  <a:pt x="318135" y="255270"/>
                </a:lnTo>
                <a:lnTo>
                  <a:pt x="335280" y="255270"/>
                </a:lnTo>
                <a:lnTo>
                  <a:pt x="353378" y="255270"/>
                </a:lnTo>
                <a:lnTo>
                  <a:pt x="370522" y="255270"/>
                </a:lnTo>
                <a:lnTo>
                  <a:pt x="388620" y="255270"/>
                </a:lnTo>
                <a:lnTo>
                  <a:pt x="405765" y="255270"/>
                </a:lnTo>
                <a:lnTo>
                  <a:pt x="423863" y="255270"/>
                </a:lnTo>
                <a:lnTo>
                  <a:pt x="441007" y="255270"/>
                </a:lnTo>
                <a:lnTo>
                  <a:pt x="459105" y="250508"/>
                </a:lnTo>
                <a:lnTo>
                  <a:pt x="476250" y="232410"/>
                </a:lnTo>
                <a:lnTo>
                  <a:pt x="494347" y="184785"/>
                </a:lnTo>
                <a:lnTo>
                  <a:pt x="511493" y="115252"/>
                </a:lnTo>
                <a:lnTo>
                  <a:pt x="529590" y="79058"/>
                </a:lnTo>
                <a:lnTo>
                  <a:pt x="547688" y="115252"/>
                </a:lnTo>
                <a:lnTo>
                  <a:pt x="564832" y="184785"/>
                </a:lnTo>
                <a:lnTo>
                  <a:pt x="582930" y="232410"/>
                </a:lnTo>
                <a:lnTo>
                  <a:pt x="600075" y="250508"/>
                </a:lnTo>
                <a:lnTo>
                  <a:pt x="618172" y="255270"/>
                </a:lnTo>
                <a:lnTo>
                  <a:pt x="635318" y="255270"/>
                </a:lnTo>
                <a:lnTo>
                  <a:pt x="653415" y="255270"/>
                </a:lnTo>
                <a:lnTo>
                  <a:pt x="670560" y="255270"/>
                </a:lnTo>
                <a:lnTo>
                  <a:pt x="688657" y="255270"/>
                </a:lnTo>
                <a:lnTo>
                  <a:pt x="705803" y="255270"/>
                </a:lnTo>
                <a:lnTo>
                  <a:pt x="723900" y="255270"/>
                </a:lnTo>
                <a:lnTo>
                  <a:pt x="741045" y="255270"/>
                </a:lnTo>
                <a:lnTo>
                  <a:pt x="759143" y="255270"/>
                </a:lnTo>
                <a:lnTo>
                  <a:pt x="776288" y="255270"/>
                </a:lnTo>
                <a:lnTo>
                  <a:pt x="794385" y="255270"/>
                </a:lnTo>
                <a:lnTo>
                  <a:pt x="812482" y="255270"/>
                </a:lnTo>
                <a:lnTo>
                  <a:pt x="829628" y="255270"/>
                </a:lnTo>
                <a:lnTo>
                  <a:pt x="847725" y="255270"/>
                </a:lnTo>
                <a:lnTo>
                  <a:pt x="864870" y="255270"/>
                </a:lnTo>
                <a:lnTo>
                  <a:pt x="882968" y="255270"/>
                </a:lnTo>
                <a:lnTo>
                  <a:pt x="900113" y="255270"/>
                </a:lnTo>
                <a:lnTo>
                  <a:pt x="918210" y="255270"/>
                </a:lnTo>
                <a:lnTo>
                  <a:pt x="935355" y="255270"/>
                </a:lnTo>
                <a:lnTo>
                  <a:pt x="953453" y="255270"/>
                </a:lnTo>
                <a:lnTo>
                  <a:pt x="970597" y="255270"/>
                </a:lnTo>
                <a:lnTo>
                  <a:pt x="988695" y="255270"/>
                </a:lnTo>
                <a:lnTo>
                  <a:pt x="1005840" y="255270"/>
                </a:lnTo>
                <a:lnTo>
                  <a:pt x="1023938" y="255270"/>
                </a:lnTo>
                <a:lnTo>
                  <a:pt x="1041082" y="255270"/>
                </a:lnTo>
                <a:lnTo>
                  <a:pt x="1059180" y="253365"/>
                </a:lnTo>
                <a:lnTo>
                  <a:pt x="1077278" y="247650"/>
                </a:lnTo>
                <a:lnTo>
                  <a:pt x="1094422" y="235267"/>
                </a:lnTo>
                <a:lnTo>
                  <a:pt x="1112520" y="207645"/>
                </a:lnTo>
                <a:lnTo>
                  <a:pt x="1129665" y="161925"/>
                </a:lnTo>
                <a:lnTo>
                  <a:pt x="1147763" y="100965"/>
                </a:lnTo>
                <a:lnTo>
                  <a:pt x="1164907" y="40005"/>
                </a:lnTo>
                <a:lnTo>
                  <a:pt x="1183005" y="0"/>
                </a:lnTo>
                <a:lnTo>
                  <a:pt x="1200150" y="0"/>
                </a:lnTo>
                <a:lnTo>
                  <a:pt x="1218247" y="40005"/>
                </a:lnTo>
                <a:lnTo>
                  <a:pt x="1235393" y="100965"/>
                </a:lnTo>
                <a:lnTo>
                  <a:pt x="1253490" y="161925"/>
                </a:lnTo>
                <a:lnTo>
                  <a:pt x="1270635" y="207645"/>
                </a:lnTo>
                <a:lnTo>
                  <a:pt x="1288732" y="235267"/>
                </a:lnTo>
                <a:lnTo>
                  <a:pt x="1305878" y="247650"/>
                </a:lnTo>
                <a:lnTo>
                  <a:pt x="1323975" y="253365"/>
                </a:lnTo>
                <a:lnTo>
                  <a:pt x="1342072" y="255270"/>
                </a:lnTo>
                <a:lnTo>
                  <a:pt x="1359218" y="255270"/>
                </a:lnTo>
                <a:lnTo>
                  <a:pt x="1377315" y="255270"/>
                </a:lnTo>
                <a:lnTo>
                  <a:pt x="1394460" y="255270"/>
                </a:lnTo>
                <a:lnTo>
                  <a:pt x="1412557" y="255270"/>
                </a:lnTo>
                <a:lnTo>
                  <a:pt x="1429703" y="255270"/>
                </a:lnTo>
                <a:lnTo>
                  <a:pt x="1447800" y="255270"/>
                </a:lnTo>
                <a:lnTo>
                  <a:pt x="1464945" y="255270"/>
                </a:lnTo>
                <a:lnTo>
                  <a:pt x="1483043" y="255270"/>
                </a:lnTo>
                <a:lnTo>
                  <a:pt x="1500188" y="255270"/>
                </a:lnTo>
                <a:lnTo>
                  <a:pt x="1518285" y="255270"/>
                </a:lnTo>
                <a:lnTo>
                  <a:pt x="1535430" y="255270"/>
                </a:lnTo>
                <a:lnTo>
                  <a:pt x="1553528" y="255270"/>
                </a:lnTo>
                <a:lnTo>
                  <a:pt x="1570672" y="255270"/>
                </a:lnTo>
                <a:lnTo>
                  <a:pt x="1588770" y="255270"/>
                </a:lnTo>
                <a:lnTo>
                  <a:pt x="1606868" y="255270"/>
                </a:lnTo>
                <a:lnTo>
                  <a:pt x="1624013" y="255270"/>
                </a:lnTo>
                <a:lnTo>
                  <a:pt x="1642110" y="255270"/>
                </a:lnTo>
                <a:lnTo>
                  <a:pt x="1659255" y="255270"/>
                </a:lnTo>
                <a:lnTo>
                  <a:pt x="1677353" y="255270"/>
                </a:lnTo>
                <a:lnTo>
                  <a:pt x="1694497" y="255270"/>
                </a:lnTo>
                <a:lnTo>
                  <a:pt x="1712595" y="255270"/>
                </a:lnTo>
                <a:lnTo>
                  <a:pt x="1729740" y="255270"/>
                </a:lnTo>
                <a:lnTo>
                  <a:pt x="1747838" y="255270"/>
                </a:lnTo>
                <a:lnTo>
                  <a:pt x="1764982" y="255270"/>
                </a:lnTo>
                <a:lnTo>
                  <a:pt x="1783080" y="255270"/>
                </a:lnTo>
                <a:lnTo>
                  <a:pt x="1800225" y="255270"/>
                </a:lnTo>
                <a:lnTo>
                  <a:pt x="1818322" y="255270"/>
                </a:lnTo>
                <a:lnTo>
                  <a:pt x="1835468" y="246697"/>
                </a:lnTo>
                <a:lnTo>
                  <a:pt x="1853565" y="200977"/>
                </a:lnTo>
                <a:lnTo>
                  <a:pt x="1871663" y="122872"/>
                </a:lnTo>
                <a:lnTo>
                  <a:pt x="1888807" y="122872"/>
                </a:lnTo>
                <a:lnTo>
                  <a:pt x="1906905" y="200977"/>
                </a:lnTo>
                <a:lnTo>
                  <a:pt x="1924050" y="246697"/>
                </a:lnTo>
                <a:lnTo>
                  <a:pt x="1942147" y="255270"/>
                </a:lnTo>
                <a:lnTo>
                  <a:pt x="1959293" y="255270"/>
                </a:lnTo>
                <a:lnTo>
                  <a:pt x="1977390" y="255270"/>
                </a:lnTo>
                <a:lnTo>
                  <a:pt x="1994535" y="255270"/>
                </a:lnTo>
                <a:lnTo>
                  <a:pt x="2012632" y="255270"/>
                </a:lnTo>
                <a:lnTo>
                  <a:pt x="2029778" y="255270"/>
                </a:lnTo>
                <a:lnTo>
                  <a:pt x="2047875" y="255270"/>
                </a:lnTo>
                <a:lnTo>
                  <a:pt x="2065020" y="255270"/>
                </a:lnTo>
                <a:lnTo>
                  <a:pt x="2083118" y="255270"/>
                </a:lnTo>
                <a:lnTo>
                  <a:pt x="2100263" y="255270"/>
                </a:lnTo>
                <a:lnTo>
                  <a:pt x="2118360" y="255270"/>
                </a:lnTo>
                <a:lnTo>
                  <a:pt x="2136457" y="255270"/>
                </a:lnTo>
                <a:lnTo>
                  <a:pt x="2153603" y="255270"/>
                </a:lnTo>
                <a:lnTo>
                  <a:pt x="2171700" y="255270"/>
                </a:lnTo>
                <a:lnTo>
                  <a:pt x="2188845" y="255270"/>
                </a:lnTo>
                <a:lnTo>
                  <a:pt x="2206943" y="253365"/>
                </a:lnTo>
                <a:lnTo>
                  <a:pt x="2224088" y="248602"/>
                </a:lnTo>
                <a:lnTo>
                  <a:pt x="2242185" y="236220"/>
                </a:lnTo>
                <a:lnTo>
                  <a:pt x="2259330" y="210502"/>
                </a:lnTo>
                <a:lnTo>
                  <a:pt x="2277428" y="178117"/>
                </a:lnTo>
                <a:lnTo>
                  <a:pt x="2294573" y="153352"/>
                </a:lnTo>
                <a:lnTo>
                  <a:pt x="2312670" y="153352"/>
                </a:lnTo>
                <a:lnTo>
                  <a:pt x="2329815" y="178117"/>
                </a:lnTo>
                <a:lnTo>
                  <a:pt x="2347913" y="210502"/>
                </a:lnTo>
                <a:lnTo>
                  <a:pt x="2365057" y="236220"/>
                </a:lnTo>
                <a:lnTo>
                  <a:pt x="2383155" y="248602"/>
                </a:lnTo>
                <a:lnTo>
                  <a:pt x="2401253" y="253365"/>
                </a:lnTo>
                <a:lnTo>
                  <a:pt x="2418398" y="255270"/>
                </a:lnTo>
                <a:lnTo>
                  <a:pt x="2436495" y="255270"/>
                </a:lnTo>
                <a:lnTo>
                  <a:pt x="2453640" y="255270"/>
                </a:lnTo>
                <a:lnTo>
                  <a:pt x="2471738" y="255270"/>
                </a:lnTo>
                <a:lnTo>
                  <a:pt x="2488882" y="255270"/>
                </a:lnTo>
                <a:lnTo>
                  <a:pt x="2506980" y="255270"/>
                </a:lnTo>
                <a:lnTo>
                  <a:pt x="2524125" y="255270"/>
                </a:lnTo>
                <a:lnTo>
                  <a:pt x="2542223" y="255270"/>
                </a:lnTo>
                <a:lnTo>
                  <a:pt x="2559368" y="255270"/>
                </a:lnTo>
                <a:lnTo>
                  <a:pt x="2577465" y="255270"/>
                </a:lnTo>
                <a:lnTo>
                  <a:pt x="2594610" y="255270"/>
                </a:lnTo>
                <a:lnTo>
                  <a:pt x="2612707" y="255270"/>
                </a:lnTo>
                <a:lnTo>
                  <a:pt x="2629853" y="255270"/>
                </a:lnTo>
                <a:lnTo>
                  <a:pt x="2647950" y="2552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240" name="p09-路径-0240">
            <a:extLst xmlns:a="http://schemas.openxmlformats.org/drawingml/2006/main">
              <a:ext uri="{FF2B5EF4-FFF2-40B4-BE49-F238E27FC236}">
                <a16:creationId xmlns:a16="http://schemas.microsoft.com/office/drawing/2014/main" id="{BE86E0C1-13FB-40B6-A8BF-2FC98744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39553"/>
            <a:ext cx="2647950" cy="259080"/>
          </a:xfrm>
          <a:custGeom xmlns:a="http://schemas.openxmlformats.org/drawingml/2006/main">
            <a:pathLst>
              <a:path w="2647950" h="259080">
                <a:moveTo>
                  <a:pt x="0" y="259080"/>
                </a:moveTo>
                <a:lnTo>
                  <a:pt x="18097" y="259080"/>
                </a:lnTo>
                <a:lnTo>
                  <a:pt x="35243" y="259080"/>
                </a:lnTo>
                <a:lnTo>
                  <a:pt x="53340" y="259080"/>
                </a:lnTo>
                <a:lnTo>
                  <a:pt x="70485" y="259080"/>
                </a:lnTo>
                <a:lnTo>
                  <a:pt x="88582" y="259080"/>
                </a:lnTo>
                <a:lnTo>
                  <a:pt x="105728" y="259080"/>
                </a:lnTo>
                <a:lnTo>
                  <a:pt x="123825" y="259080"/>
                </a:lnTo>
                <a:lnTo>
                  <a:pt x="140970" y="259080"/>
                </a:lnTo>
                <a:lnTo>
                  <a:pt x="159068" y="259080"/>
                </a:lnTo>
                <a:lnTo>
                  <a:pt x="176213" y="259080"/>
                </a:lnTo>
                <a:lnTo>
                  <a:pt x="194310" y="259080"/>
                </a:lnTo>
                <a:lnTo>
                  <a:pt x="211455" y="259080"/>
                </a:lnTo>
                <a:lnTo>
                  <a:pt x="229553" y="259080"/>
                </a:lnTo>
                <a:lnTo>
                  <a:pt x="246697" y="259080"/>
                </a:lnTo>
                <a:lnTo>
                  <a:pt x="264795" y="259080"/>
                </a:lnTo>
                <a:lnTo>
                  <a:pt x="282893" y="259080"/>
                </a:lnTo>
                <a:lnTo>
                  <a:pt x="300038" y="259080"/>
                </a:lnTo>
                <a:lnTo>
                  <a:pt x="318135" y="259080"/>
                </a:lnTo>
                <a:lnTo>
                  <a:pt x="335280" y="259080"/>
                </a:lnTo>
                <a:lnTo>
                  <a:pt x="353378" y="259080"/>
                </a:lnTo>
                <a:lnTo>
                  <a:pt x="370522" y="259080"/>
                </a:lnTo>
                <a:lnTo>
                  <a:pt x="388620" y="259080"/>
                </a:lnTo>
                <a:lnTo>
                  <a:pt x="405765" y="259080"/>
                </a:lnTo>
                <a:lnTo>
                  <a:pt x="423863" y="259080"/>
                </a:lnTo>
                <a:lnTo>
                  <a:pt x="441007" y="259080"/>
                </a:lnTo>
                <a:lnTo>
                  <a:pt x="459105" y="258127"/>
                </a:lnTo>
                <a:lnTo>
                  <a:pt x="476250" y="255270"/>
                </a:lnTo>
                <a:lnTo>
                  <a:pt x="494347" y="241935"/>
                </a:lnTo>
                <a:lnTo>
                  <a:pt x="511493" y="200025"/>
                </a:lnTo>
                <a:lnTo>
                  <a:pt x="529590" y="131445"/>
                </a:lnTo>
                <a:lnTo>
                  <a:pt x="547688" y="83820"/>
                </a:lnTo>
                <a:lnTo>
                  <a:pt x="564832" y="106680"/>
                </a:lnTo>
                <a:lnTo>
                  <a:pt x="582930" y="174307"/>
                </a:lnTo>
                <a:lnTo>
                  <a:pt x="600075" y="229552"/>
                </a:lnTo>
                <a:lnTo>
                  <a:pt x="618172" y="252413"/>
                </a:lnTo>
                <a:lnTo>
                  <a:pt x="635318" y="258127"/>
                </a:lnTo>
                <a:lnTo>
                  <a:pt x="653415" y="259080"/>
                </a:lnTo>
                <a:lnTo>
                  <a:pt x="670560" y="259080"/>
                </a:lnTo>
                <a:lnTo>
                  <a:pt x="688657" y="259080"/>
                </a:lnTo>
                <a:lnTo>
                  <a:pt x="705803" y="259080"/>
                </a:lnTo>
                <a:lnTo>
                  <a:pt x="723900" y="259080"/>
                </a:lnTo>
                <a:lnTo>
                  <a:pt x="741045" y="259080"/>
                </a:lnTo>
                <a:lnTo>
                  <a:pt x="759143" y="259080"/>
                </a:lnTo>
                <a:lnTo>
                  <a:pt x="776288" y="259080"/>
                </a:lnTo>
                <a:lnTo>
                  <a:pt x="794385" y="259080"/>
                </a:lnTo>
                <a:lnTo>
                  <a:pt x="812482" y="259080"/>
                </a:lnTo>
                <a:lnTo>
                  <a:pt x="829628" y="259080"/>
                </a:lnTo>
                <a:lnTo>
                  <a:pt x="847725" y="259080"/>
                </a:lnTo>
                <a:lnTo>
                  <a:pt x="864870" y="259080"/>
                </a:lnTo>
                <a:lnTo>
                  <a:pt x="882968" y="259080"/>
                </a:lnTo>
                <a:lnTo>
                  <a:pt x="900113" y="259080"/>
                </a:lnTo>
                <a:lnTo>
                  <a:pt x="918210" y="259080"/>
                </a:lnTo>
                <a:lnTo>
                  <a:pt x="935355" y="259080"/>
                </a:lnTo>
                <a:lnTo>
                  <a:pt x="953453" y="259080"/>
                </a:lnTo>
                <a:lnTo>
                  <a:pt x="970597" y="259080"/>
                </a:lnTo>
                <a:lnTo>
                  <a:pt x="988695" y="259080"/>
                </a:lnTo>
                <a:lnTo>
                  <a:pt x="1005840" y="259080"/>
                </a:lnTo>
                <a:lnTo>
                  <a:pt x="1023938" y="259080"/>
                </a:lnTo>
                <a:lnTo>
                  <a:pt x="1041082" y="259080"/>
                </a:lnTo>
                <a:lnTo>
                  <a:pt x="1059180" y="258127"/>
                </a:lnTo>
                <a:lnTo>
                  <a:pt x="1077278" y="257175"/>
                </a:lnTo>
                <a:lnTo>
                  <a:pt x="1094422" y="252413"/>
                </a:lnTo>
                <a:lnTo>
                  <a:pt x="1112520" y="241935"/>
                </a:lnTo>
                <a:lnTo>
                  <a:pt x="1129665" y="218122"/>
                </a:lnTo>
                <a:lnTo>
                  <a:pt x="1147763" y="176213"/>
                </a:lnTo>
                <a:lnTo>
                  <a:pt x="1164907" y="117157"/>
                </a:lnTo>
                <a:lnTo>
                  <a:pt x="1183005" y="54292"/>
                </a:lnTo>
                <a:lnTo>
                  <a:pt x="1200150" y="8572"/>
                </a:lnTo>
                <a:lnTo>
                  <a:pt x="1218247" y="0"/>
                </a:lnTo>
                <a:lnTo>
                  <a:pt x="1235393" y="32385"/>
                </a:lnTo>
                <a:lnTo>
                  <a:pt x="1253490" y="91440"/>
                </a:lnTo>
                <a:lnTo>
                  <a:pt x="1270635" y="154305"/>
                </a:lnTo>
                <a:lnTo>
                  <a:pt x="1288732" y="203835"/>
                </a:lnTo>
                <a:lnTo>
                  <a:pt x="1305878" y="234315"/>
                </a:lnTo>
                <a:lnTo>
                  <a:pt x="1323975" y="249555"/>
                </a:lnTo>
                <a:lnTo>
                  <a:pt x="1342072" y="256222"/>
                </a:lnTo>
                <a:lnTo>
                  <a:pt x="1359218" y="258127"/>
                </a:lnTo>
                <a:lnTo>
                  <a:pt x="1377315" y="259080"/>
                </a:lnTo>
                <a:lnTo>
                  <a:pt x="1394460" y="259080"/>
                </a:lnTo>
                <a:lnTo>
                  <a:pt x="1412557" y="259080"/>
                </a:lnTo>
                <a:lnTo>
                  <a:pt x="1429703" y="259080"/>
                </a:lnTo>
                <a:lnTo>
                  <a:pt x="1447800" y="259080"/>
                </a:lnTo>
                <a:lnTo>
                  <a:pt x="1464945" y="259080"/>
                </a:lnTo>
                <a:lnTo>
                  <a:pt x="1483043" y="259080"/>
                </a:lnTo>
                <a:lnTo>
                  <a:pt x="1500188" y="259080"/>
                </a:lnTo>
                <a:lnTo>
                  <a:pt x="1518285" y="259080"/>
                </a:lnTo>
                <a:lnTo>
                  <a:pt x="1535430" y="259080"/>
                </a:lnTo>
                <a:lnTo>
                  <a:pt x="1553528" y="259080"/>
                </a:lnTo>
                <a:lnTo>
                  <a:pt x="1570672" y="259080"/>
                </a:lnTo>
                <a:lnTo>
                  <a:pt x="1588770" y="259080"/>
                </a:lnTo>
                <a:lnTo>
                  <a:pt x="1606868" y="259080"/>
                </a:lnTo>
                <a:lnTo>
                  <a:pt x="1624013" y="259080"/>
                </a:lnTo>
                <a:lnTo>
                  <a:pt x="1642110" y="259080"/>
                </a:lnTo>
                <a:lnTo>
                  <a:pt x="1659255" y="259080"/>
                </a:lnTo>
                <a:lnTo>
                  <a:pt x="1677353" y="259080"/>
                </a:lnTo>
                <a:lnTo>
                  <a:pt x="1694497" y="259080"/>
                </a:lnTo>
                <a:lnTo>
                  <a:pt x="1712595" y="259080"/>
                </a:lnTo>
                <a:lnTo>
                  <a:pt x="1729740" y="259080"/>
                </a:lnTo>
                <a:lnTo>
                  <a:pt x="1747838" y="259080"/>
                </a:lnTo>
                <a:lnTo>
                  <a:pt x="1764982" y="259080"/>
                </a:lnTo>
                <a:lnTo>
                  <a:pt x="1783080" y="259080"/>
                </a:lnTo>
                <a:lnTo>
                  <a:pt x="1800225" y="259080"/>
                </a:lnTo>
                <a:lnTo>
                  <a:pt x="1818322" y="259080"/>
                </a:lnTo>
                <a:lnTo>
                  <a:pt x="1835468" y="258127"/>
                </a:lnTo>
                <a:lnTo>
                  <a:pt x="1853565" y="253365"/>
                </a:lnTo>
                <a:lnTo>
                  <a:pt x="1871663" y="218122"/>
                </a:lnTo>
                <a:lnTo>
                  <a:pt x="1888807" y="140017"/>
                </a:lnTo>
                <a:lnTo>
                  <a:pt x="1906905" y="116205"/>
                </a:lnTo>
                <a:lnTo>
                  <a:pt x="1924050" y="188595"/>
                </a:lnTo>
                <a:lnTo>
                  <a:pt x="1942147" y="244792"/>
                </a:lnTo>
                <a:lnTo>
                  <a:pt x="1959293" y="258127"/>
                </a:lnTo>
                <a:lnTo>
                  <a:pt x="1977390" y="259080"/>
                </a:lnTo>
                <a:lnTo>
                  <a:pt x="1994535" y="259080"/>
                </a:lnTo>
                <a:lnTo>
                  <a:pt x="2012632" y="259080"/>
                </a:lnTo>
                <a:lnTo>
                  <a:pt x="2029778" y="259080"/>
                </a:lnTo>
                <a:lnTo>
                  <a:pt x="2047875" y="259080"/>
                </a:lnTo>
                <a:lnTo>
                  <a:pt x="2065020" y="259080"/>
                </a:lnTo>
                <a:lnTo>
                  <a:pt x="2083118" y="259080"/>
                </a:lnTo>
                <a:lnTo>
                  <a:pt x="2100263" y="259080"/>
                </a:lnTo>
                <a:lnTo>
                  <a:pt x="2118360" y="259080"/>
                </a:lnTo>
                <a:lnTo>
                  <a:pt x="2136457" y="259080"/>
                </a:lnTo>
                <a:lnTo>
                  <a:pt x="2153603" y="259080"/>
                </a:lnTo>
                <a:lnTo>
                  <a:pt x="2171700" y="259080"/>
                </a:lnTo>
                <a:lnTo>
                  <a:pt x="2188845" y="259080"/>
                </a:lnTo>
                <a:lnTo>
                  <a:pt x="2206943" y="259080"/>
                </a:lnTo>
                <a:lnTo>
                  <a:pt x="2224088" y="258127"/>
                </a:lnTo>
                <a:lnTo>
                  <a:pt x="2242185" y="253365"/>
                </a:lnTo>
                <a:lnTo>
                  <a:pt x="2259330" y="242888"/>
                </a:lnTo>
                <a:lnTo>
                  <a:pt x="2277428" y="220027"/>
                </a:lnTo>
                <a:lnTo>
                  <a:pt x="2294573" y="187642"/>
                </a:lnTo>
                <a:lnTo>
                  <a:pt x="2312670" y="160020"/>
                </a:lnTo>
                <a:lnTo>
                  <a:pt x="2329815" y="154305"/>
                </a:lnTo>
                <a:lnTo>
                  <a:pt x="2347913" y="175260"/>
                </a:lnTo>
                <a:lnTo>
                  <a:pt x="2365057" y="207645"/>
                </a:lnTo>
                <a:lnTo>
                  <a:pt x="2383155" y="235267"/>
                </a:lnTo>
                <a:lnTo>
                  <a:pt x="2401253" y="250507"/>
                </a:lnTo>
                <a:lnTo>
                  <a:pt x="2418398" y="256222"/>
                </a:lnTo>
                <a:lnTo>
                  <a:pt x="2436495" y="258127"/>
                </a:lnTo>
                <a:lnTo>
                  <a:pt x="2453640" y="259080"/>
                </a:lnTo>
                <a:lnTo>
                  <a:pt x="2471738" y="259080"/>
                </a:lnTo>
                <a:lnTo>
                  <a:pt x="2488882" y="259080"/>
                </a:lnTo>
                <a:lnTo>
                  <a:pt x="2506980" y="259080"/>
                </a:lnTo>
                <a:lnTo>
                  <a:pt x="2524125" y="259080"/>
                </a:lnTo>
                <a:lnTo>
                  <a:pt x="2542223" y="259080"/>
                </a:lnTo>
                <a:lnTo>
                  <a:pt x="2559368" y="259080"/>
                </a:lnTo>
                <a:lnTo>
                  <a:pt x="2577465" y="259080"/>
                </a:lnTo>
                <a:lnTo>
                  <a:pt x="2594610" y="259080"/>
                </a:lnTo>
                <a:lnTo>
                  <a:pt x="2612707" y="259080"/>
                </a:lnTo>
                <a:lnTo>
                  <a:pt x="2629853" y="259080"/>
                </a:lnTo>
                <a:lnTo>
                  <a:pt x="2647950" y="2590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241" name="p09-路径-0241">
            <a:extLst xmlns:a="http://schemas.openxmlformats.org/drawingml/2006/main">
              <a:ext uri="{FF2B5EF4-FFF2-40B4-BE49-F238E27FC236}">
                <a16:creationId xmlns:a16="http://schemas.microsoft.com/office/drawing/2014/main" id="{EE48F8C4-25C6-4AF9-A328-DFD0C32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25253"/>
            <a:ext cx="2647950" cy="260032"/>
          </a:xfrm>
          <a:custGeom xmlns:a="http://schemas.openxmlformats.org/drawingml/2006/main">
            <a:pathLst>
              <a:path w="2647950" h="260032">
                <a:moveTo>
                  <a:pt x="0" y="260032"/>
                </a:moveTo>
                <a:lnTo>
                  <a:pt x="18097" y="260032"/>
                </a:lnTo>
                <a:lnTo>
                  <a:pt x="35243" y="260032"/>
                </a:lnTo>
                <a:lnTo>
                  <a:pt x="53340" y="260032"/>
                </a:lnTo>
                <a:lnTo>
                  <a:pt x="70485" y="260032"/>
                </a:lnTo>
                <a:lnTo>
                  <a:pt x="88582" y="260032"/>
                </a:lnTo>
                <a:lnTo>
                  <a:pt x="105728" y="260032"/>
                </a:lnTo>
                <a:lnTo>
                  <a:pt x="123825" y="260032"/>
                </a:lnTo>
                <a:lnTo>
                  <a:pt x="140970" y="260032"/>
                </a:lnTo>
                <a:lnTo>
                  <a:pt x="159068" y="260032"/>
                </a:lnTo>
                <a:lnTo>
                  <a:pt x="176213" y="260032"/>
                </a:lnTo>
                <a:lnTo>
                  <a:pt x="194310" y="260032"/>
                </a:lnTo>
                <a:lnTo>
                  <a:pt x="211455" y="260032"/>
                </a:lnTo>
                <a:lnTo>
                  <a:pt x="229553" y="260032"/>
                </a:lnTo>
                <a:lnTo>
                  <a:pt x="246697" y="260032"/>
                </a:lnTo>
                <a:lnTo>
                  <a:pt x="264795" y="260032"/>
                </a:lnTo>
                <a:lnTo>
                  <a:pt x="282893" y="260032"/>
                </a:lnTo>
                <a:lnTo>
                  <a:pt x="300038" y="260032"/>
                </a:lnTo>
                <a:lnTo>
                  <a:pt x="318135" y="260032"/>
                </a:lnTo>
                <a:lnTo>
                  <a:pt x="335280" y="260032"/>
                </a:lnTo>
                <a:lnTo>
                  <a:pt x="353378" y="260032"/>
                </a:lnTo>
                <a:lnTo>
                  <a:pt x="370522" y="260032"/>
                </a:lnTo>
                <a:lnTo>
                  <a:pt x="388620" y="260032"/>
                </a:lnTo>
                <a:lnTo>
                  <a:pt x="405765" y="260032"/>
                </a:lnTo>
                <a:lnTo>
                  <a:pt x="423863" y="260032"/>
                </a:lnTo>
                <a:lnTo>
                  <a:pt x="441007" y="260032"/>
                </a:lnTo>
                <a:lnTo>
                  <a:pt x="459105" y="260032"/>
                </a:lnTo>
                <a:lnTo>
                  <a:pt x="476250" y="260032"/>
                </a:lnTo>
                <a:lnTo>
                  <a:pt x="494347" y="258127"/>
                </a:lnTo>
                <a:lnTo>
                  <a:pt x="511493" y="247650"/>
                </a:lnTo>
                <a:lnTo>
                  <a:pt x="529590" y="212407"/>
                </a:lnTo>
                <a:lnTo>
                  <a:pt x="547688" y="147638"/>
                </a:lnTo>
                <a:lnTo>
                  <a:pt x="564832" y="90488"/>
                </a:lnTo>
                <a:lnTo>
                  <a:pt x="582930" y="98107"/>
                </a:lnTo>
                <a:lnTo>
                  <a:pt x="600075" y="161925"/>
                </a:lnTo>
                <a:lnTo>
                  <a:pt x="618172" y="221932"/>
                </a:lnTo>
                <a:lnTo>
                  <a:pt x="635318" y="251460"/>
                </a:lnTo>
                <a:lnTo>
                  <a:pt x="653415" y="259080"/>
                </a:lnTo>
                <a:lnTo>
                  <a:pt x="670560" y="260032"/>
                </a:lnTo>
                <a:lnTo>
                  <a:pt x="688657" y="260032"/>
                </a:lnTo>
                <a:lnTo>
                  <a:pt x="705803" y="260032"/>
                </a:lnTo>
                <a:lnTo>
                  <a:pt x="723900" y="260032"/>
                </a:lnTo>
                <a:lnTo>
                  <a:pt x="741045" y="260032"/>
                </a:lnTo>
                <a:lnTo>
                  <a:pt x="759143" y="260032"/>
                </a:lnTo>
                <a:lnTo>
                  <a:pt x="776288" y="260032"/>
                </a:lnTo>
                <a:lnTo>
                  <a:pt x="794385" y="260032"/>
                </a:lnTo>
                <a:lnTo>
                  <a:pt x="812482" y="260032"/>
                </a:lnTo>
                <a:lnTo>
                  <a:pt x="829628" y="260032"/>
                </a:lnTo>
                <a:lnTo>
                  <a:pt x="847725" y="260032"/>
                </a:lnTo>
                <a:lnTo>
                  <a:pt x="864870" y="260032"/>
                </a:lnTo>
                <a:lnTo>
                  <a:pt x="882968" y="260032"/>
                </a:lnTo>
                <a:lnTo>
                  <a:pt x="900113" y="260032"/>
                </a:lnTo>
                <a:lnTo>
                  <a:pt x="918210" y="260032"/>
                </a:lnTo>
                <a:lnTo>
                  <a:pt x="935355" y="260032"/>
                </a:lnTo>
                <a:lnTo>
                  <a:pt x="953453" y="260032"/>
                </a:lnTo>
                <a:lnTo>
                  <a:pt x="970597" y="260032"/>
                </a:lnTo>
                <a:lnTo>
                  <a:pt x="988695" y="260032"/>
                </a:lnTo>
                <a:lnTo>
                  <a:pt x="1005840" y="260032"/>
                </a:lnTo>
                <a:lnTo>
                  <a:pt x="1023938" y="260032"/>
                </a:lnTo>
                <a:lnTo>
                  <a:pt x="1041082" y="260032"/>
                </a:lnTo>
                <a:lnTo>
                  <a:pt x="1059180" y="260032"/>
                </a:lnTo>
                <a:lnTo>
                  <a:pt x="1077278" y="260032"/>
                </a:lnTo>
                <a:lnTo>
                  <a:pt x="1094422" y="259080"/>
                </a:lnTo>
                <a:lnTo>
                  <a:pt x="1112520" y="255270"/>
                </a:lnTo>
                <a:lnTo>
                  <a:pt x="1129665" y="246697"/>
                </a:lnTo>
                <a:lnTo>
                  <a:pt x="1147763" y="225742"/>
                </a:lnTo>
                <a:lnTo>
                  <a:pt x="1164907" y="187642"/>
                </a:lnTo>
                <a:lnTo>
                  <a:pt x="1183005" y="131445"/>
                </a:lnTo>
                <a:lnTo>
                  <a:pt x="1200150" y="67627"/>
                </a:lnTo>
                <a:lnTo>
                  <a:pt x="1218247" y="17145"/>
                </a:lnTo>
                <a:lnTo>
                  <a:pt x="1235393" y="0"/>
                </a:lnTo>
                <a:lnTo>
                  <a:pt x="1253490" y="24765"/>
                </a:lnTo>
                <a:lnTo>
                  <a:pt x="1270635" y="80010"/>
                </a:lnTo>
                <a:lnTo>
                  <a:pt x="1288732" y="143827"/>
                </a:lnTo>
                <a:lnTo>
                  <a:pt x="1305878" y="197167"/>
                </a:lnTo>
                <a:lnTo>
                  <a:pt x="1323975" y="231457"/>
                </a:lnTo>
                <a:lnTo>
                  <a:pt x="1342072" y="248602"/>
                </a:lnTo>
                <a:lnTo>
                  <a:pt x="1359218" y="256222"/>
                </a:lnTo>
                <a:lnTo>
                  <a:pt x="1377315" y="259080"/>
                </a:lnTo>
                <a:lnTo>
                  <a:pt x="1394460" y="260032"/>
                </a:lnTo>
                <a:lnTo>
                  <a:pt x="1412557" y="260032"/>
                </a:lnTo>
                <a:lnTo>
                  <a:pt x="1429703" y="260032"/>
                </a:lnTo>
                <a:lnTo>
                  <a:pt x="1447800" y="260032"/>
                </a:lnTo>
                <a:lnTo>
                  <a:pt x="1464945" y="260032"/>
                </a:lnTo>
                <a:lnTo>
                  <a:pt x="1483043" y="260032"/>
                </a:lnTo>
                <a:lnTo>
                  <a:pt x="1500188" y="260032"/>
                </a:lnTo>
                <a:lnTo>
                  <a:pt x="1518285" y="260032"/>
                </a:lnTo>
                <a:lnTo>
                  <a:pt x="1535430" y="260032"/>
                </a:lnTo>
                <a:lnTo>
                  <a:pt x="1553528" y="260032"/>
                </a:lnTo>
                <a:lnTo>
                  <a:pt x="1570672" y="260032"/>
                </a:lnTo>
                <a:lnTo>
                  <a:pt x="1588770" y="260032"/>
                </a:lnTo>
                <a:lnTo>
                  <a:pt x="1606868" y="260032"/>
                </a:lnTo>
                <a:lnTo>
                  <a:pt x="1624013" y="260032"/>
                </a:lnTo>
                <a:lnTo>
                  <a:pt x="1642110" y="260032"/>
                </a:lnTo>
                <a:lnTo>
                  <a:pt x="1659255" y="260032"/>
                </a:lnTo>
                <a:lnTo>
                  <a:pt x="1677353" y="260032"/>
                </a:lnTo>
                <a:lnTo>
                  <a:pt x="1694497" y="260032"/>
                </a:lnTo>
                <a:lnTo>
                  <a:pt x="1712595" y="260032"/>
                </a:lnTo>
                <a:lnTo>
                  <a:pt x="1729740" y="260032"/>
                </a:lnTo>
                <a:lnTo>
                  <a:pt x="1747838" y="260032"/>
                </a:lnTo>
                <a:lnTo>
                  <a:pt x="1764982" y="260032"/>
                </a:lnTo>
                <a:lnTo>
                  <a:pt x="1783080" y="260032"/>
                </a:lnTo>
                <a:lnTo>
                  <a:pt x="1800225" y="260032"/>
                </a:lnTo>
                <a:lnTo>
                  <a:pt x="1818322" y="260032"/>
                </a:lnTo>
                <a:lnTo>
                  <a:pt x="1835468" y="260032"/>
                </a:lnTo>
                <a:lnTo>
                  <a:pt x="1853565" y="260032"/>
                </a:lnTo>
                <a:lnTo>
                  <a:pt x="1871663" y="257175"/>
                </a:lnTo>
                <a:lnTo>
                  <a:pt x="1888807" y="230505"/>
                </a:lnTo>
                <a:lnTo>
                  <a:pt x="1906905" y="157163"/>
                </a:lnTo>
                <a:lnTo>
                  <a:pt x="1924050" y="113347"/>
                </a:lnTo>
                <a:lnTo>
                  <a:pt x="1942147" y="174307"/>
                </a:lnTo>
                <a:lnTo>
                  <a:pt x="1959293" y="240030"/>
                </a:lnTo>
                <a:lnTo>
                  <a:pt x="1977390" y="258127"/>
                </a:lnTo>
                <a:lnTo>
                  <a:pt x="1994535" y="260032"/>
                </a:lnTo>
                <a:lnTo>
                  <a:pt x="2012632" y="260032"/>
                </a:lnTo>
                <a:lnTo>
                  <a:pt x="2029778" y="260032"/>
                </a:lnTo>
                <a:lnTo>
                  <a:pt x="2047875" y="260032"/>
                </a:lnTo>
                <a:lnTo>
                  <a:pt x="2065020" y="260032"/>
                </a:lnTo>
                <a:lnTo>
                  <a:pt x="2083118" y="260032"/>
                </a:lnTo>
                <a:lnTo>
                  <a:pt x="2100263" y="260032"/>
                </a:lnTo>
                <a:lnTo>
                  <a:pt x="2118360" y="260032"/>
                </a:lnTo>
                <a:lnTo>
                  <a:pt x="2136457" y="260032"/>
                </a:lnTo>
                <a:lnTo>
                  <a:pt x="2153603" y="260032"/>
                </a:lnTo>
                <a:lnTo>
                  <a:pt x="2171700" y="260032"/>
                </a:lnTo>
                <a:lnTo>
                  <a:pt x="2188845" y="260032"/>
                </a:lnTo>
                <a:lnTo>
                  <a:pt x="2206943" y="260032"/>
                </a:lnTo>
                <a:lnTo>
                  <a:pt x="2224088" y="260032"/>
                </a:lnTo>
                <a:lnTo>
                  <a:pt x="2242185" y="259080"/>
                </a:lnTo>
                <a:lnTo>
                  <a:pt x="2259330" y="256222"/>
                </a:lnTo>
                <a:lnTo>
                  <a:pt x="2277428" y="247650"/>
                </a:lnTo>
                <a:lnTo>
                  <a:pt x="2294573" y="226695"/>
                </a:lnTo>
                <a:lnTo>
                  <a:pt x="2312670" y="196215"/>
                </a:lnTo>
                <a:lnTo>
                  <a:pt x="2329815" y="165735"/>
                </a:lnTo>
                <a:lnTo>
                  <a:pt x="2347913" y="155257"/>
                </a:lnTo>
                <a:lnTo>
                  <a:pt x="2365057" y="170497"/>
                </a:lnTo>
                <a:lnTo>
                  <a:pt x="2383155" y="202882"/>
                </a:lnTo>
                <a:lnTo>
                  <a:pt x="2401253" y="232410"/>
                </a:lnTo>
                <a:lnTo>
                  <a:pt x="2418398" y="249555"/>
                </a:lnTo>
                <a:lnTo>
                  <a:pt x="2436495" y="257175"/>
                </a:lnTo>
                <a:lnTo>
                  <a:pt x="2453640" y="260032"/>
                </a:lnTo>
                <a:lnTo>
                  <a:pt x="2471738" y="260032"/>
                </a:lnTo>
                <a:lnTo>
                  <a:pt x="2488882" y="260032"/>
                </a:lnTo>
                <a:lnTo>
                  <a:pt x="2506980" y="260032"/>
                </a:lnTo>
                <a:lnTo>
                  <a:pt x="2524125" y="260032"/>
                </a:lnTo>
                <a:lnTo>
                  <a:pt x="2542223" y="260032"/>
                </a:lnTo>
                <a:lnTo>
                  <a:pt x="2559368" y="260032"/>
                </a:lnTo>
                <a:lnTo>
                  <a:pt x="2577465" y="260032"/>
                </a:lnTo>
                <a:lnTo>
                  <a:pt x="2594610" y="260032"/>
                </a:lnTo>
                <a:lnTo>
                  <a:pt x="2612707" y="260032"/>
                </a:lnTo>
                <a:lnTo>
                  <a:pt x="2629853" y="260032"/>
                </a:lnTo>
                <a:lnTo>
                  <a:pt x="2647950" y="26003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242" name="p09-文本-0242">
            <a:extLst xmlns:a="http://schemas.openxmlformats.org/drawingml/2006/main">
              <a:ext uri="{FF2B5EF4-FFF2-40B4-BE49-F238E27FC236}">
                <a16:creationId xmlns:a16="http://schemas.microsoft.com/office/drawing/2014/main" id="{6FBB3053-06AD-4DAF-A1A3-BB5CA652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688" y="4545202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243" name="p09-文本-0243">
            <a:extLst xmlns:a="http://schemas.openxmlformats.org/drawingml/2006/main">
              <a:ext uri="{FF2B5EF4-FFF2-40B4-BE49-F238E27FC236}">
                <a16:creationId xmlns:a16="http://schemas.microsoft.com/office/drawing/2014/main" id="{3525DD51-A48D-452E-9160-8B16ECC9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085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分离响应特征</a:t>
            </a:r>
          </a:p>
        </p:txBody>
      </p:sp>
      <p:sp>
        <p:nvSpPr>
          <p:cNvPr id="244" name="p09-路径-0244">
            <a:extLst xmlns:a="http://schemas.openxmlformats.org/drawingml/2006/main">
              <a:ext uri="{FF2B5EF4-FFF2-40B4-BE49-F238E27FC236}">
                <a16:creationId xmlns:a16="http://schemas.microsoft.com/office/drawing/2014/main" id="{80080B3E-47BF-4012-8F4C-EB586320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513" y="5172075"/>
            <a:ext cx="85725" cy="104775"/>
          </a:xfrm>
          <a:custGeom xmlns:a="http://schemas.openxmlformats.org/drawingml/2006/main">
            <a:pathLst>
              <a:path w="85725" h="104775">
                <a:moveTo>
                  <a:pt x="0" y="0"/>
                </a:moveTo>
                <a:lnTo>
                  <a:pt x="0" y="41910"/>
                </a:lnTo>
                <a:lnTo>
                  <a:pt x="3905" y="41910"/>
                </a:lnTo>
                <a:lnTo>
                  <a:pt x="42863" y="104775"/>
                </a:lnTo>
                <a:lnTo>
                  <a:pt x="81820" y="41910"/>
                </a:lnTo>
                <a:lnTo>
                  <a:pt x="85725" y="4191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5" name="p09-矩形-0245">
            <a:extLst xmlns:a="http://schemas.openxmlformats.org/drawingml/2006/main">
              <a:ext uri="{FF2B5EF4-FFF2-40B4-BE49-F238E27FC236}">
                <a16:creationId xmlns:a16="http://schemas.microsoft.com/office/drawing/2014/main" id="{CE1663F4-F61F-4CF3-BA12-F7EC4E37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43525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6" name="p09-文本-0246">
            <a:extLst xmlns:a="http://schemas.openxmlformats.org/drawingml/2006/main">
              <a:ext uri="{FF2B5EF4-FFF2-40B4-BE49-F238E27FC236}">
                <a16:creationId xmlns:a16="http://schemas.microsoft.com/office/drawing/2014/main" id="{6816348D-7BF1-4DBA-80B9-49B9C13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75" y="552184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检验机制解释</a:t>
            </a:r>
          </a:p>
        </p:txBody>
      </p:sp>
      <p:sp>
        <p:nvSpPr>
          <p:cNvPr id="247" name="p09-矩形-0247">
            <a:extLst xmlns:a="http://schemas.openxmlformats.org/drawingml/2006/main">
              <a:ext uri="{FF2B5EF4-FFF2-40B4-BE49-F238E27FC236}">
                <a16:creationId xmlns:a16="http://schemas.microsoft.com/office/drawing/2014/main" id="{04611D90-ED36-431E-B221-243BD112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09700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8" name="p09-文本-0248">
            <a:extLst xmlns:a="http://schemas.openxmlformats.org/drawingml/2006/main">
              <a:ext uri="{FF2B5EF4-FFF2-40B4-BE49-F238E27FC236}">
                <a16:creationId xmlns:a16="http://schemas.microsoft.com/office/drawing/2014/main" id="{1D9A7646-1FCF-4DFA-A0C0-8D820CC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802" y="1577946"/>
            <a:ext cx="136264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条件外推不明</a:t>
            </a:r>
          </a:p>
        </p:txBody>
      </p:sp>
      <p:sp>
        <p:nvSpPr>
          <p:cNvPr id="249" name="p09-路径-0249">
            <a:extLst xmlns:a="http://schemas.openxmlformats.org/drawingml/2006/main">
              <a:ext uri="{FF2B5EF4-FFF2-40B4-BE49-F238E27FC236}">
                <a16:creationId xmlns:a16="http://schemas.microsoft.com/office/drawing/2014/main" id="{DACF2169-C140-42DC-8D22-88C43B69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543" y="2124075"/>
            <a:ext cx="177165" cy="238125"/>
          </a:xfrm>
          <a:custGeom xmlns:a="http://schemas.openxmlformats.org/drawingml/2006/main">
            <a:pathLst>
              <a:path w="177165" h="238125">
                <a:moveTo>
                  <a:pt x="45720" y="0"/>
                </a:moveTo>
                <a:lnTo>
                  <a:pt x="45720" y="95250"/>
                </a:lnTo>
                <a:lnTo>
                  <a:pt x="0" y="95250"/>
                </a:lnTo>
                <a:lnTo>
                  <a:pt x="88582" y="238125"/>
                </a:lnTo>
                <a:lnTo>
                  <a:pt x="177165" y="95250"/>
                </a:lnTo>
                <a:lnTo>
                  <a:pt x="131445" y="95250"/>
                </a:lnTo>
                <a:lnTo>
                  <a:pt x="13144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0" name="p09-文本-0250">
            <a:extLst xmlns:a="http://schemas.openxmlformats.org/drawingml/2006/main">
              <a:ext uri="{FF2B5EF4-FFF2-40B4-BE49-F238E27FC236}">
                <a16:creationId xmlns:a16="http://schemas.microsoft.com/office/drawing/2014/main" id="{FCFD4899-76CF-47A6-953B-4B1F5EE7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875" y="2635774"/>
            <a:ext cx="17225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结论可适用到哪里</a:t>
            </a:r>
          </a:p>
        </p:txBody>
      </p:sp>
      <p:sp>
        <p:nvSpPr>
          <p:cNvPr id="251" name="p09-路径-0251">
            <a:extLst xmlns:a="http://schemas.openxmlformats.org/drawingml/2006/main">
              <a:ext uri="{FF2B5EF4-FFF2-40B4-BE49-F238E27FC236}">
                <a16:creationId xmlns:a16="http://schemas.microsoft.com/office/drawing/2014/main" id="{1696B26A-C4D1-4E81-A793-91B361A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637" y="3105150"/>
            <a:ext cx="188976" cy="276225"/>
          </a:xfrm>
          <a:custGeom xmlns:a="http://schemas.openxmlformats.org/drawingml/2006/main">
            <a:pathLst>
              <a:path w="188976" h="276225">
                <a:moveTo>
                  <a:pt x="51626" y="0"/>
                </a:moveTo>
                <a:lnTo>
                  <a:pt x="51626" y="123825"/>
                </a:lnTo>
                <a:lnTo>
                  <a:pt x="0" y="123825"/>
                </a:lnTo>
                <a:lnTo>
                  <a:pt x="94488" y="276225"/>
                </a:lnTo>
                <a:lnTo>
                  <a:pt x="188976" y="123825"/>
                </a:lnTo>
                <a:lnTo>
                  <a:pt x="137351" y="123825"/>
                </a:lnTo>
                <a:lnTo>
                  <a:pt x="137351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2" name="p09-矩形-0252">
            <a:extLst xmlns:a="http://schemas.openxmlformats.org/drawingml/2006/main">
              <a:ext uri="{FF2B5EF4-FFF2-40B4-BE49-F238E27FC236}">
                <a16:creationId xmlns:a16="http://schemas.microsoft.com/office/drawing/2014/main" id="{2178C12A-CC2E-4ED0-B264-B91755F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95675"/>
            <a:ext cx="3105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53" name="p09-文本-0253">
            <a:extLst xmlns:a="http://schemas.openxmlformats.org/drawingml/2006/main">
              <a:ext uri="{FF2B5EF4-FFF2-40B4-BE49-F238E27FC236}">
                <a16:creationId xmlns:a16="http://schemas.microsoft.com/office/drawing/2014/main" id="{B3463496-3A41-4A6D-81B0-085B1136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5460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54" name="p09-线-0254">
            <a:extLst xmlns:a="http://schemas.openxmlformats.org/drawingml/2006/main">
              <a:ext uri="{FF2B5EF4-FFF2-40B4-BE49-F238E27FC236}">
                <a16:creationId xmlns:a16="http://schemas.microsoft.com/office/drawing/2014/main" id="{37962DE2-2680-478B-B7BF-17A3C55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95800"/>
            <a:ext cx="2647950" cy="95"/>
          </a:xfrm>
          <a:custGeom xmlns:a="http://schemas.openxmlformats.org/drawingml/2006/main">
            <a:pathLst>
              <a:path w="2647950" h="95">
                <a:moveTo>
                  <a:pt x="0" y="0"/>
                </a:moveTo>
                <a:lnTo>
                  <a:pt x="264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55" name="p09-线-0255">
            <a:extLst xmlns:a="http://schemas.openxmlformats.org/drawingml/2006/main">
              <a:ext uri="{FF2B5EF4-FFF2-40B4-BE49-F238E27FC236}">
                <a16:creationId xmlns:a16="http://schemas.microsoft.com/office/drawing/2014/main" id="{022C562F-00C9-4D57-BCA9-AAA9F944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95" cy="476250"/>
          </a:xfrm>
          <a:custGeom xmlns:a="http://schemas.openxmlformats.org/drawingml/2006/main">
            <a:pathLst>
              <a:path w="9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56" name="p09-线-0256">
            <a:extLst xmlns:a="http://schemas.openxmlformats.org/drawingml/2006/main">
              <a:ext uri="{FF2B5EF4-FFF2-40B4-BE49-F238E27FC236}">
                <a16:creationId xmlns:a16="http://schemas.microsoft.com/office/drawing/2014/main" id="{F08D5BEF-0B8D-4D00-8DDC-5EB09DBF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8613"/>
            <a:ext cx="2647950" cy="95"/>
          </a:xfrm>
          <a:custGeom xmlns:a="http://schemas.openxmlformats.org/drawingml/2006/main">
            <a:pathLst>
              <a:path w="2647950" h="95">
                <a:moveTo>
                  <a:pt x="0" y="0"/>
                </a:moveTo>
                <a:lnTo>
                  <a:pt x="264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7" name="p09-线-0257">
            <a:extLst xmlns:a="http://schemas.openxmlformats.org/drawingml/2006/main">
              <a:ext uri="{FF2B5EF4-FFF2-40B4-BE49-F238E27FC236}">
                <a16:creationId xmlns:a16="http://schemas.microsoft.com/office/drawing/2014/main" id="{5B29099E-4757-4191-ACAF-37C8480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57675"/>
            <a:ext cx="2647950" cy="95"/>
          </a:xfrm>
          <a:custGeom xmlns:a="http://schemas.openxmlformats.org/drawingml/2006/main">
            <a:pathLst>
              <a:path w="2647950" h="95">
                <a:moveTo>
                  <a:pt x="0" y="0"/>
                </a:moveTo>
                <a:lnTo>
                  <a:pt x="264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8" name="p09-线-0258">
            <a:extLst xmlns:a="http://schemas.openxmlformats.org/drawingml/2006/main">
              <a:ext uri="{FF2B5EF4-FFF2-40B4-BE49-F238E27FC236}">
                <a16:creationId xmlns:a16="http://schemas.microsoft.com/office/drawing/2014/main" id="{6498FF26-0097-429B-8C51-B251EF17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76738"/>
            <a:ext cx="2647950" cy="95"/>
          </a:xfrm>
          <a:custGeom xmlns:a="http://schemas.openxmlformats.org/drawingml/2006/main">
            <a:pathLst>
              <a:path w="2647950" h="95">
                <a:moveTo>
                  <a:pt x="0" y="0"/>
                </a:moveTo>
                <a:lnTo>
                  <a:pt x="264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9" name="p09-路径-0259">
            <a:extLst xmlns:a="http://schemas.openxmlformats.org/drawingml/2006/main">
              <a:ext uri="{FF2B5EF4-FFF2-40B4-BE49-F238E27FC236}">
                <a16:creationId xmlns:a16="http://schemas.microsoft.com/office/drawing/2014/main" id="{DBA40557-F47B-4904-8217-0E39CD8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00513"/>
            <a:ext cx="2647950" cy="267653"/>
          </a:xfrm>
          <a:custGeom xmlns:a="http://schemas.openxmlformats.org/drawingml/2006/main">
            <a:pathLst>
              <a:path w="2647950" h="267653">
                <a:moveTo>
                  <a:pt x="0" y="0"/>
                </a:moveTo>
                <a:lnTo>
                  <a:pt x="88582" y="20003"/>
                </a:lnTo>
                <a:lnTo>
                  <a:pt x="176213" y="39053"/>
                </a:lnTo>
                <a:lnTo>
                  <a:pt x="264795" y="56197"/>
                </a:lnTo>
                <a:lnTo>
                  <a:pt x="353378" y="72390"/>
                </a:lnTo>
                <a:lnTo>
                  <a:pt x="441007" y="87630"/>
                </a:lnTo>
                <a:lnTo>
                  <a:pt x="529590" y="101917"/>
                </a:lnTo>
                <a:lnTo>
                  <a:pt x="618172" y="115253"/>
                </a:lnTo>
                <a:lnTo>
                  <a:pt x="705803" y="127635"/>
                </a:lnTo>
                <a:lnTo>
                  <a:pt x="794385" y="140017"/>
                </a:lnTo>
                <a:lnTo>
                  <a:pt x="882968" y="150495"/>
                </a:lnTo>
                <a:lnTo>
                  <a:pt x="970598" y="160972"/>
                </a:lnTo>
                <a:lnTo>
                  <a:pt x="1059180" y="170497"/>
                </a:lnTo>
                <a:lnTo>
                  <a:pt x="1147763" y="179070"/>
                </a:lnTo>
                <a:lnTo>
                  <a:pt x="1235393" y="187642"/>
                </a:lnTo>
                <a:lnTo>
                  <a:pt x="1323975" y="195263"/>
                </a:lnTo>
                <a:lnTo>
                  <a:pt x="1412557" y="202883"/>
                </a:lnTo>
                <a:lnTo>
                  <a:pt x="1500188" y="209550"/>
                </a:lnTo>
                <a:lnTo>
                  <a:pt x="1588770" y="216217"/>
                </a:lnTo>
                <a:lnTo>
                  <a:pt x="1677352" y="221933"/>
                </a:lnTo>
                <a:lnTo>
                  <a:pt x="1764982" y="227647"/>
                </a:lnTo>
                <a:lnTo>
                  <a:pt x="1853565" y="233363"/>
                </a:lnTo>
                <a:lnTo>
                  <a:pt x="1942148" y="238125"/>
                </a:lnTo>
                <a:lnTo>
                  <a:pt x="2029777" y="242888"/>
                </a:lnTo>
                <a:lnTo>
                  <a:pt x="2118360" y="246697"/>
                </a:lnTo>
                <a:lnTo>
                  <a:pt x="2206943" y="251460"/>
                </a:lnTo>
                <a:lnTo>
                  <a:pt x="2294573" y="255270"/>
                </a:lnTo>
                <a:lnTo>
                  <a:pt x="2383155" y="258128"/>
                </a:lnTo>
                <a:lnTo>
                  <a:pt x="2471738" y="261938"/>
                </a:lnTo>
                <a:lnTo>
                  <a:pt x="2559368" y="264795"/>
                </a:lnTo>
                <a:lnTo>
                  <a:pt x="2647950" y="267653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60" name="p09-椭圆-0260">
            <a:extLst xmlns:a="http://schemas.openxmlformats.org/drawingml/2006/main">
              <a:ext uri="{FF2B5EF4-FFF2-40B4-BE49-F238E27FC236}">
                <a16:creationId xmlns:a16="http://schemas.microsoft.com/office/drawing/2014/main" id="{FBA72504-6B93-4B3B-B321-F5F639FE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07384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1" name="p09-椭圆-0261">
            <a:extLst xmlns:a="http://schemas.openxmlformats.org/drawingml/2006/main">
              <a:ext uri="{FF2B5EF4-FFF2-40B4-BE49-F238E27FC236}">
                <a16:creationId xmlns:a16="http://schemas.microsoft.com/office/drawing/2014/main" id="{0107939C-CF3C-47EB-98C4-8D9A11A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070" y="417589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2" name="p09-椭圆-0262">
            <a:extLst xmlns:a="http://schemas.openxmlformats.org/drawingml/2006/main">
              <a:ext uri="{FF2B5EF4-FFF2-40B4-BE49-F238E27FC236}">
                <a16:creationId xmlns:a16="http://schemas.microsoft.com/office/drawing/2014/main" id="{A44A3019-4FD3-4FE7-8827-2990718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42443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3" name="p09-椭圆-0263">
            <a:extLst xmlns:a="http://schemas.openxmlformats.org/drawingml/2006/main">
              <a:ext uri="{FF2B5EF4-FFF2-40B4-BE49-F238E27FC236}">
                <a16:creationId xmlns:a16="http://schemas.microsoft.com/office/drawing/2014/main" id="{A0AB4529-6396-4BF9-990B-9BF6B77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9016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4" name="p09-椭圆-0264">
            <a:extLst xmlns:a="http://schemas.openxmlformats.org/drawingml/2006/main">
              <a:ext uri="{FF2B5EF4-FFF2-40B4-BE49-F238E27FC236}">
                <a16:creationId xmlns:a16="http://schemas.microsoft.com/office/drawing/2014/main" id="{94ACA067-EC0F-4594-960D-912A9C5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43209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5" name="p09-椭圆-0265">
            <a:extLst xmlns:a="http://schemas.openxmlformats.org/drawingml/2006/main">
              <a:ext uri="{FF2B5EF4-FFF2-40B4-BE49-F238E27FC236}">
                <a16:creationId xmlns:a16="http://schemas.microsoft.com/office/drawing/2014/main" id="{A3F4BE4B-14F5-4107-A0DD-5200710D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43415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6" name="p09-路径-0266">
            <a:extLst xmlns:a="http://schemas.openxmlformats.org/drawingml/2006/main">
              <a:ext uri="{FF2B5EF4-FFF2-40B4-BE49-F238E27FC236}">
                <a16:creationId xmlns:a16="http://schemas.microsoft.com/office/drawing/2014/main" id="{AFB6E5C5-5F9F-4C75-874D-8D12C1AE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00513"/>
            <a:ext cx="2647950" cy="294322"/>
          </a:xfrm>
          <a:custGeom xmlns:a="http://schemas.openxmlformats.org/drawingml/2006/main">
            <a:pathLst>
              <a:path w="2647950" h="294322">
                <a:moveTo>
                  <a:pt x="0" y="0"/>
                </a:moveTo>
                <a:lnTo>
                  <a:pt x="88582" y="29528"/>
                </a:lnTo>
                <a:lnTo>
                  <a:pt x="176213" y="56197"/>
                </a:lnTo>
                <a:lnTo>
                  <a:pt x="264795" y="80010"/>
                </a:lnTo>
                <a:lnTo>
                  <a:pt x="353378" y="101917"/>
                </a:lnTo>
                <a:lnTo>
                  <a:pt x="441007" y="121920"/>
                </a:lnTo>
                <a:lnTo>
                  <a:pt x="529590" y="140017"/>
                </a:lnTo>
                <a:lnTo>
                  <a:pt x="618172" y="156210"/>
                </a:lnTo>
                <a:lnTo>
                  <a:pt x="705803" y="170497"/>
                </a:lnTo>
                <a:lnTo>
                  <a:pt x="794385" y="183833"/>
                </a:lnTo>
                <a:lnTo>
                  <a:pt x="882968" y="195263"/>
                </a:lnTo>
                <a:lnTo>
                  <a:pt x="970598" y="206692"/>
                </a:lnTo>
                <a:lnTo>
                  <a:pt x="1059180" y="216217"/>
                </a:lnTo>
                <a:lnTo>
                  <a:pt x="1147763" y="224790"/>
                </a:lnTo>
                <a:lnTo>
                  <a:pt x="1235393" y="233363"/>
                </a:lnTo>
                <a:lnTo>
                  <a:pt x="1323975" y="240030"/>
                </a:lnTo>
                <a:lnTo>
                  <a:pt x="1412557" y="246697"/>
                </a:lnTo>
                <a:lnTo>
                  <a:pt x="1500188" y="253365"/>
                </a:lnTo>
                <a:lnTo>
                  <a:pt x="1588770" y="258128"/>
                </a:lnTo>
                <a:lnTo>
                  <a:pt x="1677352" y="262890"/>
                </a:lnTo>
                <a:lnTo>
                  <a:pt x="1764982" y="267653"/>
                </a:lnTo>
                <a:lnTo>
                  <a:pt x="1853565" y="271463"/>
                </a:lnTo>
                <a:lnTo>
                  <a:pt x="1942148" y="275272"/>
                </a:lnTo>
                <a:lnTo>
                  <a:pt x="2029777" y="278130"/>
                </a:lnTo>
                <a:lnTo>
                  <a:pt x="2118360" y="281940"/>
                </a:lnTo>
                <a:lnTo>
                  <a:pt x="2206943" y="283845"/>
                </a:lnTo>
                <a:lnTo>
                  <a:pt x="2294573" y="286703"/>
                </a:lnTo>
                <a:lnTo>
                  <a:pt x="2383155" y="288608"/>
                </a:lnTo>
                <a:lnTo>
                  <a:pt x="2471738" y="290513"/>
                </a:lnTo>
                <a:lnTo>
                  <a:pt x="2559368" y="292417"/>
                </a:lnTo>
                <a:lnTo>
                  <a:pt x="2647950" y="29432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67" name="p09-椭圆-0267">
            <a:extLst xmlns:a="http://schemas.openxmlformats.org/drawingml/2006/main">
              <a:ext uri="{FF2B5EF4-FFF2-40B4-BE49-F238E27FC236}">
                <a16:creationId xmlns:a16="http://schemas.microsoft.com/office/drawing/2014/main" id="{76E7384D-9A8F-4A0D-B9C9-722A2AE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07384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8" name="p09-椭圆-0268">
            <a:extLst xmlns:a="http://schemas.openxmlformats.org/drawingml/2006/main">
              <a:ext uri="{FF2B5EF4-FFF2-40B4-BE49-F238E27FC236}">
                <a16:creationId xmlns:a16="http://schemas.microsoft.com/office/drawing/2014/main" id="{60E478C3-02E0-46F3-BBA7-01BDA0AE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070" y="421351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9" name="p09-椭圆-0269">
            <a:extLst xmlns:a="http://schemas.openxmlformats.org/drawingml/2006/main">
              <a:ext uri="{FF2B5EF4-FFF2-40B4-BE49-F238E27FC236}">
                <a16:creationId xmlns:a16="http://schemas.microsoft.com/office/drawing/2014/main" id="{C8E54D72-F887-462B-BFF6-9E3863E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429016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0" name="p09-椭圆-0270">
            <a:extLst xmlns:a="http://schemas.openxmlformats.org/drawingml/2006/main">
              <a:ext uri="{FF2B5EF4-FFF2-40B4-BE49-F238E27FC236}">
                <a16:creationId xmlns:a16="http://schemas.microsoft.com/office/drawing/2014/main" id="{9CA3F932-9102-43D3-BC3B-958D0E6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3223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1" name="p09-椭圆-0271">
            <a:extLst xmlns:a="http://schemas.openxmlformats.org/drawingml/2006/main">
              <a:ext uri="{FF2B5EF4-FFF2-40B4-BE49-F238E27FC236}">
                <a16:creationId xmlns:a16="http://schemas.microsoft.com/office/drawing/2014/main" id="{44CA4F1C-8C35-4807-8BC2-B4ED1B57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435532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2" name="p09-椭圆-0272">
            <a:extLst xmlns:a="http://schemas.openxmlformats.org/drawingml/2006/main">
              <a:ext uri="{FF2B5EF4-FFF2-40B4-BE49-F238E27FC236}">
                <a16:creationId xmlns:a16="http://schemas.microsoft.com/office/drawing/2014/main" id="{41E0B9F1-73E7-4FFC-ADD8-224FCC1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436799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3" name="p09-路径-0273">
            <a:extLst xmlns:a="http://schemas.openxmlformats.org/drawingml/2006/main">
              <a:ext uri="{FF2B5EF4-FFF2-40B4-BE49-F238E27FC236}">
                <a16:creationId xmlns:a16="http://schemas.microsoft.com/office/drawing/2014/main" id="{F5DF615D-429E-4186-9EC3-42B534C3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00513"/>
            <a:ext cx="2647950" cy="303847"/>
          </a:xfrm>
          <a:custGeom xmlns:a="http://schemas.openxmlformats.org/drawingml/2006/main">
            <a:pathLst>
              <a:path w="2647950" h="303847">
                <a:moveTo>
                  <a:pt x="0" y="0"/>
                </a:moveTo>
                <a:lnTo>
                  <a:pt x="88582" y="39053"/>
                </a:lnTo>
                <a:lnTo>
                  <a:pt x="176213" y="72390"/>
                </a:lnTo>
                <a:lnTo>
                  <a:pt x="264795" y="101917"/>
                </a:lnTo>
                <a:lnTo>
                  <a:pt x="353378" y="127635"/>
                </a:lnTo>
                <a:lnTo>
                  <a:pt x="441007" y="150495"/>
                </a:lnTo>
                <a:lnTo>
                  <a:pt x="529590" y="170497"/>
                </a:lnTo>
                <a:lnTo>
                  <a:pt x="618172" y="187642"/>
                </a:lnTo>
                <a:lnTo>
                  <a:pt x="705803" y="202883"/>
                </a:lnTo>
                <a:lnTo>
                  <a:pt x="794385" y="216217"/>
                </a:lnTo>
                <a:lnTo>
                  <a:pt x="882968" y="227647"/>
                </a:lnTo>
                <a:lnTo>
                  <a:pt x="970598" y="238125"/>
                </a:lnTo>
                <a:lnTo>
                  <a:pt x="1059180" y="246697"/>
                </a:lnTo>
                <a:lnTo>
                  <a:pt x="1147763" y="255270"/>
                </a:lnTo>
                <a:lnTo>
                  <a:pt x="1235393" y="261938"/>
                </a:lnTo>
                <a:lnTo>
                  <a:pt x="1323975" y="267653"/>
                </a:lnTo>
                <a:lnTo>
                  <a:pt x="1412557" y="273367"/>
                </a:lnTo>
                <a:lnTo>
                  <a:pt x="1500188" y="277178"/>
                </a:lnTo>
                <a:lnTo>
                  <a:pt x="1588770" y="281940"/>
                </a:lnTo>
                <a:lnTo>
                  <a:pt x="1677352" y="284797"/>
                </a:lnTo>
                <a:lnTo>
                  <a:pt x="1764982" y="287655"/>
                </a:lnTo>
                <a:lnTo>
                  <a:pt x="1853565" y="290513"/>
                </a:lnTo>
                <a:lnTo>
                  <a:pt x="1942148" y="293370"/>
                </a:lnTo>
                <a:lnTo>
                  <a:pt x="2029777" y="295275"/>
                </a:lnTo>
                <a:lnTo>
                  <a:pt x="2118360" y="297180"/>
                </a:lnTo>
                <a:lnTo>
                  <a:pt x="2206943" y="298133"/>
                </a:lnTo>
                <a:lnTo>
                  <a:pt x="2294573" y="300038"/>
                </a:lnTo>
                <a:lnTo>
                  <a:pt x="2383155" y="300990"/>
                </a:lnTo>
                <a:lnTo>
                  <a:pt x="2471738" y="301942"/>
                </a:lnTo>
                <a:lnTo>
                  <a:pt x="2559368" y="302895"/>
                </a:lnTo>
                <a:lnTo>
                  <a:pt x="2647950" y="30384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74" name="p09-椭圆-0274">
            <a:extLst xmlns:a="http://schemas.openxmlformats.org/drawingml/2006/main">
              <a:ext uri="{FF2B5EF4-FFF2-40B4-BE49-F238E27FC236}">
                <a16:creationId xmlns:a16="http://schemas.microsoft.com/office/drawing/2014/main" id="{9F2A8BAB-67CC-4967-B8CB-2DC5A32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07384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5" name="p09-椭圆-0275">
            <a:extLst xmlns:a="http://schemas.openxmlformats.org/drawingml/2006/main">
              <a:ext uri="{FF2B5EF4-FFF2-40B4-BE49-F238E27FC236}">
                <a16:creationId xmlns:a16="http://schemas.microsoft.com/office/drawing/2014/main" id="{E16DB018-282A-4219-8CBD-B3B603C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070" y="42443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6" name="p09-椭圆-0276">
            <a:extLst xmlns:a="http://schemas.openxmlformats.org/drawingml/2006/main">
              <a:ext uri="{FF2B5EF4-FFF2-40B4-BE49-F238E27FC236}">
                <a16:creationId xmlns:a16="http://schemas.microsoft.com/office/drawing/2014/main" id="{5FB7725E-F223-40AB-B6AA-4EA6EEB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43209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7" name="p09-椭圆-0277">
            <a:extLst xmlns:a="http://schemas.openxmlformats.org/drawingml/2006/main">
              <a:ext uri="{FF2B5EF4-FFF2-40B4-BE49-F238E27FC236}">
                <a16:creationId xmlns:a16="http://schemas.microsoft.com/office/drawing/2014/main" id="{2E68AC3B-0A8D-4F87-970F-6555535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5532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8" name="p09-椭圆-0278">
            <a:extLst xmlns:a="http://schemas.openxmlformats.org/drawingml/2006/main">
              <a:ext uri="{FF2B5EF4-FFF2-40B4-BE49-F238E27FC236}">
                <a16:creationId xmlns:a16="http://schemas.microsoft.com/office/drawing/2014/main" id="{4E9C5FA5-15A5-4B0C-95B1-99CA246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437078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9" name="p09-椭圆-0279">
            <a:extLst xmlns:a="http://schemas.openxmlformats.org/drawingml/2006/main">
              <a:ext uri="{FF2B5EF4-FFF2-40B4-BE49-F238E27FC236}">
                <a16:creationId xmlns:a16="http://schemas.microsoft.com/office/drawing/2014/main" id="{939B146F-9DEE-4636-8BD0-C4C816EE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437773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80" name="p09-文本-0280">
            <a:extLst xmlns:a="http://schemas.openxmlformats.org/drawingml/2006/main">
              <a:ext uri="{FF2B5EF4-FFF2-40B4-BE49-F238E27FC236}">
                <a16:creationId xmlns:a16="http://schemas.microsoft.com/office/drawing/2014/main" id="{E937E4A5-522F-4315-ACBD-2335FE56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9282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81" name="p09-线-0281">
            <a:extLst xmlns:a="http://schemas.openxmlformats.org/drawingml/2006/main">
              <a:ext uri="{FF2B5EF4-FFF2-40B4-BE49-F238E27FC236}">
                <a16:creationId xmlns:a16="http://schemas.microsoft.com/office/drawing/2014/main" id="{2964B950-FB8B-4A0E-A4E5-C2064E5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576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82" name="p09-文本-0282">
            <a:extLst xmlns:a="http://schemas.openxmlformats.org/drawingml/2006/main">
              <a:ext uri="{FF2B5EF4-FFF2-40B4-BE49-F238E27FC236}">
                <a16:creationId xmlns:a16="http://schemas.microsoft.com/office/drawing/2014/main" id="{0CC40611-7A0E-4B68-9FE3-ABD97FC7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8538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83" name="p09-线-0283">
            <a:extLst xmlns:a="http://schemas.openxmlformats.org/drawingml/2006/main">
              <a:ext uri="{FF2B5EF4-FFF2-40B4-BE49-F238E27FC236}">
                <a16:creationId xmlns:a16="http://schemas.microsoft.com/office/drawing/2014/main" id="{11955CB2-0C15-4417-BA8D-F79AC781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38576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84" name="p09-文本-0284">
            <a:extLst xmlns:a="http://schemas.openxmlformats.org/drawingml/2006/main">
              <a:ext uri="{FF2B5EF4-FFF2-40B4-BE49-F238E27FC236}">
                <a16:creationId xmlns:a16="http://schemas.microsoft.com/office/drawing/2014/main" id="{A04A9F08-B7B1-4D61-87D8-CBA882AB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37853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85" name="p09-线-0285">
            <a:extLst xmlns:a="http://schemas.openxmlformats.org/drawingml/2006/main">
              <a:ext uri="{FF2B5EF4-FFF2-40B4-BE49-F238E27FC236}">
                <a16:creationId xmlns:a16="http://schemas.microsoft.com/office/drawing/2014/main" id="{490C8DDC-1F77-4122-A8B6-2A38A58B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8576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86" name="p09-文本-0286">
            <a:extLst xmlns:a="http://schemas.openxmlformats.org/drawingml/2006/main">
              <a:ext uri="{FF2B5EF4-FFF2-40B4-BE49-F238E27FC236}">
                <a16:creationId xmlns:a16="http://schemas.microsoft.com/office/drawing/2014/main" id="{D53795D1-F45A-4BF2-A538-183FC3F8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7853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87" name="p09-文本-0287">
            <a:extLst xmlns:a="http://schemas.openxmlformats.org/drawingml/2006/main">
              <a:ext uri="{FF2B5EF4-FFF2-40B4-BE49-F238E27FC236}">
                <a16:creationId xmlns:a16="http://schemas.microsoft.com/office/drawing/2014/main" id="{D21B77BA-1DC3-44E9-9A3C-684F5BFF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48085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扩展条件验证</a:t>
            </a:r>
          </a:p>
        </p:txBody>
      </p:sp>
      <p:sp>
        <p:nvSpPr>
          <p:cNvPr id="288" name="p09-路径-0288">
            <a:extLst xmlns:a="http://schemas.openxmlformats.org/drawingml/2006/main">
              <a:ext uri="{FF2B5EF4-FFF2-40B4-BE49-F238E27FC236}">
                <a16:creationId xmlns:a16="http://schemas.microsoft.com/office/drawing/2014/main" id="{EA44473D-482B-4501-ABA2-1F2E6E5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5172075"/>
            <a:ext cx="85725" cy="104775"/>
          </a:xfrm>
          <a:custGeom xmlns:a="http://schemas.openxmlformats.org/drawingml/2006/main">
            <a:pathLst>
              <a:path w="85725" h="104775">
                <a:moveTo>
                  <a:pt x="0" y="0"/>
                </a:moveTo>
                <a:lnTo>
                  <a:pt x="0" y="41910"/>
                </a:lnTo>
                <a:lnTo>
                  <a:pt x="3905" y="41910"/>
                </a:lnTo>
                <a:lnTo>
                  <a:pt x="42863" y="104775"/>
                </a:lnTo>
                <a:lnTo>
                  <a:pt x="81820" y="41910"/>
                </a:lnTo>
                <a:lnTo>
                  <a:pt x="85725" y="4191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9" name="p09-矩形-0289">
            <a:extLst xmlns:a="http://schemas.openxmlformats.org/drawingml/2006/main">
              <a:ext uri="{FF2B5EF4-FFF2-40B4-BE49-F238E27FC236}">
                <a16:creationId xmlns:a16="http://schemas.microsoft.com/office/drawing/2014/main" id="{F8C462A1-C08A-48F8-9171-94508292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43525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0" name="p09-文本-0290">
            <a:extLst xmlns:a="http://schemas.openxmlformats.org/drawingml/2006/main">
              <a:ext uri="{FF2B5EF4-FFF2-40B4-BE49-F238E27FC236}">
                <a16:creationId xmlns:a16="http://schemas.microsoft.com/office/drawing/2014/main" id="{6AA44C63-F71E-4EF9-85B9-6E327B8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425" y="552184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确定适用范围</a:t>
            </a:r>
          </a:p>
        </p:txBody>
      </p:sp>
      <p:sp>
        <p:nvSpPr>
          <p:cNvPr id="291" name="p09-文本-0291">
            <a:extLst xmlns:a="http://schemas.openxmlformats.org/drawingml/2006/main">
              <a:ext uri="{FF2B5EF4-FFF2-40B4-BE49-F238E27FC236}">
                <a16:creationId xmlns:a16="http://schemas.microsoft.com/office/drawing/2014/main" id="{8D5E809A-5F05-465E-AC9F-CCA9860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09</a:t>
            </a:r>
          </a:p>
        </p:txBody>
      </p:sp>
    </p:spTree>
    <p:extLst>
      <p:ext uri="{BB962C8B-B14F-4D97-AF65-F5344CB8AC3E}">
        <p14:creationId xmlns:p14="http://schemas.microsoft.com/office/powerpoint/2010/main" val="2096274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p10-矩形-0001">
            <a:extLst xmlns:a="http://schemas.openxmlformats.org/drawingml/2006/main">
              <a:ext uri="{FF2B5EF4-FFF2-40B4-BE49-F238E27FC236}">
                <a16:creationId xmlns:a16="http://schemas.microsoft.com/office/drawing/2014/main" id="{02F35901-63C3-4FD2-A2E7-73905A8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0-矩形-0002">
            <a:extLst xmlns:a="http://schemas.openxmlformats.org/drawingml/2006/main">
              <a:ext uri="{FF2B5EF4-FFF2-40B4-BE49-F238E27FC236}">
                <a16:creationId xmlns:a16="http://schemas.microsoft.com/office/drawing/2014/main" id="{4384C4C2-7FF0-4177-B3D9-FBB63279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0-文本-0003">
            <a:extLst xmlns:a="http://schemas.openxmlformats.org/drawingml/2006/main">
              <a:ext uri="{FF2B5EF4-FFF2-40B4-BE49-F238E27FC236}">
                <a16:creationId xmlns:a16="http://schemas.microsoft.com/office/drawing/2014/main" id="{935D25C4-1C8B-431E-9772-300FC11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研究路线将每一步输出交给下一步检验</a:t>
            </a:r>
          </a:p>
        </p:txBody>
      </p:sp>
      <p:sp>
        <p:nvSpPr>
          <p:cNvPr id="4" name="p10-文本-0004">
            <a:extLst xmlns:a="http://schemas.openxmlformats.org/drawingml/2006/main">
              <a:ext uri="{FF2B5EF4-FFF2-40B4-BE49-F238E27FC236}">
                <a16:creationId xmlns:a16="http://schemas.microsoft.com/office/drawing/2014/main" id="{8E593623-F23D-4ABE-97EF-DA2DA703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结构采集形成输入，特征分析提出候选，独立测量回传证据</a:t>
            </a:r>
          </a:p>
        </p:txBody>
      </p:sp>
      <p:sp>
        <p:nvSpPr>
          <p:cNvPr id="5" name="p10-线-0005">
            <a:extLst xmlns:a="http://schemas.openxmlformats.org/drawingml/2006/main">
              <a:ext uri="{FF2B5EF4-FFF2-40B4-BE49-F238E27FC236}">
                <a16:creationId xmlns:a16="http://schemas.microsoft.com/office/drawing/2014/main" id="{08F4CCD5-2D72-492B-B4D6-5FA70A77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0-矩形-0006">
            <a:extLst xmlns:a="http://schemas.openxmlformats.org/drawingml/2006/main">
              <a:ext uri="{FF2B5EF4-FFF2-40B4-BE49-F238E27FC236}">
                <a16:creationId xmlns:a16="http://schemas.microsoft.com/office/drawing/2014/main" id="{91F9B921-A80E-4A5E-8F15-E69886D8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248602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" name="p10-矩形-0007">
            <a:extLst xmlns:a="http://schemas.openxmlformats.org/drawingml/2006/main">
              <a:ext uri="{FF2B5EF4-FFF2-40B4-BE49-F238E27FC236}">
                <a16:creationId xmlns:a16="http://schemas.microsoft.com/office/drawing/2014/main" id="{F618C94D-EB52-4E0F-9A76-C3722BBB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2486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p10-文本-0008">
            <a:extLst xmlns:a="http://schemas.openxmlformats.org/drawingml/2006/main">
              <a:ext uri="{FF2B5EF4-FFF2-40B4-BE49-F238E27FC236}">
                <a16:creationId xmlns:a16="http://schemas.microsoft.com/office/drawing/2014/main" id="{39A2B032-F4CE-410D-84E7-70EB87C4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210" y="16407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结构采集</a:t>
            </a:r>
          </a:p>
        </p:txBody>
      </p:sp>
      <p:sp>
        <p:nvSpPr>
          <p:cNvPr id="9" name="p10-矩形-0009">
            <a:extLst xmlns:a="http://schemas.openxmlformats.org/drawingml/2006/main">
              <a:ext uri="{FF2B5EF4-FFF2-40B4-BE49-F238E27FC236}">
                <a16:creationId xmlns:a16="http://schemas.microsoft.com/office/drawing/2014/main" id="{9E8B55AE-35E1-4EC3-AC8B-34BB1186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028825" cy="1259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3"/>
          </a:solidFill>
          <a:ln xmlns:a="http://schemas.openxmlformats.org/drawingml/2006/main" w="0">
            <a:noFill/>
          </a:ln>
        </p:spPr>
      </p:sp>
      <p:sp>
        <p:nvSpPr>
          <p:cNvPr id="10" name="p10-椭圆-0010">
            <a:extLst xmlns:a="http://schemas.openxmlformats.org/drawingml/2006/main">
              <a:ext uri="{FF2B5EF4-FFF2-40B4-BE49-F238E27FC236}">
                <a16:creationId xmlns:a16="http://schemas.microsoft.com/office/drawing/2014/main" id="{47D431A2-5A77-4B35-AC4A-F6459DBE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222885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1" name="p10-椭圆-0011">
            <a:extLst xmlns:a="http://schemas.openxmlformats.org/drawingml/2006/main">
              <a:ext uri="{FF2B5EF4-FFF2-40B4-BE49-F238E27FC236}">
                <a16:creationId xmlns:a16="http://schemas.microsoft.com/office/drawing/2014/main" id="{E13A4922-B807-4495-BF77-62708D4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028" y="2656519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2" name="p10-椭圆-0012">
            <a:extLst xmlns:a="http://schemas.openxmlformats.org/drawingml/2006/main">
              <a:ext uri="{FF2B5EF4-FFF2-40B4-BE49-F238E27FC236}">
                <a16:creationId xmlns:a16="http://schemas.microsoft.com/office/drawing/2014/main" id="{2AB1CCC9-BA45-47D8-877C-AEB8478D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43" y="3084188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3" name="p10-椭圆-0013">
            <a:extLst xmlns:a="http://schemas.openxmlformats.org/drawingml/2006/main">
              <a:ext uri="{FF2B5EF4-FFF2-40B4-BE49-F238E27FC236}">
                <a16:creationId xmlns:a16="http://schemas.microsoft.com/office/drawing/2014/main" id="{B75A7FEB-545C-4E19-A8EF-F18C957D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283" y="2442580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4" name="p10-椭圆-0014">
            <a:extLst xmlns:a="http://schemas.openxmlformats.org/drawingml/2006/main">
              <a:ext uri="{FF2B5EF4-FFF2-40B4-BE49-F238E27FC236}">
                <a16:creationId xmlns:a16="http://schemas.microsoft.com/office/drawing/2014/main" id="{BCCCF292-0F1D-4268-B50A-9A3AC19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798" y="2870249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5" name="p10-椭圆-0015">
            <a:extLst xmlns:a="http://schemas.openxmlformats.org/drawingml/2006/main">
              <a:ext uri="{FF2B5EF4-FFF2-40B4-BE49-F238E27FC236}">
                <a16:creationId xmlns:a16="http://schemas.microsoft.com/office/drawing/2014/main" id="{41D2E2ED-25C8-4C00-BC45-72281FE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14" y="2304841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6" name="p10-椭圆-0016">
            <a:extLst xmlns:a="http://schemas.openxmlformats.org/drawingml/2006/main">
              <a:ext uri="{FF2B5EF4-FFF2-40B4-BE49-F238E27FC236}">
                <a16:creationId xmlns:a16="http://schemas.microsoft.com/office/drawing/2014/main" id="{E3867048-F464-47BC-9B8E-0B27371D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54" y="2732510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7" name="p10-椭圆-0017">
            <a:extLst xmlns:a="http://schemas.openxmlformats.org/drawingml/2006/main">
              <a:ext uri="{FF2B5EF4-FFF2-40B4-BE49-F238E27FC236}">
                <a16:creationId xmlns:a16="http://schemas.microsoft.com/office/drawing/2014/main" id="{FA6B2D6C-C64E-4EE2-95B8-E719BE8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69" y="3160179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8" name="p10-椭圆-0018">
            <a:extLst xmlns:a="http://schemas.openxmlformats.org/drawingml/2006/main">
              <a:ext uri="{FF2B5EF4-FFF2-40B4-BE49-F238E27FC236}">
                <a16:creationId xmlns:a16="http://schemas.microsoft.com/office/drawing/2014/main" id="{96FD3D4B-F1F0-4922-A226-FE69D560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609" y="2518571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9" name="p10-椭圆-0019">
            <a:extLst xmlns:a="http://schemas.openxmlformats.org/drawingml/2006/main">
              <a:ext uri="{FF2B5EF4-FFF2-40B4-BE49-F238E27FC236}">
                <a16:creationId xmlns:a16="http://schemas.microsoft.com/office/drawing/2014/main" id="{FE5DB3F9-C645-4BAF-96AF-8E5F9704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125" y="2946240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0" name="p10-椭圆-0020">
            <a:extLst xmlns:a="http://schemas.openxmlformats.org/drawingml/2006/main">
              <a:ext uri="{FF2B5EF4-FFF2-40B4-BE49-F238E27FC236}">
                <a16:creationId xmlns:a16="http://schemas.microsoft.com/office/drawing/2014/main" id="{CCAEC3DB-6C98-4DD1-A848-BB083ED1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40" y="2380832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1" name="p10-椭圆-0021">
            <a:extLst xmlns:a="http://schemas.openxmlformats.org/drawingml/2006/main">
              <a:ext uri="{FF2B5EF4-FFF2-40B4-BE49-F238E27FC236}">
                <a16:creationId xmlns:a16="http://schemas.microsoft.com/office/drawing/2014/main" id="{C0A073F8-EA16-4AFF-A4CE-7595F66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80" y="2808501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2" name="p10-椭圆-0022">
            <a:extLst xmlns:a="http://schemas.openxmlformats.org/drawingml/2006/main">
              <a:ext uri="{FF2B5EF4-FFF2-40B4-BE49-F238E27FC236}">
                <a16:creationId xmlns:a16="http://schemas.microsoft.com/office/drawing/2014/main" id="{46D8C31B-7432-4173-BE67-BD9ADA8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95" y="3236170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3" name="p10-椭圆-0023">
            <a:extLst xmlns:a="http://schemas.openxmlformats.org/drawingml/2006/main">
              <a:ext uri="{FF2B5EF4-FFF2-40B4-BE49-F238E27FC236}">
                <a16:creationId xmlns:a16="http://schemas.microsoft.com/office/drawing/2014/main" id="{2E0325AA-E033-41C8-8166-38533F7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1" y="2594562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4" name="p10-椭圆-0024">
            <a:extLst xmlns:a="http://schemas.openxmlformats.org/drawingml/2006/main">
              <a:ext uri="{FF2B5EF4-FFF2-40B4-BE49-F238E27FC236}">
                <a16:creationId xmlns:a16="http://schemas.microsoft.com/office/drawing/2014/main" id="{57F5EDA0-365F-4ADA-925B-DAD3BE4F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451" y="3022231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5" name="p10-椭圆-0025">
            <a:extLst xmlns:a="http://schemas.openxmlformats.org/drawingml/2006/main">
              <a:ext uri="{FF2B5EF4-FFF2-40B4-BE49-F238E27FC236}">
                <a16:creationId xmlns:a16="http://schemas.microsoft.com/office/drawing/2014/main" id="{03937CFF-34F7-4631-85B4-F37CF5C2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266" y="2456823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6" name="p10-椭圆-0026">
            <a:extLst xmlns:a="http://schemas.openxmlformats.org/drawingml/2006/main">
              <a:ext uri="{FF2B5EF4-FFF2-40B4-BE49-F238E27FC236}">
                <a16:creationId xmlns:a16="http://schemas.microsoft.com/office/drawing/2014/main" id="{CD6FBA55-72B5-4E83-AE2A-3163EE4B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006" y="2884492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7" name="p10-椭圆-0027">
            <a:extLst xmlns:a="http://schemas.openxmlformats.org/drawingml/2006/main">
              <a:ext uri="{FF2B5EF4-FFF2-40B4-BE49-F238E27FC236}">
                <a16:creationId xmlns:a16="http://schemas.microsoft.com/office/drawing/2014/main" id="{F94CDCAC-D11D-4BFA-B415-D0154204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522" y="2242885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8" name="p10-椭圆-0028">
            <a:extLst xmlns:a="http://schemas.openxmlformats.org/drawingml/2006/main">
              <a:ext uri="{FF2B5EF4-FFF2-40B4-BE49-F238E27FC236}">
                <a16:creationId xmlns:a16="http://schemas.microsoft.com/office/drawing/2014/main" id="{C1B2505A-C04D-409C-8CB3-4172FDCE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37" y="2670553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9" name="p10-椭圆-0029">
            <a:extLst xmlns:a="http://schemas.openxmlformats.org/drawingml/2006/main">
              <a:ext uri="{FF2B5EF4-FFF2-40B4-BE49-F238E27FC236}">
                <a16:creationId xmlns:a16="http://schemas.microsoft.com/office/drawing/2014/main" id="{D14C6C44-F9C9-49E3-90CE-5EF9B33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777" y="309822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0" name="p10-椭圆-0030">
            <a:extLst xmlns:a="http://schemas.openxmlformats.org/drawingml/2006/main">
              <a:ext uri="{FF2B5EF4-FFF2-40B4-BE49-F238E27FC236}">
                <a16:creationId xmlns:a16="http://schemas.microsoft.com/office/drawing/2014/main" id="{08FBE788-0B87-48FE-B93F-B0A89D9D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592" y="253281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1" name="p10-椭圆-0031">
            <a:extLst xmlns:a="http://schemas.openxmlformats.org/drawingml/2006/main">
              <a:ext uri="{FF2B5EF4-FFF2-40B4-BE49-F238E27FC236}">
                <a16:creationId xmlns:a16="http://schemas.microsoft.com/office/drawing/2014/main" id="{F64CF474-444F-4562-AE59-6235D1EB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33" y="296048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2" name="p10-椭圆-0032">
            <a:extLst xmlns:a="http://schemas.openxmlformats.org/drawingml/2006/main">
              <a:ext uri="{FF2B5EF4-FFF2-40B4-BE49-F238E27FC236}">
                <a16:creationId xmlns:a16="http://schemas.microsoft.com/office/drawing/2014/main" id="{90DB5C13-43C6-451D-A87E-E47AE392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848" y="2318876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3" name="p10-椭圆-0033">
            <a:extLst xmlns:a="http://schemas.openxmlformats.org/drawingml/2006/main">
              <a:ext uri="{FF2B5EF4-FFF2-40B4-BE49-F238E27FC236}">
                <a16:creationId xmlns:a16="http://schemas.microsoft.com/office/drawing/2014/main" id="{E7C75C3D-A19A-4FDB-A56D-6D1C652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63" y="274654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4" name="p10-椭圆-0034">
            <a:extLst xmlns:a="http://schemas.openxmlformats.org/drawingml/2006/main">
              <a:ext uri="{FF2B5EF4-FFF2-40B4-BE49-F238E27FC236}">
                <a16:creationId xmlns:a16="http://schemas.microsoft.com/office/drawing/2014/main" id="{20C80D42-2447-420D-BF41-6AD275C0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103" y="317421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5" name="p10-椭圆-0035">
            <a:extLst xmlns:a="http://schemas.openxmlformats.org/drawingml/2006/main">
              <a:ext uri="{FF2B5EF4-FFF2-40B4-BE49-F238E27FC236}">
                <a16:creationId xmlns:a16="http://schemas.microsoft.com/office/drawing/2014/main" id="{E10C3525-C1A2-4F90-BCC9-B8D9CC6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918" y="2608806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6" name="p10-椭圆-0036">
            <a:extLst xmlns:a="http://schemas.openxmlformats.org/drawingml/2006/main">
              <a:ext uri="{FF2B5EF4-FFF2-40B4-BE49-F238E27FC236}">
                <a16:creationId xmlns:a16="http://schemas.microsoft.com/office/drawing/2014/main" id="{CB8FA55D-A3BD-46DD-8CB0-DE41C81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34" y="303647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7" name="p10-椭圆-0037">
            <a:extLst xmlns:a="http://schemas.openxmlformats.org/drawingml/2006/main">
              <a:ext uri="{FF2B5EF4-FFF2-40B4-BE49-F238E27FC236}">
                <a16:creationId xmlns:a16="http://schemas.microsoft.com/office/drawing/2014/main" id="{FCEEFE07-8BA0-4395-9BFE-783D700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174" y="2394867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8" name="p10-椭圆-0038">
            <a:extLst xmlns:a="http://schemas.openxmlformats.org/drawingml/2006/main">
              <a:ext uri="{FF2B5EF4-FFF2-40B4-BE49-F238E27FC236}">
                <a16:creationId xmlns:a16="http://schemas.microsoft.com/office/drawing/2014/main" id="{CD08BE98-4EF4-496A-A5B6-9AD02801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689" y="2822536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9" name="p10-椭圆-0039">
            <a:extLst xmlns:a="http://schemas.openxmlformats.org/drawingml/2006/main">
              <a:ext uri="{FF2B5EF4-FFF2-40B4-BE49-F238E27FC236}">
                <a16:creationId xmlns:a16="http://schemas.microsoft.com/office/drawing/2014/main" id="{846CA054-D411-4CB9-803B-BC0603D7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429" y="2180928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0" name="p10-椭圆-0040">
            <a:extLst xmlns:a="http://schemas.openxmlformats.org/drawingml/2006/main">
              <a:ext uri="{FF2B5EF4-FFF2-40B4-BE49-F238E27FC236}">
                <a16:creationId xmlns:a16="http://schemas.microsoft.com/office/drawing/2014/main" id="{36504DAA-1883-4623-B1D0-FB054C2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45" y="2684797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1" name="p10-椭圆-0041">
            <a:extLst xmlns:a="http://schemas.openxmlformats.org/drawingml/2006/main">
              <a:ext uri="{FF2B5EF4-FFF2-40B4-BE49-F238E27FC236}">
                <a16:creationId xmlns:a16="http://schemas.microsoft.com/office/drawing/2014/main" id="{85DF2204-CD76-4219-A767-9E523F29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60" y="3112466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2" name="p10-椭圆-0042">
            <a:extLst xmlns:a="http://schemas.openxmlformats.org/drawingml/2006/main">
              <a:ext uri="{FF2B5EF4-FFF2-40B4-BE49-F238E27FC236}">
                <a16:creationId xmlns:a16="http://schemas.microsoft.com/office/drawing/2014/main" id="{033679ED-3743-489B-81E8-867D2ED2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00" y="2470858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3" name="p10-椭圆-0043">
            <a:extLst xmlns:a="http://schemas.openxmlformats.org/drawingml/2006/main">
              <a:ext uri="{FF2B5EF4-FFF2-40B4-BE49-F238E27FC236}">
                <a16:creationId xmlns:a16="http://schemas.microsoft.com/office/drawing/2014/main" id="{54ED78CE-60DE-4D20-AFD9-D2F71773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015" y="2898527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4" name="p10-椭圆-0044">
            <a:extLst xmlns:a="http://schemas.openxmlformats.org/drawingml/2006/main">
              <a:ext uri="{FF2B5EF4-FFF2-40B4-BE49-F238E27FC236}">
                <a16:creationId xmlns:a16="http://schemas.microsoft.com/office/drawing/2014/main" id="{49E7B446-7360-40AF-B97A-19BB85B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31" y="2256919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5" name="p10-椭圆-0045">
            <a:extLst xmlns:a="http://schemas.openxmlformats.org/drawingml/2006/main">
              <a:ext uri="{FF2B5EF4-FFF2-40B4-BE49-F238E27FC236}">
                <a16:creationId xmlns:a16="http://schemas.microsoft.com/office/drawing/2014/main" id="{24331C60-D3C9-4D99-B2BB-3009C83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71" y="2760788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6" name="p10-椭圆-0046">
            <a:extLst xmlns:a="http://schemas.openxmlformats.org/drawingml/2006/main">
              <a:ext uri="{FF2B5EF4-FFF2-40B4-BE49-F238E27FC236}">
                <a16:creationId xmlns:a16="http://schemas.microsoft.com/office/drawing/2014/main" id="{2FF80D94-DF92-4432-8AAA-FA00068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86" y="3188457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7" name="p10-椭圆-0047">
            <a:extLst xmlns:a="http://schemas.openxmlformats.org/drawingml/2006/main">
              <a:ext uri="{FF2B5EF4-FFF2-40B4-BE49-F238E27FC236}">
                <a16:creationId xmlns:a16="http://schemas.microsoft.com/office/drawing/2014/main" id="{55820473-D2F7-4F5F-B2D7-DF731594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26" y="2546849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8" name="p10-线-0048">
            <a:extLst xmlns:a="http://schemas.openxmlformats.org/drawingml/2006/main">
              <a:ext uri="{FF2B5EF4-FFF2-40B4-BE49-F238E27FC236}">
                <a16:creationId xmlns:a16="http://schemas.microsoft.com/office/drawing/2014/main" id="{ED6D3B3B-406C-4C1C-B7E5-2D77D99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60027"/>
            <a:ext cx="476250" cy="95"/>
          </a:xfrm>
          <a:custGeom xmlns:a="http://schemas.openxmlformats.org/drawingml/2006/main">
            <a:pathLst>
              <a:path w="476250" h="9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9" name="p10-文本-0049">
            <a:extLst xmlns:a="http://schemas.openxmlformats.org/drawingml/2006/main">
              <a:ext uri="{FF2B5EF4-FFF2-40B4-BE49-F238E27FC236}">
                <a16:creationId xmlns:a16="http://schemas.microsoft.com/office/drawing/2014/main" id="{06340030-11AA-4501-A71D-102A065D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2684"/>
            <a:ext cx="495300" cy="16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形貌示意</a:t>
            </a:r>
          </a:p>
        </p:txBody>
      </p:sp>
      <p:sp>
        <p:nvSpPr>
          <p:cNvPr id="50" name="p10-文本-0050">
            <a:extLst xmlns:a="http://schemas.openxmlformats.org/drawingml/2006/main">
              <a:ext uri="{FF2B5EF4-FFF2-40B4-BE49-F238E27FC236}">
                <a16:creationId xmlns:a16="http://schemas.microsoft.com/office/drawing/2014/main" id="{4C221F5A-406F-4141-BA52-BFB301F6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9103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记录样本与条件</a:t>
            </a:r>
          </a:p>
        </p:txBody>
      </p:sp>
      <p:sp>
        <p:nvSpPr>
          <p:cNvPr id="51" name="p10-文本-0051">
            <a:extLst xmlns:a="http://schemas.openxmlformats.org/drawingml/2006/main">
              <a:ext uri="{FF2B5EF4-FFF2-40B4-BE49-F238E27FC236}">
                <a16:creationId xmlns:a16="http://schemas.microsoft.com/office/drawing/2014/main" id="{E10CC413-765C-40FC-9928-AA0110F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5803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得到可比较图像</a:t>
            </a:r>
          </a:p>
        </p:txBody>
      </p:sp>
      <p:sp>
        <p:nvSpPr>
          <p:cNvPr id="52" name="p10-文本-0052">
            <a:extLst xmlns:a="http://schemas.openxmlformats.org/drawingml/2006/main">
              <a:ext uri="{FF2B5EF4-FFF2-40B4-BE49-F238E27FC236}">
                <a16:creationId xmlns:a16="http://schemas.microsoft.com/office/drawing/2014/main" id="{3FE1DB12-1110-45BC-870A-8556F313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8" y="4932406"/>
            <a:ext cx="994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结构参数表</a:t>
            </a:r>
          </a:p>
        </p:txBody>
      </p:sp>
      <p:sp>
        <p:nvSpPr>
          <p:cNvPr id="53" name="p10-路径-0053">
            <a:extLst xmlns:a="http://schemas.openxmlformats.org/drawingml/2006/main">
              <a:ext uri="{FF2B5EF4-FFF2-40B4-BE49-F238E27FC236}">
                <a16:creationId xmlns:a16="http://schemas.microsoft.com/office/drawing/2014/main" id="{FA9573AD-17B2-48A4-85BA-62437C2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66504"/>
            <a:ext cx="257175" cy="153543"/>
          </a:xfrm>
          <a:custGeom xmlns:a="http://schemas.openxmlformats.org/drawingml/2006/main">
            <a:pathLst>
              <a:path w="257175" h="153543">
                <a:moveTo>
                  <a:pt x="0" y="119634"/>
                </a:moveTo>
                <a:lnTo>
                  <a:pt x="133350" y="119634"/>
                </a:lnTo>
                <a:lnTo>
                  <a:pt x="133350" y="153543"/>
                </a:lnTo>
                <a:lnTo>
                  <a:pt x="257175" y="76772"/>
                </a:lnTo>
                <a:lnTo>
                  <a:pt x="133350" y="0"/>
                </a:lnTo>
                <a:lnTo>
                  <a:pt x="133350" y="33909"/>
                </a:lnTo>
                <a:lnTo>
                  <a:pt x="0" y="33909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4" name="p10-矩形-0054">
            <a:extLst xmlns:a="http://schemas.openxmlformats.org/drawingml/2006/main">
              <a:ext uri="{FF2B5EF4-FFF2-40B4-BE49-F238E27FC236}">
                <a16:creationId xmlns:a16="http://schemas.microsoft.com/office/drawing/2014/main" id="{385C9DBA-88A9-426C-92D4-AB25C4A9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19250"/>
            <a:ext cx="248602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55" name="p10-矩形-0055">
            <a:extLst xmlns:a="http://schemas.openxmlformats.org/drawingml/2006/main">
              <a:ext uri="{FF2B5EF4-FFF2-40B4-BE49-F238E27FC236}">
                <a16:creationId xmlns:a16="http://schemas.microsoft.com/office/drawing/2014/main" id="{11CEB4A6-71B7-49EF-9BBE-A6C7007E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19250"/>
            <a:ext cx="2486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6" name="p10-文本-0056">
            <a:extLst xmlns:a="http://schemas.openxmlformats.org/drawingml/2006/main">
              <a:ext uri="{FF2B5EF4-FFF2-40B4-BE49-F238E27FC236}">
                <a16:creationId xmlns:a16="http://schemas.microsoft.com/office/drawing/2014/main" id="{FBED949A-3E7C-42A2-9EF1-88143FEF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435" y="16407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特征提取</a:t>
            </a:r>
          </a:p>
        </p:txBody>
      </p:sp>
      <p:sp>
        <p:nvSpPr>
          <p:cNvPr id="57" name="p10-矩形-0057">
            <a:extLst xmlns:a="http://schemas.openxmlformats.org/drawingml/2006/main">
              <a:ext uri="{FF2B5EF4-FFF2-40B4-BE49-F238E27FC236}">
                <a16:creationId xmlns:a16="http://schemas.microsoft.com/office/drawing/2014/main" id="{3A2B5553-70C4-4795-ADB9-E1BCF94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8" name="p10-矩形-0058">
            <a:extLst xmlns:a="http://schemas.openxmlformats.org/drawingml/2006/main">
              <a:ext uri="{FF2B5EF4-FFF2-40B4-BE49-F238E27FC236}">
                <a16:creationId xmlns:a16="http://schemas.microsoft.com/office/drawing/2014/main" id="{DFD4883E-725D-4601-B2E6-599A725D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59" name="p10-矩形-0059">
            <a:extLst xmlns:a="http://schemas.openxmlformats.org/drawingml/2006/main">
              <a:ext uri="{FF2B5EF4-FFF2-40B4-BE49-F238E27FC236}">
                <a16:creationId xmlns:a16="http://schemas.microsoft.com/office/drawing/2014/main" id="{CA965703-ACD5-4DC8-A91E-BE717323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0" name="p10-矩形-0060">
            <a:extLst xmlns:a="http://schemas.openxmlformats.org/drawingml/2006/main">
              <a:ext uri="{FF2B5EF4-FFF2-40B4-BE49-F238E27FC236}">
                <a16:creationId xmlns:a16="http://schemas.microsoft.com/office/drawing/2014/main" id="{5AC9FB3B-E19C-49E8-9B29-48883A3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1" name="p10-矩形-0061">
            <a:extLst xmlns:a="http://schemas.openxmlformats.org/drawingml/2006/main">
              <a:ext uri="{FF2B5EF4-FFF2-40B4-BE49-F238E27FC236}">
                <a16:creationId xmlns:a16="http://schemas.microsoft.com/office/drawing/2014/main" id="{05B9681C-256A-4EC7-A1C5-3602897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2" name="p10-矩形-0062">
            <a:extLst xmlns:a="http://schemas.openxmlformats.org/drawingml/2006/main">
              <a:ext uri="{FF2B5EF4-FFF2-40B4-BE49-F238E27FC236}">
                <a16:creationId xmlns:a16="http://schemas.microsoft.com/office/drawing/2014/main" id="{964126F6-F6D9-46D4-997D-EC4E54CC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3" name="p10-矩形-0063">
            <a:extLst xmlns:a="http://schemas.openxmlformats.org/drawingml/2006/main">
              <a:ext uri="{FF2B5EF4-FFF2-40B4-BE49-F238E27FC236}">
                <a16:creationId xmlns:a16="http://schemas.microsoft.com/office/drawing/2014/main" id="{7B14A044-DD11-4F5F-A182-9F3F5EE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4" name="p10-矩形-0064">
            <a:extLst xmlns:a="http://schemas.openxmlformats.org/drawingml/2006/main">
              <a:ext uri="{FF2B5EF4-FFF2-40B4-BE49-F238E27FC236}">
                <a16:creationId xmlns:a16="http://schemas.microsoft.com/office/drawing/2014/main" id="{A46625A1-6D5F-468E-BBD2-28F72293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5" name="p10-矩形-0065">
            <a:extLst xmlns:a="http://schemas.openxmlformats.org/drawingml/2006/main">
              <a:ext uri="{FF2B5EF4-FFF2-40B4-BE49-F238E27FC236}">
                <a16:creationId xmlns:a16="http://schemas.microsoft.com/office/drawing/2014/main" id="{D6940E97-4322-49DC-92C8-6876D51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6" name="p10-矩形-0066">
            <a:extLst xmlns:a="http://schemas.openxmlformats.org/drawingml/2006/main">
              <a:ext uri="{FF2B5EF4-FFF2-40B4-BE49-F238E27FC236}">
                <a16:creationId xmlns:a16="http://schemas.microsoft.com/office/drawing/2014/main" id="{79C7627D-53E6-4B75-A880-9CD74E27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7" name="p10-矩形-0067">
            <a:extLst xmlns:a="http://schemas.openxmlformats.org/drawingml/2006/main">
              <a:ext uri="{FF2B5EF4-FFF2-40B4-BE49-F238E27FC236}">
                <a16:creationId xmlns:a16="http://schemas.microsoft.com/office/drawing/2014/main" id="{58C51045-6DCD-49AD-BE1C-D9AF2B3C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8" name="p10-矩形-0068">
            <a:extLst xmlns:a="http://schemas.openxmlformats.org/drawingml/2006/main">
              <a:ext uri="{FF2B5EF4-FFF2-40B4-BE49-F238E27FC236}">
                <a16:creationId xmlns:a16="http://schemas.microsoft.com/office/drawing/2014/main" id="{B2CB04F6-A889-4030-962F-D3A679E9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9" name="p10-矩形-0069">
            <a:extLst xmlns:a="http://schemas.openxmlformats.org/drawingml/2006/main">
              <a:ext uri="{FF2B5EF4-FFF2-40B4-BE49-F238E27FC236}">
                <a16:creationId xmlns:a16="http://schemas.microsoft.com/office/drawing/2014/main" id="{486AA84E-38A5-4DCD-95AA-9EB21D3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0" name="p10-矩形-0070">
            <a:extLst xmlns:a="http://schemas.openxmlformats.org/drawingml/2006/main">
              <a:ext uri="{FF2B5EF4-FFF2-40B4-BE49-F238E27FC236}">
                <a16:creationId xmlns:a16="http://schemas.microsoft.com/office/drawing/2014/main" id="{6459E574-6444-4A8A-B8D4-3027D70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216217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1" name="p10-矩形-0071">
            <a:extLst xmlns:a="http://schemas.openxmlformats.org/drawingml/2006/main">
              <a:ext uri="{FF2B5EF4-FFF2-40B4-BE49-F238E27FC236}">
                <a16:creationId xmlns:a16="http://schemas.microsoft.com/office/drawing/2014/main" id="{FE2F0B93-B386-406F-A82A-01C9C30A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2" name="p10-矩形-0072">
            <a:extLst xmlns:a="http://schemas.openxmlformats.org/drawingml/2006/main">
              <a:ext uri="{FF2B5EF4-FFF2-40B4-BE49-F238E27FC236}">
                <a16:creationId xmlns:a16="http://schemas.microsoft.com/office/drawing/2014/main" id="{4317D07C-AD56-4908-A406-EFDEDD40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73" name="p10-矩形-0073">
            <a:extLst xmlns:a="http://schemas.openxmlformats.org/drawingml/2006/main">
              <a:ext uri="{FF2B5EF4-FFF2-40B4-BE49-F238E27FC236}">
                <a16:creationId xmlns:a16="http://schemas.microsoft.com/office/drawing/2014/main" id="{DBE3F27D-69DE-44D9-8DB0-3C9A68C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74" name="p10-矩形-0074">
            <a:extLst xmlns:a="http://schemas.openxmlformats.org/drawingml/2006/main">
              <a:ext uri="{FF2B5EF4-FFF2-40B4-BE49-F238E27FC236}">
                <a16:creationId xmlns:a16="http://schemas.microsoft.com/office/drawing/2014/main" id="{00AEEB9C-A308-4C5A-B47F-77233F03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75" name="p10-矩形-0075">
            <a:extLst xmlns:a="http://schemas.openxmlformats.org/drawingml/2006/main">
              <a:ext uri="{FF2B5EF4-FFF2-40B4-BE49-F238E27FC236}">
                <a16:creationId xmlns:a16="http://schemas.microsoft.com/office/drawing/2014/main" id="{00C54B30-C90F-480A-8411-269D621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6" name="p10-矩形-0076">
            <a:extLst xmlns:a="http://schemas.openxmlformats.org/drawingml/2006/main">
              <a:ext uri="{FF2B5EF4-FFF2-40B4-BE49-F238E27FC236}">
                <a16:creationId xmlns:a16="http://schemas.microsoft.com/office/drawing/2014/main" id="{7F793EE4-0D03-45F5-94C4-076E49D7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7" name="p10-矩形-0077">
            <a:extLst xmlns:a="http://schemas.openxmlformats.org/drawingml/2006/main">
              <a:ext uri="{FF2B5EF4-FFF2-40B4-BE49-F238E27FC236}">
                <a16:creationId xmlns:a16="http://schemas.microsoft.com/office/drawing/2014/main" id="{0E490E9C-EDD1-40DE-914B-CFAA8A76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8" name="p10-矩形-0078">
            <a:extLst xmlns:a="http://schemas.openxmlformats.org/drawingml/2006/main">
              <a:ext uri="{FF2B5EF4-FFF2-40B4-BE49-F238E27FC236}">
                <a16:creationId xmlns:a16="http://schemas.microsoft.com/office/drawing/2014/main" id="{31B27BAC-D285-44BC-9257-F1F3BFD1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9" name="p10-矩形-0079">
            <a:extLst xmlns:a="http://schemas.openxmlformats.org/drawingml/2006/main">
              <a:ext uri="{FF2B5EF4-FFF2-40B4-BE49-F238E27FC236}">
                <a16:creationId xmlns:a16="http://schemas.microsoft.com/office/drawing/2014/main" id="{05722B86-357F-4781-AE21-82F663A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0" name="p10-矩形-0080">
            <a:extLst xmlns:a="http://schemas.openxmlformats.org/drawingml/2006/main">
              <a:ext uri="{FF2B5EF4-FFF2-40B4-BE49-F238E27FC236}">
                <a16:creationId xmlns:a16="http://schemas.microsoft.com/office/drawing/2014/main" id="{BD21EBF0-F4A9-49E1-8729-C62DE48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1" name="p10-矩形-0081">
            <a:extLst xmlns:a="http://schemas.openxmlformats.org/drawingml/2006/main">
              <a:ext uri="{FF2B5EF4-FFF2-40B4-BE49-F238E27FC236}">
                <a16:creationId xmlns:a16="http://schemas.microsoft.com/office/drawing/2014/main" id="{F684C674-B9E7-4D4A-AA10-9EAE2F28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82" name="p10-矩形-0082">
            <a:extLst xmlns:a="http://schemas.openxmlformats.org/drawingml/2006/main">
              <a:ext uri="{FF2B5EF4-FFF2-40B4-BE49-F238E27FC236}">
                <a16:creationId xmlns:a16="http://schemas.microsoft.com/office/drawing/2014/main" id="{156EA600-14E5-49BE-A5B1-0271C9F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3" name="p10-矩形-0083">
            <a:extLst xmlns:a="http://schemas.openxmlformats.org/drawingml/2006/main">
              <a:ext uri="{FF2B5EF4-FFF2-40B4-BE49-F238E27FC236}">
                <a16:creationId xmlns:a16="http://schemas.microsoft.com/office/drawing/2014/main" id="{34DF9D2B-0663-482D-BBE0-8A7F44DC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4" name="p10-矩形-0084">
            <a:extLst xmlns:a="http://schemas.openxmlformats.org/drawingml/2006/main">
              <a:ext uri="{FF2B5EF4-FFF2-40B4-BE49-F238E27FC236}">
                <a16:creationId xmlns:a16="http://schemas.microsoft.com/office/drawing/2014/main" id="{979BB664-A140-493D-BF35-70B4FEC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231964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5" name="p10-矩形-0085">
            <a:extLst xmlns:a="http://schemas.openxmlformats.org/drawingml/2006/main">
              <a:ext uri="{FF2B5EF4-FFF2-40B4-BE49-F238E27FC236}">
                <a16:creationId xmlns:a16="http://schemas.microsoft.com/office/drawing/2014/main" id="{52C97940-C77E-4F97-9068-7A6509D9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6" name="p10-矩形-0086">
            <a:extLst xmlns:a="http://schemas.openxmlformats.org/drawingml/2006/main">
              <a:ext uri="{FF2B5EF4-FFF2-40B4-BE49-F238E27FC236}">
                <a16:creationId xmlns:a16="http://schemas.microsoft.com/office/drawing/2014/main" id="{88A75C4B-8682-4407-8CC5-21D3585D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7" name="p10-矩形-0087">
            <a:extLst xmlns:a="http://schemas.openxmlformats.org/drawingml/2006/main">
              <a:ext uri="{FF2B5EF4-FFF2-40B4-BE49-F238E27FC236}">
                <a16:creationId xmlns:a16="http://schemas.microsoft.com/office/drawing/2014/main" id="{204E031F-36E2-4C82-B16F-F7919565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8" name="p10-矩形-0088">
            <a:extLst xmlns:a="http://schemas.openxmlformats.org/drawingml/2006/main">
              <a:ext uri="{FF2B5EF4-FFF2-40B4-BE49-F238E27FC236}">
                <a16:creationId xmlns:a16="http://schemas.microsoft.com/office/drawing/2014/main" id="{51888E66-8EFA-489A-AEA2-B7F7CAA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9" name="p10-矩形-0089">
            <a:extLst xmlns:a="http://schemas.openxmlformats.org/drawingml/2006/main">
              <a:ext uri="{FF2B5EF4-FFF2-40B4-BE49-F238E27FC236}">
                <a16:creationId xmlns:a16="http://schemas.microsoft.com/office/drawing/2014/main" id="{E79F99DA-B9E5-46A6-BDE8-A72CA948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0" name="p10-矩形-0090">
            <a:extLst xmlns:a="http://schemas.openxmlformats.org/drawingml/2006/main">
              <a:ext uri="{FF2B5EF4-FFF2-40B4-BE49-F238E27FC236}">
                <a16:creationId xmlns:a16="http://schemas.microsoft.com/office/drawing/2014/main" id="{CE59677F-31B8-443C-AC58-244BDC2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1" name="p10-矩形-0091">
            <a:extLst xmlns:a="http://schemas.openxmlformats.org/drawingml/2006/main">
              <a:ext uri="{FF2B5EF4-FFF2-40B4-BE49-F238E27FC236}">
                <a16:creationId xmlns:a16="http://schemas.microsoft.com/office/drawing/2014/main" id="{73CE4077-DD48-4700-B613-5E72823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2" name="p10-矩形-0092">
            <a:extLst xmlns:a="http://schemas.openxmlformats.org/drawingml/2006/main">
              <a:ext uri="{FF2B5EF4-FFF2-40B4-BE49-F238E27FC236}">
                <a16:creationId xmlns:a16="http://schemas.microsoft.com/office/drawing/2014/main" id="{7984A113-0917-405B-A1F6-B5AD4EB8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3" name="p10-矩形-0093">
            <a:extLst xmlns:a="http://schemas.openxmlformats.org/drawingml/2006/main">
              <a:ext uri="{FF2B5EF4-FFF2-40B4-BE49-F238E27FC236}">
                <a16:creationId xmlns:a16="http://schemas.microsoft.com/office/drawing/2014/main" id="{F628A06B-E397-4D2D-B35D-C67C9E21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4" name="p10-矩形-0094">
            <a:extLst xmlns:a="http://schemas.openxmlformats.org/drawingml/2006/main">
              <a:ext uri="{FF2B5EF4-FFF2-40B4-BE49-F238E27FC236}">
                <a16:creationId xmlns:a16="http://schemas.microsoft.com/office/drawing/2014/main" id="{CEF1BB35-B6D0-42C9-A9D5-73D4C23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95" name="p10-矩形-0095">
            <a:extLst xmlns:a="http://schemas.openxmlformats.org/drawingml/2006/main">
              <a:ext uri="{FF2B5EF4-FFF2-40B4-BE49-F238E27FC236}">
                <a16:creationId xmlns:a16="http://schemas.microsoft.com/office/drawing/2014/main" id="{D3A76A6D-57AB-44D4-86C1-89F28668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96" name="p10-矩形-0096">
            <a:extLst xmlns:a="http://schemas.openxmlformats.org/drawingml/2006/main">
              <a:ext uri="{FF2B5EF4-FFF2-40B4-BE49-F238E27FC236}">
                <a16:creationId xmlns:a16="http://schemas.microsoft.com/office/drawing/2014/main" id="{F85B2A51-689B-4E22-817E-7683231A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97" name="p10-矩形-0097">
            <a:extLst xmlns:a="http://schemas.openxmlformats.org/drawingml/2006/main">
              <a:ext uri="{FF2B5EF4-FFF2-40B4-BE49-F238E27FC236}">
                <a16:creationId xmlns:a16="http://schemas.microsoft.com/office/drawing/2014/main" id="{A27141BC-EBCD-4433-AF6A-12222EA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8" name="p10-矩形-0098">
            <a:extLst xmlns:a="http://schemas.openxmlformats.org/drawingml/2006/main">
              <a:ext uri="{FF2B5EF4-FFF2-40B4-BE49-F238E27FC236}">
                <a16:creationId xmlns:a16="http://schemas.microsoft.com/office/drawing/2014/main" id="{642C6E6B-6A7A-4364-B823-7829FA0A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247711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9" name="p10-矩形-0099">
            <a:extLst xmlns:a="http://schemas.openxmlformats.org/drawingml/2006/main">
              <a:ext uri="{FF2B5EF4-FFF2-40B4-BE49-F238E27FC236}">
                <a16:creationId xmlns:a16="http://schemas.microsoft.com/office/drawing/2014/main" id="{7BEA362E-FC74-46A7-9E97-892F18B6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0" name="p10-矩形-0100">
            <a:extLst xmlns:a="http://schemas.openxmlformats.org/drawingml/2006/main">
              <a:ext uri="{FF2B5EF4-FFF2-40B4-BE49-F238E27FC236}">
                <a16:creationId xmlns:a16="http://schemas.microsoft.com/office/drawing/2014/main" id="{2EA5DAAB-9182-4AC1-8FD9-4B990F3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01" name="p10-矩形-0101">
            <a:extLst xmlns:a="http://schemas.openxmlformats.org/drawingml/2006/main">
              <a:ext uri="{FF2B5EF4-FFF2-40B4-BE49-F238E27FC236}">
                <a16:creationId xmlns:a16="http://schemas.microsoft.com/office/drawing/2014/main" id="{730EAF75-0475-49F1-A0DD-2868CFC7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02" name="p10-矩形-0102">
            <a:extLst xmlns:a="http://schemas.openxmlformats.org/drawingml/2006/main">
              <a:ext uri="{FF2B5EF4-FFF2-40B4-BE49-F238E27FC236}">
                <a16:creationId xmlns:a16="http://schemas.microsoft.com/office/drawing/2014/main" id="{E4CE2352-496F-4E79-BFC3-B7EA3062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3" name="p10-矩形-0103">
            <a:extLst xmlns:a="http://schemas.openxmlformats.org/drawingml/2006/main">
              <a:ext uri="{FF2B5EF4-FFF2-40B4-BE49-F238E27FC236}">
                <a16:creationId xmlns:a16="http://schemas.microsoft.com/office/drawing/2014/main" id="{67A16A8E-37A5-4B67-BC71-2356756C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4" name="p10-矩形-0104">
            <a:extLst xmlns:a="http://schemas.openxmlformats.org/drawingml/2006/main">
              <a:ext uri="{FF2B5EF4-FFF2-40B4-BE49-F238E27FC236}">
                <a16:creationId xmlns:a16="http://schemas.microsoft.com/office/drawing/2014/main" id="{6A1D02C4-D5D9-436F-9389-A8BBBC6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5" name="p10-矩形-0105">
            <a:extLst xmlns:a="http://schemas.openxmlformats.org/drawingml/2006/main">
              <a:ext uri="{FF2B5EF4-FFF2-40B4-BE49-F238E27FC236}">
                <a16:creationId xmlns:a16="http://schemas.microsoft.com/office/drawing/2014/main" id="{0DA78C6C-A829-4D93-8DA2-827EA586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6" name="p10-矩形-0106">
            <a:extLst xmlns:a="http://schemas.openxmlformats.org/drawingml/2006/main">
              <a:ext uri="{FF2B5EF4-FFF2-40B4-BE49-F238E27FC236}">
                <a16:creationId xmlns:a16="http://schemas.microsoft.com/office/drawing/2014/main" id="{E286B16C-9E63-410E-84B9-659A494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7" name="p10-矩形-0107">
            <a:extLst xmlns:a="http://schemas.openxmlformats.org/drawingml/2006/main">
              <a:ext uri="{FF2B5EF4-FFF2-40B4-BE49-F238E27FC236}">
                <a16:creationId xmlns:a16="http://schemas.microsoft.com/office/drawing/2014/main" id="{F2E1EDB2-4E94-4878-BF61-88A63B9B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08" name="p10-矩形-0108">
            <a:extLst xmlns:a="http://schemas.openxmlformats.org/drawingml/2006/main">
              <a:ext uri="{FF2B5EF4-FFF2-40B4-BE49-F238E27FC236}">
                <a16:creationId xmlns:a16="http://schemas.microsoft.com/office/drawing/2014/main" id="{04E956A8-C620-4905-BFBF-8C1C9292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09" name="p10-矩形-0109">
            <a:extLst xmlns:a="http://schemas.openxmlformats.org/drawingml/2006/main">
              <a:ext uri="{FF2B5EF4-FFF2-40B4-BE49-F238E27FC236}">
                <a16:creationId xmlns:a16="http://schemas.microsoft.com/office/drawing/2014/main" id="{8C53E788-2B03-4EED-AD61-48DB9B9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10" name="p10-矩形-0110">
            <a:extLst xmlns:a="http://schemas.openxmlformats.org/drawingml/2006/main">
              <a:ext uri="{FF2B5EF4-FFF2-40B4-BE49-F238E27FC236}">
                <a16:creationId xmlns:a16="http://schemas.microsoft.com/office/drawing/2014/main" id="{FCA72C55-0148-41D7-A837-F78937F3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11" name="p10-矩形-0111">
            <a:extLst xmlns:a="http://schemas.openxmlformats.org/drawingml/2006/main">
              <a:ext uri="{FF2B5EF4-FFF2-40B4-BE49-F238E27FC236}">
                <a16:creationId xmlns:a16="http://schemas.microsoft.com/office/drawing/2014/main" id="{A9EC5FD9-8A62-451D-817E-FE453125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12" name="p10-矩形-0112">
            <a:extLst xmlns:a="http://schemas.openxmlformats.org/drawingml/2006/main">
              <a:ext uri="{FF2B5EF4-FFF2-40B4-BE49-F238E27FC236}">
                <a16:creationId xmlns:a16="http://schemas.microsoft.com/office/drawing/2014/main" id="{A654F68A-C237-4063-ABC4-E06FB4C6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2634591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3" name="p10-矩形-0113">
            <a:extLst xmlns:a="http://schemas.openxmlformats.org/drawingml/2006/main">
              <a:ext uri="{FF2B5EF4-FFF2-40B4-BE49-F238E27FC236}">
                <a16:creationId xmlns:a16="http://schemas.microsoft.com/office/drawing/2014/main" id="{0C27BE9F-3B98-4708-B590-C5564250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4" name="p10-矩形-0114">
            <a:extLst xmlns:a="http://schemas.openxmlformats.org/drawingml/2006/main">
              <a:ext uri="{FF2B5EF4-FFF2-40B4-BE49-F238E27FC236}">
                <a16:creationId xmlns:a16="http://schemas.microsoft.com/office/drawing/2014/main" id="{409FEE62-0502-45E8-8218-36B45C9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5" name="p10-矩形-0115">
            <a:extLst xmlns:a="http://schemas.openxmlformats.org/drawingml/2006/main">
              <a:ext uri="{FF2B5EF4-FFF2-40B4-BE49-F238E27FC236}">
                <a16:creationId xmlns:a16="http://schemas.microsoft.com/office/drawing/2014/main" id="{CB0DA974-CF50-4DBD-9717-A402EC88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6" name="p10-矩形-0116">
            <a:extLst xmlns:a="http://schemas.openxmlformats.org/drawingml/2006/main">
              <a:ext uri="{FF2B5EF4-FFF2-40B4-BE49-F238E27FC236}">
                <a16:creationId xmlns:a16="http://schemas.microsoft.com/office/drawing/2014/main" id="{7C61CCB2-450B-4344-8068-A0C8B7A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7" name="p10-矩形-0117">
            <a:extLst xmlns:a="http://schemas.openxmlformats.org/drawingml/2006/main">
              <a:ext uri="{FF2B5EF4-FFF2-40B4-BE49-F238E27FC236}">
                <a16:creationId xmlns:a16="http://schemas.microsoft.com/office/drawing/2014/main" id="{FDA9B267-945E-4C20-B16F-98D86A5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8" name="p10-矩形-0118">
            <a:extLst xmlns:a="http://schemas.openxmlformats.org/drawingml/2006/main">
              <a:ext uri="{FF2B5EF4-FFF2-40B4-BE49-F238E27FC236}">
                <a16:creationId xmlns:a16="http://schemas.microsoft.com/office/drawing/2014/main" id="{2BD7D8B4-7263-4C34-AC89-64E33205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9" name="p10-矩形-0119">
            <a:extLst xmlns:a="http://schemas.openxmlformats.org/drawingml/2006/main">
              <a:ext uri="{FF2B5EF4-FFF2-40B4-BE49-F238E27FC236}">
                <a16:creationId xmlns:a16="http://schemas.microsoft.com/office/drawing/2014/main" id="{8977F425-397D-41B3-972F-025C9B0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20" name="p10-矩形-0120">
            <a:extLst xmlns:a="http://schemas.openxmlformats.org/drawingml/2006/main">
              <a:ext uri="{FF2B5EF4-FFF2-40B4-BE49-F238E27FC236}">
                <a16:creationId xmlns:a16="http://schemas.microsoft.com/office/drawing/2014/main" id="{DB223E5F-F877-4B18-A711-2FB0ACC8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21" name="p10-矩形-0121">
            <a:extLst xmlns:a="http://schemas.openxmlformats.org/drawingml/2006/main">
              <a:ext uri="{FF2B5EF4-FFF2-40B4-BE49-F238E27FC236}">
                <a16:creationId xmlns:a16="http://schemas.microsoft.com/office/drawing/2014/main" id="{16DE8EB7-C8CE-4988-B0F7-42E4562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22" name="p10-矩形-0122">
            <a:extLst xmlns:a="http://schemas.openxmlformats.org/drawingml/2006/main">
              <a:ext uri="{FF2B5EF4-FFF2-40B4-BE49-F238E27FC236}">
                <a16:creationId xmlns:a16="http://schemas.microsoft.com/office/drawing/2014/main" id="{1AD626B3-92AE-4FDD-8044-692D784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23" name="p10-矩形-0123">
            <a:extLst xmlns:a="http://schemas.openxmlformats.org/drawingml/2006/main">
              <a:ext uri="{FF2B5EF4-FFF2-40B4-BE49-F238E27FC236}">
                <a16:creationId xmlns:a16="http://schemas.microsoft.com/office/drawing/2014/main" id="{F92CBBF3-56F6-417C-9AA1-56B05EAF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24" name="p10-矩形-0124">
            <a:extLst xmlns:a="http://schemas.openxmlformats.org/drawingml/2006/main">
              <a:ext uri="{FF2B5EF4-FFF2-40B4-BE49-F238E27FC236}">
                <a16:creationId xmlns:a16="http://schemas.microsoft.com/office/drawing/2014/main" id="{A907892A-E0FD-44CE-8474-E81732F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25" name="p10-矩形-0125">
            <a:extLst xmlns:a="http://schemas.openxmlformats.org/drawingml/2006/main">
              <a:ext uri="{FF2B5EF4-FFF2-40B4-BE49-F238E27FC236}">
                <a16:creationId xmlns:a16="http://schemas.microsoft.com/office/drawing/2014/main" id="{412B6AF4-ABC3-4B95-B416-AA49F48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26" name="p10-矩形-0126">
            <a:extLst xmlns:a="http://schemas.openxmlformats.org/drawingml/2006/main">
              <a:ext uri="{FF2B5EF4-FFF2-40B4-BE49-F238E27FC236}">
                <a16:creationId xmlns:a16="http://schemas.microsoft.com/office/drawing/2014/main" id="{D1EC6F0C-39AB-4D2E-B8C2-F873CF8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2792063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27" name="p10-矩形-0127">
            <a:extLst xmlns:a="http://schemas.openxmlformats.org/drawingml/2006/main">
              <a:ext uri="{FF2B5EF4-FFF2-40B4-BE49-F238E27FC236}">
                <a16:creationId xmlns:a16="http://schemas.microsoft.com/office/drawing/2014/main" id="{E02823E6-B816-4DE6-943B-AB600D9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28" name="p10-矩形-0128">
            <a:extLst xmlns:a="http://schemas.openxmlformats.org/drawingml/2006/main">
              <a:ext uri="{FF2B5EF4-FFF2-40B4-BE49-F238E27FC236}">
                <a16:creationId xmlns:a16="http://schemas.microsoft.com/office/drawing/2014/main" id="{D5B2C66E-DD3F-40E5-A52D-51F7FC41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29" name="p10-矩形-0129">
            <a:extLst xmlns:a="http://schemas.openxmlformats.org/drawingml/2006/main">
              <a:ext uri="{FF2B5EF4-FFF2-40B4-BE49-F238E27FC236}">
                <a16:creationId xmlns:a16="http://schemas.microsoft.com/office/drawing/2014/main" id="{26329B8C-DC7E-4AC6-A5DB-26CF843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30" name="p10-矩形-0130">
            <a:extLst xmlns:a="http://schemas.openxmlformats.org/drawingml/2006/main">
              <a:ext uri="{FF2B5EF4-FFF2-40B4-BE49-F238E27FC236}">
                <a16:creationId xmlns:a16="http://schemas.microsoft.com/office/drawing/2014/main" id="{CEB11FE9-DB05-4433-BD2F-CBC9BFA0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31" name="p10-矩形-0131">
            <a:extLst xmlns:a="http://schemas.openxmlformats.org/drawingml/2006/main">
              <a:ext uri="{FF2B5EF4-FFF2-40B4-BE49-F238E27FC236}">
                <a16:creationId xmlns:a16="http://schemas.microsoft.com/office/drawing/2014/main" id="{D5A269A6-B75C-4FAC-AFD7-47B14E0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32" name="p10-矩形-0132">
            <a:extLst xmlns:a="http://schemas.openxmlformats.org/drawingml/2006/main">
              <a:ext uri="{FF2B5EF4-FFF2-40B4-BE49-F238E27FC236}">
                <a16:creationId xmlns:a16="http://schemas.microsoft.com/office/drawing/2014/main" id="{BADCDB03-185D-46EA-A4F7-1D820C0E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33" name="p10-矩形-0133">
            <a:extLst xmlns:a="http://schemas.openxmlformats.org/drawingml/2006/main">
              <a:ext uri="{FF2B5EF4-FFF2-40B4-BE49-F238E27FC236}">
                <a16:creationId xmlns:a16="http://schemas.microsoft.com/office/drawing/2014/main" id="{7299D0B5-C549-481D-BC2D-82999FC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34" name="p10-矩形-0134">
            <a:extLst xmlns:a="http://schemas.openxmlformats.org/drawingml/2006/main">
              <a:ext uri="{FF2B5EF4-FFF2-40B4-BE49-F238E27FC236}">
                <a16:creationId xmlns:a16="http://schemas.microsoft.com/office/drawing/2014/main" id="{4F2ACE14-6916-41FE-B8A6-F34A48E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35" name="p10-矩形-0135">
            <a:extLst xmlns:a="http://schemas.openxmlformats.org/drawingml/2006/main">
              <a:ext uri="{FF2B5EF4-FFF2-40B4-BE49-F238E27FC236}">
                <a16:creationId xmlns:a16="http://schemas.microsoft.com/office/drawing/2014/main" id="{98DDEAD9-DCB1-41CB-B909-B47D3A7B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36" name="p10-矩形-0136">
            <a:extLst xmlns:a="http://schemas.openxmlformats.org/drawingml/2006/main">
              <a:ext uri="{FF2B5EF4-FFF2-40B4-BE49-F238E27FC236}">
                <a16:creationId xmlns:a16="http://schemas.microsoft.com/office/drawing/2014/main" id="{906735E8-22A8-4E00-83D6-4FDBFC9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37" name="p10-矩形-0137">
            <a:extLst xmlns:a="http://schemas.openxmlformats.org/drawingml/2006/main">
              <a:ext uri="{FF2B5EF4-FFF2-40B4-BE49-F238E27FC236}">
                <a16:creationId xmlns:a16="http://schemas.microsoft.com/office/drawing/2014/main" id="{9C986310-6FB6-44B4-8039-5006A8C0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38" name="p10-矩形-0138">
            <a:extLst xmlns:a="http://schemas.openxmlformats.org/drawingml/2006/main">
              <a:ext uri="{FF2B5EF4-FFF2-40B4-BE49-F238E27FC236}">
                <a16:creationId xmlns:a16="http://schemas.microsoft.com/office/drawing/2014/main" id="{0C25433E-D02A-4D86-837C-8A3A54A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39" name="p10-矩形-0139">
            <a:extLst xmlns:a="http://schemas.openxmlformats.org/drawingml/2006/main">
              <a:ext uri="{FF2B5EF4-FFF2-40B4-BE49-F238E27FC236}">
                <a16:creationId xmlns:a16="http://schemas.microsoft.com/office/drawing/2014/main" id="{EF64FA9C-8B8D-4245-B800-1E0B17E2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40" name="p10-矩形-0140">
            <a:extLst xmlns:a="http://schemas.openxmlformats.org/drawingml/2006/main">
              <a:ext uri="{FF2B5EF4-FFF2-40B4-BE49-F238E27FC236}">
                <a16:creationId xmlns:a16="http://schemas.microsoft.com/office/drawing/2014/main" id="{9ECDE1FA-C351-4BF4-A64A-30C0BB62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2949535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41" name="p10-矩形-0141">
            <a:extLst xmlns:a="http://schemas.openxmlformats.org/drawingml/2006/main">
              <a:ext uri="{FF2B5EF4-FFF2-40B4-BE49-F238E27FC236}">
                <a16:creationId xmlns:a16="http://schemas.microsoft.com/office/drawing/2014/main" id="{D31E949F-FD39-45CC-BF10-87D05708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42" name="p10-矩形-0142">
            <a:extLst xmlns:a="http://schemas.openxmlformats.org/drawingml/2006/main">
              <a:ext uri="{FF2B5EF4-FFF2-40B4-BE49-F238E27FC236}">
                <a16:creationId xmlns:a16="http://schemas.microsoft.com/office/drawing/2014/main" id="{0FAAF1BF-4A70-4F66-8227-B838FDEA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43" name="p10-矩形-0143">
            <a:extLst xmlns:a="http://schemas.openxmlformats.org/drawingml/2006/main">
              <a:ext uri="{FF2B5EF4-FFF2-40B4-BE49-F238E27FC236}">
                <a16:creationId xmlns:a16="http://schemas.microsoft.com/office/drawing/2014/main" id="{E4ABEA3B-0282-4654-905B-6889EC26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44" name="p10-矩形-0144">
            <a:extLst xmlns:a="http://schemas.openxmlformats.org/drawingml/2006/main">
              <a:ext uri="{FF2B5EF4-FFF2-40B4-BE49-F238E27FC236}">
                <a16:creationId xmlns:a16="http://schemas.microsoft.com/office/drawing/2014/main" id="{9E09418D-46D9-424A-BD25-B9A27C22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45" name="p10-矩形-0145">
            <a:extLst xmlns:a="http://schemas.openxmlformats.org/drawingml/2006/main">
              <a:ext uri="{FF2B5EF4-FFF2-40B4-BE49-F238E27FC236}">
                <a16:creationId xmlns:a16="http://schemas.microsoft.com/office/drawing/2014/main" id="{3999B193-EBCF-4A73-95CA-E7986F7B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46" name="p10-矩形-0146">
            <a:extLst xmlns:a="http://schemas.openxmlformats.org/drawingml/2006/main">
              <a:ext uri="{FF2B5EF4-FFF2-40B4-BE49-F238E27FC236}">
                <a16:creationId xmlns:a16="http://schemas.microsoft.com/office/drawing/2014/main" id="{C97B5CC6-0FA3-4F51-95FA-F81FBF1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47" name="p10-矩形-0147">
            <a:extLst xmlns:a="http://schemas.openxmlformats.org/drawingml/2006/main">
              <a:ext uri="{FF2B5EF4-FFF2-40B4-BE49-F238E27FC236}">
                <a16:creationId xmlns:a16="http://schemas.microsoft.com/office/drawing/2014/main" id="{A08BC4DF-6F19-403F-9B54-3AEFC1D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48" name="p10-矩形-0148">
            <a:extLst xmlns:a="http://schemas.openxmlformats.org/drawingml/2006/main">
              <a:ext uri="{FF2B5EF4-FFF2-40B4-BE49-F238E27FC236}">
                <a16:creationId xmlns:a16="http://schemas.microsoft.com/office/drawing/2014/main" id="{21796222-2C7E-42E5-8783-C2150405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49" name="p10-矩形-0149">
            <a:extLst xmlns:a="http://schemas.openxmlformats.org/drawingml/2006/main">
              <a:ext uri="{FF2B5EF4-FFF2-40B4-BE49-F238E27FC236}">
                <a16:creationId xmlns:a16="http://schemas.microsoft.com/office/drawing/2014/main" id="{750A9BE5-5E27-4D16-B557-5257BDD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50" name="p10-矩形-0150">
            <a:extLst xmlns:a="http://schemas.openxmlformats.org/drawingml/2006/main">
              <a:ext uri="{FF2B5EF4-FFF2-40B4-BE49-F238E27FC236}">
                <a16:creationId xmlns:a16="http://schemas.microsoft.com/office/drawing/2014/main" id="{D4EC9CCF-FD22-460E-9883-29AAE416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51" name="p10-矩形-0151">
            <a:extLst xmlns:a="http://schemas.openxmlformats.org/drawingml/2006/main">
              <a:ext uri="{FF2B5EF4-FFF2-40B4-BE49-F238E27FC236}">
                <a16:creationId xmlns:a16="http://schemas.microsoft.com/office/drawing/2014/main" id="{C20765C8-9A3C-416C-B762-A631438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52" name="p10-矩形-0152">
            <a:extLst xmlns:a="http://schemas.openxmlformats.org/drawingml/2006/main">
              <a:ext uri="{FF2B5EF4-FFF2-40B4-BE49-F238E27FC236}">
                <a16:creationId xmlns:a16="http://schemas.microsoft.com/office/drawing/2014/main" id="{92754394-0F11-464F-90B4-631C82CD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53" name="p10-矩形-0153">
            <a:extLst xmlns:a="http://schemas.openxmlformats.org/drawingml/2006/main">
              <a:ext uri="{FF2B5EF4-FFF2-40B4-BE49-F238E27FC236}">
                <a16:creationId xmlns:a16="http://schemas.microsoft.com/office/drawing/2014/main" id="{A3020327-0D9A-4BA0-A1CB-9EE12E91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54" name="p10-矩形-0154">
            <a:extLst xmlns:a="http://schemas.openxmlformats.org/drawingml/2006/main">
              <a:ext uri="{FF2B5EF4-FFF2-40B4-BE49-F238E27FC236}">
                <a16:creationId xmlns:a16="http://schemas.microsoft.com/office/drawing/2014/main" id="{C187B442-22FA-4516-BD44-F99EADB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3107007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55" name="p10-矩形-0155">
            <a:extLst xmlns:a="http://schemas.openxmlformats.org/drawingml/2006/main">
              <a:ext uri="{FF2B5EF4-FFF2-40B4-BE49-F238E27FC236}">
                <a16:creationId xmlns:a16="http://schemas.microsoft.com/office/drawing/2014/main" id="{0A830A15-9C9A-4D30-A028-EF794BE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56" name="p10-矩形-0156">
            <a:extLst xmlns:a="http://schemas.openxmlformats.org/drawingml/2006/main">
              <a:ext uri="{FF2B5EF4-FFF2-40B4-BE49-F238E27FC236}">
                <a16:creationId xmlns:a16="http://schemas.microsoft.com/office/drawing/2014/main" id="{B132EDA5-623F-4B91-BF74-873428E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991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57" name="p10-矩形-0157">
            <a:extLst xmlns:a="http://schemas.openxmlformats.org/drawingml/2006/main">
              <a:ext uri="{FF2B5EF4-FFF2-40B4-BE49-F238E27FC236}">
                <a16:creationId xmlns:a16="http://schemas.microsoft.com/office/drawing/2014/main" id="{3730CDD7-7BF6-4031-A681-5488053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58" name="p10-矩形-0158">
            <a:extLst xmlns:a="http://schemas.openxmlformats.org/drawingml/2006/main">
              <a:ext uri="{FF2B5EF4-FFF2-40B4-BE49-F238E27FC236}">
                <a16:creationId xmlns:a16="http://schemas.microsoft.com/office/drawing/2014/main" id="{51E61B46-48ED-422E-8ADB-B8A8AEFE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23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59" name="p10-矩形-0159">
            <a:extLst xmlns:a="http://schemas.openxmlformats.org/drawingml/2006/main">
              <a:ext uri="{FF2B5EF4-FFF2-40B4-BE49-F238E27FC236}">
                <a16:creationId xmlns:a16="http://schemas.microsoft.com/office/drawing/2014/main" id="{C5C328F7-7A69-4670-8B31-8A70E833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9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60" name="p10-矩形-0160">
            <a:extLst xmlns:a="http://schemas.openxmlformats.org/drawingml/2006/main">
              <a:ext uri="{FF2B5EF4-FFF2-40B4-BE49-F238E27FC236}">
                <a16:creationId xmlns:a16="http://schemas.microsoft.com/office/drawing/2014/main" id="{855F9A0B-57B2-4764-AC85-0DEF8E5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655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61" name="p10-矩形-0161">
            <a:extLst xmlns:a="http://schemas.openxmlformats.org/drawingml/2006/main">
              <a:ext uri="{FF2B5EF4-FFF2-40B4-BE49-F238E27FC236}">
                <a16:creationId xmlns:a16="http://schemas.microsoft.com/office/drawing/2014/main" id="{9A3C55AB-8774-4C0E-9705-CDB6883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71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62" name="p10-矩形-0162">
            <a:extLst xmlns:a="http://schemas.openxmlformats.org/drawingml/2006/main">
              <a:ext uri="{FF2B5EF4-FFF2-40B4-BE49-F238E27FC236}">
                <a16:creationId xmlns:a16="http://schemas.microsoft.com/office/drawing/2014/main" id="{87F0E0AE-3599-42FD-91FE-CF560CB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63" name="p10-矩形-0163">
            <a:extLst xmlns:a="http://schemas.openxmlformats.org/drawingml/2006/main">
              <a:ext uri="{FF2B5EF4-FFF2-40B4-BE49-F238E27FC236}">
                <a16:creationId xmlns:a16="http://schemas.microsoft.com/office/drawing/2014/main" id="{D0CDD0D6-47D4-4453-9E56-901692D4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04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64" name="p10-矩形-0164">
            <a:extLst xmlns:a="http://schemas.openxmlformats.org/drawingml/2006/main">
              <a:ext uri="{FF2B5EF4-FFF2-40B4-BE49-F238E27FC236}">
                <a16:creationId xmlns:a16="http://schemas.microsoft.com/office/drawing/2014/main" id="{E9718358-BFA5-4E13-9883-980B1C1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320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65" name="p10-矩形-0165">
            <a:extLst xmlns:a="http://schemas.openxmlformats.org/drawingml/2006/main">
              <a:ext uri="{FF2B5EF4-FFF2-40B4-BE49-F238E27FC236}">
                <a16:creationId xmlns:a16="http://schemas.microsoft.com/office/drawing/2014/main" id="{345FB253-4C2A-4FE2-A33C-691BC3FC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236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66" name="p10-矩形-0166">
            <a:extLst xmlns:a="http://schemas.openxmlformats.org/drawingml/2006/main">
              <a:ext uri="{FF2B5EF4-FFF2-40B4-BE49-F238E27FC236}">
                <a16:creationId xmlns:a16="http://schemas.microsoft.com/office/drawing/2014/main" id="{911947C5-6E87-4F23-B62A-C8BA83A7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152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67" name="p10-矩形-0167">
            <a:extLst xmlns:a="http://schemas.openxmlformats.org/drawingml/2006/main">
              <a:ext uri="{FF2B5EF4-FFF2-40B4-BE49-F238E27FC236}">
                <a16:creationId xmlns:a16="http://schemas.microsoft.com/office/drawing/2014/main" id="{519B3494-FE88-4CF2-85C3-8BED5636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068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68" name="p10-矩形-0168">
            <a:extLst xmlns:a="http://schemas.openxmlformats.org/drawingml/2006/main">
              <a:ext uri="{FF2B5EF4-FFF2-40B4-BE49-F238E27FC236}">
                <a16:creationId xmlns:a16="http://schemas.microsoft.com/office/drawing/2014/main" id="{2503FD0C-6D69-448A-8B1A-B7CE832F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84" y="3264479"/>
            <a:ext cx="135391" cy="147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69" name="p10-文本-0169">
            <a:extLst xmlns:a="http://schemas.openxmlformats.org/drawingml/2006/main">
              <a:ext uri="{FF2B5EF4-FFF2-40B4-BE49-F238E27FC236}">
                <a16:creationId xmlns:a16="http://schemas.microsoft.com/office/drawing/2014/main" id="{1501E3CE-C060-4846-B9FE-BD26F74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527" y="3492584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70" name="p10-文本-0170">
            <a:extLst xmlns:a="http://schemas.openxmlformats.org/drawingml/2006/main">
              <a:ext uri="{FF2B5EF4-FFF2-40B4-BE49-F238E27FC236}">
                <a16:creationId xmlns:a16="http://schemas.microsoft.com/office/drawing/2014/main" id="{D0411AD3-AF64-4710-A6A1-2D1B792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939" y="3492584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171" name="p10-文本-0171">
            <a:extLst xmlns:a="http://schemas.openxmlformats.org/drawingml/2006/main">
              <a:ext uri="{FF2B5EF4-FFF2-40B4-BE49-F238E27FC236}">
                <a16:creationId xmlns:a16="http://schemas.microsoft.com/office/drawing/2014/main" id="{EC7111A2-BA6C-4C88-9844-FEA282A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479" y="3492584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172" name="p10-文本-0172">
            <a:extLst xmlns:a="http://schemas.openxmlformats.org/drawingml/2006/main">
              <a:ext uri="{FF2B5EF4-FFF2-40B4-BE49-F238E27FC236}">
                <a16:creationId xmlns:a16="http://schemas.microsoft.com/office/drawing/2014/main" id="{62401CFC-BF02-40EC-B22A-519D789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157339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73" name="p10-文本-0173">
            <a:extLst xmlns:a="http://schemas.openxmlformats.org/drawingml/2006/main">
              <a:ext uri="{FF2B5EF4-FFF2-40B4-BE49-F238E27FC236}">
                <a16:creationId xmlns:a16="http://schemas.microsoft.com/office/drawing/2014/main" id="{4BC57160-5E72-43F1-B978-AC4507D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259644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174" name="p10-文本-0174">
            <a:extLst xmlns:a="http://schemas.openxmlformats.org/drawingml/2006/main">
              <a:ext uri="{FF2B5EF4-FFF2-40B4-BE49-F238E27FC236}">
                <a16:creationId xmlns:a16="http://schemas.microsoft.com/office/drawing/2014/main" id="{249A8D77-9313-49E8-A056-A4DCC40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99103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统一测量与归一化</a:t>
            </a:r>
          </a:p>
        </p:txBody>
      </p:sp>
      <p:sp>
        <p:nvSpPr>
          <p:cNvPr id="175" name="p10-文本-0175">
            <a:extLst xmlns:a="http://schemas.openxmlformats.org/drawingml/2006/main">
              <a:ext uri="{FF2B5EF4-FFF2-40B4-BE49-F238E27FC236}">
                <a16:creationId xmlns:a16="http://schemas.microsoft.com/office/drawing/2014/main" id="{961BE733-C06D-4DEA-AB18-50854B0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65803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保留关键解释变量</a:t>
            </a:r>
          </a:p>
        </p:txBody>
      </p:sp>
      <p:sp>
        <p:nvSpPr>
          <p:cNvPr id="176" name="p10-文本-0176">
            <a:extLst xmlns:a="http://schemas.openxmlformats.org/drawingml/2006/main">
              <a:ext uri="{FF2B5EF4-FFF2-40B4-BE49-F238E27FC236}">
                <a16:creationId xmlns:a16="http://schemas.microsoft.com/office/drawing/2014/main" id="{9540DA56-267D-4E1F-ABA1-5EF94A81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783" y="49324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条件</a:t>
            </a:r>
            <a:r>
              <a:rPr lang="en-US" sz="1500" b="1">
                <a:solidFill>
                  <a:srgbClr val="A63237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特征矩阵</a:t>
            </a:r>
          </a:p>
        </p:txBody>
      </p:sp>
      <p:sp>
        <p:nvSpPr>
          <p:cNvPr id="177" name="p10-路径-0177">
            <a:extLst xmlns:a="http://schemas.openxmlformats.org/drawingml/2006/main">
              <a:ext uri="{FF2B5EF4-FFF2-40B4-BE49-F238E27FC236}">
                <a16:creationId xmlns:a16="http://schemas.microsoft.com/office/drawing/2014/main" id="{5F538200-6499-4093-AAC1-CDA1A1F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66504"/>
            <a:ext cx="257175" cy="153543"/>
          </a:xfrm>
          <a:custGeom xmlns:a="http://schemas.openxmlformats.org/drawingml/2006/main">
            <a:pathLst>
              <a:path w="257175" h="153543">
                <a:moveTo>
                  <a:pt x="0" y="119634"/>
                </a:moveTo>
                <a:lnTo>
                  <a:pt x="133350" y="119634"/>
                </a:lnTo>
                <a:lnTo>
                  <a:pt x="133350" y="153543"/>
                </a:lnTo>
                <a:lnTo>
                  <a:pt x="257175" y="76772"/>
                </a:lnTo>
                <a:lnTo>
                  <a:pt x="133350" y="0"/>
                </a:lnTo>
                <a:lnTo>
                  <a:pt x="133350" y="33909"/>
                </a:lnTo>
                <a:lnTo>
                  <a:pt x="0" y="33909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8" name="p10-矩形-0178">
            <a:extLst xmlns:a="http://schemas.openxmlformats.org/drawingml/2006/main">
              <a:ext uri="{FF2B5EF4-FFF2-40B4-BE49-F238E27FC236}">
                <a16:creationId xmlns:a16="http://schemas.microsoft.com/office/drawing/2014/main" id="{35B44FAD-262F-4726-A826-333889B3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248602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79" name="p10-矩形-0179">
            <a:extLst xmlns:a="http://schemas.openxmlformats.org/drawingml/2006/main">
              <a:ext uri="{FF2B5EF4-FFF2-40B4-BE49-F238E27FC236}">
                <a16:creationId xmlns:a16="http://schemas.microsoft.com/office/drawing/2014/main" id="{28491DC9-93A7-4930-995D-0A1F4F68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2486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0" name="p10-文本-0180">
            <a:extLst xmlns:a="http://schemas.openxmlformats.org/drawingml/2006/main">
              <a:ext uri="{FF2B5EF4-FFF2-40B4-BE49-F238E27FC236}">
                <a16:creationId xmlns:a16="http://schemas.microsoft.com/office/drawing/2014/main" id="{B2EF7F67-3758-4B79-88A4-7CCF325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660" y="16407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候选筛选</a:t>
            </a:r>
          </a:p>
        </p:txBody>
      </p:sp>
      <p:sp>
        <p:nvSpPr>
          <p:cNvPr id="181" name="p10-线-0181">
            <a:extLst xmlns:a="http://schemas.openxmlformats.org/drawingml/2006/main">
              <a:ext uri="{FF2B5EF4-FFF2-40B4-BE49-F238E27FC236}">
                <a16:creationId xmlns:a16="http://schemas.microsoft.com/office/drawing/2014/main" id="{285A2B38-7580-45AD-84FF-7049839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1952"/>
            <a:ext cx="2028825" cy="95"/>
          </a:xfrm>
          <a:custGeom xmlns:a="http://schemas.openxmlformats.org/drawingml/2006/main">
            <a:pathLst>
              <a:path w="2028825" h="95">
                <a:moveTo>
                  <a:pt x="0" y="0"/>
                </a:moveTo>
                <a:lnTo>
                  <a:pt x="202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82" name="p10-线-0182">
            <a:extLst xmlns:a="http://schemas.openxmlformats.org/drawingml/2006/main">
              <a:ext uri="{FF2B5EF4-FFF2-40B4-BE49-F238E27FC236}">
                <a16:creationId xmlns:a16="http://schemas.microsoft.com/office/drawing/2014/main" id="{F64D38A4-B534-4804-95E9-A2D7294F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62175"/>
            <a:ext cx="95" cy="1259777"/>
          </a:xfrm>
          <a:custGeom xmlns:a="http://schemas.openxmlformats.org/drawingml/2006/main">
            <a:pathLst>
              <a:path w="95" h="1259777">
                <a:moveTo>
                  <a:pt x="0" y="0"/>
                </a:moveTo>
                <a:lnTo>
                  <a:pt x="0" y="125977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83" name="p10-矩形-0183">
            <a:extLst xmlns:a="http://schemas.openxmlformats.org/drawingml/2006/main">
              <a:ext uri="{FF2B5EF4-FFF2-40B4-BE49-F238E27FC236}">
                <a16:creationId xmlns:a16="http://schemas.microsoft.com/office/drawing/2014/main" id="{B780D8E9-C01A-4878-9633-0C7FEBE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813" y="2943236"/>
            <a:ext cx="253603" cy="478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4" name="p10-线-0184">
            <a:extLst xmlns:a="http://schemas.openxmlformats.org/drawingml/2006/main">
              <a:ext uri="{FF2B5EF4-FFF2-40B4-BE49-F238E27FC236}">
                <a16:creationId xmlns:a16="http://schemas.microsoft.com/office/drawing/2014/main" id="{ECAEF6BF-8006-4187-A478-8579CF1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15" y="2867036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85" name="p10-线-0185">
            <a:extLst xmlns:a="http://schemas.openxmlformats.org/drawingml/2006/main">
              <a:ext uri="{FF2B5EF4-FFF2-40B4-BE49-F238E27FC236}">
                <a16:creationId xmlns:a16="http://schemas.microsoft.com/office/drawing/2014/main" id="{4F324079-3D7D-45A1-B661-69A3C097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465" y="2867036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86" name="p10-文本-0186">
            <a:extLst xmlns:a="http://schemas.openxmlformats.org/drawingml/2006/main">
              <a:ext uri="{FF2B5EF4-FFF2-40B4-BE49-F238E27FC236}">
                <a16:creationId xmlns:a16="http://schemas.microsoft.com/office/drawing/2014/main" id="{F444B612-598E-448F-BDA4-29D04196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3512672"/>
            <a:ext cx="13439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187" name="p10-矩形-0187">
            <a:extLst xmlns:a="http://schemas.openxmlformats.org/drawingml/2006/main">
              <a:ext uri="{FF2B5EF4-FFF2-40B4-BE49-F238E27FC236}">
                <a16:creationId xmlns:a16="http://schemas.microsoft.com/office/drawing/2014/main" id="{7E2D92D3-12FD-4F92-942F-9ECCD80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020" y="2527510"/>
            <a:ext cx="253603" cy="894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188" name="p10-线-0188">
            <a:extLst xmlns:a="http://schemas.openxmlformats.org/drawingml/2006/main">
              <a:ext uri="{FF2B5EF4-FFF2-40B4-BE49-F238E27FC236}">
                <a16:creationId xmlns:a16="http://schemas.microsoft.com/office/drawing/2014/main" id="{87CCF999-01A9-4F56-885C-7E432C0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821" y="245131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89" name="p10-线-0189">
            <a:extLst xmlns:a="http://schemas.openxmlformats.org/drawingml/2006/main">
              <a:ext uri="{FF2B5EF4-FFF2-40B4-BE49-F238E27FC236}">
                <a16:creationId xmlns:a16="http://schemas.microsoft.com/office/drawing/2014/main" id="{6088C3B2-6DC3-404B-8F5B-61E80F2B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71" y="245131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0" name="p10-文本-0190">
            <a:extLst xmlns:a="http://schemas.openxmlformats.org/drawingml/2006/main">
              <a:ext uri="{FF2B5EF4-FFF2-40B4-BE49-F238E27FC236}">
                <a16:creationId xmlns:a16="http://schemas.microsoft.com/office/drawing/2014/main" id="{E23587DF-02FD-4232-AF06-C9996CCA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289" y="3512672"/>
            <a:ext cx="127064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191" name="p10-矩形-0191">
            <a:extLst xmlns:a="http://schemas.openxmlformats.org/drawingml/2006/main">
              <a:ext uri="{FF2B5EF4-FFF2-40B4-BE49-F238E27FC236}">
                <a16:creationId xmlns:a16="http://schemas.microsoft.com/office/drawing/2014/main" id="{CDF28641-A40B-4869-897D-C87E4B0B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226" y="2640890"/>
            <a:ext cx="253603" cy="7810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192" name="p10-线-0192">
            <a:extLst xmlns:a="http://schemas.openxmlformats.org/drawingml/2006/main">
              <a:ext uri="{FF2B5EF4-FFF2-40B4-BE49-F238E27FC236}">
                <a16:creationId xmlns:a16="http://schemas.microsoft.com/office/drawing/2014/main" id="{64176754-CFD2-4C22-A984-EA4E4E6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27" y="256469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3" name="p10-线-0193">
            <a:extLst xmlns:a="http://schemas.openxmlformats.org/drawingml/2006/main">
              <a:ext uri="{FF2B5EF4-FFF2-40B4-BE49-F238E27FC236}">
                <a16:creationId xmlns:a16="http://schemas.microsoft.com/office/drawing/2014/main" id="{65298997-A10B-427C-8041-A7460E45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877" y="256469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4" name="p10-文本-0194">
            <a:extLst xmlns:a="http://schemas.openxmlformats.org/drawingml/2006/main">
              <a:ext uri="{FF2B5EF4-FFF2-40B4-BE49-F238E27FC236}">
                <a16:creationId xmlns:a16="http://schemas.microsoft.com/office/drawing/2014/main" id="{74625D06-0E5B-4FC4-9549-ECDADB4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496" y="3512672"/>
            <a:ext cx="127064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195" name="p10-矩形-0195">
            <a:extLst xmlns:a="http://schemas.openxmlformats.org/drawingml/2006/main">
              <a:ext uri="{FF2B5EF4-FFF2-40B4-BE49-F238E27FC236}">
                <a16:creationId xmlns:a16="http://schemas.microsoft.com/office/drawing/2014/main" id="{FD905B5E-F271-47BD-B1D4-34354F7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432" y="2351141"/>
            <a:ext cx="253603" cy="1070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96" name="p10-线-0196">
            <a:extLst xmlns:a="http://schemas.openxmlformats.org/drawingml/2006/main">
              <a:ext uri="{FF2B5EF4-FFF2-40B4-BE49-F238E27FC236}">
                <a16:creationId xmlns:a16="http://schemas.microsoft.com/office/drawing/2014/main" id="{B6084B66-F0A9-4601-87C8-7BDC2B3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234" y="2274941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7" name="p10-线-0197">
            <a:extLst xmlns:a="http://schemas.openxmlformats.org/drawingml/2006/main">
              <a:ext uri="{FF2B5EF4-FFF2-40B4-BE49-F238E27FC236}">
                <a16:creationId xmlns:a16="http://schemas.microsoft.com/office/drawing/2014/main" id="{A2BE5B25-1A49-42A3-9716-F8F5037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084" y="2274941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8" name="p10-文本-0198">
            <a:extLst xmlns:a="http://schemas.openxmlformats.org/drawingml/2006/main">
              <a:ext uri="{FF2B5EF4-FFF2-40B4-BE49-F238E27FC236}">
                <a16:creationId xmlns:a16="http://schemas.microsoft.com/office/drawing/2014/main" id="{E36801B3-6E95-4432-87CA-FA738389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035" y="3512672"/>
            <a:ext cx="13439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D</a:t>
            </a:r>
          </a:p>
        </p:txBody>
      </p:sp>
      <p:sp>
        <p:nvSpPr>
          <p:cNvPr id="199" name="p10-文本-0199">
            <a:extLst xmlns:a="http://schemas.openxmlformats.org/drawingml/2006/main">
              <a:ext uri="{FF2B5EF4-FFF2-40B4-BE49-F238E27FC236}">
                <a16:creationId xmlns:a16="http://schemas.microsoft.com/office/drawing/2014/main" id="{84C40569-C465-4AEA-802C-83B954BE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582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相对指标</a:t>
            </a:r>
          </a:p>
        </p:txBody>
      </p:sp>
      <p:sp>
        <p:nvSpPr>
          <p:cNvPr id="200" name="p10-文本-0200">
            <a:extLst xmlns:a="http://schemas.openxmlformats.org/drawingml/2006/main">
              <a:ext uri="{FF2B5EF4-FFF2-40B4-BE49-F238E27FC236}">
                <a16:creationId xmlns:a16="http://schemas.microsoft.com/office/drawing/2014/main" id="{99D02059-BA00-4EB0-8E9F-48A979CD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99103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比较效果与约束</a:t>
            </a:r>
          </a:p>
        </p:txBody>
      </p:sp>
      <p:sp>
        <p:nvSpPr>
          <p:cNvPr id="201" name="p10-文本-0201">
            <a:extLst xmlns:a="http://schemas.openxmlformats.org/drawingml/2006/main">
              <a:ext uri="{FF2B5EF4-FFF2-40B4-BE49-F238E27FC236}">
                <a16:creationId xmlns:a16="http://schemas.microsoft.com/office/drawing/2014/main" id="{F5C7FE7C-E1E3-4FD2-808D-478EA79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65803"/>
            <a:ext cx="16685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优先选择可检验对象</a:t>
            </a:r>
          </a:p>
        </p:txBody>
      </p:sp>
      <p:sp>
        <p:nvSpPr>
          <p:cNvPr id="202" name="p10-文本-0202">
            <a:extLst xmlns:a="http://schemas.openxmlformats.org/drawingml/2006/main">
              <a:ext uri="{FF2B5EF4-FFF2-40B4-BE49-F238E27FC236}">
                <a16:creationId xmlns:a16="http://schemas.microsoft.com/office/drawing/2014/main" id="{95EC3B81-75A7-49DF-B005-9B652314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258" y="493240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优先验证集合</a:t>
            </a:r>
          </a:p>
        </p:txBody>
      </p:sp>
      <p:sp>
        <p:nvSpPr>
          <p:cNvPr id="203" name="p10-路径-0203">
            <a:extLst xmlns:a="http://schemas.openxmlformats.org/drawingml/2006/main">
              <a:ext uri="{FF2B5EF4-FFF2-40B4-BE49-F238E27FC236}">
                <a16:creationId xmlns:a16="http://schemas.microsoft.com/office/drawing/2014/main" id="{88C4AF57-A545-4E6A-9F16-FEDF6EA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66504"/>
            <a:ext cx="257175" cy="153543"/>
          </a:xfrm>
          <a:custGeom xmlns:a="http://schemas.openxmlformats.org/drawingml/2006/main">
            <a:pathLst>
              <a:path w="257175" h="153543">
                <a:moveTo>
                  <a:pt x="0" y="119634"/>
                </a:moveTo>
                <a:lnTo>
                  <a:pt x="133350" y="119634"/>
                </a:lnTo>
                <a:lnTo>
                  <a:pt x="133350" y="153543"/>
                </a:lnTo>
                <a:lnTo>
                  <a:pt x="257175" y="76772"/>
                </a:lnTo>
                <a:lnTo>
                  <a:pt x="133350" y="0"/>
                </a:lnTo>
                <a:lnTo>
                  <a:pt x="133350" y="33909"/>
                </a:lnTo>
                <a:lnTo>
                  <a:pt x="0" y="33909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4" name="p10-矩形-0204">
            <a:extLst xmlns:a="http://schemas.openxmlformats.org/drawingml/2006/main">
              <a:ext uri="{FF2B5EF4-FFF2-40B4-BE49-F238E27FC236}">
                <a16:creationId xmlns:a16="http://schemas.microsoft.com/office/drawing/2014/main" id="{C82CD36E-359D-49EB-A4A1-F254C4A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19250"/>
            <a:ext cx="248602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05" name="p10-矩形-0205">
            <a:extLst xmlns:a="http://schemas.openxmlformats.org/drawingml/2006/main">
              <a:ext uri="{FF2B5EF4-FFF2-40B4-BE49-F238E27FC236}">
                <a16:creationId xmlns:a16="http://schemas.microsoft.com/office/drawing/2014/main" id="{50A86C05-6D1A-4C8B-A4FD-C6DC851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19250"/>
            <a:ext cx="2486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6" name="p10-文本-0206">
            <a:extLst xmlns:a="http://schemas.openxmlformats.org/drawingml/2006/main">
              <a:ext uri="{FF2B5EF4-FFF2-40B4-BE49-F238E27FC236}">
                <a16:creationId xmlns:a16="http://schemas.microsoft.com/office/drawing/2014/main" id="{EA5C5C47-6C7F-4D9A-A911-3B183AFE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885" y="16407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实验反馈</a:t>
            </a:r>
          </a:p>
        </p:txBody>
      </p:sp>
      <p:sp>
        <p:nvSpPr>
          <p:cNvPr id="207" name="p10-矩形-0207">
            <a:extLst xmlns:a="http://schemas.openxmlformats.org/drawingml/2006/main">
              <a:ext uri="{FF2B5EF4-FFF2-40B4-BE49-F238E27FC236}">
                <a16:creationId xmlns:a16="http://schemas.microsoft.com/office/drawing/2014/main" id="{AB8348A9-CC70-4CBC-89E8-0501677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62175"/>
            <a:ext cx="2028825" cy="1259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208" name="p10-椭圆-0208">
            <a:extLst xmlns:a="http://schemas.openxmlformats.org/drawingml/2006/main">
              <a:ext uri="{FF2B5EF4-FFF2-40B4-BE49-F238E27FC236}">
                <a16:creationId xmlns:a16="http://schemas.microsoft.com/office/drawing/2014/main" id="{E048C468-60D0-4180-8867-F2775CAA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09" name="p10-椭圆-0209">
            <a:extLst xmlns:a="http://schemas.openxmlformats.org/drawingml/2006/main">
              <a:ext uri="{FF2B5EF4-FFF2-40B4-BE49-F238E27FC236}">
                <a16:creationId xmlns:a16="http://schemas.microsoft.com/office/drawing/2014/main" id="{0E9D265A-CEEC-4157-A097-0A93E1D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0" name="p10-椭圆-0210">
            <a:extLst xmlns:a="http://schemas.openxmlformats.org/drawingml/2006/main">
              <a:ext uri="{FF2B5EF4-FFF2-40B4-BE49-F238E27FC236}">
                <a16:creationId xmlns:a16="http://schemas.microsoft.com/office/drawing/2014/main" id="{21602717-B12D-46D7-B90D-4FF73CE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1" name="p10-椭圆-0211">
            <a:extLst xmlns:a="http://schemas.openxmlformats.org/drawingml/2006/main">
              <a:ext uri="{FF2B5EF4-FFF2-40B4-BE49-F238E27FC236}">
                <a16:creationId xmlns:a16="http://schemas.microsoft.com/office/drawing/2014/main" id="{74D0558F-CFD9-4FCE-8375-FCB758B9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2" name="p10-椭圆-0212">
            <a:extLst xmlns:a="http://schemas.openxmlformats.org/drawingml/2006/main">
              <a:ext uri="{FF2B5EF4-FFF2-40B4-BE49-F238E27FC236}">
                <a16:creationId xmlns:a16="http://schemas.microsoft.com/office/drawing/2014/main" id="{115B02E1-AF56-4801-A94C-65F0A1F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3" name="p10-椭圆-0213">
            <a:extLst xmlns:a="http://schemas.openxmlformats.org/drawingml/2006/main">
              <a:ext uri="{FF2B5EF4-FFF2-40B4-BE49-F238E27FC236}">
                <a16:creationId xmlns:a16="http://schemas.microsoft.com/office/drawing/2014/main" id="{FE198CF9-2439-4886-A592-DFF6DD6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4" name="p10-椭圆-0214">
            <a:extLst xmlns:a="http://schemas.openxmlformats.org/drawingml/2006/main">
              <a:ext uri="{FF2B5EF4-FFF2-40B4-BE49-F238E27FC236}">
                <a16:creationId xmlns:a16="http://schemas.microsoft.com/office/drawing/2014/main" id="{9DA3C803-7451-4AB0-BB9E-74EDDF4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5" name="p10-椭圆-0215">
            <a:extLst xmlns:a="http://schemas.openxmlformats.org/drawingml/2006/main">
              <a:ext uri="{FF2B5EF4-FFF2-40B4-BE49-F238E27FC236}">
                <a16:creationId xmlns:a16="http://schemas.microsoft.com/office/drawing/2014/main" id="{F84B915A-C62F-4F3A-8546-EE4D12A7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6" name="p10-椭圆-0216">
            <a:extLst xmlns:a="http://schemas.openxmlformats.org/drawingml/2006/main">
              <a:ext uri="{FF2B5EF4-FFF2-40B4-BE49-F238E27FC236}">
                <a16:creationId xmlns:a16="http://schemas.microsoft.com/office/drawing/2014/main" id="{214B8211-4863-4914-92EB-BFBDE2F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17" name="p10-椭圆-0217">
            <a:extLst xmlns:a="http://schemas.openxmlformats.org/drawingml/2006/main">
              <a:ext uri="{FF2B5EF4-FFF2-40B4-BE49-F238E27FC236}">
                <a16:creationId xmlns:a16="http://schemas.microsoft.com/office/drawing/2014/main" id="{19425042-7026-49E3-93BA-3765C08D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8" name="p10-椭圆-0218">
            <a:extLst xmlns:a="http://schemas.openxmlformats.org/drawingml/2006/main">
              <a:ext uri="{FF2B5EF4-FFF2-40B4-BE49-F238E27FC236}">
                <a16:creationId xmlns:a16="http://schemas.microsoft.com/office/drawing/2014/main" id="{E35AB719-4E89-4358-9130-2C141F8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9" name="p10-椭圆-0219">
            <a:extLst xmlns:a="http://schemas.openxmlformats.org/drawingml/2006/main">
              <a:ext uri="{FF2B5EF4-FFF2-40B4-BE49-F238E27FC236}">
                <a16:creationId xmlns:a16="http://schemas.microsoft.com/office/drawing/2014/main" id="{5C15D434-25AA-4BAB-8445-530CED0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22448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0" name="p10-椭圆-0220">
            <a:extLst xmlns:a="http://schemas.openxmlformats.org/drawingml/2006/main">
              <a:ext uri="{FF2B5EF4-FFF2-40B4-BE49-F238E27FC236}">
                <a16:creationId xmlns:a16="http://schemas.microsoft.com/office/drawing/2014/main" id="{C2F10E3C-C00D-43E4-89C0-05E1775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1" name="p10-椭圆-0221">
            <a:extLst xmlns:a="http://schemas.openxmlformats.org/drawingml/2006/main">
              <a:ext uri="{FF2B5EF4-FFF2-40B4-BE49-F238E27FC236}">
                <a16:creationId xmlns:a16="http://schemas.microsoft.com/office/drawing/2014/main" id="{0DB5A0D1-C87D-4C1C-BFB3-DF4D8E7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2" name="p10-椭圆-0222">
            <a:extLst xmlns:a="http://schemas.openxmlformats.org/drawingml/2006/main">
              <a:ext uri="{FF2B5EF4-FFF2-40B4-BE49-F238E27FC236}">
                <a16:creationId xmlns:a16="http://schemas.microsoft.com/office/drawing/2014/main" id="{BA74FF31-2E17-4506-8941-85306543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3" name="p10-椭圆-0223">
            <a:extLst xmlns:a="http://schemas.openxmlformats.org/drawingml/2006/main">
              <a:ext uri="{FF2B5EF4-FFF2-40B4-BE49-F238E27FC236}">
                <a16:creationId xmlns:a16="http://schemas.microsoft.com/office/drawing/2014/main" id="{E79EE1E5-9206-4C64-BB6F-66CA2DA9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24" name="p10-椭圆-0224">
            <a:extLst xmlns:a="http://schemas.openxmlformats.org/drawingml/2006/main">
              <a:ext uri="{FF2B5EF4-FFF2-40B4-BE49-F238E27FC236}">
                <a16:creationId xmlns:a16="http://schemas.microsoft.com/office/drawing/2014/main" id="{93699133-8D24-453F-811F-C52CC64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5" name="p10-椭圆-0225">
            <a:extLst xmlns:a="http://schemas.openxmlformats.org/drawingml/2006/main">
              <a:ext uri="{FF2B5EF4-FFF2-40B4-BE49-F238E27FC236}">
                <a16:creationId xmlns:a16="http://schemas.microsoft.com/office/drawing/2014/main" id="{6B294A6A-A7AE-4F03-8F80-57A683D0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6" name="p10-椭圆-0226">
            <a:extLst xmlns:a="http://schemas.openxmlformats.org/drawingml/2006/main">
              <a:ext uri="{FF2B5EF4-FFF2-40B4-BE49-F238E27FC236}">
                <a16:creationId xmlns:a16="http://schemas.microsoft.com/office/drawing/2014/main" id="{009FCB65-205C-476A-ABB1-DDD1782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7" name="p10-椭圆-0227">
            <a:extLst xmlns:a="http://schemas.openxmlformats.org/drawingml/2006/main">
              <a:ext uri="{FF2B5EF4-FFF2-40B4-BE49-F238E27FC236}">
                <a16:creationId xmlns:a16="http://schemas.microsoft.com/office/drawing/2014/main" id="{3E5FBD53-449D-4EC0-831E-06A45063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28" name="p10-椭圆-0228">
            <a:extLst xmlns:a="http://schemas.openxmlformats.org/drawingml/2006/main">
              <a:ext uri="{FF2B5EF4-FFF2-40B4-BE49-F238E27FC236}">
                <a16:creationId xmlns:a16="http://schemas.microsoft.com/office/drawing/2014/main" id="{9A5DA3AF-FE50-41DF-8CE5-70B13BF0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9" name="p10-椭圆-0229">
            <a:extLst xmlns:a="http://schemas.openxmlformats.org/drawingml/2006/main">
              <a:ext uri="{FF2B5EF4-FFF2-40B4-BE49-F238E27FC236}">
                <a16:creationId xmlns:a16="http://schemas.microsoft.com/office/drawing/2014/main" id="{A2DBB26E-02F3-4ADE-A695-ED34827B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0" name="p10-椭圆-0230">
            <a:extLst xmlns:a="http://schemas.openxmlformats.org/drawingml/2006/main">
              <a:ext uri="{FF2B5EF4-FFF2-40B4-BE49-F238E27FC236}">
                <a16:creationId xmlns:a16="http://schemas.microsoft.com/office/drawing/2014/main" id="{16A247F4-0ECC-45BE-BDEC-D19FD860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1" name="p10-椭圆-0231">
            <a:extLst xmlns:a="http://schemas.openxmlformats.org/drawingml/2006/main">
              <a:ext uri="{FF2B5EF4-FFF2-40B4-BE49-F238E27FC236}">
                <a16:creationId xmlns:a16="http://schemas.microsoft.com/office/drawing/2014/main" id="{83C8988F-D6B1-4802-A453-FD9FC6E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23848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2" name="p10-椭圆-0232">
            <a:extLst xmlns:a="http://schemas.openxmlformats.org/drawingml/2006/main">
              <a:ext uri="{FF2B5EF4-FFF2-40B4-BE49-F238E27FC236}">
                <a16:creationId xmlns:a16="http://schemas.microsoft.com/office/drawing/2014/main" id="{4EA9791B-41E1-4FB2-BE4E-FE5CA838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3" name="p10-椭圆-0233">
            <a:extLst xmlns:a="http://schemas.openxmlformats.org/drawingml/2006/main">
              <a:ext uri="{FF2B5EF4-FFF2-40B4-BE49-F238E27FC236}">
                <a16:creationId xmlns:a16="http://schemas.microsoft.com/office/drawing/2014/main" id="{9F01F969-B836-4B60-9460-3C771E6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4" name="p10-椭圆-0234">
            <a:extLst xmlns:a="http://schemas.openxmlformats.org/drawingml/2006/main">
              <a:ext uri="{FF2B5EF4-FFF2-40B4-BE49-F238E27FC236}">
                <a16:creationId xmlns:a16="http://schemas.microsoft.com/office/drawing/2014/main" id="{85D549D2-D55A-4BA9-B7B8-BC558CD4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5" name="p10-椭圆-0235">
            <a:extLst xmlns:a="http://schemas.openxmlformats.org/drawingml/2006/main">
              <a:ext uri="{FF2B5EF4-FFF2-40B4-BE49-F238E27FC236}">
                <a16:creationId xmlns:a16="http://schemas.microsoft.com/office/drawing/2014/main" id="{A64A2464-7CD3-4E3F-A6B1-6A93B0A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6" name="p10-椭圆-0236">
            <a:extLst xmlns:a="http://schemas.openxmlformats.org/drawingml/2006/main">
              <a:ext uri="{FF2B5EF4-FFF2-40B4-BE49-F238E27FC236}">
                <a16:creationId xmlns:a16="http://schemas.microsoft.com/office/drawing/2014/main" id="{304056F1-84A4-47D2-9463-8BFFA79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37" name="p10-椭圆-0237">
            <a:extLst xmlns:a="http://schemas.openxmlformats.org/drawingml/2006/main">
              <a:ext uri="{FF2B5EF4-FFF2-40B4-BE49-F238E27FC236}">
                <a16:creationId xmlns:a16="http://schemas.microsoft.com/office/drawing/2014/main" id="{53B6D033-1C36-4E08-BD1F-CE6AA468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38" name="p10-椭圆-0238">
            <a:extLst xmlns:a="http://schemas.openxmlformats.org/drawingml/2006/main">
              <a:ext uri="{FF2B5EF4-FFF2-40B4-BE49-F238E27FC236}">
                <a16:creationId xmlns:a16="http://schemas.microsoft.com/office/drawing/2014/main" id="{41E11786-87A0-4877-A21D-6E002F6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9" name="p10-椭圆-0239">
            <a:extLst xmlns:a="http://schemas.openxmlformats.org/drawingml/2006/main">
              <a:ext uri="{FF2B5EF4-FFF2-40B4-BE49-F238E27FC236}">
                <a16:creationId xmlns:a16="http://schemas.microsoft.com/office/drawing/2014/main" id="{75CE2686-7398-4DE7-8B77-79B61981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40" name="p10-椭圆-0240">
            <a:extLst xmlns:a="http://schemas.openxmlformats.org/drawingml/2006/main">
              <a:ext uri="{FF2B5EF4-FFF2-40B4-BE49-F238E27FC236}">
                <a16:creationId xmlns:a16="http://schemas.microsoft.com/office/drawing/2014/main" id="{73844AE6-BBDC-4F50-81DD-74470FD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41" name="p10-椭圆-0241">
            <a:extLst xmlns:a="http://schemas.openxmlformats.org/drawingml/2006/main">
              <a:ext uri="{FF2B5EF4-FFF2-40B4-BE49-F238E27FC236}">
                <a16:creationId xmlns:a16="http://schemas.microsoft.com/office/drawing/2014/main" id="{90AC2749-9C54-4126-B35B-273F8EC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42" name="p10-椭圆-0242">
            <a:extLst xmlns:a="http://schemas.openxmlformats.org/drawingml/2006/main">
              <a:ext uri="{FF2B5EF4-FFF2-40B4-BE49-F238E27FC236}">
                <a16:creationId xmlns:a16="http://schemas.microsoft.com/office/drawing/2014/main" id="{E20DEE7E-F945-4ADF-9C9F-D5CB810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43" name="p10-椭圆-0243">
            <a:extLst xmlns:a="http://schemas.openxmlformats.org/drawingml/2006/main">
              <a:ext uri="{FF2B5EF4-FFF2-40B4-BE49-F238E27FC236}">
                <a16:creationId xmlns:a16="http://schemas.microsoft.com/office/drawing/2014/main" id="{FC3E58BB-E7D1-4296-AB90-082F62B7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252483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44" name="p10-椭圆-0244">
            <a:extLst xmlns:a="http://schemas.openxmlformats.org/drawingml/2006/main">
              <a:ext uri="{FF2B5EF4-FFF2-40B4-BE49-F238E27FC236}">
                <a16:creationId xmlns:a16="http://schemas.microsoft.com/office/drawing/2014/main" id="{68163E8D-3716-4983-9843-9E0814D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45" name="p10-椭圆-0245">
            <a:extLst xmlns:a="http://schemas.openxmlformats.org/drawingml/2006/main">
              <a:ext uri="{FF2B5EF4-FFF2-40B4-BE49-F238E27FC236}">
                <a16:creationId xmlns:a16="http://schemas.microsoft.com/office/drawing/2014/main" id="{D3A802AB-2CD6-4D06-81CE-9F3AC6B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46" name="p10-椭圆-0246">
            <a:extLst xmlns:a="http://schemas.openxmlformats.org/drawingml/2006/main">
              <a:ext uri="{FF2B5EF4-FFF2-40B4-BE49-F238E27FC236}">
                <a16:creationId xmlns:a16="http://schemas.microsoft.com/office/drawing/2014/main" id="{048356FD-1BA1-4162-80D9-CA4A9B6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47" name="p10-椭圆-0247">
            <a:extLst xmlns:a="http://schemas.openxmlformats.org/drawingml/2006/main">
              <a:ext uri="{FF2B5EF4-FFF2-40B4-BE49-F238E27FC236}">
                <a16:creationId xmlns:a16="http://schemas.microsoft.com/office/drawing/2014/main" id="{3A7A060E-2CB2-4DB8-9A44-B964FE4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48" name="p10-椭圆-0248">
            <a:extLst xmlns:a="http://schemas.openxmlformats.org/drawingml/2006/main">
              <a:ext uri="{FF2B5EF4-FFF2-40B4-BE49-F238E27FC236}">
                <a16:creationId xmlns:a16="http://schemas.microsoft.com/office/drawing/2014/main" id="{F3D66897-7A71-4610-94AC-1C3E9EF8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49" name="p10-椭圆-0249">
            <a:extLst xmlns:a="http://schemas.openxmlformats.org/drawingml/2006/main">
              <a:ext uri="{FF2B5EF4-FFF2-40B4-BE49-F238E27FC236}">
                <a16:creationId xmlns:a16="http://schemas.microsoft.com/office/drawing/2014/main" id="{C256D573-FE91-436E-AD67-7798D0E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50" name="p10-椭圆-0250">
            <a:extLst xmlns:a="http://schemas.openxmlformats.org/drawingml/2006/main">
              <a:ext uri="{FF2B5EF4-FFF2-40B4-BE49-F238E27FC236}">
                <a16:creationId xmlns:a16="http://schemas.microsoft.com/office/drawing/2014/main" id="{A075C83B-B342-415C-9804-3F4D4BB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51" name="p10-椭圆-0251">
            <a:extLst xmlns:a="http://schemas.openxmlformats.org/drawingml/2006/main">
              <a:ext uri="{FF2B5EF4-FFF2-40B4-BE49-F238E27FC236}">
                <a16:creationId xmlns:a16="http://schemas.microsoft.com/office/drawing/2014/main" id="{9025B369-CCDB-4C0C-BEDD-6BA70E79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52" name="p10-椭圆-0252">
            <a:extLst xmlns:a="http://schemas.openxmlformats.org/drawingml/2006/main">
              <a:ext uri="{FF2B5EF4-FFF2-40B4-BE49-F238E27FC236}">
                <a16:creationId xmlns:a16="http://schemas.microsoft.com/office/drawing/2014/main" id="{D87BFF6D-93C7-4A1C-8BCC-ED5E27B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53" name="p10-椭圆-0253">
            <a:extLst xmlns:a="http://schemas.openxmlformats.org/drawingml/2006/main">
              <a:ext uri="{FF2B5EF4-FFF2-40B4-BE49-F238E27FC236}">
                <a16:creationId xmlns:a16="http://schemas.microsoft.com/office/drawing/2014/main" id="{92686A0E-D064-4D6E-BC49-45E4CE73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54" name="p10-椭圆-0254">
            <a:extLst xmlns:a="http://schemas.openxmlformats.org/drawingml/2006/main">
              <a:ext uri="{FF2B5EF4-FFF2-40B4-BE49-F238E27FC236}">
                <a16:creationId xmlns:a16="http://schemas.microsoft.com/office/drawing/2014/main" id="{8868E72E-3087-4948-B147-B0FA9543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55" name="p10-椭圆-0255">
            <a:extLst xmlns:a="http://schemas.openxmlformats.org/drawingml/2006/main">
              <a:ext uri="{FF2B5EF4-FFF2-40B4-BE49-F238E27FC236}">
                <a16:creationId xmlns:a16="http://schemas.microsoft.com/office/drawing/2014/main" id="{0AD6DEC0-CCE4-4CF2-81B8-C5B1B3D6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266481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56" name="p10-椭圆-0256">
            <a:extLst xmlns:a="http://schemas.openxmlformats.org/drawingml/2006/main">
              <a:ext uri="{FF2B5EF4-FFF2-40B4-BE49-F238E27FC236}">
                <a16:creationId xmlns:a16="http://schemas.microsoft.com/office/drawing/2014/main" id="{BE152D88-9AA2-4461-AF93-AD59F8A0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57" name="p10-椭圆-0257">
            <a:extLst xmlns:a="http://schemas.openxmlformats.org/drawingml/2006/main">
              <a:ext uri="{FF2B5EF4-FFF2-40B4-BE49-F238E27FC236}">
                <a16:creationId xmlns:a16="http://schemas.microsoft.com/office/drawing/2014/main" id="{DD04E05E-433A-4AB1-95F4-71919B0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58" name="p10-椭圆-0258">
            <a:extLst xmlns:a="http://schemas.openxmlformats.org/drawingml/2006/main">
              <a:ext uri="{FF2B5EF4-FFF2-40B4-BE49-F238E27FC236}">
                <a16:creationId xmlns:a16="http://schemas.microsoft.com/office/drawing/2014/main" id="{52CB6ADC-A47B-4A49-A9D6-658C478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59" name="p10-椭圆-0259">
            <a:extLst xmlns:a="http://schemas.openxmlformats.org/drawingml/2006/main">
              <a:ext uri="{FF2B5EF4-FFF2-40B4-BE49-F238E27FC236}">
                <a16:creationId xmlns:a16="http://schemas.microsoft.com/office/drawing/2014/main" id="{2F7FE8AE-DF23-4D28-832C-330A8A32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60" name="p10-椭圆-0260">
            <a:extLst xmlns:a="http://schemas.openxmlformats.org/drawingml/2006/main">
              <a:ext uri="{FF2B5EF4-FFF2-40B4-BE49-F238E27FC236}">
                <a16:creationId xmlns:a16="http://schemas.microsoft.com/office/drawing/2014/main" id="{C960170B-D89D-4AA3-902F-19C6089F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61" name="p10-椭圆-0261">
            <a:extLst xmlns:a="http://schemas.openxmlformats.org/drawingml/2006/main">
              <a:ext uri="{FF2B5EF4-FFF2-40B4-BE49-F238E27FC236}">
                <a16:creationId xmlns:a16="http://schemas.microsoft.com/office/drawing/2014/main" id="{C2CA0049-E9B6-4181-94AD-124EA6CB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62" name="p10-椭圆-0262">
            <a:extLst xmlns:a="http://schemas.openxmlformats.org/drawingml/2006/main">
              <a:ext uri="{FF2B5EF4-FFF2-40B4-BE49-F238E27FC236}">
                <a16:creationId xmlns:a16="http://schemas.microsoft.com/office/drawing/2014/main" id="{6936A04D-E40D-45CC-BEF8-3C5FF783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63" name="p10-椭圆-0263">
            <a:extLst xmlns:a="http://schemas.openxmlformats.org/drawingml/2006/main">
              <a:ext uri="{FF2B5EF4-FFF2-40B4-BE49-F238E27FC236}">
                <a16:creationId xmlns:a16="http://schemas.microsoft.com/office/drawing/2014/main" id="{66955C4F-D0CD-4B40-972E-612BEE9D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64" name="p10-椭圆-0264">
            <a:extLst xmlns:a="http://schemas.openxmlformats.org/drawingml/2006/main">
              <a:ext uri="{FF2B5EF4-FFF2-40B4-BE49-F238E27FC236}">
                <a16:creationId xmlns:a16="http://schemas.microsoft.com/office/drawing/2014/main" id="{22008703-6F9E-4D1E-8EF3-B14A1E1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65" name="p10-椭圆-0265">
            <a:extLst xmlns:a="http://schemas.openxmlformats.org/drawingml/2006/main">
              <a:ext uri="{FF2B5EF4-FFF2-40B4-BE49-F238E27FC236}">
                <a16:creationId xmlns:a16="http://schemas.microsoft.com/office/drawing/2014/main" id="{3FB4AEF6-315B-4FEC-9416-B16A4E00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66" name="p10-椭圆-0266">
            <a:extLst xmlns:a="http://schemas.openxmlformats.org/drawingml/2006/main">
              <a:ext uri="{FF2B5EF4-FFF2-40B4-BE49-F238E27FC236}">
                <a16:creationId xmlns:a16="http://schemas.microsoft.com/office/drawing/2014/main" id="{E3F3E011-8690-46EC-8B0F-F65DC765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67" name="p10-椭圆-0267">
            <a:extLst xmlns:a="http://schemas.openxmlformats.org/drawingml/2006/main">
              <a:ext uri="{FF2B5EF4-FFF2-40B4-BE49-F238E27FC236}">
                <a16:creationId xmlns:a16="http://schemas.microsoft.com/office/drawing/2014/main" id="{8EB1AFED-2B5C-4E07-8490-4F32589D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2804788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68" name="p10-椭圆-0268">
            <a:extLst xmlns:a="http://schemas.openxmlformats.org/drawingml/2006/main">
              <a:ext uri="{FF2B5EF4-FFF2-40B4-BE49-F238E27FC236}">
                <a16:creationId xmlns:a16="http://schemas.microsoft.com/office/drawing/2014/main" id="{7A86A473-3C57-4BE6-B020-A4FAC386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69" name="p10-椭圆-0269">
            <a:extLst xmlns:a="http://schemas.openxmlformats.org/drawingml/2006/main">
              <a:ext uri="{FF2B5EF4-FFF2-40B4-BE49-F238E27FC236}">
                <a16:creationId xmlns:a16="http://schemas.microsoft.com/office/drawing/2014/main" id="{347E3A14-0413-4A89-AEF4-F5816B3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70" name="p10-椭圆-0270">
            <a:extLst xmlns:a="http://schemas.openxmlformats.org/drawingml/2006/main">
              <a:ext uri="{FF2B5EF4-FFF2-40B4-BE49-F238E27FC236}">
                <a16:creationId xmlns:a16="http://schemas.microsoft.com/office/drawing/2014/main" id="{8BEEDD2D-10C5-4CA2-BB1F-FF4EA4DF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71" name="p10-椭圆-0271">
            <a:extLst xmlns:a="http://schemas.openxmlformats.org/drawingml/2006/main">
              <a:ext uri="{FF2B5EF4-FFF2-40B4-BE49-F238E27FC236}">
                <a16:creationId xmlns:a16="http://schemas.microsoft.com/office/drawing/2014/main" id="{76561AAC-560F-4BCF-B5B2-4273F5FA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72" name="p10-椭圆-0272">
            <a:extLst xmlns:a="http://schemas.openxmlformats.org/drawingml/2006/main">
              <a:ext uri="{FF2B5EF4-FFF2-40B4-BE49-F238E27FC236}">
                <a16:creationId xmlns:a16="http://schemas.microsoft.com/office/drawing/2014/main" id="{BB996458-8704-407C-AD3F-A4B846B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73" name="p10-椭圆-0273">
            <a:extLst xmlns:a="http://schemas.openxmlformats.org/drawingml/2006/main">
              <a:ext uri="{FF2B5EF4-FFF2-40B4-BE49-F238E27FC236}">
                <a16:creationId xmlns:a16="http://schemas.microsoft.com/office/drawing/2014/main" id="{1083FF49-9995-40FD-9B6C-21ED10E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74" name="p10-椭圆-0274">
            <a:extLst xmlns:a="http://schemas.openxmlformats.org/drawingml/2006/main">
              <a:ext uri="{FF2B5EF4-FFF2-40B4-BE49-F238E27FC236}">
                <a16:creationId xmlns:a16="http://schemas.microsoft.com/office/drawing/2014/main" id="{E73D7D52-331F-48C1-81A2-ED96A2A6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75" name="p10-椭圆-0275">
            <a:extLst xmlns:a="http://schemas.openxmlformats.org/drawingml/2006/main">
              <a:ext uri="{FF2B5EF4-FFF2-40B4-BE49-F238E27FC236}">
                <a16:creationId xmlns:a16="http://schemas.microsoft.com/office/drawing/2014/main" id="{310A984C-A0C5-4C0A-A040-C9EDFF94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76" name="p10-椭圆-0276">
            <a:extLst xmlns:a="http://schemas.openxmlformats.org/drawingml/2006/main">
              <a:ext uri="{FF2B5EF4-FFF2-40B4-BE49-F238E27FC236}">
                <a16:creationId xmlns:a16="http://schemas.microsoft.com/office/drawing/2014/main" id="{D6A1FF94-3EE3-47D3-9EAA-BAC9A4A0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77" name="p10-椭圆-0277">
            <a:extLst xmlns:a="http://schemas.openxmlformats.org/drawingml/2006/main">
              <a:ext uri="{FF2B5EF4-FFF2-40B4-BE49-F238E27FC236}">
                <a16:creationId xmlns:a16="http://schemas.microsoft.com/office/drawing/2014/main" id="{9F322F57-5A77-4989-8DB7-738E39E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78" name="p10-椭圆-0278">
            <a:extLst xmlns:a="http://schemas.openxmlformats.org/drawingml/2006/main">
              <a:ext uri="{FF2B5EF4-FFF2-40B4-BE49-F238E27FC236}">
                <a16:creationId xmlns:a16="http://schemas.microsoft.com/office/drawing/2014/main" id="{549C01BF-95CF-4596-A256-8232DF97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79" name="p10-椭圆-0279">
            <a:extLst xmlns:a="http://schemas.openxmlformats.org/drawingml/2006/main">
              <a:ext uri="{FF2B5EF4-FFF2-40B4-BE49-F238E27FC236}">
                <a16:creationId xmlns:a16="http://schemas.microsoft.com/office/drawing/2014/main" id="{BC3B8A12-E63E-4425-BB7E-68F119AA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2944763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80" name="p10-椭圆-0280">
            <a:extLst xmlns:a="http://schemas.openxmlformats.org/drawingml/2006/main">
              <a:ext uri="{FF2B5EF4-FFF2-40B4-BE49-F238E27FC236}">
                <a16:creationId xmlns:a16="http://schemas.microsoft.com/office/drawing/2014/main" id="{070274AB-F534-4CD0-96ED-62702A00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81" name="p10-椭圆-0281">
            <a:extLst xmlns:a="http://schemas.openxmlformats.org/drawingml/2006/main">
              <a:ext uri="{FF2B5EF4-FFF2-40B4-BE49-F238E27FC236}">
                <a16:creationId xmlns:a16="http://schemas.microsoft.com/office/drawing/2014/main" id="{02ABFB3B-E072-4C7C-BF13-BF11630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82" name="p10-椭圆-0282">
            <a:extLst xmlns:a="http://schemas.openxmlformats.org/drawingml/2006/main">
              <a:ext uri="{FF2B5EF4-FFF2-40B4-BE49-F238E27FC236}">
                <a16:creationId xmlns:a16="http://schemas.microsoft.com/office/drawing/2014/main" id="{E5F27F8D-ED96-43F3-85E8-E247FB9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83" name="p10-椭圆-0283">
            <a:extLst xmlns:a="http://schemas.openxmlformats.org/drawingml/2006/main">
              <a:ext uri="{FF2B5EF4-FFF2-40B4-BE49-F238E27FC236}">
                <a16:creationId xmlns:a16="http://schemas.microsoft.com/office/drawing/2014/main" id="{3EBED4AA-9B98-45BD-A6DC-D7472F9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84" name="p10-椭圆-0284">
            <a:extLst xmlns:a="http://schemas.openxmlformats.org/drawingml/2006/main">
              <a:ext uri="{FF2B5EF4-FFF2-40B4-BE49-F238E27FC236}">
                <a16:creationId xmlns:a16="http://schemas.microsoft.com/office/drawing/2014/main" id="{CAAEE84B-BCDE-4ECF-B55A-F4CDA92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85" name="p10-椭圆-0285">
            <a:extLst xmlns:a="http://schemas.openxmlformats.org/drawingml/2006/main">
              <a:ext uri="{FF2B5EF4-FFF2-40B4-BE49-F238E27FC236}">
                <a16:creationId xmlns:a16="http://schemas.microsoft.com/office/drawing/2014/main" id="{0CD8DCBA-CA95-41E3-9494-C24714DF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6" name="p10-椭圆-0286">
            <a:extLst xmlns:a="http://schemas.openxmlformats.org/drawingml/2006/main">
              <a:ext uri="{FF2B5EF4-FFF2-40B4-BE49-F238E27FC236}">
                <a16:creationId xmlns:a16="http://schemas.microsoft.com/office/drawing/2014/main" id="{C396EBE6-EE61-4C9A-8A6D-5531FD0F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87" name="p10-椭圆-0287">
            <a:extLst xmlns:a="http://schemas.openxmlformats.org/drawingml/2006/main">
              <a:ext uri="{FF2B5EF4-FFF2-40B4-BE49-F238E27FC236}">
                <a16:creationId xmlns:a16="http://schemas.microsoft.com/office/drawing/2014/main" id="{E14D1A47-504B-4141-9FB2-67A5222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88" name="p10-椭圆-0288">
            <a:extLst xmlns:a="http://schemas.openxmlformats.org/drawingml/2006/main">
              <a:ext uri="{FF2B5EF4-FFF2-40B4-BE49-F238E27FC236}">
                <a16:creationId xmlns:a16="http://schemas.microsoft.com/office/drawing/2014/main" id="{F01E14D7-63B2-4172-AE06-934D1A5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89" name="p10-椭圆-0289">
            <a:extLst xmlns:a="http://schemas.openxmlformats.org/drawingml/2006/main">
              <a:ext uri="{FF2B5EF4-FFF2-40B4-BE49-F238E27FC236}">
                <a16:creationId xmlns:a16="http://schemas.microsoft.com/office/drawing/2014/main" id="{ED3B5B8A-372C-444F-9651-4556EA83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0" name="p10-椭圆-0290">
            <a:extLst xmlns:a="http://schemas.openxmlformats.org/drawingml/2006/main">
              <a:ext uri="{FF2B5EF4-FFF2-40B4-BE49-F238E27FC236}">
                <a16:creationId xmlns:a16="http://schemas.microsoft.com/office/drawing/2014/main" id="{AF871BC4-4C71-4545-B88C-12E76327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1" name="p10-椭圆-0291">
            <a:extLst xmlns:a="http://schemas.openxmlformats.org/drawingml/2006/main">
              <a:ext uri="{FF2B5EF4-FFF2-40B4-BE49-F238E27FC236}">
                <a16:creationId xmlns:a16="http://schemas.microsoft.com/office/drawing/2014/main" id="{DD70B531-2D81-4CA4-A6EB-13D2D3D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3084739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92" name="p10-椭圆-0292">
            <a:extLst xmlns:a="http://schemas.openxmlformats.org/drawingml/2006/main">
              <a:ext uri="{FF2B5EF4-FFF2-40B4-BE49-F238E27FC236}">
                <a16:creationId xmlns:a16="http://schemas.microsoft.com/office/drawing/2014/main" id="{A3AA1602-EB6D-4EFE-93C6-08C218C6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26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3" name="p10-椭圆-0293">
            <a:extLst xmlns:a="http://schemas.openxmlformats.org/drawingml/2006/main">
              <a:ext uri="{FF2B5EF4-FFF2-40B4-BE49-F238E27FC236}">
                <a16:creationId xmlns:a16="http://schemas.microsoft.com/office/drawing/2014/main" id="{DE76E874-C458-4151-A23D-FEC78EE5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389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94" name="p10-椭圆-0294">
            <a:extLst xmlns:a="http://schemas.openxmlformats.org/drawingml/2006/main">
              <a:ext uri="{FF2B5EF4-FFF2-40B4-BE49-F238E27FC236}">
                <a16:creationId xmlns:a16="http://schemas.microsoft.com/office/drawing/2014/main" id="{C59C68AA-CCE6-4438-B448-08024FF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453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95" name="p10-椭圆-0295">
            <a:extLst xmlns:a="http://schemas.openxmlformats.org/drawingml/2006/main">
              <a:ext uri="{FF2B5EF4-FFF2-40B4-BE49-F238E27FC236}">
                <a16:creationId xmlns:a16="http://schemas.microsoft.com/office/drawing/2014/main" id="{FF09448C-1340-43F9-9011-61132151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16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96" name="p10-椭圆-0296">
            <a:extLst xmlns:a="http://schemas.openxmlformats.org/drawingml/2006/main">
              <a:ext uri="{FF2B5EF4-FFF2-40B4-BE49-F238E27FC236}">
                <a16:creationId xmlns:a16="http://schemas.microsoft.com/office/drawing/2014/main" id="{851E0189-02D4-4583-B642-A1104CF7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80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7" name="p10-椭圆-0297">
            <a:extLst xmlns:a="http://schemas.openxmlformats.org/drawingml/2006/main">
              <a:ext uri="{FF2B5EF4-FFF2-40B4-BE49-F238E27FC236}">
                <a16:creationId xmlns:a16="http://schemas.microsoft.com/office/drawing/2014/main" id="{337E831B-86F7-43D9-87E4-8E8E65D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43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98" name="p10-椭圆-0298">
            <a:extLst xmlns:a="http://schemas.openxmlformats.org/drawingml/2006/main">
              <a:ext uri="{FF2B5EF4-FFF2-40B4-BE49-F238E27FC236}">
                <a16:creationId xmlns:a16="http://schemas.microsoft.com/office/drawing/2014/main" id="{A001BD70-F5D5-4E21-A60E-8EF9491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7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99" name="p10-椭圆-0299">
            <a:extLst xmlns:a="http://schemas.openxmlformats.org/drawingml/2006/main">
              <a:ext uri="{FF2B5EF4-FFF2-40B4-BE49-F238E27FC236}">
                <a16:creationId xmlns:a16="http://schemas.microsoft.com/office/drawing/2014/main" id="{70C145A1-1CB3-4059-AEEE-42FD9E9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70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00" name="p10-椭圆-0300">
            <a:extLst xmlns:a="http://schemas.openxmlformats.org/drawingml/2006/main">
              <a:ext uri="{FF2B5EF4-FFF2-40B4-BE49-F238E27FC236}">
                <a16:creationId xmlns:a16="http://schemas.microsoft.com/office/drawing/2014/main" id="{3D15896B-2D28-4711-8189-E0B0B22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834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01" name="p10-椭圆-0301">
            <a:extLst xmlns:a="http://schemas.openxmlformats.org/drawingml/2006/main">
              <a:ext uri="{FF2B5EF4-FFF2-40B4-BE49-F238E27FC236}">
                <a16:creationId xmlns:a16="http://schemas.microsoft.com/office/drawing/2014/main" id="{F6937FA6-931D-4EA0-90B1-5F310ED2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897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302" name="p10-椭圆-0302">
            <a:extLst xmlns:a="http://schemas.openxmlformats.org/drawingml/2006/main">
              <a:ext uri="{FF2B5EF4-FFF2-40B4-BE49-F238E27FC236}">
                <a16:creationId xmlns:a16="http://schemas.microsoft.com/office/drawing/2014/main" id="{3F06F346-411A-461A-9DFB-102B91C4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961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303" name="p10-椭圆-0303">
            <a:extLst xmlns:a="http://schemas.openxmlformats.org/drawingml/2006/main">
              <a:ext uri="{FF2B5EF4-FFF2-40B4-BE49-F238E27FC236}">
                <a16:creationId xmlns:a16="http://schemas.microsoft.com/office/drawing/2014/main" id="{6BFB4529-A550-405F-9F32-223B299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024" y="3224714"/>
            <a:ext cx="114525" cy="114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304" name="p10-文本-0304">
            <a:extLst xmlns:a="http://schemas.openxmlformats.org/drawingml/2006/main">
              <a:ext uri="{FF2B5EF4-FFF2-40B4-BE49-F238E27FC236}">
                <a16:creationId xmlns:a16="http://schemas.microsoft.com/office/drawing/2014/main" id="{477C1F43-2D6A-4675-ABA9-52629E24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799103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独立制备与测量</a:t>
            </a:r>
          </a:p>
        </p:txBody>
      </p:sp>
      <p:sp>
        <p:nvSpPr>
          <p:cNvPr id="305" name="p10-文本-0305">
            <a:extLst xmlns:a="http://schemas.openxmlformats.org/drawingml/2006/main">
              <a:ext uri="{FF2B5EF4-FFF2-40B4-BE49-F238E27FC236}">
                <a16:creationId xmlns:a16="http://schemas.microsoft.com/office/drawing/2014/main" id="{299D0198-C950-4839-846B-E554856C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65803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记录偏差并回传</a:t>
            </a:r>
          </a:p>
        </p:txBody>
      </p:sp>
      <p:sp>
        <p:nvSpPr>
          <p:cNvPr id="306" name="p10-文本-0306">
            <a:extLst xmlns:a="http://schemas.openxmlformats.org/drawingml/2006/main">
              <a:ext uri="{FF2B5EF4-FFF2-40B4-BE49-F238E27FC236}">
                <a16:creationId xmlns:a16="http://schemas.microsoft.com/office/drawing/2014/main" id="{7B41B9F1-A4AD-4486-87BF-29E45AD9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83" y="493240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更新后的证据</a:t>
            </a:r>
          </a:p>
        </p:txBody>
      </p:sp>
      <p:sp>
        <p:nvSpPr>
          <p:cNvPr id="307" name="p10-矩形-0307">
            <a:extLst xmlns:a="http://schemas.openxmlformats.org/drawingml/2006/main">
              <a:ext uri="{FF2B5EF4-FFF2-40B4-BE49-F238E27FC236}">
                <a16:creationId xmlns:a16="http://schemas.microsoft.com/office/drawing/2014/main" id="{32044AE9-06A2-4A50-9E80-BD38AD3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19750"/>
            <a:ext cx="11210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8" name="p10-文本-0308">
            <a:extLst xmlns:a="http://schemas.openxmlformats.org/drawingml/2006/main">
              <a:ext uri="{FF2B5EF4-FFF2-40B4-BE49-F238E27FC236}">
                <a16:creationId xmlns:a16="http://schemas.microsoft.com/office/drawing/2014/main" id="{EA87A78C-FC61-4FE5-9401-A72CA97D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3195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贯穿全程的约束</a:t>
            </a:r>
          </a:p>
        </p:txBody>
      </p:sp>
      <p:sp>
        <p:nvSpPr>
          <p:cNvPr id="309" name="p10-文本-0309">
            <a:extLst xmlns:a="http://schemas.openxmlformats.org/drawingml/2006/main">
              <a:ext uri="{FF2B5EF4-FFF2-40B4-BE49-F238E27FC236}">
                <a16:creationId xmlns:a16="http://schemas.microsoft.com/office/drawing/2014/main" id="{B1596887-AC41-4AB0-8D50-9DD188FF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711796"/>
            <a:ext cx="5053775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可追溯样本  ·  一致的评价基准  ·  可复核的数据处理</a:t>
            </a:r>
          </a:p>
        </p:txBody>
      </p:sp>
      <p:sp>
        <p:nvSpPr>
          <p:cNvPr id="310" name="p10-文本-0310">
            <a:extLst xmlns:a="http://schemas.openxmlformats.org/drawingml/2006/main">
              <a:ext uri="{FF2B5EF4-FFF2-40B4-BE49-F238E27FC236}">
                <a16:creationId xmlns:a16="http://schemas.microsoft.com/office/drawing/2014/main" id="{10D17558-05FC-44D0-9FD2-BFA8CAF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10</a:t>
            </a:r>
          </a:p>
        </p:txBody>
      </p:sp>
    </p:spTree>
    <p:extLst>
      <p:ext uri="{BB962C8B-B14F-4D97-AF65-F5344CB8AC3E}">
        <p14:creationId xmlns:p14="http://schemas.microsoft.com/office/powerpoint/2010/main" val="1216044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1" name="p11-矩形-0001">
            <a:extLst xmlns:a="http://schemas.openxmlformats.org/drawingml/2006/main">
              <a:ext uri="{FF2B5EF4-FFF2-40B4-BE49-F238E27FC236}">
                <a16:creationId xmlns:a16="http://schemas.microsoft.com/office/drawing/2014/main" id="{926057DD-C9BA-43E6-B5F6-ED2721C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1-矩形-0002">
            <a:extLst xmlns:a="http://schemas.openxmlformats.org/drawingml/2006/main">
              <a:ext uri="{FF2B5EF4-FFF2-40B4-BE49-F238E27FC236}">
                <a16:creationId xmlns:a16="http://schemas.microsoft.com/office/drawing/2014/main" id="{6F2E357A-655A-45AB-B3B2-E03E5A7E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1-文本-0003">
            <a:extLst xmlns:a="http://schemas.openxmlformats.org/drawingml/2006/main">
              <a:ext uri="{FF2B5EF4-FFF2-40B4-BE49-F238E27FC236}">
                <a16:creationId xmlns:a16="http://schemas.microsoft.com/office/drawing/2014/main" id="{353E4C0B-6533-4F67-A896-B54BF49F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2243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多种线索并行发现候选，再以统一标准筛选</a:t>
            </a:r>
          </a:p>
        </p:txBody>
      </p:sp>
      <p:sp>
        <p:nvSpPr>
          <p:cNvPr id="4" name="p11-文本-0004">
            <a:extLst xmlns:a="http://schemas.openxmlformats.org/drawingml/2006/main">
              <a:ext uri="{FF2B5EF4-FFF2-40B4-BE49-F238E27FC236}">
                <a16:creationId xmlns:a16="http://schemas.microsoft.com/office/drawing/2014/main" id="{FB8B48A6-0BEB-4CF2-B5E1-A46C9D3D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34783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并行方法扩大覆盖，后续验证共享评价尺度</a:t>
            </a:r>
          </a:p>
        </p:txBody>
      </p:sp>
      <p:sp>
        <p:nvSpPr>
          <p:cNvPr id="5" name="p11-线-0005">
            <a:extLst xmlns:a="http://schemas.openxmlformats.org/drawingml/2006/main">
              <a:ext uri="{FF2B5EF4-FFF2-40B4-BE49-F238E27FC236}">
                <a16:creationId xmlns:a16="http://schemas.microsoft.com/office/drawing/2014/main" id="{D50D67C2-3EDC-488E-A91E-1B85F1C7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1-矩形-0006">
            <a:extLst xmlns:a="http://schemas.openxmlformats.org/drawingml/2006/main">
              <a:ext uri="{FF2B5EF4-FFF2-40B4-BE49-F238E27FC236}">
                <a16:creationId xmlns:a16="http://schemas.microsoft.com/office/drawing/2014/main" id="{260098C3-7A34-4F74-8B4F-EDC7A296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11-文本-0007">
            <a:extLst xmlns:a="http://schemas.openxmlformats.org/drawingml/2006/main">
              <a:ext uri="{FF2B5EF4-FFF2-40B4-BE49-F238E27FC236}">
                <a16:creationId xmlns:a16="http://schemas.microsoft.com/office/drawing/2014/main" id="{36F3A035-C755-414C-B5C4-75AF99E8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22" y="1412174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已知模式检索</a:t>
            </a:r>
          </a:p>
        </p:txBody>
      </p:sp>
      <p:sp>
        <p:nvSpPr>
          <p:cNvPr id="8" name="p11-线-0008">
            <a:extLst xmlns:a="http://schemas.openxmlformats.org/drawingml/2006/main">
              <a:ext uri="{FF2B5EF4-FFF2-40B4-BE49-F238E27FC236}">
                <a16:creationId xmlns:a16="http://schemas.microsoft.com/office/drawing/2014/main" id="{ED60D402-16C7-48AD-A035-F142924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1447800" cy="95"/>
          </a:xfrm>
          <a:custGeom xmlns:a="http://schemas.openxmlformats.org/drawingml/2006/main">
            <a:pathLst>
              <a:path w="1447800" h="9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" name="p11-路径-0009">
            <a:extLst xmlns:a="http://schemas.openxmlformats.org/drawingml/2006/main">
              <a:ext uri="{FF2B5EF4-FFF2-40B4-BE49-F238E27FC236}">
                <a16:creationId xmlns:a16="http://schemas.microsoft.com/office/drawing/2014/main" id="{083538A4-B592-4910-A23C-663E3AE8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9813"/>
            <a:ext cx="1447800" cy="289560"/>
          </a:xfrm>
          <a:custGeom xmlns:a="http://schemas.openxmlformats.org/drawingml/2006/main">
            <a:pathLst>
              <a:path w="1447800" h="289560">
                <a:moveTo>
                  <a:pt x="0" y="289560"/>
                </a:moveTo>
                <a:lnTo>
                  <a:pt x="9525" y="289560"/>
                </a:lnTo>
                <a:lnTo>
                  <a:pt x="19050" y="289560"/>
                </a:lnTo>
                <a:lnTo>
                  <a:pt x="28575" y="289560"/>
                </a:lnTo>
                <a:lnTo>
                  <a:pt x="39052" y="289560"/>
                </a:lnTo>
                <a:lnTo>
                  <a:pt x="48577" y="289560"/>
                </a:lnTo>
                <a:lnTo>
                  <a:pt x="58102" y="289560"/>
                </a:lnTo>
                <a:lnTo>
                  <a:pt x="67627" y="289560"/>
                </a:lnTo>
                <a:lnTo>
                  <a:pt x="77152" y="289560"/>
                </a:lnTo>
                <a:lnTo>
                  <a:pt x="86677" y="289560"/>
                </a:lnTo>
                <a:lnTo>
                  <a:pt x="96202" y="289560"/>
                </a:lnTo>
                <a:lnTo>
                  <a:pt x="105727" y="289560"/>
                </a:lnTo>
                <a:lnTo>
                  <a:pt x="116205" y="289560"/>
                </a:lnTo>
                <a:lnTo>
                  <a:pt x="125730" y="289560"/>
                </a:lnTo>
                <a:lnTo>
                  <a:pt x="135255" y="289560"/>
                </a:lnTo>
                <a:lnTo>
                  <a:pt x="144780" y="289560"/>
                </a:lnTo>
                <a:lnTo>
                  <a:pt x="154305" y="289560"/>
                </a:lnTo>
                <a:lnTo>
                  <a:pt x="163830" y="289560"/>
                </a:lnTo>
                <a:lnTo>
                  <a:pt x="173355" y="289560"/>
                </a:lnTo>
                <a:lnTo>
                  <a:pt x="183832" y="289560"/>
                </a:lnTo>
                <a:lnTo>
                  <a:pt x="193357" y="289560"/>
                </a:lnTo>
                <a:lnTo>
                  <a:pt x="202882" y="289560"/>
                </a:lnTo>
                <a:lnTo>
                  <a:pt x="212407" y="289560"/>
                </a:lnTo>
                <a:lnTo>
                  <a:pt x="221932" y="289560"/>
                </a:lnTo>
                <a:lnTo>
                  <a:pt x="231457" y="289560"/>
                </a:lnTo>
                <a:lnTo>
                  <a:pt x="240982" y="288608"/>
                </a:lnTo>
                <a:lnTo>
                  <a:pt x="250507" y="284797"/>
                </a:lnTo>
                <a:lnTo>
                  <a:pt x="260985" y="263842"/>
                </a:lnTo>
                <a:lnTo>
                  <a:pt x="270510" y="208597"/>
                </a:lnTo>
                <a:lnTo>
                  <a:pt x="280035" y="130492"/>
                </a:lnTo>
                <a:lnTo>
                  <a:pt x="289560" y="89535"/>
                </a:lnTo>
                <a:lnTo>
                  <a:pt x="299085" y="130492"/>
                </a:lnTo>
                <a:lnTo>
                  <a:pt x="308610" y="208597"/>
                </a:lnTo>
                <a:lnTo>
                  <a:pt x="318135" y="263842"/>
                </a:lnTo>
                <a:lnTo>
                  <a:pt x="328613" y="284797"/>
                </a:lnTo>
                <a:lnTo>
                  <a:pt x="338138" y="288608"/>
                </a:lnTo>
                <a:lnTo>
                  <a:pt x="347663" y="289560"/>
                </a:lnTo>
                <a:lnTo>
                  <a:pt x="357188" y="289560"/>
                </a:lnTo>
                <a:lnTo>
                  <a:pt x="366713" y="289560"/>
                </a:lnTo>
                <a:lnTo>
                  <a:pt x="376238" y="289560"/>
                </a:lnTo>
                <a:lnTo>
                  <a:pt x="385763" y="289560"/>
                </a:lnTo>
                <a:lnTo>
                  <a:pt x="395288" y="289560"/>
                </a:lnTo>
                <a:lnTo>
                  <a:pt x="405765" y="289560"/>
                </a:lnTo>
                <a:lnTo>
                  <a:pt x="415290" y="289560"/>
                </a:lnTo>
                <a:lnTo>
                  <a:pt x="424815" y="289560"/>
                </a:lnTo>
                <a:lnTo>
                  <a:pt x="434340" y="289560"/>
                </a:lnTo>
                <a:lnTo>
                  <a:pt x="443865" y="289560"/>
                </a:lnTo>
                <a:lnTo>
                  <a:pt x="453390" y="289560"/>
                </a:lnTo>
                <a:lnTo>
                  <a:pt x="462915" y="289560"/>
                </a:lnTo>
                <a:lnTo>
                  <a:pt x="473393" y="289560"/>
                </a:lnTo>
                <a:lnTo>
                  <a:pt x="482918" y="289560"/>
                </a:lnTo>
                <a:lnTo>
                  <a:pt x="492443" y="289560"/>
                </a:lnTo>
                <a:lnTo>
                  <a:pt x="501968" y="289560"/>
                </a:lnTo>
                <a:lnTo>
                  <a:pt x="511493" y="289560"/>
                </a:lnTo>
                <a:lnTo>
                  <a:pt x="521018" y="289560"/>
                </a:lnTo>
                <a:lnTo>
                  <a:pt x="530543" y="289560"/>
                </a:lnTo>
                <a:lnTo>
                  <a:pt x="540068" y="289560"/>
                </a:lnTo>
                <a:lnTo>
                  <a:pt x="550545" y="289560"/>
                </a:lnTo>
                <a:lnTo>
                  <a:pt x="560070" y="289560"/>
                </a:lnTo>
                <a:lnTo>
                  <a:pt x="569595" y="288608"/>
                </a:lnTo>
                <a:lnTo>
                  <a:pt x="579120" y="286703"/>
                </a:lnTo>
                <a:lnTo>
                  <a:pt x="588645" y="280988"/>
                </a:lnTo>
                <a:lnTo>
                  <a:pt x="598170" y="266700"/>
                </a:lnTo>
                <a:lnTo>
                  <a:pt x="607695" y="235267"/>
                </a:lnTo>
                <a:lnTo>
                  <a:pt x="618173" y="183833"/>
                </a:lnTo>
                <a:lnTo>
                  <a:pt x="627698" y="114300"/>
                </a:lnTo>
                <a:lnTo>
                  <a:pt x="637223" y="44767"/>
                </a:lnTo>
                <a:lnTo>
                  <a:pt x="646748" y="0"/>
                </a:lnTo>
                <a:lnTo>
                  <a:pt x="656273" y="0"/>
                </a:lnTo>
                <a:lnTo>
                  <a:pt x="665798" y="44767"/>
                </a:lnTo>
                <a:lnTo>
                  <a:pt x="675323" y="114300"/>
                </a:lnTo>
                <a:lnTo>
                  <a:pt x="684848" y="183833"/>
                </a:lnTo>
                <a:lnTo>
                  <a:pt x="695325" y="235267"/>
                </a:lnTo>
                <a:lnTo>
                  <a:pt x="704850" y="266700"/>
                </a:lnTo>
                <a:lnTo>
                  <a:pt x="714375" y="280988"/>
                </a:lnTo>
                <a:lnTo>
                  <a:pt x="723900" y="286703"/>
                </a:lnTo>
                <a:lnTo>
                  <a:pt x="733425" y="288608"/>
                </a:lnTo>
                <a:lnTo>
                  <a:pt x="742950" y="289560"/>
                </a:lnTo>
                <a:lnTo>
                  <a:pt x="752475" y="289560"/>
                </a:lnTo>
                <a:lnTo>
                  <a:pt x="762953" y="289560"/>
                </a:lnTo>
                <a:lnTo>
                  <a:pt x="772478" y="289560"/>
                </a:lnTo>
                <a:lnTo>
                  <a:pt x="782003" y="289560"/>
                </a:lnTo>
                <a:lnTo>
                  <a:pt x="791528" y="289560"/>
                </a:lnTo>
                <a:lnTo>
                  <a:pt x="801053" y="289560"/>
                </a:lnTo>
                <a:lnTo>
                  <a:pt x="810578" y="289560"/>
                </a:lnTo>
                <a:lnTo>
                  <a:pt x="820103" y="289560"/>
                </a:lnTo>
                <a:lnTo>
                  <a:pt x="829628" y="289560"/>
                </a:lnTo>
                <a:lnTo>
                  <a:pt x="840105" y="289560"/>
                </a:lnTo>
                <a:lnTo>
                  <a:pt x="849630" y="289560"/>
                </a:lnTo>
                <a:lnTo>
                  <a:pt x="859155" y="289560"/>
                </a:lnTo>
                <a:lnTo>
                  <a:pt x="868680" y="289560"/>
                </a:lnTo>
                <a:lnTo>
                  <a:pt x="878205" y="289560"/>
                </a:lnTo>
                <a:lnTo>
                  <a:pt x="887730" y="289560"/>
                </a:lnTo>
                <a:lnTo>
                  <a:pt x="897255" y="289560"/>
                </a:lnTo>
                <a:lnTo>
                  <a:pt x="907733" y="289560"/>
                </a:lnTo>
                <a:lnTo>
                  <a:pt x="917258" y="289560"/>
                </a:lnTo>
                <a:lnTo>
                  <a:pt x="926783" y="289560"/>
                </a:lnTo>
                <a:lnTo>
                  <a:pt x="936308" y="289560"/>
                </a:lnTo>
                <a:lnTo>
                  <a:pt x="945833" y="289560"/>
                </a:lnTo>
                <a:lnTo>
                  <a:pt x="955358" y="289560"/>
                </a:lnTo>
                <a:lnTo>
                  <a:pt x="964883" y="289560"/>
                </a:lnTo>
                <a:lnTo>
                  <a:pt x="974408" y="289560"/>
                </a:lnTo>
                <a:lnTo>
                  <a:pt x="984885" y="289560"/>
                </a:lnTo>
                <a:lnTo>
                  <a:pt x="994410" y="288608"/>
                </a:lnTo>
                <a:lnTo>
                  <a:pt x="1003935" y="279083"/>
                </a:lnTo>
                <a:lnTo>
                  <a:pt x="1013460" y="227647"/>
                </a:lnTo>
                <a:lnTo>
                  <a:pt x="1022985" y="139065"/>
                </a:lnTo>
                <a:lnTo>
                  <a:pt x="1032510" y="139065"/>
                </a:lnTo>
                <a:lnTo>
                  <a:pt x="1042035" y="227647"/>
                </a:lnTo>
                <a:lnTo>
                  <a:pt x="1052513" y="279083"/>
                </a:lnTo>
                <a:lnTo>
                  <a:pt x="1062038" y="288608"/>
                </a:lnTo>
                <a:lnTo>
                  <a:pt x="1071563" y="289560"/>
                </a:lnTo>
                <a:lnTo>
                  <a:pt x="1081088" y="289560"/>
                </a:lnTo>
                <a:lnTo>
                  <a:pt x="1090613" y="289560"/>
                </a:lnTo>
                <a:lnTo>
                  <a:pt x="1100138" y="289560"/>
                </a:lnTo>
                <a:lnTo>
                  <a:pt x="1109663" y="289560"/>
                </a:lnTo>
                <a:lnTo>
                  <a:pt x="1119188" y="289560"/>
                </a:lnTo>
                <a:lnTo>
                  <a:pt x="1129665" y="289560"/>
                </a:lnTo>
                <a:lnTo>
                  <a:pt x="1139190" y="289560"/>
                </a:lnTo>
                <a:lnTo>
                  <a:pt x="1148715" y="289560"/>
                </a:lnTo>
                <a:lnTo>
                  <a:pt x="1158240" y="289560"/>
                </a:lnTo>
                <a:lnTo>
                  <a:pt x="1167765" y="289560"/>
                </a:lnTo>
                <a:lnTo>
                  <a:pt x="1177290" y="289560"/>
                </a:lnTo>
                <a:lnTo>
                  <a:pt x="1186815" y="289560"/>
                </a:lnTo>
                <a:lnTo>
                  <a:pt x="1197293" y="289560"/>
                </a:lnTo>
                <a:lnTo>
                  <a:pt x="1206818" y="287655"/>
                </a:lnTo>
                <a:lnTo>
                  <a:pt x="1216343" y="281940"/>
                </a:lnTo>
                <a:lnTo>
                  <a:pt x="1225868" y="267653"/>
                </a:lnTo>
                <a:lnTo>
                  <a:pt x="1235393" y="239078"/>
                </a:lnTo>
                <a:lnTo>
                  <a:pt x="1244918" y="201930"/>
                </a:lnTo>
                <a:lnTo>
                  <a:pt x="1254443" y="173355"/>
                </a:lnTo>
                <a:lnTo>
                  <a:pt x="1263968" y="173355"/>
                </a:lnTo>
                <a:lnTo>
                  <a:pt x="1274445" y="201930"/>
                </a:lnTo>
                <a:lnTo>
                  <a:pt x="1283970" y="239078"/>
                </a:lnTo>
                <a:lnTo>
                  <a:pt x="1293495" y="267653"/>
                </a:lnTo>
                <a:lnTo>
                  <a:pt x="1303020" y="281940"/>
                </a:lnTo>
                <a:lnTo>
                  <a:pt x="1312545" y="287655"/>
                </a:lnTo>
                <a:lnTo>
                  <a:pt x="1322070" y="289560"/>
                </a:lnTo>
                <a:lnTo>
                  <a:pt x="1331595" y="289560"/>
                </a:lnTo>
                <a:lnTo>
                  <a:pt x="1342073" y="289560"/>
                </a:lnTo>
                <a:lnTo>
                  <a:pt x="1351598" y="289560"/>
                </a:lnTo>
                <a:lnTo>
                  <a:pt x="1361123" y="289560"/>
                </a:lnTo>
                <a:lnTo>
                  <a:pt x="1370648" y="289560"/>
                </a:lnTo>
                <a:lnTo>
                  <a:pt x="1380173" y="289560"/>
                </a:lnTo>
                <a:lnTo>
                  <a:pt x="1389698" y="289560"/>
                </a:lnTo>
                <a:lnTo>
                  <a:pt x="1399223" y="289560"/>
                </a:lnTo>
                <a:lnTo>
                  <a:pt x="1408748" y="289560"/>
                </a:lnTo>
                <a:lnTo>
                  <a:pt x="1419225" y="289560"/>
                </a:lnTo>
                <a:lnTo>
                  <a:pt x="1428750" y="289560"/>
                </a:lnTo>
                <a:lnTo>
                  <a:pt x="1438275" y="289560"/>
                </a:lnTo>
                <a:lnTo>
                  <a:pt x="1447800" y="2895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10" name="p11-路径-0010">
            <a:extLst xmlns:a="http://schemas.openxmlformats.org/drawingml/2006/main">
              <a:ext uri="{FF2B5EF4-FFF2-40B4-BE49-F238E27FC236}">
                <a16:creationId xmlns:a16="http://schemas.microsoft.com/office/drawing/2014/main" id="{D3B935FD-7BDB-4484-ABD8-5A903FC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7415"/>
            <a:ext cx="1447800" cy="294323"/>
          </a:xfrm>
          <a:custGeom xmlns:a="http://schemas.openxmlformats.org/drawingml/2006/main">
            <a:pathLst>
              <a:path w="1447800" h="294323">
                <a:moveTo>
                  <a:pt x="0" y="294323"/>
                </a:moveTo>
                <a:lnTo>
                  <a:pt x="9525" y="294323"/>
                </a:lnTo>
                <a:lnTo>
                  <a:pt x="19050" y="294323"/>
                </a:lnTo>
                <a:lnTo>
                  <a:pt x="28575" y="294323"/>
                </a:lnTo>
                <a:lnTo>
                  <a:pt x="39052" y="294323"/>
                </a:lnTo>
                <a:lnTo>
                  <a:pt x="48577" y="294323"/>
                </a:lnTo>
                <a:lnTo>
                  <a:pt x="58102" y="294323"/>
                </a:lnTo>
                <a:lnTo>
                  <a:pt x="67627" y="294323"/>
                </a:lnTo>
                <a:lnTo>
                  <a:pt x="77152" y="294323"/>
                </a:lnTo>
                <a:lnTo>
                  <a:pt x="86677" y="294323"/>
                </a:lnTo>
                <a:lnTo>
                  <a:pt x="96202" y="294323"/>
                </a:lnTo>
                <a:lnTo>
                  <a:pt x="105727" y="294323"/>
                </a:lnTo>
                <a:lnTo>
                  <a:pt x="116205" y="294323"/>
                </a:lnTo>
                <a:lnTo>
                  <a:pt x="125730" y="294323"/>
                </a:lnTo>
                <a:lnTo>
                  <a:pt x="135255" y="294323"/>
                </a:lnTo>
                <a:lnTo>
                  <a:pt x="144780" y="294323"/>
                </a:lnTo>
                <a:lnTo>
                  <a:pt x="154305" y="294323"/>
                </a:lnTo>
                <a:lnTo>
                  <a:pt x="163830" y="294323"/>
                </a:lnTo>
                <a:lnTo>
                  <a:pt x="173355" y="294323"/>
                </a:lnTo>
                <a:lnTo>
                  <a:pt x="183832" y="294323"/>
                </a:lnTo>
                <a:lnTo>
                  <a:pt x="193357" y="294323"/>
                </a:lnTo>
                <a:lnTo>
                  <a:pt x="202882" y="294323"/>
                </a:lnTo>
                <a:lnTo>
                  <a:pt x="212407" y="294323"/>
                </a:lnTo>
                <a:lnTo>
                  <a:pt x="221932" y="294323"/>
                </a:lnTo>
                <a:lnTo>
                  <a:pt x="231457" y="294323"/>
                </a:lnTo>
                <a:lnTo>
                  <a:pt x="240982" y="294323"/>
                </a:lnTo>
                <a:lnTo>
                  <a:pt x="250507" y="293370"/>
                </a:lnTo>
                <a:lnTo>
                  <a:pt x="260985" y="290513"/>
                </a:lnTo>
                <a:lnTo>
                  <a:pt x="270510" y="274320"/>
                </a:lnTo>
                <a:lnTo>
                  <a:pt x="280035" y="227648"/>
                </a:lnTo>
                <a:lnTo>
                  <a:pt x="289560" y="149543"/>
                </a:lnTo>
                <a:lnTo>
                  <a:pt x="299085" y="96202"/>
                </a:lnTo>
                <a:lnTo>
                  <a:pt x="308610" y="120968"/>
                </a:lnTo>
                <a:lnTo>
                  <a:pt x="318135" y="198120"/>
                </a:lnTo>
                <a:lnTo>
                  <a:pt x="328613" y="260033"/>
                </a:lnTo>
                <a:lnTo>
                  <a:pt x="338138" y="286702"/>
                </a:lnTo>
                <a:lnTo>
                  <a:pt x="347663" y="293370"/>
                </a:lnTo>
                <a:lnTo>
                  <a:pt x="357188" y="294323"/>
                </a:lnTo>
                <a:lnTo>
                  <a:pt x="366713" y="294323"/>
                </a:lnTo>
                <a:lnTo>
                  <a:pt x="376238" y="294323"/>
                </a:lnTo>
                <a:lnTo>
                  <a:pt x="385763" y="294323"/>
                </a:lnTo>
                <a:lnTo>
                  <a:pt x="395288" y="294323"/>
                </a:lnTo>
                <a:lnTo>
                  <a:pt x="405765" y="294323"/>
                </a:lnTo>
                <a:lnTo>
                  <a:pt x="415290" y="294323"/>
                </a:lnTo>
                <a:lnTo>
                  <a:pt x="424815" y="294323"/>
                </a:lnTo>
                <a:lnTo>
                  <a:pt x="434340" y="294323"/>
                </a:lnTo>
                <a:lnTo>
                  <a:pt x="443865" y="294323"/>
                </a:lnTo>
                <a:lnTo>
                  <a:pt x="453390" y="294323"/>
                </a:lnTo>
                <a:lnTo>
                  <a:pt x="462915" y="294323"/>
                </a:lnTo>
                <a:lnTo>
                  <a:pt x="473393" y="294323"/>
                </a:lnTo>
                <a:lnTo>
                  <a:pt x="482918" y="294323"/>
                </a:lnTo>
                <a:lnTo>
                  <a:pt x="492443" y="294323"/>
                </a:lnTo>
                <a:lnTo>
                  <a:pt x="501968" y="294323"/>
                </a:lnTo>
                <a:lnTo>
                  <a:pt x="511493" y="294323"/>
                </a:lnTo>
                <a:lnTo>
                  <a:pt x="521018" y="294323"/>
                </a:lnTo>
                <a:lnTo>
                  <a:pt x="530543" y="294323"/>
                </a:lnTo>
                <a:lnTo>
                  <a:pt x="540068" y="294323"/>
                </a:lnTo>
                <a:lnTo>
                  <a:pt x="550545" y="294323"/>
                </a:lnTo>
                <a:lnTo>
                  <a:pt x="560070" y="294323"/>
                </a:lnTo>
                <a:lnTo>
                  <a:pt x="569595" y="294323"/>
                </a:lnTo>
                <a:lnTo>
                  <a:pt x="579120" y="293370"/>
                </a:lnTo>
                <a:lnTo>
                  <a:pt x="588645" y="292418"/>
                </a:lnTo>
                <a:lnTo>
                  <a:pt x="598170" y="287655"/>
                </a:lnTo>
                <a:lnTo>
                  <a:pt x="607695" y="275273"/>
                </a:lnTo>
                <a:lnTo>
                  <a:pt x="618173" y="247650"/>
                </a:lnTo>
                <a:lnTo>
                  <a:pt x="627698" y="200025"/>
                </a:lnTo>
                <a:lnTo>
                  <a:pt x="637223" y="133350"/>
                </a:lnTo>
                <a:lnTo>
                  <a:pt x="646748" y="61913"/>
                </a:lnTo>
                <a:lnTo>
                  <a:pt x="656273" y="10477"/>
                </a:lnTo>
                <a:lnTo>
                  <a:pt x="665798" y="0"/>
                </a:lnTo>
                <a:lnTo>
                  <a:pt x="675323" y="37148"/>
                </a:lnTo>
                <a:lnTo>
                  <a:pt x="684848" y="104775"/>
                </a:lnTo>
                <a:lnTo>
                  <a:pt x="695325" y="175260"/>
                </a:lnTo>
                <a:lnTo>
                  <a:pt x="704850" y="231458"/>
                </a:lnTo>
                <a:lnTo>
                  <a:pt x="714375" y="265748"/>
                </a:lnTo>
                <a:lnTo>
                  <a:pt x="723900" y="283845"/>
                </a:lnTo>
                <a:lnTo>
                  <a:pt x="733425" y="290513"/>
                </a:lnTo>
                <a:lnTo>
                  <a:pt x="742950" y="293370"/>
                </a:lnTo>
                <a:lnTo>
                  <a:pt x="752475" y="294323"/>
                </a:lnTo>
                <a:lnTo>
                  <a:pt x="762953" y="294323"/>
                </a:lnTo>
                <a:lnTo>
                  <a:pt x="772478" y="294323"/>
                </a:lnTo>
                <a:lnTo>
                  <a:pt x="782003" y="294323"/>
                </a:lnTo>
                <a:lnTo>
                  <a:pt x="791528" y="294323"/>
                </a:lnTo>
                <a:lnTo>
                  <a:pt x="801053" y="294323"/>
                </a:lnTo>
                <a:lnTo>
                  <a:pt x="810578" y="294323"/>
                </a:lnTo>
                <a:lnTo>
                  <a:pt x="820103" y="294323"/>
                </a:lnTo>
                <a:lnTo>
                  <a:pt x="829628" y="294323"/>
                </a:lnTo>
                <a:lnTo>
                  <a:pt x="840105" y="294323"/>
                </a:lnTo>
                <a:lnTo>
                  <a:pt x="849630" y="294323"/>
                </a:lnTo>
                <a:lnTo>
                  <a:pt x="859155" y="294323"/>
                </a:lnTo>
                <a:lnTo>
                  <a:pt x="868680" y="294323"/>
                </a:lnTo>
                <a:lnTo>
                  <a:pt x="878205" y="294323"/>
                </a:lnTo>
                <a:lnTo>
                  <a:pt x="887730" y="294323"/>
                </a:lnTo>
                <a:lnTo>
                  <a:pt x="897255" y="294323"/>
                </a:lnTo>
                <a:lnTo>
                  <a:pt x="907733" y="294323"/>
                </a:lnTo>
                <a:lnTo>
                  <a:pt x="917258" y="294323"/>
                </a:lnTo>
                <a:lnTo>
                  <a:pt x="926783" y="294323"/>
                </a:lnTo>
                <a:lnTo>
                  <a:pt x="936308" y="294323"/>
                </a:lnTo>
                <a:lnTo>
                  <a:pt x="945833" y="294323"/>
                </a:lnTo>
                <a:lnTo>
                  <a:pt x="955358" y="294323"/>
                </a:lnTo>
                <a:lnTo>
                  <a:pt x="964883" y="294323"/>
                </a:lnTo>
                <a:lnTo>
                  <a:pt x="974408" y="294323"/>
                </a:lnTo>
                <a:lnTo>
                  <a:pt x="984885" y="294323"/>
                </a:lnTo>
                <a:lnTo>
                  <a:pt x="994410" y="294323"/>
                </a:lnTo>
                <a:lnTo>
                  <a:pt x="1003935" y="293370"/>
                </a:lnTo>
                <a:lnTo>
                  <a:pt x="1013460" y="287655"/>
                </a:lnTo>
                <a:lnTo>
                  <a:pt x="1022985" y="247650"/>
                </a:lnTo>
                <a:lnTo>
                  <a:pt x="1032510" y="159068"/>
                </a:lnTo>
                <a:lnTo>
                  <a:pt x="1042035" y="132398"/>
                </a:lnTo>
                <a:lnTo>
                  <a:pt x="1052513" y="215265"/>
                </a:lnTo>
                <a:lnTo>
                  <a:pt x="1062038" y="278130"/>
                </a:lnTo>
                <a:lnTo>
                  <a:pt x="1071563" y="292418"/>
                </a:lnTo>
                <a:lnTo>
                  <a:pt x="1081088" y="294323"/>
                </a:lnTo>
                <a:lnTo>
                  <a:pt x="1090613" y="294323"/>
                </a:lnTo>
                <a:lnTo>
                  <a:pt x="1100138" y="294323"/>
                </a:lnTo>
                <a:lnTo>
                  <a:pt x="1109663" y="294323"/>
                </a:lnTo>
                <a:lnTo>
                  <a:pt x="1119188" y="294323"/>
                </a:lnTo>
                <a:lnTo>
                  <a:pt x="1129665" y="294323"/>
                </a:lnTo>
                <a:lnTo>
                  <a:pt x="1139190" y="294323"/>
                </a:lnTo>
                <a:lnTo>
                  <a:pt x="1148715" y="294323"/>
                </a:lnTo>
                <a:lnTo>
                  <a:pt x="1158240" y="294323"/>
                </a:lnTo>
                <a:lnTo>
                  <a:pt x="1167765" y="294323"/>
                </a:lnTo>
                <a:lnTo>
                  <a:pt x="1177290" y="294323"/>
                </a:lnTo>
                <a:lnTo>
                  <a:pt x="1186815" y="294323"/>
                </a:lnTo>
                <a:lnTo>
                  <a:pt x="1197293" y="294323"/>
                </a:lnTo>
                <a:lnTo>
                  <a:pt x="1206818" y="294323"/>
                </a:lnTo>
                <a:lnTo>
                  <a:pt x="1216343" y="292418"/>
                </a:lnTo>
                <a:lnTo>
                  <a:pt x="1225868" y="288607"/>
                </a:lnTo>
                <a:lnTo>
                  <a:pt x="1235393" y="276225"/>
                </a:lnTo>
                <a:lnTo>
                  <a:pt x="1244918" y="249555"/>
                </a:lnTo>
                <a:lnTo>
                  <a:pt x="1254443" y="213360"/>
                </a:lnTo>
                <a:lnTo>
                  <a:pt x="1263968" y="181927"/>
                </a:lnTo>
                <a:lnTo>
                  <a:pt x="1274445" y="175260"/>
                </a:lnTo>
                <a:lnTo>
                  <a:pt x="1283970" y="199073"/>
                </a:lnTo>
                <a:lnTo>
                  <a:pt x="1293495" y="236220"/>
                </a:lnTo>
                <a:lnTo>
                  <a:pt x="1303020" y="267652"/>
                </a:lnTo>
                <a:lnTo>
                  <a:pt x="1312545" y="284798"/>
                </a:lnTo>
                <a:lnTo>
                  <a:pt x="1322070" y="291465"/>
                </a:lnTo>
                <a:lnTo>
                  <a:pt x="1331595" y="293370"/>
                </a:lnTo>
                <a:lnTo>
                  <a:pt x="1342073" y="294323"/>
                </a:lnTo>
                <a:lnTo>
                  <a:pt x="1351598" y="294323"/>
                </a:lnTo>
                <a:lnTo>
                  <a:pt x="1361123" y="294323"/>
                </a:lnTo>
                <a:lnTo>
                  <a:pt x="1370648" y="294323"/>
                </a:lnTo>
                <a:lnTo>
                  <a:pt x="1380173" y="294323"/>
                </a:lnTo>
                <a:lnTo>
                  <a:pt x="1389698" y="294323"/>
                </a:lnTo>
                <a:lnTo>
                  <a:pt x="1399223" y="294323"/>
                </a:lnTo>
                <a:lnTo>
                  <a:pt x="1408748" y="294323"/>
                </a:lnTo>
                <a:lnTo>
                  <a:pt x="1419225" y="294323"/>
                </a:lnTo>
                <a:lnTo>
                  <a:pt x="1428750" y="294323"/>
                </a:lnTo>
                <a:lnTo>
                  <a:pt x="1438275" y="294323"/>
                </a:lnTo>
                <a:lnTo>
                  <a:pt x="1447800" y="2943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11" name="p11-路径-0011">
            <a:extLst xmlns:a="http://schemas.openxmlformats.org/drawingml/2006/main">
              <a:ext uri="{FF2B5EF4-FFF2-40B4-BE49-F238E27FC236}">
                <a16:creationId xmlns:a16="http://schemas.microsoft.com/office/drawing/2014/main" id="{78FC3903-D39F-46A5-BDBD-7897A671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1447800" cy="295275"/>
          </a:xfrm>
          <a:custGeom xmlns:a="http://schemas.openxmlformats.org/drawingml/2006/main">
            <a:pathLst>
              <a:path w="1447800" h="295275">
                <a:moveTo>
                  <a:pt x="0" y="295275"/>
                </a:moveTo>
                <a:lnTo>
                  <a:pt x="9525" y="295275"/>
                </a:lnTo>
                <a:lnTo>
                  <a:pt x="19050" y="295275"/>
                </a:lnTo>
                <a:lnTo>
                  <a:pt x="28575" y="295275"/>
                </a:lnTo>
                <a:lnTo>
                  <a:pt x="39052" y="295275"/>
                </a:lnTo>
                <a:lnTo>
                  <a:pt x="48577" y="295275"/>
                </a:lnTo>
                <a:lnTo>
                  <a:pt x="58102" y="295275"/>
                </a:lnTo>
                <a:lnTo>
                  <a:pt x="67627" y="295275"/>
                </a:lnTo>
                <a:lnTo>
                  <a:pt x="77152" y="295275"/>
                </a:lnTo>
                <a:lnTo>
                  <a:pt x="86677" y="295275"/>
                </a:lnTo>
                <a:lnTo>
                  <a:pt x="96202" y="295275"/>
                </a:lnTo>
                <a:lnTo>
                  <a:pt x="105727" y="295275"/>
                </a:lnTo>
                <a:lnTo>
                  <a:pt x="116205" y="295275"/>
                </a:lnTo>
                <a:lnTo>
                  <a:pt x="125730" y="295275"/>
                </a:lnTo>
                <a:lnTo>
                  <a:pt x="135255" y="295275"/>
                </a:lnTo>
                <a:lnTo>
                  <a:pt x="144780" y="295275"/>
                </a:lnTo>
                <a:lnTo>
                  <a:pt x="154305" y="295275"/>
                </a:lnTo>
                <a:lnTo>
                  <a:pt x="163830" y="295275"/>
                </a:lnTo>
                <a:lnTo>
                  <a:pt x="173355" y="295275"/>
                </a:lnTo>
                <a:lnTo>
                  <a:pt x="183832" y="295275"/>
                </a:lnTo>
                <a:lnTo>
                  <a:pt x="193357" y="295275"/>
                </a:lnTo>
                <a:lnTo>
                  <a:pt x="202882" y="295275"/>
                </a:lnTo>
                <a:lnTo>
                  <a:pt x="212407" y="295275"/>
                </a:lnTo>
                <a:lnTo>
                  <a:pt x="221932" y="295275"/>
                </a:lnTo>
                <a:lnTo>
                  <a:pt x="231457" y="295275"/>
                </a:lnTo>
                <a:lnTo>
                  <a:pt x="240982" y="295275"/>
                </a:lnTo>
                <a:lnTo>
                  <a:pt x="250507" y="295275"/>
                </a:lnTo>
                <a:lnTo>
                  <a:pt x="260985" y="295275"/>
                </a:lnTo>
                <a:lnTo>
                  <a:pt x="270510" y="293370"/>
                </a:lnTo>
                <a:lnTo>
                  <a:pt x="280035" y="280988"/>
                </a:lnTo>
                <a:lnTo>
                  <a:pt x="289560" y="241935"/>
                </a:lnTo>
                <a:lnTo>
                  <a:pt x="299085" y="167640"/>
                </a:lnTo>
                <a:lnTo>
                  <a:pt x="308610" y="102870"/>
                </a:lnTo>
                <a:lnTo>
                  <a:pt x="318135" y="111442"/>
                </a:lnTo>
                <a:lnTo>
                  <a:pt x="328613" y="183833"/>
                </a:lnTo>
                <a:lnTo>
                  <a:pt x="338138" y="252413"/>
                </a:lnTo>
                <a:lnTo>
                  <a:pt x="347663" y="284798"/>
                </a:lnTo>
                <a:lnTo>
                  <a:pt x="357188" y="294323"/>
                </a:lnTo>
                <a:lnTo>
                  <a:pt x="366713" y="295275"/>
                </a:lnTo>
                <a:lnTo>
                  <a:pt x="376238" y="295275"/>
                </a:lnTo>
                <a:lnTo>
                  <a:pt x="385763" y="295275"/>
                </a:lnTo>
                <a:lnTo>
                  <a:pt x="395288" y="295275"/>
                </a:lnTo>
                <a:lnTo>
                  <a:pt x="405765" y="295275"/>
                </a:lnTo>
                <a:lnTo>
                  <a:pt x="415290" y="295275"/>
                </a:lnTo>
                <a:lnTo>
                  <a:pt x="424815" y="295275"/>
                </a:lnTo>
                <a:lnTo>
                  <a:pt x="434340" y="295275"/>
                </a:lnTo>
                <a:lnTo>
                  <a:pt x="443865" y="295275"/>
                </a:lnTo>
                <a:lnTo>
                  <a:pt x="453390" y="295275"/>
                </a:lnTo>
                <a:lnTo>
                  <a:pt x="462915" y="295275"/>
                </a:lnTo>
                <a:lnTo>
                  <a:pt x="473393" y="295275"/>
                </a:lnTo>
                <a:lnTo>
                  <a:pt x="482918" y="295275"/>
                </a:lnTo>
                <a:lnTo>
                  <a:pt x="492443" y="295275"/>
                </a:lnTo>
                <a:lnTo>
                  <a:pt x="501968" y="295275"/>
                </a:lnTo>
                <a:lnTo>
                  <a:pt x="511493" y="295275"/>
                </a:lnTo>
                <a:lnTo>
                  <a:pt x="521018" y="295275"/>
                </a:lnTo>
                <a:lnTo>
                  <a:pt x="530543" y="295275"/>
                </a:lnTo>
                <a:lnTo>
                  <a:pt x="540068" y="295275"/>
                </a:lnTo>
                <a:lnTo>
                  <a:pt x="550545" y="295275"/>
                </a:lnTo>
                <a:lnTo>
                  <a:pt x="560070" y="295275"/>
                </a:lnTo>
                <a:lnTo>
                  <a:pt x="569595" y="295275"/>
                </a:lnTo>
                <a:lnTo>
                  <a:pt x="579120" y="295275"/>
                </a:lnTo>
                <a:lnTo>
                  <a:pt x="588645" y="295275"/>
                </a:lnTo>
                <a:lnTo>
                  <a:pt x="598170" y="294323"/>
                </a:lnTo>
                <a:lnTo>
                  <a:pt x="607695" y="290513"/>
                </a:lnTo>
                <a:lnTo>
                  <a:pt x="618173" y="280035"/>
                </a:lnTo>
                <a:lnTo>
                  <a:pt x="627698" y="256223"/>
                </a:lnTo>
                <a:lnTo>
                  <a:pt x="637223" y="213360"/>
                </a:lnTo>
                <a:lnTo>
                  <a:pt x="646748" y="149542"/>
                </a:lnTo>
                <a:lnTo>
                  <a:pt x="656273" y="77152"/>
                </a:lnTo>
                <a:lnTo>
                  <a:pt x="665798" y="19050"/>
                </a:lnTo>
                <a:lnTo>
                  <a:pt x="675323" y="0"/>
                </a:lnTo>
                <a:lnTo>
                  <a:pt x="684848" y="28575"/>
                </a:lnTo>
                <a:lnTo>
                  <a:pt x="695325" y="91440"/>
                </a:lnTo>
                <a:lnTo>
                  <a:pt x="704850" y="163830"/>
                </a:lnTo>
                <a:lnTo>
                  <a:pt x="714375" y="223838"/>
                </a:lnTo>
                <a:lnTo>
                  <a:pt x="723900" y="261938"/>
                </a:lnTo>
                <a:lnTo>
                  <a:pt x="733425" y="282892"/>
                </a:lnTo>
                <a:lnTo>
                  <a:pt x="742950" y="291465"/>
                </a:lnTo>
                <a:lnTo>
                  <a:pt x="752475" y="294323"/>
                </a:lnTo>
                <a:lnTo>
                  <a:pt x="762953" y="295275"/>
                </a:lnTo>
                <a:lnTo>
                  <a:pt x="772478" y="295275"/>
                </a:lnTo>
                <a:lnTo>
                  <a:pt x="782003" y="295275"/>
                </a:lnTo>
                <a:lnTo>
                  <a:pt x="791528" y="295275"/>
                </a:lnTo>
                <a:lnTo>
                  <a:pt x="801053" y="295275"/>
                </a:lnTo>
                <a:lnTo>
                  <a:pt x="810578" y="295275"/>
                </a:lnTo>
                <a:lnTo>
                  <a:pt x="820103" y="295275"/>
                </a:lnTo>
                <a:lnTo>
                  <a:pt x="829628" y="295275"/>
                </a:lnTo>
                <a:lnTo>
                  <a:pt x="840105" y="295275"/>
                </a:lnTo>
                <a:lnTo>
                  <a:pt x="849630" y="295275"/>
                </a:lnTo>
                <a:lnTo>
                  <a:pt x="859155" y="295275"/>
                </a:lnTo>
                <a:lnTo>
                  <a:pt x="868680" y="295275"/>
                </a:lnTo>
                <a:lnTo>
                  <a:pt x="878205" y="295275"/>
                </a:lnTo>
                <a:lnTo>
                  <a:pt x="887730" y="295275"/>
                </a:lnTo>
                <a:lnTo>
                  <a:pt x="897255" y="295275"/>
                </a:lnTo>
                <a:lnTo>
                  <a:pt x="907733" y="295275"/>
                </a:lnTo>
                <a:lnTo>
                  <a:pt x="917258" y="295275"/>
                </a:lnTo>
                <a:lnTo>
                  <a:pt x="926783" y="295275"/>
                </a:lnTo>
                <a:lnTo>
                  <a:pt x="936308" y="295275"/>
                </a:lnTo>
                <a:lnTo>
                  <a:pt x="945833" y="295275"/>
                </a:lnTo>
                <a:lnTo>
                  <a:pt x="955358" y="295275"/>
                </a:lnTo>
                <a:lnTo>
                  <a:pt x="964883" y="295275"/>
                </a:lnTo>
                <a:lnTo>
                  <a:pt x="974408" y="295275"/>
                </a:lnTo>
                <a:lnTo>
                  <a:pt x="984885" y="295275"/>
                </a:lnTo>
                <a:lnTo>
                  <a:pt x="994410" y="295275"/>
                </a:lnTo>
                <a:lnTo>
                  <a:pt x="1003935" y="295275"/>
                </a:lnTo>
                <a:lnTo>
                  <a:pt x="1013460" y="295275"/>
                </a:lnTo>
                <a:lnTo>
                  <a:pt x="1022985" y="291465"/>
                </a:lnTo>
                <a:lnTo>
                  <a:pt x="1032510" y="261938"/>
                </a:lnTo>
                <a:lnTo>
                  <a:pt x="1042035" y="178117"/>
                </a:lnTo>
                <a:lnTo>
                  <a:pt x="1052513" y="128588"/>
                </a:lnTo>
                <a:lnTo>
                  <a:pt x="1062038" y="197167"/>
                </a:lnTo>
                <a:lnTo>
                  <a:pt x="1071563" y="272415"/>
                </a:lnTo>
                <a:lnTo>
                  <a:pt x="1081088" y="293370"/>
                </a:lnTo>
                <a:lnTo>
                  <a:pt x="1090613" y="295275"/>
                </a:lnTo>
                <a:lnTo>
                  <a:pt x="1100138" y="295275"/>
                </a:lnTo>
                <a:lnTo>
                  <a:pt x="1109663" y="295275"/>
                </a:lnTo>
                <a:lnTo>
                  <a:pt x="1119188" y="295275"/>
                </a:lnTo>
                <a:lnTo>
                  <a:pt x="1129665" y="295275"/>
                </a:lnTo>
                <a:lnTo>
                  <a:pt x="1139190" y="295275"/>
                </a:lnTo>
                <a:lnTo>
                  <a:pt x="1148715" y="295275"/>
                </a:lnTo>
                <a:lnTo>
                  <a:pt x="1158240" y="295275"/>
                </a:lnTo>
                <a:lnTo>
                  <a:pt x="1167765" y="295275"/>
                </a:lnTo>
                <a:lnTo>
                  <a:pt x="1177290" y="295275"/>
                </a:lnTo>
                <a:lnTo>
                  <a:pt x="1186815" y="295275"/>
                </a:lnTo>
                <a:lnTo>
                  <a:pt x="1197293" y="295275"/>
                </a:lnTo>
                <a:lnTo>
                  <a:pt x="1206818" y="295275"/>
                </a:lnTo>
                <a:lnTo>
                  <a:pt x="1216343" y="295275"/>
                </a:lnTo>
                <a:lnTo>
                  <a:pt x="1225868" y="294323"/>
                </a:lnTo>
                <a:lnTo>
                  <a:pt x="1235393" y="291465"/>
                </a:lnTo>
                <a:lnTo>
                  <a:pt x="1244918" y="280988"/>
                </a:lnTo>
                <a:lnTo>
                  <a:pt x="1254443" y="258127"/>
                </a:lnTo>
                <a:lnTo>
                  <a:pt x="1263968" y="222885"/>
                </a:lnTo>
                <a:lnTo>
                  <a:pt x="1274445" y="188595"/>
                </a:lnTo>
                <a:lnTo>
                  <a:pt x="1283970" y="176213"/>
                </a:lnTo>
                <a:lnTo>
                  <a:pt x="1293495" y="194310"/>
                </a:lnTo>
                <a:lnTo>
                  <a:pt x="1303020" y="230505"/>
                </a:lnTo>
                <a:lnTo>
                  <a:pt x="1312545" y="263842"/>
                </a:lnTo>
                <a:lnTo>
                  <a:pt x="1322070" y="283845"/>
                </a:lnTo>
                <a:lnTo>
                  <a:pt x="1331595" y="292417"/>
                </a:lnTo>
                <a:lnTo>
                  <a:pt x="1342073" y="295275"/>
                </a:lnTo>
                <a:lnTo>
                  <a:pt x="1351598" y="295275"/>
                </a:lnTo>
                <a:lnTo>
                  <a:pt x="1361123" y="295275"/>
                </a:lnTo>
                <a:lnTo>
                  <a:pt x="1370648" y="295275"/>
                </a:lnTo>
                <a:lnTo>
                  <a:pt x="1380173" y="295275"/>
                </a:lnTo>
                <a:lnTo>
                  <a:pt x="1389698" y="295275"/>
                </a:lnTo>
                <a:lnTo>
                  <a:pt x="1399223" y="295275"/>
                </a:lnTo>
                <a:lnTo>
                  <a:pt x="1408748" y="295275"/>
                </a:lnTo>
                <a:lnTo>
                  <a:pt x="1419225" y="295275"/>
                </a:lnTo>
                <a:lnTo>
                  <a:pt x="1428750" y="295275"/>
                </a:lnTo>
                <a:lnTo>
                  <a:pt x="1438275" y="295275"/>
                </a:lnTo>
                <a:lnTo>
                  <a:pt x="144780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12" name="p11-文本-0012">
            <a:extLst xmlns:a="http://schemas.openxmlformats.org/drawingml/2006/main">
              <a:ext uri="{FF2B5EF4-FFF2-40B4-BE49-F238E27FC236}">
                <a16:creationId xmlns:a16="http://schemas.microsoft.com/office/drawing/2014/main" id="{957EDF23-AFE5-45CB-BB0C-9BA53A10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88" y="2744977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13" name="p11-文本-0013">
            <a:extLst xmlns:a="http://schemas.openxmlformats.org/drawingml/2006/main">
              <a:ext uri="{FF2B5EF4-FFF2-40B4-BE49-F238E27FC236}">
                <a16:creationId xmlns:a16="http://schemas.microsoft.com/office/drawing/2014/main" id="{70A20A57-C3EA-44D5-AC1B-6AE7F8C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90841"/>
            <a:ext cx="13335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寻找相似响应特征</a:t>
            </a:r>
          </a:p>
        </p:txBody>
      </p:sp>
      <p:sp>
        <p:nvSpPr>
          <p:cNvPr id="14" name="p11-文本-0014">
            <a:extLst xmlns:a="http://schemas.openxmlformats.org/drawingml/2006/main">
              <a:ext uri="{FF2B5EF4-FFF2-40B4-BE49-F238E27FC236}">
                <a16:creationId xmlns:a16="http://schemas.microsoft.com/office/drawing/2014/main" id="{53EAD2BC-D90E-4B93-8BA2-5A0A152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67066"/>
            <a:ext cx="11715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保留来源与条件</a:t>
            </a:r>
          </a:p>
        </p:txBody>
      </p:sp>
      <p:sp>
        <p:nvSpPr>
          <p:cNvPr id="15" name="p11-路径-0015">
            <a:extLst xmlns:a="http://schemas.openxmlformats.org/drawingml/2006/main">
              <a:ext uri="{FF2B5EF4-FFF2-40B4-BE49-F238E27FC236}">
                <a16:creationId xmlns:a16="http://schemas.microsoft.com/office/drawing/2014/main" id="{153FAF29-29F2-4F59-9A33-4ACA7ACF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86737"/>
            <a:ext cx="657225" cy="188976"/>
          </a:xfrm>
          <a:custGeom xmlns:a="http://schemas.openxmlformats.org/drawingml/2006/main">
            <a:pathLst>
              <a:path w="657225" h="188976">
                <a:moveTo>
                  <a:pt x="0" y="137350"/>
                </a:moveTo>
                <a:lnTo>
                  <a:pt x="504825" y="137350"/>
                </a:lnTo>
                <a:lnTo>
                  <a:pt x="504825" y="188976"/>
                </a:lnTo>
                <a:lnTo>
                  <a:pt x="657225" y="94488"/>
                </a:lnTo>
                <a:lnTo>
                  <a:pt x="504825" y="0"/>
                </a:lnTo>
                <a:lnTo>
                  <a:pt x="504825" y="51625"/>
                </a:lnTo>
                <a:lnTo>
                  <a:pt x="0" y="5162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p11-矩形-0016">
            <a:extLst xmlns:a="http://schemas.openxmlformats.org/drawingml/2006/main">
              <a:ext uri="{FF2B5EF4-FFF2-40B4-BE49-F238E27FC236}">
                <a16:creationId xmlns:a16="http://schemas.microsoft.com/office/drawing/2014/main" id="{346CBD7A-C8A8-4093-8D5A-F95C99D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432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" name="p11-文本-0017">
            <a:extLst xmlns:a="http://schemas.openxmlformats.org/drawingml/2006/main">
              <a:ext uri="{FF2B5EF4-FFF2-40B4-BE49-F238E27FC236}">
                <a16:creationId xmlns:a16="http://schemas.microsoft.com/office/drawing/2014/main" id="{18FEA193-CC2C-46DE-BCC1-79A8FEE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22" y="2964749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空间结构比较</a:t>
            </a:r>
          </a:p>
        </p:txBody>
      </p:sp>
      <p:sp>
        <p:nvSpPr>
          <p:cNvPr id="18" name="p11-矩形-0018">
            <a:extLst xmlns:a="http://schemas.openxmlformats.org/drawingml/2006/main">
              <a:ext uri="{FF2B5EF4-FFF2-40B4-BE49-F238E27FC236}">
                <a16:creationId xmlns:a16="http://schemas.microsoft.com/office/drawing/2014/main" id="{34DC260D-B779-4C8F-98E2-1FDFF9C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1447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p11-线-0019">
            <a:extLst xmlns:a="http://schemas.openxmlformats.org/drawingml/2006/main">
              <a:ext uri="{FF2B5EF4-FFF2-40B4-BE49-F238E27FC236}">
                <a16:creationId xmlns:a16="http://schemas.microsoft.com/office/drawing/2014/main" id="{2837DCDD-8171-490C-AC4E-E86985C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" name="p11-线-0020">
            <a:extLst xmlns:a="http://schemas.openxmlformats.org/drawingml/2006/main">
              <a:ext uri="{FF2B5EF4-FFF2-40B4-BE49-F238E27FC236}">
                <a16:creationId xmlns:a16="http://schemas.microsoft.com/office/drawing/2014/main" id="{DD9C4F57-746E-4C95-B1F0-1C98E5A2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" name="p11-线-0021">
            <a:extLst xmlns:a="http://schemas.openxmlformats.org/drawingml/2006/main">
              <a:ext uri="{FF2B5EF4-FFF2-40B4-BE49-F238E27FC236}">
                <a16:creationId xmlns:a16="http://schemas.microsoft.com/office/drawing/2014/main" id="{961C8610-FABC-4AE5-AD0E-EF592E03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" name="p11-线-0022">
            <a:extLst xmlns:a="http://schemas.openxmlformats.org/drawingml/2006/main">
              <a:ext uri="{FF2B5EF4-FFF2-40B4-BE49-F238E27FC236}">
                <a16:creationId xmlns:a16="http://schemas.microsoft.com/office/drawing/2014/main" id="{570DD756-3BAE-4B81-A203-41853A7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11-线-0023">
            <a:extLst xmlns:a="http://schemas.openxmlformats.org/drawingml/2006/main">
              <a:ext uri="{FF2B5EF4-FFF2-40B4-BE49-F238E27FC236}">
                <a16:creationId xmlns:a16="http://schemas.microsoft.com/office/drawing/2014/main" id="{B4A0EA20-587A-4C70-BF3A-72BB7D29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11-线-0024">
            <a:extLst xmlns:a="http://schemas.openxmlformats.org/drawingml/2006/main">
              <a:ext uri="{FF2B5EF4-FFF2-40B4-BE49-F238E27FC236}">
                <a16:creationId xmlns:a16="http://schemas.microsoft.com/office/drawing/2014/main" id="{87C0F031-0A41-444E-A730-6B18C548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" name="p11-线-0025">
            <a:extLst xmlns:a="http://schemas.openxmlformats.org/drawingml/2006/main">
              <a:ext uri="{FF2B5EF4-FFF2-40B4-BE49-F238E27FC236}">
                <a16:creationId xmlns:a16="http://schemas.microsoft.com/office/drawing/2014/main" id="{1D8F5E88-A7A2-4696-8FA3-A016DB7B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11-线-0026">
            <a:extLst xmlns:a="http://schemas.openxmlformats.org/drawingml/2006/main">
              <a:ext uri="{FF2B5EF4-FFF2-40B4-BE49-F238E27FC236}">
                <a16:creationId xmlns:a16="http://schemas.microsoft.com/office/drawing/2014/main" id="{5859CDEF-B154-4E22-BEEB-93EE310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11-线-0027">
            <a:extLst xmlns:a="http://schemas.openxmlformats.org/drawingml/2006/main">
              <a:ext uri="{FF2B5EF4-FFF2-40B4-BE49-F238E27FC236}">
                <a16:creationId xmlns:a16="http://schemas.microsoft.com/office/drawing/2014/main" id="{EE46663D-4957-412F-B47E-AB370189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" name="p11-线-0028">
            <a:extLst xmlns:a="http://schemas.openxmlformats.org/drawingml/2006/main">
              <a:ext uri="{FF2B5EF4-FFF2-40B4-BE49-F238E27FC236}">
                <a16:creationId xmlns:a16="http://schemas.microsoft.com/office/drawing/2014/main" id="{08532FFB-1D46-4F17-A2FB-9428DD61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11-线-0029">
            <a:extLst xmlns:a="http://schemas.openxmlformats.org/drawingml/2006/main">
              <a:ext uri="{FF2B5EF4-FFF2-40B4-BE49-F238E27FC236}">
                <a16:creationId xmlns:a16="http://schemas.microsoft.com/office/drawing/2014/main" id="{42B9D5D7-1467-4E51-8CC4-982283AC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11-线-0030">
            <a:extLst xmlns:a="http://schemas.openxmlformats.org/drawingml/2006/main">
              <a:ext uri="{FF2B5EF4-FFF2-40B4-BE49-F238E27FC236}">
                <a16:creationId xmlns:a16="http://schemas.microsoft.com/office/drawing/2014/main" id="{F11778D4-28E6-4EA4-B87B-749D968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" name="p11-线-0031">
            <a:extLst xmlns:a="http://schemas.openxmlformats.org/drawingml/2006/main">
              <a:ext uri="{FF2B5EF4-FFF2-40B4-BE49-F238E27FC236}">
                <a16:creationId xmlns:a16="http://schemas.microsoft.com/office/drawing/2014/main" id="{75DDDFE5-B339-40EA-BF01-FE11C1FF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11-线-0032">
            <a:extLst xmlns:a="http://schemas.openxmlformats.org/drawingml/2006/main">
              <a:ext uri="{FF2B5EF4-FFF2-40B4-BE49-F238E27FC236}">
                <a16:creationId xmlns:a16="http://schemas.microsoft.com/office/drawing/2014/main" id="{6FCEAA59-ADE5-46FE-A4EB-0FE73DB9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11-线-0033">
            <a:extLst xmlns:a="http://schemas.openxmlformats.org/drawingml/2006/main">
              <a:ext uri="{FF2B5EF4-FFF2-40B4-BE49-F238E27FC236}">
                <a16:creationId xmlns:a16="http://schemas.microsoft.com/office/drawing/2014/main" id="{160A9585-512B-4CE7-BEE2-BED8BA7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" name="p11-线-0034">
            <a:extLst xmlns:a="http://schemas.openxmlformats.org/drawingml/2006/main">
              <a:ext uri="{FF2B5EF4-FFF2-40B4-BE49-F238E27FC236}">
                <a16:creationId xmlns:a16="http://schemas.microsoft.com/office/drawing/2014/main" id="{45AC3A71-C670-413C-BFBC-B6645681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11-线-0035">
            <a:extLst xmlns:a="http://schemas.openxmlformats.org/drawingml/2006/main">
              <a:ext uri="{FF2B5EF4-FFF2-40B4-BE49-F238E27FC236}">
                <a16:creationId xmlns:a16="http://schemas.microsoft.com/office/drawing/2014/main" id="{07BFA40B-5243-45FA-BD16-9D395B7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11-线-0036">
            <a:extLst xmlns:a="http://schemas.openxmlformats.org/drawingml/2006/main">
              <a:ext uri="{FF2B5EF4-FFF2-40B4-BE49-F238E27FC236}">
                <a16:creationId xmlns:a16="http://schemas.microsoft.com/office/drawing/2014/main" id="{5E139C55-2756-43B8-B70C-8E871796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" name="p11-线-0037">
            <a:extLst xmlns:a="http://schemas.openxmlformats.org/drawingml/2006/main">
              <a:ext uri="{FF2B5EF4-FFF2-40B4-BE49-F238E27FC236}">
                <a16:creationId xmlns:a16="http://schemas.microsoft.com/office/drawing/2014/main" id="{F08E21CF-25E4-4BE7-BEC4-ABD6D77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11-线-0038">
            <a:extLst xmlns:a="http://schemas.openxmlformats.org/drawingml/2006/main">
              <a:ext uri="{FF2B5EF4-FFF2-40B4-BE49-F238E27FC236}">
                <a16:creationId xmlns:a16="http://schemas.microsoft.com/office/drawing/2014/main" id="{5C64F796-6D92-41FC-8D82-9F6FC0A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11-线-0039">
            <a:extLst xmlns:a="http://schemas.openxmlformats.org/drawingml/2006/main">
              <a:ext uri="{FF2B5EF4-FFF2-40B4-BE49-F238E27FC236}">
                <a16:creationId xmlns:a16="http://schemas.microsoft.com/office/drawing/2014/main" id="{6D109748-7957-4076-9AC1-3B91D4FD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" name="p11-线-0040">
            <a:extLst xmlns:a="http://schemas.openxmlformats.org/drawingml/2006/main">
              <a:ext uri="{FF2B5EF4-FFF2-40B4-BE49-F238E27FC236}">
                <a16:creationId xmlns:a16="http://schemas.microsoft.com/office/drawing/2014/main" id="{BA6E6BD9-0B2F-4E89-BFB6-560FCFBA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11-线-0041">
            <a:extLst xmlns:a="http://schemas.openxmlformats.org/drawingml/2006/main">
              <a:ext uri="{FF2B5EF4-FFF2-40B4-BE49-F238E27FC236}">
                <a16:creationId xmlns:a16="http://schemas.microsoft.com/office/drawing/2014/main" id="{C166DF6D-DC72-4A5D-934C-56A91C57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11-线-0042">
            <a:extLst xmlns:a="http://schemas.openxmlformats.org/drawingml/2006/main">
              <a:ext uri="{FF2B5EF4-FFF2-40B4-BE49-F238E27FC236}">
                <a16:creationId xmlns:a16="http://schemas.microsoft.com/office/drawing/2014/main" id="{BF6866A0-4575-4AF3-9BB0-5A181DD4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11-线-0043">
            <a:extLst xmlns:a="http://schemas.openxmlformats.org/drawingml/2006/main">
              <a:ext uri="{FF2B5EF4-FFF2-40B4-BE49-F238E27FC236}">
                <a16:creationId xmlns:a16="http://schemas.microsoft.com/office/drawing/2014/main" id="{20F5DBEE-C83D-4DC5-BC46-51A38C7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11-线-0044">
            <a:extLst xmlns:a="http://schemas.openxmlformats.org/drawingml/2006/main">
              <a:ext uri="{FF2B5EF4-FFF2-40B4-BE49-F238E27FC236}">
                <a16:creationId xmlns:a16="http://schemas.microsoft.com/office/drawing/2014/main" id="{B1B1459A-F5BA-437A-ADE9-D7DD299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11-线-0045">
            <a:extLst xmlns:a="http://schemas.openxmlformats.org/drawingml/2006/main">
              <a:ext uri="{FF2B5EF4-FFF2-40B4-BE49-F238E27FC236}">
                <a16:creationId xmlns:a16="http://schemas.microsoft.com/office/drawing/2014/main" id="{54267D59-ED41-4A7C-AC9F-7186B72D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6" name="p11-线-0046">
            <a:extLst xmlns:a="http://schemas.openxmlformats.org/drawingml/2006/main">
              <a:ext uri="{FF2B5EF4-FFF2-40B4-BE49-F238E27FC236}">
                <a16:creationId xmlns:a16="http://schemas.microsoft.com/office/drawing/2014/main" id="{0B6CDCAC-1F42-4F63-93B9-9F40486C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4480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11-线-0047">
            <a:extLst xmlns:a="http://schemas.openxmlformats.org/drawingml/2006/main">
              <a:ext uri="{FF2B5EF4-FFF2-40B4-BE49-F238E27FC236}">
                <a16:creationId xmlns:a16="http://schemas.microsoft.com/office/drawing/2014/main" id="{CFBCD570-E41D-4E84-A114-169B1243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11-线-0048">
            <a:extLst xmlns:a="http://schemas.openxmlformats.org/drawingml/2006/main">
              <a:ext uri="{FF2B5EF4-FFF2-40B4-BE49-F238E27FC236}">
                <a16:creationId xmlns:a16="http://schemas.microsoft.com/office/drawing/2014/main" id="{9A57C01B-BE7A-4313-8CCB-4ECA017F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4480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9" name="p11-线-0049">
            <a:extLst xmlns:a="http://schemas.openxmlformats.org/drawingml/2006/main">
              <a:ext uri="{FF2B5EF4-FFF2-40B4-BE49-F238E27FC236}">
                <a16:creationId xmlns:a16="http://schemas.microsoft.com/office/drawing/2014/main" id="{9F2E4EC9-8FC7-401C-8003-B77A3F37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480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11-线-0050">
            <a:extLst xmlns:a="http://schemas.openxmlformats.org/drawingml/2006/main">
              <a:ext uri="{FF2B5EF4-FFF2-40B4-BE49-F238E27FC236}">
                <a16:creationId xmlns:a16="http://schemas.microsoft.com/office/drawing/2014/main" id="{879DB8D9-3DCB-481F-B3CD-DB0D97A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11-线-0051">
            <a:extLst xmlns:a="http://schemas.openxmlformats.org/drawingml/2006/main">
              <a:ext uri="{FF2B5EF4-FFF2-40B4-BE49-F238E27FC236}">
                <a16:creationId xmlns:a16="http://schemas.microsoft.com/office/drawing/2014/main" id="{0516E5EF-18A2-4839-BD7B-DCEDAA9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11-线-0052">
            <a:extLst xmlns:a="http://schemas.openxmlformats.org/drawingml/2006/main">
              <a:ext uri="{FF2B5EF4-FFF2-40B4-BE49-F238E27FC236}">
                <a16:creationId xmlns:a16="http://schemas.microsoft.com/office/drawing/2014/main" id="{C82C2ACA-5CE7-4D22-A774-7DFAAF0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3" name="p11-线-0053">
            <a:extLst xmlns:a="http://schemas.openxmlformats.org/drawingml/2006/main">
              <a:ext uri="{FF2B5EF4-FFF2-40B4-BE49-F238E27FC236}">
                <a16:creationId xmlns:a16="http://schemas.microsoft.com/office/drawing/2014/main" id="{6E216AE0-DF3C-4374-A036-1E35EE09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11-线-0054">
            <a:extLst xmlns:a="http://schemas.openxmlformats.org/drawingml/2006/main">
              <a:ext uri="{FF2B5EF4-FFF2-40B4-BE49-F238E27FC236}">
                <a16:creationId xmlns:a16="http://schemas.microsoft.com/office/drawing/2014/main" id="{FDD84285-AC3C-450F-9DB6-10E29434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11-线-0055">
            <a:extLst xmlns:a="http://schemas.openxmlformats.org/drawingml/2006/main">
              <a:ext uri="{FF2B5EF4-FFF2-40B4-BE49-F238E27FC236}">
                <a16:creationId xmlns:a16="http://schemas.microsoft.com/office/drawing/2014/main" id="{33796EA1-529E-4241-B82D-7B226456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6" name="p11-线-0056">
            <a:extLst xmlns:a="http://schemas.openxmlformats.org/drawingml/2006/main">
              <a:ext uri="{FF2B5EF4-FFF2-40B4-BE49-F238E27FC236}">
                <a16:creationId xmlns:a16="http://schemas.microsoft.com/office/drawing/2014/main" id="{9026B0C4-3921-40E4-993D-7F2AD847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11-线-0057">
            <a:extLst xmlns:a="http://schemas.openxmlformats.org/drawingml/2006/main">
              <a:ext uri="{FF2B5EF4-FFF2-40B4-BE49-F238E27FC236}">
                <a16:creationId xmlns:a16="http://schemas.microsoft.com/office/drawing/2014/main" id="{F5A0CE62-0E56-4969-B039-E802329A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11-线-0058">
            <a:extLst xmlns:a="http://schemas.openxmlformats.org/drawingml/2006/main">
              <a:ext uri="{FF2B5EF4-FFF2-40B4-BE49-F238E27FC236}">
                <a16:creationId xmlns:a16="http://schemas.microsoft.com/office/drawing/2014/main" id="{AF5346F2-AAE4-4F7F-AC51-12B8FB4F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9" name="p11-线-0059">
            <a:extLst xmlns:a="http://schemas.openxmlformats.org/drawingml/2006/main">
              <a:ext uri="{FF2B5EF4-FFF2-40B4-BE49-F238E27FC236}">
                <a16:creationId xmlns:a16="http://schemas.microsoft.com/office/drawing/2014/main" id="{6C46B9F8-2B73-42E0-9DA5-9272402D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11-线-0060">
            <a:extLst xmlns:a="http://schemas.openxmlformats.org/drawingml/2006/main">
              <a:ext uri="{FF2B5EF4-FFF2-40B4-BE49-F238E27FC236}">
                <a16:creationId xmlns:a16="http://schemas.microsoft.com/office/drawing/2014/main" id="{5D0B2364-9F36-4C2C-BD8C-D9F5C341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11-线-0061">
            <a:extLst xmlns:a="http://schemas.openxmlformats.org/drawingml/2006/main">
              <a:ext uri="{FF2B5EF4-FFF2-40B4-BE49-F238E27FC236}">
                <a16:creationId xmlns:a16="http://schemas.microsoft.com/office/drawing/2014/main" id="{726E0544-1508-4063-A316-DB8B60E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2" name="p11-线-0062">
            <a:extLst xmlns:a="http://schemas.openxmlformats.org/drawingml/2006/main">
              <a:ext uri="{FF2B5EF4-FFF2-40B4-BE49-F238E27FC236}">
                <a16:creationId xmlns:a16="http://schemas.microsoft.com/office/drawing/2014/main" id="{00A805D1-9960-45A4-AEDB-3594581B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11-线-0063">
            <a:extLst xmlns:a="http://schemas.openxmlformats.org/drawingml/2006/main">
              <a:ext uri="{FF2B5EF4-FFF2-40B4-BE49-F238E27FC236}">
                <a16:creationId xmlns:a16="http://schemas.microsoft.com/office/drawing/2014/main" id="{953EAAD3-4BBF-425E-9429-C54723E9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11-线-0064">
            <a:extLst xmlns:a="http://schemas.openxmlformats.org/drawingml/2006/main">
              <a:ext uri="{FF2B5EF4-FFF2-40B4-BE49-F238E27FC236}">
                <a16:creationId xmlns:a16="http://schemas.microsoft.com/office/drawing/2014/main" id="{1BB27A84-AC7C-4E13-B2A9-6FE69CD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5" name="p11-线-0065">
            <a:extLst xmlns:a="http://schemas.openxmlformats.org/drawingml/2006/main">
              <a:ext uri="{FF2B5EF4-FFF2-40B4-BE49-F238E27FC236}">
                <a16:creationId xmlns:a16="http://schemas.microsoft.com/office/drawing/2014/main" id="{3C4F082B-CC8D-4A9A-82B2-22A0F59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11-线-0066">
            <a:extLst xmlns:a="http://schemas.openxmlformats.org/drawingml/2006/main">
              <a:ext uri="{FF2B5EF4-FFF2-40B4-BE49-F238E27FC236}">
                <a16:creationId xmlns:a16="http://schemas.microsoft.com/office/drawing/2014/main" id="{D33BB4CA-2CC1-4D38-95A3-58E17CD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11-线-0067">
            <a:extLst xmlns:a="http://schemas.openxmlformats.org/drawingml/2006/main">
              <a:ext uri="{FF2B5EF4-FFF2-40B4-BE49-F238E27FC236}">
                <a16:creationId xmlns:a16="http://schemas.microsoft.com/office/drawing/2014/main" id="{9C43D002-650D-49B8-9BAE-0810585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8" name="p11-线-0068">
            <a:extLst xmlns:a="http://schemas.openxmlformats.org/drawingml/2006/main">
              <a:ext uri="{FF2B5EF4-FFF2-40B4-BE49-F238E27FC236}">
                <a16:creationId xmlns:a16="http://schemas.microsoft.com/office/drawing/2014/main" id="{2B15B552-DA69-4A2D-BBF9-72FF7269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11-线-0069">
            <a:extLst xmlns:a="http://schemas.openxmlformats.org/drawingml/2006/main">
              <a:ext uri="{FF2B5EF4-FFF2-40B4-BE49-F238E27FC236}">
                <a16:creationId xmlns:a16="http://schemas.microsoft.com/office/drawing/2014/main" id="{CE524A0C-EBA6-4D24-B369-FE3AFECB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11-线-0070">
            <a:extLst xmlns:a="http://schemas.openxmlformats.org/drawingml/2006/main">
              <a:ext uri="{FF2B5EF4-FFF2-40B4-BE49-F238E27FC236}">
                <a16:creationId xmlns:a16="http://schemas.microsoft.com/office/drawing/2014/main" id="{FD51920C-CCEF-4397-863B-294244C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1" name="p11-线-0071">
            <a:extLst xmlns:a="http://schemas.openxmlformats.org/drawingml/2006/main">
              <a:ext uri="{FF2B5EF4-FFF2-40B4-BE49-F238E27FC236}">
                <a16:creationId xmlns:a16="http://schemas.microsoft.com/office/drawing/2014/main" id="{210CF4BE-D9CB-4BFF-92DD-886AC90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11-线-0072">
            <a:extLst xmlns:a="http://schemas.openxmlformats.org/drawingml/2006/main">
              <a:ext uri="{FF2B5EF4-FFF2-40B4-BE49-F238E27FC236}">
                <a16:creationId xmlns:a16="http://schemas.microsoft.com/office/drawing/2014/main" id="{8A7C80D3-3525-45A6-A7A7-DD94CA2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11-线-0073">
            <a:extLst xmlns:a="http://schemas.openxmlformats.org/drawingml/2006/main">
              <a:ext uri="{FF2B5EF4-FFF2-40B4-BE49-F238E27FC236}">
                <a16:creationId xmlns:a16="http://schemas.microsoft.com/office/drawing/2014/main" id="{D1083020-8631-4BCC-938B-118E8247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11-线-0074">
            <a:extLst xmlns:a="http://schemas.openxmlformats.org/drawingml/2006/main">
              <a:ext uri="{FF2B5EF4-FFF2-40B4-BE49-F238E27FC236}">
                <a16:creationId xmlns:a16="http://schemas.microsoft.com/office/drawing/2014/main" id="{62FEADCE-B0C2-4A56-8B88-BEF3BA0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11-线-0075">
            <a:extLst xmlns:a="http://schemas.openxmlformats.org/drawingml/2006/main">
              <a:ext uri="{FF2B5EF4-FFF2-40B4-BE49-F238E27FC236}">
                <a16:creationId xmlns:a16="http://schemas.microsoft.com/office/drawing/2014/main" id="{A1BFFA50-F6C7-40E5-86EA-1A5B4FB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11-线-0076">
            <a:extLst xmlns:a="http://schemas.openxmlformats.org/drawingml/2006/main">
              <a:ext uri="{FF2B5EF4-FFF2-40B4-BE49-F238E27FC236}">
                <a16:creationId xmlns:a16="http://schemas.microsoft.com/office/drawing/2014/main" id="{4BAF5D69-C398-4260-8FF1-89DEF09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7" name="p11-线-0077">
            <a:extLst xmlns:a="http://schemas.openxmlformats.org/drawingml/2006/main">
              <a:ext uri="{FF2B5EF4-FFF2-40B4-BE49-F238E27FC236}">
                <a16:creationId xmlns:a16="http://schemas.microsoft.com/office/drawing/2014/main" id="{59ED0ECF-86D7-4BBC-A0CE-1DF7225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5814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11-线-0078">
            <a:extLst xmlns:a="http://schemas.openxmlformats.org/drawingml/2006/main">
              <a:ext uri="{FF2B5EF4-FFF2-40B4-BE49-F238E27FC236}">
                <a16:creationId xmlns:a16="http://schemas.microsoft.com/office/drawing/2014/main" id="{BA1C4943-3954-40E5-A4CE-CC937C74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11-线-0079">
            <a:extLst xmlns:a="http://schemas.openxmlformats.org/drawingml/2006/main">
              <a:ext uri="{FF2B5EF4-FFF2-40B4-BE49-F238E27FC236}">
                <a16:creationId xmlns:a16="http://schemas.microsoft.com/office/drawing/2014/main" id="{8431F902-8CF9-437E-A28E-E07CD62B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5814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0" name="p11-线-0080">
            <a:extLst xmlns:a="http://schemas.openxmlformats.org/drawingml/2006/main">
              <a:ext uri="{FF2B5EF4-FFF2-40B4-BE49-F238E27FC236}">
                <a16:creationId xmlns:a16="http://schemas.microsoft.com/office/drawing/2014/main" id="{D0DC983A-5B21-4802-B2D7-68CCBC1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5814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11-线-0081">
            <a:extLst xmlns:a="http://schemas.openxmlformats.org/drawingml/2006/main">
              <a:ext uri="{FF2B5EF4-FFF2-40B4-BE49-F238E27FC236}">
                <a16:creationId xmlns:a16="http://schemas.microsoft.com/office/drawing/2014/main" id="{37067436-58DD-4460-937F-6B2E383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11-线-0082">
            <a:extLst xmlns:a="http://schemas.openxmlformats.org/drawingml/2006/main">
              <a:ext uri="{FF2B5EF4-FFF2-40B4-BE49-F238E27FC236}">
                <a16:creationId xmlns:a16="http://schemas.microsoft.com/office/drawing/2014/main" id="{BDB156CB-2040-48B1-BAE0-54F0D69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11-线-0083">
            <a:extLst xmlns:a="http://schemas.openxmlformats.org/drawingml/2006/main">
              <a:ext uri="{FF2B5EF4-FFF2-40B4-BE49-F238E27FC236}">
                <a16:creationId xmlns:a16="http://schemas.microsoft.com/office/drawing/2014/main" id="{9796D09E-EE8F-4106-AA43-1AF523D5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4" name="p11-线-0084">
            <a:extLst xmlns:a="http://schemas.openxmlformats.org/drawingml/2006/main">
              <a:ext uri="{FF2B5EF4-FFF2-40B4-BE49-F238E27FC236}">
                <a16:creationId xmlns:a16="http://schemas.microsoft.com/office/drawing/2014/main" id="{9C509E33-7365-400D-8152-9E191E0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11-线-0085">
            <a:extLst xmlns:a="http://schemas.openxmlformats.org/drawingml/2006/main">
              <a:ext uri="{FF2B5EF4-FFF2-40B4-BE49-F238E27FC236}">
                <a16:creationId xmlns:a16="http://schemas.microsoft.com/office/drawing/2014/main" id="{974E93DA-419A-4A78-AD74-970F145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11-线-0086">
            <a:extLst xmlns:a="http://schemas.openxmlformats.org/drawingml/2006/main">
              <a:ext uri="{FF2B5EF4-FFF2-40B4-BE49-F238E27FC236}">
                <a16:creationId xmlns:a16="http://schemas.microsoft.com/office/drawing/2014/main" id="{3D2171DF-5025-4295-AC94-46C3370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7" name="p11-线-0087">
            <a:extLst xmlns:a="http://schemas.openxmlformats.org/drawingml/2006/main">
              <a:ext uri="{FF2B5EF4-FFF2-40B4-BE49-F238E27FC236}">
                <a16:creationId xmlns:a16="http://schemas.microsoft.com/office/drawing/2014/main" id="{EE7A6E04-4CE7-45BD-8694-27B1ACC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11-线-0088">
            <a:extLst xmlns:a="http://schemas.openxmlformats.org/drawingml/2006/main">
              <a:ext uri="{FF2B5EF4-FFF2-40B4-BE49-F238E27FC236}">
                <a16:creationId xmlns:a16="http://schemas.microsoft.com/office/drawing/2014/main" id="{A78BE8E4-BBAD-4A52-9C27-91660F20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11-线-0089">
            <a:extLst xmlns:a="http://schemas.openxmlformats.org/drawingml/2006/main">
              <a:ext uri="{FF2B5EF4-FFF2-40B4-BE49-F238E27FC236}">
                <a16:creationId xmlns:a16="http://schemas.microsoft.com/office/drawing/2014/main" id="{F7CD26D0-734D-44CF-8B02-2ED308B7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0" name="p11-线-0090">
            <a:extLst xmlns:a="http://schemas.openxmlformats.org/drawingml/2006/main">
              <a:ext uri="{FF2B5EF4-FFF2-40B4-BE49-F238E27FC236}">
                <a16:creationId xmlns:a16="http://schemas.microsoft.com/office/drawing/2014/main" id="{90BE815D-2B20-4579-875F-E6CB9D6C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11-线-0091">
            <a:extLst xmlns:a="http://schemas.openxmlformats.org/drawingml/2006/main">
              <a:ext uri="{FF2B5EF4-FFF2-40B4-BE49-F238E27FC236}">
                <a16:creationId xmlns:a16="http://schemas.microsoft.com/office/drawing/2014/main" id="{C67A061E-538A-42D9-AB94-00000BA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11-线-0092">
            <a:extLst xmlns:a="http://schemas.openxmlformats.org/drawingml/2006/main">
              <a:ext uri="{FF2B5EF4-FFF2-40B4-BE49-F238E27FC236}">
                <a16:creationId xmlns:a16="http://schemas.microsoft.com/office/drawing/2014/main" id="{EFA62058-38EB-453B-A816-A472C98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3" name="p11-线-0093">
            <a:extLst xmlns:a="http://schemas.openxmlformats.org/drawingml/2006/main">
              <a:ext uri="{FF2B5EF4-FFF2-40B4-BE49-F238E27FC236}">
                <a16:creationId xmlns:a16="http://schemas.microsoft.com/office/drawing/2014/main" id="{3DE4C808-CC94-4D1D-805A-6C7D746D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11-线-0094">
            <a:extLst xmlns:a="http://schemas.openxmlformats.org/drawingml/2006/main">
              <a:ext uri="{FF2B5EF4-FFF2-40B4-BE49-F238E27FC236}">
                <a16:creationId xmlns:a16="http://schemas.microsoft.com/office/drawing/2014/main" id="{53DDDD08-4C7B-4395-B92B-24DCA0E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11-线-0095">
            <a:extLst xmlns:a="http://schemas.openxmlformats.org/drawingml/2006/main">
              <a:ext uri="{FF2B5EF4-FFF2-40B4-BE49-F238E27FC236}">
                <a16:creationId xmlns:a16="http://schemas.microsoft.com/office/drawing/2014/main" id="{1458EEA4-43F7-481D-A6E4-AA0DA168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6" name="p11-线-0096">
            <a:extLst xmlns:a="http://schemas.openxmlformats.org/drawingml/2006/main">
              <a:ext uri="{FF2B5EF4-FFF2-40B4-BE49-F238E27FC236}">
                <a16:creationId xmlns:a16="http://schemas.microsoft.com/office/drawing/2014/main" id="{4C951223-8EBA-4DDF-AEB1-02EEA77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11-线-0097">
            <a:extLst xmlns:a="http://schemas.openxmlformats.org/drawingml/2006/main">
              <a:ext uri="{FF2B5EF4-FFF2-40B4-BE49-F238E27FC236}">
                <a16:creationId xmlns:a16="http://schemas.microsoft.com/office/drawing/2014/main" id="{5FF33640-61CC-4F48-9969-082FA85D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11-线-0098">
            <a:extLst xmlns:a="http://schemas.openxmlformats.org/drawingml/2006/main">
              <a:ext uri="{FF2B5EF4-FFF2-40B4-BE49-F238E27FC236}">
                <a16:creationId xmlns:a16="http://schemas.microsoft.com/office/drawing/2014/main" id="{5E22F422-CFE3-409B-ABC5-99BF238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9" name="p11-线-0099">
            <a:extLst xmlns:a="http://schemas.openxmlformats.org/drawingml/2006/main">
              <a:ext uri="{FF2B5EF4-FFF2-40B4-BE49-F238E27FC236}">
                <a16:creationId xmlns:a16="http://schemas.microsoft.com/office/drawing/2014/main" id="{3AF7D46B-0574-4A77-B5C7-CADC7F85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11-线-0100">
            <a:extLst xmlns:a="http://schemas.openxmlformats.org/drawingml/2006/main">
              <a:ext uri="{FF2B5EF4-FFF2-40B4-BE49-F238E27FC236}">
                <a16:creationId xmlns:a16="http://schemas.microsoft.com/office/drawing/2014/main" id="{26FB0F1B-938B-411A-AB48-0324408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11-线-0101">
            <a:extLst xmlns:a="http://schemas.openxmlformats.org/drawingml/2006/main">
              <a:ext uri="{FF2B5EF4-FFF2-40B4-BE49-F238E27FC236}">
                <a16:creationId xmlns:a16="http://schemas.microsoft.com/office/drawing/2014/main" id="{D920C4C7-660F-4ECE-8650-BF8878F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2" name="p11-线-0102">
            <a:extLst xmlns:a="http://schemas.openxmlformats.org/drawingml/2006/main">
              <a:ext uri="{FF2B5EF4-FFF2-40B4-BE49-F238E27FC236}">
                <a16:creationId xmlns:a16="http://schemas.microsoft.com/office/drawing/2014/main" id="{FBA4FD4C-A9BB-47B3-A530-641CC57A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11-线-0103">
            <a:extLst xmlns:a="http://schemas.openxmlformats.org/drawingml/2006/main">
              <a:ext uri="{FF2B5EF4-FFF2-40B4-BE49-F238E27FC236}">
                <a16:creationId xmlns:a16="http://schemas.microsoft.com/office/drawing/2014/main" id="{9E941C21-4E0F-4DF8-A940-66FD230E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11-线-0104">
            <a:extLst xmlns:a="http://schemas.openxmlformats.org/drawingml/2006/main">
              <a:ext uri="{FF2B5EF4-FFF2-40B4-BE49-F238E27FC236}">
                <a16:creationId xmlns:a16="http://schemas.microsoft.com/office/drawing/2014/main" id="{C5F9DB36-AFBE-4986-A29A-2B3804D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11-线-0105">
            <a:extLst xmlns:a="http://schemas.openxmlformats.org/drawingml/2006/main">
              <a:ext uri="{FF2B5EF4-FFF2-40B4-BE49-F238E27FC236}">
                <a16:creationId xmlns:a16="http://schemas.microsoft.com/office/drawing/2014/main" id="{AFDF336F-0B62-4EC4-8FEE-5DD43725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11-线-0106">
            <a:extLst xmlns:a="http://schemas.openxmlformats.org/drawingml/2006/main">
              <a:ext uri="{FF2B5EF4-FFF2-40B4-BE49-F238E27FC236}">
                <a16:creationId xmlns:a16="http://schemas.microsoft.com/office/drawing/2014/main" id="{3EAEF8DF-CEAA-4E6E-B707-803DAC30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11-线-0107">
            <a:extLst xmlns:a="http://schemas.openxmlformats.org/drawingml/2006/main">
              <a:ext uri="{FF2B5EF4-FFF2-40B4-BE49-F238E27FC236}">
                <a16:creationId xmlns:a16="http://schemas.microsoft.com/office/drawing/2014/main" id="{8486CC22-5905-4632-80CA-4BD81A5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8" name="p11-线-0108">
            <a:extLst xmlns:a="http://schemas.openxmlformats.org/drawingml/2006/main">
              <a:ext uri="{FF2B5EF4-FFF2-40B4-BE49-F238E27FC236}">
                <a16:creationId xmlns:a16="http://schemas.microsoft.com/office/drawing/2014/main" id="{7AE7B2AF-1F6C-45EC-A032-5DA4A89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7147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11-线-0109">
            <a:extLst xmlns:a="http://schemas.openxmlformats.org/drawingml/2006/main">
              <a:ext uri="{FF2B5EF4-FFF2-40B4-BE49-F238E27FC236}">
                <a16:creationId xmlns:a16="http://schemas.microsoft.com/office/drawing/2014/main" id="{D99832B2-225F-4425-9B58-BB33832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11-线-0110">
            <a:extLst xmlns:a="http://schemas.openxmlformats.org/drawingml/2006/main">
              <a:ext uri="{FF2B5EF4-FFF2-40B4-BE49-F238E27FC236}">
                <a16:creationId xmlns:a16="http://schemas.microsoft.com/office/drawing/2014/main" id="{553DF11F-2E5B-4A5C-A26B-11363A4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7147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1" name="p11-线-0111">
            <a:extLst xmlns:a="http://schemas.openxmlformats.org/drawingml/2006/main">
              <a:ext uri="{FF2B5EF4-FFF2-40B4-BE49-F238E27FC236}">
                <a16:creationId xmlns:a16="http://schemas.microsoft.com/office/drawing/2014/main" id="{A208B430-E97E-4DFA-95DD-0B3EB13E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147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11-线-0112">
            <a:extLst xmlns:a="http://schemas.openxmlformats.org/drawingml/2006/main">
              <a:ext uri="{FF2B5EF4-FFF2-40B4-BE49-F238E27FC236}">
                <a16:creationId xmlns:a16="http://schemas.microsoft.com/office/drawing/2014/main" id="{FE186BA4-0FEA-40E4-A070-31C866BF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11-线-0113">
            <a:extLst xmlns:a="http://schemas.openxmlformats.org/drawingml/2006/main">
              <a:ext uri="{FF2B5EF4-FFF2-40B4-BE49-F238E27FC236}">
                <a16:creationId xmlns:a16="http://schemas.microsoft.com/office/drawing/2014/main" id="{4D10C8C0-2640-44CD-B54A-4BA24E07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11-线-0114">
            <a:extLst xmlns:a="http://schemas.openxmlformats.org/drawingml/2006/main">
              <a:ext uri="{FF2B5EF4-FFF2-40B4-BE49-F238E27FC236}">
                <a16:creationId xmlns:a16="http://schemas.microsoft.com/office/drawing/2014/main" id="{E486509A-D475-4BFB-9294-5479362F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5" name="p11-线-0115">
            <a:extLst xmlns:a="http://schemas.openxmlformats.org/drawingml/2006/main">
              <a:ext uri="{FF2B5EF4-FFF2-40B4-BE49-F238E27FC236}">
                <a16:creationId xmlns:a16="http://schemas.microsoft.com/office/drawing/2014/main" id="{39C9BFAE-4A60-4F08-AD78-108CD0F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11-线-0116">
            <a:extLst xmlns:a="http://schemas.openxmlformats.org/drawingml/2006/main">
              <a:ext uri="{FF2B5EF4-FFF2-40B4-BE49-F238E27FC236}">
                <a16:creationId xmlns:a16="http://schemas.microsoft.com/office/drawing/2014/main" id="{46B2EA7C-CF17-47B3-BFFA-99E2ACC8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11-线-0117">
            <a:extLst xmlns:a="http://schemas.openxmlformats.org/drawingml/2006/main">
              <a:ext uri="{FF2B5EF4-FFF2-40B4-BE49-F238E27FC236}">
                <a16:creationId xmlns:a16="http://schemas.microsoft.com/office/drawing/2014/main" id="{EC540F99-D792-4D0D-9F60-631F9C80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8" name="p11-线-0118">
            <a:extLst xmlns:a="http://schemas.openxmlformats.org/drawingml/2006/main">
              <a:ext uri="{FF2B5EF4-FFF2-40B4-BE49-F238E27FC236}">
                <a16:creationId xmlns:a16="http://schemas.microsoft.com/office/drawing/2014/main" id="{D4730771-F5FA-428E-99C9-2DD6FB65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11-线-0119">
            <a:extLst xmlns:a="http://schemas.openxmlformats.org/drawingml/2006/main">
              <a:ext uri="{FF2B5EF4-FFF2-40B4-BE49-F238E27FC236}">
                <a16:creationId xmlns:a16="http://schemas.microsoft.com/office/drawing/2014/main" id="{889B864B-9A0C-433B-BC13-C9AC1A48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11-线-0120">
            <a:extLst xmlns:a="http://schemas.openxmlformats.org/drawingml/2006/main">
              <a:ext uri="{FF2B5EF4-FFF2-40B4-BE49-F238E27FC236}">
                <a16:creationId xmlns:a16="http://schemas.microsoft.com/office/drawing/2014/main" id="{7F81B749-645C-480C-875C-72962429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1" name="p11-线-0121">
            <a:extLst xmlns:a="http://schemas.openxmlformats.org/drawingml/2006/main">
              <a:ext uri="{FF2B5EF4-FFF2-40B4-BE49-F238E27FC236}">
                <a16:creationId xmlns:a16="http://schemas.microsoft.com/office/drawing/2014/main" id="{0A0BE8ED-4A86-4851-B616-D1F2CBB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11-线-0122">
            <a:extLst xmlns:a="http://schemas.openxmlformats.org/drawingml/2006/main">
              <a:ext uri="{FF2B5EF4-FFF2-40B4-BE49-F238E27FC236}">
                <a16:creationId xmlns:a16="http://schemas.microsoft.com/office/drawing/2014/main" id="{8A26CD05-4B56-4BA6-A36E-B242E6A1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11-线-0123">
            <a:extLst xmlns:a="http://schemas.openxmlformats.org/drawingml/2006/main">
              <a:ext uri="{FF2B5EF4-FFF2-40B4-BE49-F238E27FC236}">
                <a16:creationId xmlns:a16="http://schemas.microsoft.com/office/drawing/2014/main" id="{A24C9ED5-14A3-4676-AAE9-628D21C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4" name="p11-线-0124">
            <a:extLst xmlns:a="http://schemas.openxmlformats.org/drawingml/2006/main">
              <a:ext uri="{FF2B5EF4-FFF2-40B4-BE49-F238E27FC236}">
                <a16:creationId xmlns:a16="http://schemas.microsoft.com/office/drawing/2014/main" id="{4548EBDE-0397-473D-81E3-FF82A69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11-线-0125">
            <a:extLst xmlns:a="http://schemas.openxmlformats.org/drawingml/2006/main">
              <a:ext uri="{FF2B5EF4-FFF2-40B4-BE49-F238E27FC236}">
                <a16:creationId xmlns:a16="http://schemas.microsoft.com/office/drawing/2014/main" id="{5CF64C8D-25F7-40F2-80CA-1264638A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11-线-0126">
            <a:extLst xmlns:a="http://schemas.openxmlformats.org/drawingml/2006/main">
              <a:ext uri="{FF2B5EF4-FFF2-40B4-BE49-F238E27FC236}">
                <a16:creationId xmlns:a16="http://schemas.microsoft.com/office/drawing/2014/main" id="{59BD4A54-CAAC-4EFA-8C55-D4E40A8E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7" name="p11-线-0127">
            <a:extLst xmlns:a="http://schemas.openxmlformats.org/drawingml/2006/main">
              <a:ext uri="{FF2B5EF4-FFF2-40B4-BE49-F238E27FC236}">
                <a16:creationId xmlns:a16="http://schemas.microsoft.com/office/drawing/2014/main" id="{B84537AF-BDBE-43A6-B92B-F241DFD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11-线-0128">
            <a:extLst xmlns:a="http://schemas.openxmlformats.org/drawingml/2006/main">
              <a:ext uri="{FF2B5EF4-FFF2-40B4-BE49-F238E27FC236}">
                <a16:creationId xmlns:a16="http://schemas.microsoft.com/office/drawing/2014/main" id="{4F783587-8FDB-4888-A4A0-458E63CA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11-线-0129">
            <a:extLst xmlns:a="http://schemas.openxmlformats.org/drawingml/2006/main">
              <a:ext uri="{FF2B5EF4-FFF2-40B4-BE49-F238E27FC236}">
                <a16:creationId xmlns:a16="http://schemas.microsoft.com/office/drawing/2014/main" id="{8FC691D6-A3AC-49E4-A60F-FBAF898F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0" name="p11-线-0130">
            <a:extLst xmlns:a="http://schemas.openxmlformats.org/drawingml/2006/main">
              <a:ext uri="{FF2B5EF4-FFF2-40B4-BE49-F238E27FC236}">
                <a16:creationId xmlns:a16="http://schemas.microsoft.com/office/drawing/2014/main" id="{04DD5905-24C4-4164-99E9-4E8900B6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11-线-0131">
            <a:extLst xmlns:a="http://schemas.openxmlformats.org/drawingml/2006/main">
              <a:ext uri="{FF2B5EF4-FFF2-40B4-BE49-F238E27FC236}">
                <a16:creationId xmlns:a16="http://schemas.microsoft.com/office/drawing/2014/main" id="{3ECCF964-860B-4072-B93B-288CEA0E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11-线-0132">
            <a:extLst xmlns:a="http://schemas.openxmlformats.org/drawingml/2006/main">
              <a:ext uri="{FF2B5EF4-FFF2-40B4-BE49-F238E27FC236}">
                <a16:creationId xmlns:a16="http://schemas.microsoft.com/office/drawing/2014/main" id="{D65CD4D3-317B-4388-AA43-1C49CC8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3" name="p11-线-0133">
            <a:extLst xmlns:a="http://schemas.openxmlformats.org/drawingml/2006/main">
              <a:ext uri="{FF2B5EF4-FFF2-40B4-BE49-F238E27FC236}">
                <a16:creationId xmlns:a16="http://schemas.microsoft.com/office/drawing/2014/main" id="{504C348C-3230-4F4B-B05A-71F42AF7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11-线-0134">
            <a:extLst xmlns:a="http://schemas.openxmlformats.org/drawingml/2006/main">
              <a:ext uri="{FF2B5EF4-FFF2-40B4-BE49-F238E27FC236}">
                <a16:creationId xmlns:a16="http://schemas.microsoft.com/office/drawing/2014/main" id="{A6EAE31D-4E22-4E4B-A1F1-C27D1A1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11-线-0135">
            <a:extLst xmlns:a="http://schemas.openxmlformats.org/drawingml/2006/main">
              <a:ext uri="{FF2B5EF4-FFF2-40B4-BE49-F238E27FC236}">
                <a16:creationId xmlns:a16="http://schemas.microsoft.com/office/drawing/2014/main" id="{1436879E-7F61-493D-AA92-A5CD9D8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11-线-0136">
            <a:extLst xmlns:a="http://schemas.openxmlformats.org/drawingml/2006/main">
              <a:ext uri="{FF2B5EF4-FFF2-40B4-BE49-F238E27FC236}">
                <a16:creationId xmlns:a16="http://schemas.microsoft.com/office/drawing/2014/main" id="{639CB5EB-96DB-4141-B0C2-CBF6818F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11-线-0137">
            <a:extLst xmlns:a="http://schemas.openxmlformats.org/drawingml/2006/main">
              <a:ext uri="{FF2B5EF4-FFF2-40B4-BE49-F238E27FC236}">
                <a16:creationId xmlns:a16="http://schemas.microsoft.com/office/drawing/2014/main" id="{6E40C542-0565-42E1-AE76-24B18A3C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11-线-0138">
            <a:extLst xmlns:a="http://schemas.openxmlformats.org/drawingml/2006/main">
              <a:ext uri="{FF2B5EF4-FFF2-40B4-BE49-F238E27FC236}">
                <a16:creationId xmlns:a16="http://schemas.microsoft.com/office/drawing/2014/main" id="{F633FE85-75C4-4875-BA7B-AB84AA70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9" name="p11-线-0139">
            <a:extLst xmlns:a="http://schemas.openxmlformats.org/drawingml/2006/main">
              <a:ext uri="{FF2B5EF4-FFF2-40B4-BE49-F238E27FC236}">
                <a16:creationId xmlns:a16="http://schemas.microsoft.com/office/drawing/2014/main" id="{949F5186-941F-42F2-9B4C-B20F468F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8481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11-线-0140">
            <a:extLst xmlns:a="http://schemas.openxmlformats.org/drawingml/2006/main">
              <a:ext uri="{FF2B5EF4-FFF2-40B4-BE49-F238E27FC236}">
                <a16:creationId xmlns:a16="http://schemas.microsoft.com/office/drawing/2014/main" id="{14A4D730-3D08-4A87-9BC8-F88C5FB4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11-线-0141">
            <a:extLst xmlns:a="http://schemas.openxmlformats.org/drawingml/2006/main">
              <a:ext uri="{FF2B5EF4-FFF2-40B4-BE49-F238E27FC236}">
                <a16:creationId xmlns:a16="http://schemas.microsoft.com/office/drawing/2014/main" id="{4FC750EE-3882-4AC9-B126-7D1814F9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8481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2" name="p11-线-0142">
            <a:extLst xmlns:a="http://schemas.openxmlformats.org/drawingml/2006/main">
              <a:ext uri="{FF2B5EF4-FFF2-40B4-BE49-F238E27FC236}">
                <a16:creationId xmlns:a16="http://schemas.microsoft.com/office/drawing/2014/main" id="{24BB9929-CDBC-4603-92C4-F170CE88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481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11-线-0143">
            <a:extLst xmlns:a="http://schemas.openxmlformats.org/drawingml/2006/main">
              <a:ext uri="{FF2B5EF4-FFF2-40B4-BE49-F238E27FC236}">
                <a16:creationId xmlns:a16="http://schemas.microsoft.com/office/drawing/2014/main" id="{029692A8-C711-4524-B3E6-2129E74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11-线-0144">
            <a:extLst xmlns:a="http://schemas.openxmlformats.org/drawingml/2006/main">
              <a:ext uri="{FF2B5EF4-FFF2-40B4-BE49-F238E27FC236}">
                <a16:creationId xmlns:a16="http://schemas.microsoft.com/office/drawing/2014/main" id="{675EB05F-CE60-4083-ABA2-05B7AA13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11-线-0145">
            <a:extLst xmlns:a="http://schemas.openxmlformats.org/drawingml/2006/main">
              <a:ext uri="{FF2B5EF4-FFF2-40B4-BE49-F238E27FC236}">
                <a16:creationId xmlns:a16="http://schemas.microsoft.com/office/drawing/2014/main" id="{2F5AF37A-DF6F-4C17-82F1-D0AABC7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6" name="p11-线-0146">
            <a:extLst xmlns:a="http://schemas.openxmlformats.org/drawingml/2006/main">
              <a:ext uri="{FF2B5EF4-FFF2-40B4-BE49-F238E27FC236}">
                <a16:creationId xmlns:a16="http://schemas.microsoft.com/office/drawing/2014/main" id="{998F0D07-AE27-4681-A6BD-A5E724B0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11-线-0147">
            <a:extLst xmlns:a="http://schemas.openxmlformats.org/drawingml/2006/main">
              <a:ext uri="{FF2B5EF4-FFF2-40B4-BE49-F238E27FC236}">
                <a16:creationId xmlns:a16="http://schemas.microsoft.com/office/drawing/2014/main" id="{E7501EA5-0704-42F2-8053-69AC1F55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11-线-0148">
            <a:extLst xmlns:a="http://schemas.openxmlformats.org/drawingml/2006/main">
              <a:ext uri="{FF2B5EF4-FFF2-40B4-BE49-F238E27FC236}">
                <a16:creationId xmlns:a16="http://schemas.microsoft.com/office/drawing/2014/main" id="{5D0501E3-29BE-4AF0-8A78-EF78DF3B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9" name="p11-线-0149">
            <a:extLst xmlns:a="http://schemas.openxmlformats.org/drawingml/2006/main">
              <a:ext uri="{FF2B5EF4-FFF2-40B4-BE49-F238E27FC236}">
                <a16:creationId xmlns:a16="http://schemas.microsoft.com/office/drawing/2014/main" id="{A0429F28-4BA6-451C-A5FE-0623E175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11-线-0150">
            <a:extLst xmlns:a="http://schemas.openxmlformats.org/drawingml/2006/main">
              <a:ext uri="{FF2B5EF4-FFF2-40B4-BE49-F238E27FC236}">
                <a16:creationId xmlns:a16="http://schemas.microsoft.com/office/drawing/2014/main" id="{B193EC4E-D8F8-467F-ADF4-A09090A0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11-线-0151">
            <a:extLst xmlns:a="http://schemas.openxmlformats.org/drawingml/2006/main">
              <a:ext uri="{FF2B5EF4-FFF2-40B4-BE49-F238E27FC236}">
                <a16:creationId xmlns:a16="http://schemas.microsoft.com/office/drawing/2014/main" id="{C981E637-6141-4984-8809-4BED124F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2" name="p11-线-0152">
            <a:extLst xmlns:a="http://schemas.openxmlformats.org/drawingml/2006/main">
              <a:ext uri="{FF2B5EF4-FFF2-40B4-BE49-F238E27FC236}">
                <a16:creationId xmlns:a16="http://schemas.microsoft.com/office/drawing/2014/main" id="{AAEA0BDD-1444-49ED-BFBC-230C4387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11-线-0153">
            <a:extLst xmlns:a="http://schemas.openxmlformats.org/drawingml/2006/main">
              <a:ext uri="{FF2B5EF4-FFF2-40B4-BE49-F238E27FC236}">
                <a16:creationId xmlns:a16="http://schemas.microsoft.com/office/drawing/2014/main" id="{1A29F1D0-3E00-4E1D-8DFA-3DB72A46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11-线-0154">
            <a:extLst xmlns:a="http://schemas.openxmlformats.org/drawingml/2006/main">
              <a:ext uri="{FF2B5EF4-FFF2-40B4-BE49-F238E27FC236}">
                <a16:creationId xmlns:a16="http://schemas.microsoft.com/office/drawing/2014/main" id="{4942F43A-2177-496B-83AF-365897C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5" name="p11-线-0155">
            <a:extLst xmlns:a="http://schemas.openxmlformats.org/drawingml/2006/main">
              <a:ext uri="{FF2B5EF4-FFF2-40B4-BE49-F238E27FC236}">
                <a16:creationId xmlns:a16="http://schemas.microsoft.com/office/drawing/2014/main" id="{15084E50-2E72-4255-8900-7162F1C1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11-线-0156">
            <a:extLst xmlns:a="http://schemas.openxmlformats.org/drawingml/2006/main">
              <a:ext uri="{FF2B5EF4-FFF2-40B4-BE49-F238E27FC236}">
                <a16:creationId xmlns:a16="http://schemas.microsoft.com/office/drawing/2014/main" id="{FD154286-7D5C-4DB6-842E-AD3BD37F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11-线-0157">
            <a:extLst xmlns:a="http://schemas.openxmlformats.org/drawingml/2006/main">
              <a:ext uri="{FF2B5EF4-FFF2-40B4-BE49-F238E27FC236}">
                <a16:creationId xmlns:a16="http://schemas.microsoft.com/office/drawing/2014/main" id="{7B32681E-7065-4AFA-9ADF-AFE7F58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8" name="p11-线-0158">
            <a:extLst xmlns:a="http://schemas.openxmlformats.org/drawingml/2006/main">
              <a:ext uri="{FF2B5EF4-FFF2-40B4-BE49-F238E27FC236}">
                <a16:creationId xmlns:a16="http://schemas.microsoft.com/office/drawing/2014/main" id="{21B51BE3-7FA2-42D2-B3F6-C7DBB72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11-线-0159">
            <a:extLst xmlns:a="http://schemas.openxmlformats.org/drawingml/2006/main">
              <a:ext uri="{FF2B5EF4-FFF2-40B4-BE49-F238E27FC236}">
                <a16:creationId xmlns:a16="http://schemas.microsoft.com/office/drawing/2014/main" id="{BAEED512-2F46-4370-8923-AE59264D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11-线-0160">
            <a:extLst xmlns:a="http://schemas.openxmlformats.org/drawingml/2006/main">
              <a:ext uri="{FF2B5EF4-FFF2-40B4-BE49-F238E27FC236}">
                <a16:creationId xmlns:a16="http://schemas.microsoft.com/office/drawing/2014/main" id="{D67440E3-2733-40A8-8111-442177D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1" name="p11-线-0161">
            <a:extLst xmlns:a="http://schemas.openxmlformats.org/drawingml/2006/main">
              <a:ext uri="{FF2B5EF4-FFF2-40B4-BE49-F238E27FC236}">
                <a16:creationId xmlns:a16="http://schemas.microsoft.com/office/drawing/2014/main" id="{8F95DF6F-BA6D-4A02-BAE7-6BE60294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11-线-0162">
            <a:extLst xmlns:a="http://schemas.openxmlformats.org/drawingml/2006/main">
              <a:ext uri="{FF2B5EF4-FFF2-40B4-BE49-F238E27FC236}">
                <a16:creationId xmlns:a16="http://schemas.microsoft.com/office/drawing/2014/main" id="{8FBB733A-37C1-4B39-8B91-494BC0E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11-线-0163">
            <a:extLst xmlns:a="http://schemas.openxmlformats.org/drawingml/2006/main">
              <a:ext uri="{FF2B5EF4-FFF2-40B4-BE49-F238E27FC236}">
                <a16:creationId xmlns:a16="http://schemas.microsoft.com/office/drawing/2014/main" id="{92695345-D5D5-404B-99D9-240EDD2C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4" name="p11-线-0164">
            <a:extLst xmlns:a="http://schemas.openxmlformats.org/drawingml/2006/main">
              <a:ext uri="{FF2B5EF4-FFF2-40B4-BE49-F238E27FC236}">
                <a16:creationId xmlns:a16="http://schemas.microsoft.com/office/drawing/2014/main" id="{043C345A-FF4E-4935-8D04-F820629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11-线-0165">
            <a:extLst xmlns:a="http://schemas.openxmlformats.org/drawingml/2006/main">
              <a:ext uri="{FF2B5EF4-FFF2-40B4-BE49-F238E27FC236}">
                <a16:creationId xmlns:a16="http://schemas.microsoft.com/office/drawing/2014/main" id="{394A7318-5FAB-442F-B438-C4E8D90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11-线-0166">
            <a:extLst xmlns:a="http://schemas.openxmlformats.org/drawingml/2006/main">
              <a:ext uri="{FF2B5EF4-FFF2-40B4-BE49-F238E27FC236}">
                <a16:creationId xmlns:a16="http://schemas.microsoft.com/office/drawing/2014/main" id="{ACEAEB0A-6A01-4C65-AFE6-AB3FC61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11-线-0167">
            <a:extLst xmlns:a="http://schemas.openxmlformats.org/drawingml/2006/main">
              <a:ext uri="{FF2B5EF4-FFF2-40B4-BE49-F238E27FC236}">
                <a16:creationId xmlns:a16="http://schemas.microsoft.com/office/drawing/2014/main" id="{54022A5E-BFC4-4DC1-A227-A300C344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11-线-0168">
            <a:extLst xmlns:a="http://schemas.openxmlformats.org/drawingml/2006/main">
              <a:ext uri="{FF2B5EF4-FFF2-40B4-BE49-F238E27FC236}">
                <a16:creationId xmlns:a16="http://schemas.microsoft.com/office/drawing/2014/main" id="{4CF6B305-D500-4ADF-BAE6-1CC46B7B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11-线-0169">
            <a:extLst xmlns:a="http://schemas.openxmlformats.org/drawingml/2006/main">
              <a:ext uri="{FF2B5EF4-FFF2-40B4-BE49-F238E27FC236}">
                <a16:creationId xmlns:a16="http://schemas.microsoft.com/office/drawing/2014/main" id="{690FB497-4770-495D-BC5C-B6D11623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0" name="p11-线-0170">
            <a:extLst xmlns:a="http://schemas.openxmlformats.org/drawingml/2006/main">
              <a:ext uri="{FF2B5EF4-FFF2-40B4-BE49-F238E27FC236}">
                <a16:creationId xmlns:a16="http://schemas.microsoft.com/office/drawing/2014/main" id="{A22CE97C-752E-424B-9811-DC57338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9814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11-线-0171">
            <a:extLst xmlns:a="http://schemas.openxmlformats.org/drawingml/2006/main">
              <a:ext uri="{FF2B5EF4-FFF2-40B4-BE49-F238E27FC236}">
                <a16:creationId xmlns:a16="http://schemas.microsoft.com/office/drawing/2014/main" id="{B03C4DD8-1988-4971-B8FC-BCD6450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11-线-0172">
            <a:extLst xmlns:a="http://schemas.openxmlformats.org/drawingml/2006/main">
              <a:ext uri="{FF2B5EF4-FFF2-40B4-BE49-F238E27FC236}">
                <a16:creationId xmlns:a16="http://schemas.microsoft.com/office/drawing/2014/main" id="{B05EC33C-9B0E-42D3-A75B-E322ED76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398145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3" name="p11-线-0173">
            <a:extLst xmlns:a="http://schemas.openxmlformats.org/drawingml/2006/main">
              <a:ext uri="{FF2B5EF4-FFF2-40B4-BE49-F238E27FC236}">
                <a16:creationId xmlns:a16="http://schemas.microsoft.com/office/drawing/2014/main" id="{B2A9B377-AA19-4E17-8997-C598449E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814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11-线-0174">
            <a:extLst xmlns:a="http://schemas.openxmlformats.org/drawingml/2006/main">
              <a:ext uri="{FF2B5EF4-FFF2-40B4-BE49-F238E27FC236}">
                <a16:creationId xmlns:a16="http://schemas.microsoft.com/office/drawing/2014/main" id="{EFBD6F30-9248-4AF0-AB44-11E58F2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11-线-0175">
            <a:extLst xmlns:a="http://schemas.openxmlformats.org/drawingml/2006/main">
              <a:ext uri="{FF2B5EF4-FFF2-40B4-BE49-F238E27FC236}">
                <a16:creationId xmlns:a16="http://schemas.microsoft.com/office/drawing/2014/main" id="{EA760735-7C2F-4D6C-932E-64B5F95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11-线-0176">
            <a:extLst xmlns:a="http://schemas.openxmlformats.org/drawingml/2006/main">
              <a:ext uri="{FF2B5EF4-FFF2-40B4-BE49-F238E27FC236}">
                <a16:creationId xmlns:a16="http://schemas.microsoft.com/office/drawing/2014/main" id="{F02EA19D-F4E7-4C48-AC89-4037C769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7" name="p11-线-0177">
            <a:extLst xmlns:a="http://schemas.openxmlformats.org/drawingml/2006/main">
              <a:ext uri="{FF2B5EF4-FFF2-40B4-BE49-F238E27FC236}">
                <a16:creationId xmlns:a16="http://schemas.microsoft.com/office/drawing/2014/main" id="{ECCAB43F-C0FE-46FB-97BB-13F8171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11-线-0178">
            <a:extLst xmlns:a="http://schemas.openxmlformats.org/drawingml/2006/main">
              <a:ext uri="{FF2B5EF4-FFF2-40B4-BE49-F238E27FC236}">
                <a16:creationId xmlns:a16="http://schemas.microsoft.com/office/drawing/2014/main" id="{7A15B9CB-E9D4-4A5B-955B-A25AA89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11-线-0179">
            <a:extLst xmlns:a="http://schemas.openxmlformats.org/drawingml/2006/main">
              <a:ext uri="{FF2B5EF4-FFF2-40B4-BE49-F238E27FC236}">
                <a16:creationId xmlns:a16="http://schemas.microsoft.com/office/drawing/2014/main" id="{276AB5EE-D4CC-4E53-9813-A0EC6BE0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0" name="p11-线-0180">
            <a:extLst xmlns:a="http://schemas.openxmlformats.org/drawingml/2006/main">
              <a:ext uri="{FF2B5EF4-FFF2-40B4-BE49-F238E27FC236}">
                <a16:creationId xmlns:a16="http://schemas.microsoft.com/office/drawing/2014/main" id="{221DB55A-64BE-43A7-BC54-EDB8C8C2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11-线-0181">
            <a:extLst xmlns:a="http://schemas.openxmlformats.org/drawingml/2006/main">
              <a:ext uri="{FF2B5EF4-FFF2-40B4-BE49-F238E27FC236}">
                <a16:creationId xmlns:a16="http://schemas.microsoft.com/office/drawing/2014/main" id="{BAF616D8-E8D4-48F5-93AC-87C16ED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11-线-0182">
            <a:extLst xmlns:a="http://schemas.openxmlformats.org/drawingml/2006/main">
              <a:ext uri="{FF2B5EF4-FFF2-40B4-BE49-F238E27FC236}">
                <a16:creationId xmlns:a16="http://schemas.microsoft.com/office/drawing/2014/main" id="{6BF69AB6-35DB-4BA2-9285-3449FEF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3" name="p11-线-0183">
            <a:extLst xmlns:a="http://schemas.openxmlformats.org/drawingml/2006/main">
              <a:ext uri="{FF2B5EF4-FFF2-40B4-BE49-F238E27FC236}">
                <a16:creationId xmlns:a16="http://schemas.microsoft.com/office/drawing/2014/main" id="{BDC5126F-63F0-40E0-B1A2-1091D7DF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11-线-0184">
            <a:extLst xmlns:a="http://schemas.openxmlformats.org/drawingml/2006/main">
              <a:ext uri="{FF2B5EF4-FFF2-40B4-BE49-F238E27FC236}">
                <a16:creationId xmlns:a16="http://schemas.microsoft.com/office/drawing/2014/main" id="{1017A601-317A-4CA2-AFB4-4D387C9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11-线-0185">
            <a:extLst xmlns:a="http://schemas.openxmlformats.org/drawingml/2006/main">
              <a:ext uri="{FF2B5EF4-FFF2-40B4-BE49-F238E27FC236}">
                <a16:creationId xmlns:a16="http://schemas.microsoft.com/office/drawing/2014/main" id="{A84D9665-ED54-47EA-9811-81BBC075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6" name="p11-线-0186">
            <a:extLst xmlns:a="http://schemas.openxmlformats.org/drawingml/2006/main">
              <a:ext uri="{FF2B5EF4-FFF2-40B4-BE49-F238E27FC236}">
                <a16:creationId xmlns:a16="http://schemas.microsoft.com/office/drawing/2014/main" id="{355C5AB9-FC75-4FCE-B509-18EAA9C3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11-线-0187">
            <a:extLst xmlns:a="http://schemas.openxmlformats.org/drawingml/2006/main">
              <a:ext uri="{FF2B5EF4-FFF2-40B4-BE49-F238E27FC236}">
                <a16:creationId xmlns:a16="http://schemas.microsoft.com/office/drawing/2014/main" id="{F06CB4F3-9109-4F31-98C7-CA00151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11-线-0188">
            <a:extLst xmlns:a="http://schemas.openxmlformats.org/drawingml/2006/main">
              <a:ext uri="{FF2B5EF4-FFF2-40B4-BE49-F238E27FC236}">
                <a16:creationId xmlns:a16="http://schemas.microsoft.com/office/drawing/2014/main" id="{AFFCE676-A515-4069-BB18-3C3EC7A0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9" name="p11-线-0189">
            <a:extLst xmlns:a="http://schemas.openxmlformats.org/drawingml/2006/main">
              <a:ext uri="{FF2B5EF4-FFF2-40B4-BE49-F238E27FC236}">
                <a16:creationId xmlns:a16="http://schemas.microsoft.com/office/drawing/2014/main" id="{4EB0ED55-35E9-434C-9686-D792EB03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11-线-0190">
            <a:extLst xmlns:a="http://schemas.openxmlformats.org/drawingml/2006/main">
              <a:ext uri="{FF2B5EF4-FFF2-40B4-BE49-F238E27FC236}">
                <a16:creationId xmlns:a16="http://schemas.microsoft.com/office/drawing/2014/main" id="{B35DBA1D-B6B2-424A-985C-16661AF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11-线-0191">
            <a:extLst xmlns:a="http://schemas.openxmlformats.org/drawingml/2006/main">
              <a:ext uri="{FF2B5EF4-FFF2-40B4-BE49-F238E27FC236}">
                <a16:creationId xmlns:a16="http://schemas.microsoft.com/office/drawing/2014/main" id="{F00FFDC3-7D8E-4F3A-8E77-713F653E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2" name="p11-线-0192">
            <a:extLst xmlns:a="http://schemas.openxmlformats.org/drawingml/2006/main">
              <a:ext uri="{FF2B5EF4-FFF2-40B4-BE49-F238E27FC236}">
                <a16:creationId xmlns:a16="http://schemas.microsoft.com/office/drawing/2014/main" id="{134D204B-2EBE-4C97-BA1B-3099E7CC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11-线-0193">
            <a:extLst xmlns:a="http://schemas.openxmlformats.org/drawingml/2006/main">
              <a:ext uri="{FF2B5EF4-FFF2-40B4-BE49-F238E27FC236}">
                <a16:creationId xmlns:a16="http://schemas.microsoft.com/office/drawing/2014/main" id="{4BD54273-8D41-42CD-AB3D-EFA15AE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11-线-0194">
            <a:extLst xmlns:a="http://schemas.openxmlformats.org/drawingml/2006/main">
              <a:ext uri="{FF2B5EF4-FFF2-40B4-BE49-F238E27FC236}">
                <a16:creationId xmlns:a16="http://schemas.microsoft.com/office/drawing/2014/main" id="{19AA2D13-FBDB-4401-A9F7-8B462E01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5" name="p11-线-0195">
            <a:extLst xmlns:a="http://schemas.openxmlformats.org/drawingml/2006/main">
              <a:ext uri="{FF2B5EF4-FFF2-40B4-BE49-F238E27FC236}">
                <a16:creationId xmlns:a16="http://schemas.microsoft.com/office/drawing/2014/main" id="{5C10C046-F342-416D-8C1E-007AB86C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11-线-0196">
            <a:extLst xmlns:a="http://schemas.openxmlformats.org/drawingml/2006/main">
              <a:ext uri="{FF2B5EF4-FFF2-40B4-BE49-F238E27FC236}">
                <a16:creationId xmlns:a16="http://schemas.microsoft.com/office/drawing/2014/main" id="{190F523F-514B-466D-A1A3-6FB49D8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11-线-0197">
            <a:extLst xmlns:a="http://schemas.openxmlformats.org/drawingml/2006/main">
              <a:ext uri="{FF2B5EF4-FFF2-40B4-BE49-F238E27FC236}">
                <a16:creationId xmlns:a16="http://schemas.microsoft.com/office/drawing/2014/main" id="{076B7108-EEC3-47B4-A93D-16EB479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8" name="p11-线-0198">
            <a:extLst xmlns:a="http://schemas.openxmlformats.org/drawingml/2006/main">
              <a:ext uri="{FF2B5EF4-FFF2-40B4-BE49-F238E27FC236}">
                <a16:creationId xmlns:a16="http://schemas.microsoft.com/office/drawing/2014/main" id="{5FECF7C7-84D7-4AA3-803C-21F10F5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11-线-0199">
            <a:extLst xmlns:a="http://schemas.openxmlformats.org/drawingml/2006/main">
              <a:ext uri="{FF2B5EF4-FFF2-40B4-BE49-F238E27FC236}">
                <a16:creationId xmlns:a16="http://schemas.microsoft.com/office/drawing/2014/main" id="{4C86874B-08E5-4BC2-A811-69A93DC4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11-线-0200">
            <a:extLst xmlns:a="http://schemas.openxmlformats.org/drawingml/2006/main">
              <a:ext uri="{FF2B5EF4-FFF2-40B4-BE49-F238E27FC236}">
                <a16:creationId xmlns:a16="http://schemas.microsoft.com/office/drawing/2014/main" id="{D41BCBE7-49A9-4098-A397-F63A493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1" name="p11-线-0201">
            <a:extLst xmlns:a="http://schemas.openxmlformats.org/drawingml/2006/main">
              <a:ext uri="{FF2B5EF4-FFF2-40B4-BE49-F238E27FC236}">
                <a16:creationId xmlns:a16="http://schemas.microsoft.com/office/drawing/2014/main" id="{D0E92707-CD51-432E-884E-D539CEA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411480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11-线-0202">
            <a:extLst xmlns:a="http://schemas.openxmlformats.org/drawingml/2006/main">
              <a:ext uri="{FF2B5EF4-FFF2-40B4-BE49-F238E27FC236}">
                <a16:creationId xmlns:a16="http://schemas.microsoft.com/office/drawing/2014/main" id="{872B8C5A-F1C1-47E8-9503-E5ECFD0C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11-线-0203">
            <a:extLst xmlns:a="http://schemas.openxmlformats.org/drawingml/2006/main">
              <a:ext uri="{FF2B5EF4-FFF2-40B4-BE49-F238E27FC236}">
                <a16:creationId xmlns:a16="http://schemas.microsoft.com/office/drawing/2014/main" id="{AF0DBDDD-1B6B-42F0-86DB-828950C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4114800"/>
            <a:ext cx="144780" cy="133350"/>
          </a:xfrm>
          <a:custGeom xmlns:a="http://schemas.openxmlformats.org/drawingml/2006/main">
            <a:pathLst>
              <a:path w="144780" h="133350">
                <a:moveTo>
                  <a:pt x="0" y="0"/>
                </a:moveTo>
                <a:lnTo>
                  <a:pt x="14478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4" name="p11-线-0204">
            <a:extLst xmlns:a="http://schemas.openxmlformats.org/drawingml/2006/main">
              <a:ext uri="{FF2B5EF4-FFF2-40B4-BE49-F238E27FC236}">
                <a16:creationId xmlns:a16="http://schemas.microsoft.com/office/drawing/2014/main" id="{E1003A06-154D-4E86-BDAF-62C78B04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114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11-线-0205">
            <a:extLst xmlns:a="http://schemas.openxmlformats.org/drawingml/2006/main">
              <a:ext uri="{FF2B5EF4-FFF2-40B4-BE49-F238E27FC236}">
                <a16:creationId xmlns:a16="http://schemas.microsoft.com/office/drawing/2014/main" id="{40AF4C67-83DA-4F67-B78B-47382731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11-线-0206">
            <a:extLst xmlns:a="http://schemas.openxmlformats.org/drawingml/2006/main">
              <a:ext uri="{FF2B5EF4-FFF2-40B4-BE49-F238E27FC236}">
                <a16:creationId xmlns:a16="http://schemas.microsoft.com/office/drawing/2014/main" id="{894B89CD-C949-40EC-B1D3-93313C7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11-线-0207">
            <a:extLst xmlns:a="http://schemas.openxmlformats.org/drawingml/2006/main">
              <a:ext uri="{FF2B5EF4-FFF2-40B4-BE49-F238E27FC236}">
                <a16:creationId xmlns:a16="http://schemas.microsoft.com/office/drawing/2014/main" id="{D208C92D-E6FC-4CC1-8750-2EC8989D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11-线-0208">
            <a:extLst xmlns:a="http://schemas.openxmlformats.org/drawingml/2006/main">
              <a:ext uri="{FF2B5EF4-FFF2-40B4-BE49-F238E27FC236}">
                <a16:creationId xmlns:a16="http://schemas.microsoft.com/office/drawing/2014/main" id="{F1B26BE0-394E-43DE-BE2A-2EADED6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11-线-0209">
            <a:extLst xmlns:a="http://schemas.openxmlformats.org/drawingml/2006/main">
              <a:ext uri="{FF2B5EF4-FFF2-40B4-BE49-F238E27FC236}">
                <a16:creationId xmlns:a16="http://schemas.microsoft.com/office/drawing/2014/main" id="{6DADF318-7FC5-4F54-941E-772F87D5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11-线-0210">
            <a:extLst xmlns:a="http://schemas.openxmlformats.org/drawingml/2006/main">
              <a:ext uri="{FF2B5EF4-FFF2-40B4-BE49-F238E27FC236}">
                <a16:creationId xmlns:a16="http://schemas.microsoft.com/office/drawing/2014/main" id="{054BDBBC-2EE7-4620-9431-D995D342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11-线-0211">
            <a:extLst xmlns:a="http://schemas.openxmlformats.org/drawingml/2006/main">
              <a:ext uri="{FF2B5EF4-FFF2-40B4-BE49-F238E27FC236}">
                <a16:creationId xmlns:a16="http://schemas.microsoft.com/office/drawing/2014/main" id="{64778F37-587E-4DD7-8E47-3757303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11-线-0212">
            <a:extLst xmlns:a="http://schemas.openxmlformats.org/drawingml/2006/main">
              <a:ext uri="{FF2B5EF4-FFF2-40B4-BE49-F238E27FC236}">
                <a16:creationId xmlns:a16="http://schemas.microsoft.com/office/drawing/2014/main" id="{421C6FC0-F6BF-45D8-9D93-C676F33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11-线-0213">
            <a:extLst xmlns:a="http://schemas.openxmlformats.org/drawingml/2006/main">
              <a:ext uri="{FF2B5EF4-FFF2-40B4-BE49-F238E27FC236}">
                <a16:creationId xmlns:a16="http://schemas.microsoft.com/office/drawing/2014/main" id="{A0B3E193-9F25-42EF-9D37-24C6FB5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11-线-0214">
            <a:extLst xmlns:a="http://schemas.openxmlformats.org/drawingml/2006/main">
              <a:ext uri="{FF2B5EF4-FFF2-40B4-BE49-F238E27FC236}">
                <a16:creationId xmlns:a16="http://schemas.microsoft.com/office/drawing/2014/main" id="{72768422-4A8A-4CF7-9D2E-EBB5329F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4248150"/>
            <a:ext cx="144780" cy="95"/>
          </a:xfrm>
          <a:custGeom xmlns:a="http://schemas.openxmlformats.org/drawingml/2006/main">
            <a:pathLst>
              <a:path w="144780" h="95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11-椭圆-0215">
            <a:extLst xmlns:a="http://schemas.openxmlformats.org/drawingml/2006/main">
              <a:ext uri="{FF2B5EF4-FFF2-40B4-BE49-F238E27FC236}">
                <a16:creationId xmlns:a16="http://schemas.microsoft.com/office/drawing/2014/main" id="{33385E4A-3DFD-4228-9F40-1A849C03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23" y="3656005"/>
            <a:ext cx="146863" cy="117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6" name="p11-椭圆-0216">
            <a:extLst xmlns:a="http://schemas.openxmlformats.org/drawingml/2006/main">
              <a:ext uri="{FF2B5EF4-FFF2-40B4-BE49-F238E27FC236}">
                <a16:creationId xmlns:a16="http://schemas.microsoft.com/office/drawing/2014/main" id="{EB5A04C8-B18E-4AE6-8758-40303C0C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73" y="3664877"/>
            <a:ext cx="124684" cy="99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7" name="p11-椭圆-0217">
            <a:extLst xmlns:a="http://schemas.openxmlformats.org/drawingml/2006/main">
              <a:ext uri="{FF2B5EF4-FFF2-40B4-BE49-F238E27FC236}">
                <a16:creationId xmlns:a16="http://schemas.microsoft.com/office/drawing/2014/main" id="{59980145-A2A7-43F4-92DE-AC4C7F4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43" y="3651844"/>
            <a:ext cx="157265" cy="125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8" name="p11-椭圆-0218">
            <a:extLst xmlns:a="http://schemas.openxmlformats.org/drawingml/2006/main">
              <a:ext uri="{FF2B5EF4-FFF2-40B4-BE49-F238E27FC236}">
                <a16:creationId xmlns:a16="http://schemas.microsoft.com/office/drawing/2014/main" id="{E221383A-9C9E-4917-AC13-9D52550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71" y="3653819"/>
            <a:ext cx="152327" cy="121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9" name="p11-椭圆-0219">
            <a:extLst xmlns:a="http://schemas.openxmlformats.org/drawingml/2006/main">
              <a:ext uri="{FF2B5EF4-FFF2-40B4-BE49-F238E27FC236}">
                <a16:creationId xmlns:a16="http://schemas.microsoft.com/office/drawing/2014/main" id="{A90059B4-0C92-4C6E-A82A-15F5B587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67" y="3665208"/>
            <a:ext cx="123856" cy="99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0" name="p11-椭圆-0220">
            <a:extLst xmlns:a="http://schemas.openxmlformats.org/drawingml/2006/main">
              <a:ext uri="{FF2B5EF4-FFF2-40B4-BE49-F238E27FC236}">
                <a16:creationId xmlns:a16="http://schemas.microsoft.com/office/drawing/2014/main" id="{7DB8A07A-733C-41C6-988D-D515B89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13" y="3931577"/>
            <a:ext cx="124684" cy="99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1" name="p11-椭圆-0221">
            <a:extLst xmlns:a="http://schemas.openxmlformats.org/drawingml/2006/main">
              <a:ext uri="{FF2B5EF4-FFF2-40B4-BE49-F238E27FC236}">
                <a16:creationId xmlns:a16="http://schemas.microsoft.com/office/drawing/2014/main" id="{378A109B-D734-4086-93BB-2BF2683E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83" y="3918544"/>
            <a:ext cx="157265" cy="125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2" name="p11-椭圆-0222">
            <a:extLst xmlns:a="http://schemas.openxmlformats.org/drawingml/2006/main">
              <a:ext uri="{FF2B5EF4-FFF2-40B4-BE49-F238E27FC236}">
                <a16:creationId xmlns:a16="http://schemas.microsoft.com/office/drawing/2014/main" id="{483D44BA-C762-4F77-9C4D-48C0CE6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911" y="3920519"/>
            <a:ext cx="152327" cy="121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3" name="p11-椭圆-0223">
            <a:extLst xmlns:a="http://schemas.openxmlformats.org/drawingml/2006/main">
              <a:ext uri="{FF2B5EF4-FFF2-40B4-BE49-F238E27FC236}">
                <a16:creationId xmlns:a16="http://schemas.microsoft.com/office/drawing/2014/main" id="{5E1BE2D4-43C5-40B2-997D-4EFB5053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07" y="3931908"/>
            <a:ext cx="123856" cy="99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4" name="p11-椭圆-0224">
            <a:extLst xmlns:a="http://schemas.openxmlformats.org/drawingml/2006/main">
              <a:ext uri="{FF2B5EF4-FFF2-40B4-BE49-F238E27FC236}">
                <a16:creationId xmlns:a16="http://schemas.microsoft.com/office/drawing/2014/main" id="{2FE611A8-1863-424B-BBB9-D9786C9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50" y="3920454"/>
            <a:ext cx="152490" cy="121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5" name="p11-路径-0225">
            <a:extLst xmlns:a="http://schemas.openxmlformats.org/drawingml/2006/main">
              <a:ext uri="{FF2B5EF4-FFF2-40B4-BE49-F238E27FC236}">
                <a16:creationId xmlns:a16="http://schemas.microsoft.com/office/drawing/2014/main" id="{56FF874B-2574-44D2-89FF-384724A6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4118"/>
            <a:ext cx="1295400" cy="141240"/>
          </a:xfrm>
          <a:custGeom xmlns:a="http://schemas.openxmlformats.org/drawingml/2006/main">
            <a:pathLst>
              <a:path w="1295400" h="141240">
                <a:moveTo>
                  <a:pt x="0" y="57980"/>
                </a:moveTo>
                <a:lnTo>
                  <a:pt x="34004" y="39109"/>
                </a:lnTo>
                <a:lnTo>
                  <a:pt x="68838" y="24308"/>
                </a:lnTo>
                <a:lnTo>
                  <a:pt x="104460" y="13286"/>
                </a:lnTo>
                <a:lnTo>
                  <a:pt x="140829" y="5755"/>
                </a:lnTo>
                <a:lnTo>
                  <a:pt x="177904" y="1423"/>
                </a:lnTo>
                <a:lnTo>
                  <a:pt x="215644" y="0"/>
                </a:lnTo>
                <a:lnTo>
                  <a:pt x="254007" y="1197"/>
                </a:lnTo>
                <a:lnTo>
                  <a:pt x="292953" y="4723"/>
                </a:lnTo>
                <a:lnTo>
                  <a:pt x="332441" y="10289"/>
                </a:lnTo>
                <a:lnTo>
                  <a:pt x="372428" y="17604"/>
                </a:lnTo>
                <a:lnTo>
                  <a:pt x="453740" y="36321"/>
                </a:lnTo>
                <a:lnTo>
                  <a:pt x="620554" y="81983"/>
                </a:lnTo>
                <a:lnTo>
                  <a:pt x="705398" y="104286"/>
                </a:lnTo>
                <a:lnTo>
                  <a:pt x="790761" y="123144"/>
                </a:lnTo>
                <a:lnTo>
                  <a:pt x="833534" y="130556"/>
                </a:lnTo>
                <a:lnTo>
                  <a:pt x="876314" y="136236"/>
                </a:lnTo>
                <a:lnTo>
                  <a:pt x="919059" y="139894"/>
                </a:lnTo>
                <a:lnTo>
                  <a:pt x="961727" y="141240"/>
                </a:lnTo>
                <a:lnTo>
                  <a:pt x="1004279" y="139985"/>
                </a:lnTo>
                <a:lnTo>
                  <a:pt x="1046672" y="135837"/>
                </a:lnTo>
                <a:lnTo>
                  <a:pt x="1088866" y="128508"/>
                </a:lnTo>
                <a:lnTo>
                  <a:pt x="1130818" y="117706"/>
                </a:lnTo>
                <a:lnTo>
                  <a:pt x="1172489" y="103142"/>
                </a:lnTo>
                <a:lnTo>
                  <a:pt x="1213838" y="84526"/>
                </a:lnTo>
                <a:lnTo>
                  <a:pt x="1254821" y="61568"/>
                </a:lnTo>
                <a:lnTo>
                  <a:pt x="1295400" y="3397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26" name="p11-文本-0226">
            <a:extLst xmlns:a="http://schemas.openxmlformats.org/drawingml/2006/main">
              <a:ext uri="{FF2B5EF4-FFF2-40B4-BE49-F238E27FC236}">
                <a16:creationId xmlns:a16="http://schemas.microsoft.com/office/drawing/2014/main" id="{D7D2A26A-8EB2-4D92-ACD2-513BBE1E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543416"/>
            <a:ext cx="14954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识别形态与连接关系</a:t>
            </a:r>
          </a:p>
        </p:txBody>
      </p:sp>
      <p:sp>
        <p:nvSpPr>
          <p:cNvPr id="227" name="p11-文本-0227">
            <a:extLst xmlns:a="http://schemas.openxmlformats.org/drawingml/2006/main">
              <a:ext uri="{FF2B5EF4-FFF2-40B4-BE49-F238E27FC236}">
                <a16:creationId xmlns:a16="http://schemas.microsoft.com/office/drawing/2014/main" id="{1C0FF22F-0E50-4B5B-A62F-AC60E547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19641"/>
            <a:ext cx="11715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保留来源与条件</a:t>
            </a:r>
          </a:p>
        </p:txBody>
      </p:sp>
      <p:sp>
        <p:nvSpPr>
          <p:cNvPr id="228" name="p11-路径-0228">
            <a:extLst xmlns:a="http://schemas.openxmlformats.org/drawingml/2006/main">
              <a:ext uri="{FF2B5EF4-FFF2-40B4-BE49-F238E27FC236}">
                <a16:creationId xmlns:a16="http://schemas.microsoft.com/office/drawing/2014/main" id="{2FCC4A24-7D23-438F-ABB2-32BCC1E1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39312"/>
            <a:ext cx="657225" cy="188976"/>
          </a:xfrm>
          <a:custGeom xmlns:a="http://schemas.openxmlformats.org/drawingml/2006/main">
            <a:pathLst>
              <a:path w="657225" h="188976">
                <a:moveTo>
                  <a:pt x="0" y="137351"/>
                </a:moveTo>
                <a:lnTo>
                  <a:pt x="504825" y="137351"/>
                </a:lnTo>
                <a:lnTo>
                  <a:pt x="504825" y="188976"/>
                </a:lnTo>
                <a:lnTo>
                  <a:pt x="657225" y="94488"/>
                </a:lnTo>
                <a:lnTo>
                  <a:pt x="504825" y="0"/>
                </a:lnTo>
                <a:lnTo>
                  <a:pt x="50482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9" name="p11-矩形-0229">
            <a:extLst xmlns:a="http://schemas.openxmlformats.org/drawingml/2006/main">
              <a:ext uri="{FF2B5EF4-FFF2-40B4-BE49-F238E27FC236}">
                <a16:creationId xmlns:a16="http://schemas.microsoft.com/office/drawing/2014/main" id="{AB382BEE-8BB2-4A02-9E27-C9991E2D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0" name="p11-文本-0230">
            <a:extLst xmlns:a="http://schemas.openxmlformats.org/drawingml/2006/main">
              <a:ext uri="{FF2B5EF4-FFF2-40B4-BE49-F238E27FC236}">
                <a16:creationId xmlns:a16="http://schemas.microsoft.com/office/drawing/2014/main" id="{1127EE3D-6EDB-46A8-87BF-52C7E7D8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22" y="4517324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特征空间近邻</a:t>
            </a:r>
          </a:p>
        </p:txBody>
      </p:sp>
      <p:sp>
        <p:nvSpPr>
          <p:cNvPr id="231" name="p11-线-0231">
            <a:extLst xmlns:a="http://schemas.openxmlformats.org/drawingml/2006/main">
              <a:ext uri="{FF2B5EF4-FFF2-40B4-BE49-F238E27FC236}">
                <a16:creationId xmlns:a16="http://schemas.microsoft.com/office/drawing/2014/main" id="{E7A5DF42-9EE0-4AFE-869E-214F886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03" y="5344668"/>
            <a:ext cx="327002" cy="151323"/>
          </a:xfrm>
          <a:custGeom xmlns:a="http://schemas.openxmlformats.org/drawingml/2006/main">
            <a:pathLst>
              <a:path w="327002" h="151323">
                <a:moveTo>
                  <a:pt x="327002" y="0"/>
                </a:moveTo>
                <a:lnTo>
                  <a:pt x="0" y="15132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2" name="p11-线-0232">
            <a:extLst xmlns:a="http://schemas.openxmlformats.org/drawingml/2006/main">
              <a:ext uri="{FF2B5EF4-FFF2-40B4-BE49-F238E27FC236}">
                <a16:creationId xmlns:a16="http://schemas.microsoft.com/office/drawing/2014/main" id="{1CE23EA5-59B3-4184-98CA-96429F1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91" y="5344668"/>
            <a:ext cx="73714" cy="177804"/>
          </a:xfrm>
          <a:custGeom xmlns:a="http://schemas.openxmlformats.org/drawingml/2006/main">
            <a:pathLst>
              <a:path w="73714" h="177804">
                <a:moveTo>
                  <a:pt x="73714" y="0"/>
                </a:moveTo>
                <a:lnTo>
                  <a:pt x="0" y="177804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3" name="p11-线-0233">
            <a:extLst xmlns:a="http://schemas.openxmlformats.org/drawingml/2006/main">
              <a:ext uri="{FF2B5EF4-FFF2-40B4-BE49-F238E27FC236}">
                <a16:creationId xmlns:a16="http://schemas.microsoft.com/office/drawing/2014/main" id="{216744AB-371F-4E3C-A2A5-C817409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03" y="5121499"/>
            <a:ext cx="155256" cy="374491"/>
          </a:xfrm>
          <a:custGeom xmlns:a="http://schemas.openxmlformats.org/drawingml/2006/main">
            <a:pathLst>
              <a:path w="155256" h="374491">
                <a:moveTo>
                  <a:pt x="0" y="374491"/>
                </a:moveTo>
                <a:lnTo>
                  <a:pt x="1552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4" name="p11-线-0234">
            <a:extLst xmlns:a="http://schemas.openxmlformats.org/drawingml/2006/main">
              <a:ext uri="{FF2B5EF4-FFF2-40B4-BE49-F238E27FC236}">
                <a16:creationId xmlns:a16="http://schemas.microsoft.com/office/drawing/2014/main" id="{096FADB5-5086-4861-8E35-2CAB9728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59" y="5305614"/>
            <a:ext cx="46544" cy="190377"/>
          </a:xfrm>
          <a:custGeom xmlns:a="http://schemas.openxmlformats.org/drawingml/2006/main">
            <a:pathLst>
              <a:path w="46544" h="190377">
                <a:moveTo>
                  <a:pt x="46544" y="1903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5" name="p11-线-0235">
            <a:extLst xmlns:a="http://schemas.openxmlformats.org/drawingml/2006/main">
              <a:ext uri="{FF2B5EF4-FFF2-40B4-BE49-F238E27FC236}">
                <a16:creationId xmlns:a16="http://schemas.microsoft.com/office/drawing/2014/main" id="{2F865D6D-1E33-4AB5-99F6-EC95EA9D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0" y="5121499"/>
            <a:ext cx="98032" cy="400973"/>
          </a:xfrm>
          <a:custGeom xmlns:a="http://schemas.openxmlformats.org/drawingml/2006/main">
            <a:pathLst>
              <a:path w="98032" h="400973">
                <a:moveTo>
                  <a:pt x="0" y="0"/>
                </a:moveTo>
                <a:lnTo>
                  <a:pt x="98032" y="40097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6" name="p11-线-0236">
            <a:extLst xmlns:a="http://schemas.openxmlformats.org/drawingml/2006/main">
              <a:ext uri="{FF2B5EF4-FFF2-40B4-BE49-F238E27FC236}">
                <a16:creationId xmlns:a16="http://schemas.microsoft.com/office/drawing/2014/main" id="{BA3D1C38-D627-498B-9066-AD3A8789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0" y="5121499"/>
            <a:ext cx="142357" cy="102961"/>
          </a:xfrm>
          <a:custGeom xmlns:a="http://schemas.openxmlformats.org/drawingml/2006/main">
            <a:pathLst>
              <a:path w="142357" h="102961">
                <a:moveTo>
                  <a:pt x="0" y="0"/>
                </a:moveTo>
                <a:lnTo>
                  <a:pt x="142357" y="10296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7" name="p11-线-0237">
            <a:extLst xmlns:a="http://schemas.openxmlformats.org/drawingml/2006/main">
              <a:ext uri="{FF2B5EF4-FFF2-40B4-BE49-F238E27FC236}">
                <a16:creationId xmlns:a16="http://schemas.microsoft.com/office/drawing/2014/main" id="{C3E30275-3200-4D50-AAF6-B2F4EA84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59" y="5305614"/>
            <a:ext cx="299832" cy="216858"/>
          </a:xfrm>
          <a:custGeom xmlns:a="http://schemas.openxmlformats.org/drawingml/2006/main">
            <a:pathLst>
              <a:path w="299832" h="216858">
                <a:moveTo>
                  <a:pt x="299832" y="2168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8" name="p11-线-0238">
            <a:extLst xmlns:a="http://schemas.openxmlformats.org/drawingml/2006/main">
              <a:ext uri="{FF2B5EF4-FFF2-40B4-BE49-F238E27FC236}">
                <a16:creationId xmlns:a16="http://schemas.microsoft.com/office/drawing/2014/main" id="{8F4763F6-CFD1-4186-954A-4F0B70B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91" y="5522472"/>
            <a:ext cx="256461" cy="158546"/>
          </a:xfrm>
          <a:custGeom xmlns:a="http://schemas.openxmlformats.org/drawingml/2006/main">
            <a:pathLst>
              <a:path w="256461" h="158546">
                <a:moveTo>
                  <a:pt x="0" y="0"/>
                </a:moveTo>
                <a:lnTo>
                  <a:pt x="256461" y="15854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9" name="p11-线-0239">
            <a:extLst xmlns:a="http://schemas.openxmlformats.org/drawingml/2006/main">
              <a:ext uri="{FF2B5EF4-FFF2-40B4-BE49-F238E27FC236}">
                <a16:creationId xmlns:a16="http://schemas.microsoft.com/office/drawing/2014/main" id="{818A3E83-DA6C-4815-928F-A609E8E5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59" y="5224461"/>
            <a:ext cx="344157" cy="81153"/>
          </a:xfrm>
          <a:custGeom xmlns:a="http://schemas.openxmlformats.org/drawingml/2006/main">
            <a:pathLst>
              <a:path w="344157" h="81153">
                <a:moveTo>
                  <a:pt x="0" y="81153"/>
                </a:moveTo>
                <a:lnTo>
                  <a:pt x="344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0" name="p11-线-0240">
            <a:extLst xmlns:a="http://schemas.openxmlformats.org/drawingml/2006/main">
              <a:ext uri="{FF2B5EF4-FFF2-40B4-BE49-F238E27FC236}">
                <a16:creationId xmlns:a16="http://schemas.microsoft.com/office/drawing/2014/main" id="{8A39C2EC-DBA0-4767-B98D-8B78F54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59" y="5265843"/>
            <a:ext cx="518488" cy="39771"/>
          </a:xfrm>
          <a:custGeom xmlns:a="http://schemas.openxmlformats.org/drawingml/2006/main">
            <a:pathLst>
              <a:path w="518488" h="39771">
                <a:moveTo>
                  <a:pt x="0" y="39771"/>
                </a:moveTo>
                <a:lnTo>
                  <a:pt x="518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1" name="p11-线-0241">
            <a:extLst xmlns:a="http://schemas.openxmlformats.org/drawingml/2006/main">
              <a:ext uri="{FF2B5EF4-FFF2-40B4-BE49-F238E27FC236}">
                <a16:creationId xmlns:a16="http://schemas.microsoft.com/office/drawing/2014/main" id="{E3AA3DC1-7EA4-4387-AFB3-0DB444F7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16" y="5224461"/>
            <a:ext cx="212136" cy="456557"/>
          </a:xfrm>
          <a:custGeom xmlns:a="http://schemas.openxmlformats.org/drawingml/2006/main">
            <a:pathLst>
              <a:path w="212136" h="456557">
                <a:moveTo>
                  <a:pt x="0" y="0"/>
                </a:moveTo>
                <a:lnTo>
                  <a:pt x="212136" y="456557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2" name="p11-线-0242">
            <a:extLst xmlns:a="http://schemas.openxmlformats.org/drawingml/2006/main">
              <a:ext uri="{FF2B5EF4-FFF2-40B4-BE49-F238E27FC236}">
                <a16:creationId xmlns:a16="http://schemas.microsoft.com/office/drawing/2014/main" id="{401C0194-377B-43E0-9F76-C23098D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16" y="5224461"/>
            <a:ext cx="437811" cy="317135"/>
          </a:xfrm>
          <a:custGeom xmlns:a="http://schemas.openxmlformats.org/drawingml/2006/main">
            <a:pathLst>
              <a:path w="437811" h="317135">
                <a:moveTo>
                  <a:pt x="0" y="0"/>
                </a:moveTo>
                <a:lnTo>
                  <a:pt x="437811" y="31713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3" name="p11-线-0243">
            <a:extLst xmlns:a="http://schemas.openxmlformats.org/drawingml/2006/main">
              <a:ext uri="{FF2B5EF4-FFF2-40B4-BE49-F238E27FC236}">
                <a16:creationId xmlns:a16="http://schemas.microsoft.com/office/drawing/2014/main" id="{EDB59417-4794-4B62-9924-FDBC64E2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47" y="5265843"/>
            <a:ext cx="37805" cy="415174"/>
          </a:xfrm>
          <a:custGeom xmlns:a="http://schemas.openxmlformats.org/drawingml/2006/main">
            <a:pathLst>
              <a:path w="37805" h="415174">
                <a:moveTo>
                  <a:pt x="37805" y="4151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4" name="p11-线-0244">
            <a:extLst xmlns:a="http://schemas.openxmlformats.org/drawingml/2006/main">
              <a:ext uri="{FF2B5EF4-FFF2-40B4-BE49-F238E27FC236}">
                <a16:creationId xmlns:a16="http://schemas.microsoft.com/office/drawing/2014/main" id="{049A6F10-F6EB-4099-9758-F0BD5AF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54" y="5550094"/>
            <a:ext cx="125097" cy="130924"/>
          </a:xfrm>
          <a:custGeom xmlns:a="http://schemas.openxmlformats.org/drawingml/2006/main">
            <a:pathLst>
              <a:path w="125097" h="130924">
                <a:moveTo>
                  <a:pt x="125097" y="1309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5" name="p11-线-0245">
            <a:extLst xmlns:a="http://schemas.openxmlformats.org/drawingml/2006/main">
              <a:ext uri="{FF2B5EF4-FFF2-40B4-BE49-F238E27FC236}">
                <a16:creationId xmlns:a16="http://schemas.microsoft.com/office/drawing/2014/main" id="{5215FA5F-7202-4585-80D5-F4CE4170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47" y="5265843"/>
            <a:ext cx="263481" cy="275752"/>
          </a:xfrm>
          <a:custGeom xmlns:a="http://schemas.openxmlformats.org/drawingml/2006/main">
            <a:pathLst>
              <a:path w="263481" h="275752">
                <a:moveTo>
                  <a:pt x="0" y="0"/>
                </a:moveTo>
                <a:lnTo>
                  <a:pt x="263481" y="275752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6" name="p11-线-0246">
            <a:extLst xmlns:a="http://schemas.openxmlformats.org/drawingml/2006/main">
              <a:ext uri="{FF2B5EF4-FFF2-40B4-BE49-F238E27FC236}">
                <a16:creationId xmlns:a16="http://schemas.microsoft.com/office/drawing/2014/main" id="{3ACD017D-5F32-445E-999B-305EEA7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47" y="5261808"/>
            <a:ext cx="166543" cy="4035"/>
          </a:xfrm>
          <a:custGeom xmlns:a="http://schemas.openxmlformats.org/drawingml/2006/main">
            <a:pathLst>
              <a:path w="166543" h="4035">
                <a:moveTo>
                  <a:pt x="0" y="4035"/>
                </a:moveTo>
                <a:lnTo>
                  <a:pt x="166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7" name="p11-线-0247">
            <a:extLst xmlns:a="http://schemas.openxmlformats.org/drawingml/2006/main">
              <a:ext uri="{FF2B5EF4-FFF2-40B4-BE49-F238E27FC236}">
                <a16:creationId xmlns:a16="http://schemas.microsoft.com/office/drawing/2014/main" id="{3D5EB525-C2C8-4264-BFD5-92C0826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54" y="5541595"/>
            <a:ext cx="350773" cy="8499"/>
          </a:xfrm>
          <a:custGeom xmlns:a="http://schemas.openxmlformats.org/drawingml/2006/main">
            <a:pathLst>
              <a:path w="350773" h="8499">
                <a:moveTo>
                  <a:pt x="350773" y="0"/>
                </a:moveTo>
                <a:lnTo>
                  <a:pt x="0" y="849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8" name="p11-线-0248">
            <a:extLst xmlns:a="http://schemas.openxmlformats.org/drawingml/2006/main">
              <a:ext uri="{FF2B5EF4-FFF2-40B4-BE49-F238E27FC236}">
                <a16:creationId xmlns:a16="http://schemas.microsoft.com/office/drawing/2014/main" id="{4D960CEC-3FCF-44D8-8A58-670BA978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10" y="5541595"/>
            <a:ext cx="120518" cy="136874"/>
          </a:xfrm>
          <a:custGeom xmlns:a="http://schemas.openxmlformats.org/drawingml/2006/main">
            <a:pathLst>
              <a:path w="120518" h="136874">
                <a:moveTo>
                  <a:pt x="120518" y="0"/>
                </a:moveTo>
                <a:lnTo>
                  <a:pt x="0" y="136874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49" name="p11-线-0249">
            <a:extLst xmlns:a="http://schemas.openxmlformats.org/drawingml/2006/main">
              <a:ext uri="{FF2B5EF4-FFF2-40B4-BE49-F238E27FC236}">
                <a16:creationId xmlns:a16="http://schemas.microsoft.com/office/drawing/2014/main" id="{303BC734-4E9F-4E5D-9464-A8AEAA9D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54" y="5261808"/>
            <a:ext cx="253835" cy="288286"/>
          </a:xfrm>
          <a:custGeom xmlns:a="http://schemas.openxmlformats.org/drawingml/2006/main">
            <a:pathLst>
              <a:path w="253835" h="288286">
                <a:moveTo>
                  <a:pt x="0" y="288286"/>
                </a:moveTo>
                <a:lnTo>
                  <a:pt x="2538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0" name="p11-线-0250">
            <a:extLst xmlns:a="http://schemas.openxmlformats.org/drawingml/2006/main">
              <a:ext uri="{FF2B5EF4-FFF2-40B4-BE49-F238E27FC236}">
                <a16:creationId xmlns:a16="http://schemas.microsoft.com/office/drawing/2014/main" id="{5C7BBF11-ACB1-47A6-8D07-DAAF628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54" y="5232253"/>
            <a:ext cx="431057" cy="317841"/>
          </a:xfrm>
          <a:custGeom xmlns:a="http://schemas.openxmlformats.org/drawingml/2006/main">
            <a:pathLst>
              <a:path w="431057" h="317841">
                <a:moveTo>
                  <a:pt x="0" y="317841"/>
                </a:moveTo>
                <a:lnTo>
                  <a:pt x="4310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1" name="p11-线-0251">
            <a:extLst xmlns:a="http://schemas.openxmlformats.org/drawingml/2006/main">
              <a:ext uri="{FF2B5EF4-FFF2-40B4-BE49-F238E27FC236}">
                <a16:creationId xmlns:a16="http://schemas.microsoft.com/office/drawing/2014/main" id="{887EDD23-842A-4A70-95DB-069241C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10" y="5261808"/>
            <a:ext cx="23580" cy="416661"/>
          </a:xfrm>
          <a:custGeom xmlns:a="http://schemas.openxmlformats.org/drawingml/2006/main">
            <a:pathLst>
              <a:path w="23580" h="416661">
                <a:moveTo>
                  <a:pt x="23580" y="0"/>
                </a:moveTo>
                <a:lnTo>
                  <a:pt x="0" y="41666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2" name="p11-线-0252">
            <a:extLst xmlns:a="http://schemas.openxmlformats.org/drawingml/2006/main">
              <a:ext uri="{FF2B5EF4-FFF2-40B4-BE49-F238E27FC236}">
                <a16:creationId xmlns:a16="http://schemas.microsoft.com/office/drawing/2014/main" id="{1758832C-9BC4-4CCD-AC66-22FF9F5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89" y="5261808"/>
            <a:ext cx="523869" cy="34861"/>
          </a:xfrm>
          <a:custGeom xmlns:a="http://schemas.openxmlformats.org/drawingml/2006/main">
            <a:pathLst>
              <a:path w="523869" h="34861">
                <a:moveTo>
                  <a:pt x="0" y="0"/>
                </a:moveTo>
                <a:lnTo>
                  <a:pt x="523869" y="3486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3" name="p11-线-0253">
            <a:extLst xmlns:a="http://schemas.openxmlformats.org/drawingml/2006/main">
              <a:ext uri="{FF2B5EF4-FFF2-40B4-BE49-F238E27FC236}">
                <a16:creationId xmlns:a16="http://schemas.microsoft.com/office/drawing/2014/main" id="{041313E8-E8E8-4818-B6AA-94283098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10" y="5232253"/>
            <a:ext cx="200802" cy="446216"/>
          </a:xfrm>
          <a:custGeom xmlns:a="http://schemas.openxmlformats.org/drawingml/2006/main">
            <a:pathLst>
              <a:path w="200802" h="446216">
                <a:moveTo>
                  <a:pt x="0" y="446216"/>
                </a:moveTo>
                <a:lnTo>
                  <a:pt x="200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4" name="p11-线-0254">
            <a:extLst xmlns:a="http://schemas.openxmlformats.org/drawingml/2006/main">
              <a:ext uri="{FF2B5EF4-FFF2-40B4-BE49-F238E27FC236}">
                <a16:creationId xmlns:a16="http://schemas.microsoft.com/office/drawing/2014/main" id="{51B787C7-46BD-4435-9C16-22EB04F0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10" y="5527871"/>
            <a:ext cx="255279" cy="150599"/>
          </a:xfrm>
          <a:custGeom xmlns:a="http://schemas.openxmlformats.org/drawingml/2006/main">
            <a:pathLst>
              <a:path w="255279" h="150599">
                <a:moveTo>
                  <a:pt x="0" y="150599"/>
                </a:moveTo>
                <a:lnTo>
                  <a:pt x="255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5" name="p11-线-0255">
            <a:extLst xmlns:a="http://schemas.openxmlformats.org/drawingml/2006/main">
              <a:ext uri="{FF2B5EF4-FFF2-40B4-BE49-F238E27FC236}">
                <a16:creationId xmlns:a16="http://schemas.microsoft.com/office/drawing/2014/main" id="{78C51EB2-6488-4832-85BF-073D05D9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12" y="5232253"/>
            <a:ext cx="346647" cy="64416"/>
          </a:xfrm>
          <a:custGeom xmlns:a="http://schemas.openxmlformats.org/drawingml/2006/main">
            <a:pathLst>
              <a:path w="346647" h="64416">
                <a:moveTo>
                  <a:pt x="0" y="0"/>
                </a:moveTo>
                <a:lnTo>
                  <a:pt x="346647" y="6441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6" name="p11-线-0256">
            <a:extLst xmlns:a="http://schemas.openxmlformats.org/drawingml/2006/main">
              <a:ext uri="{FF2B5EF4-FFF2-40B4-BE49-F238E27FC236}">
                <a16:creationId xmlns:a16="http://schemas.microsoft.com/office/drawing/2014/main" id="{32426DE0-8010-4564-AAF5-43C5DA2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12" y="5122482"/>
            <a:ext cx="138719" cy="109771"/>
          </a:xfrm>
          <a:custGeom xmlns:a="http://schemas.openxmlformats.org/drawingml/2006/main">
            <a:pathLst>
              <a:path w="138719" h="109771">
                <a:moveTo>
                  <a:pt x="0" y="109771"/>
                </a:moveTo>
                <a:lnTo>
                  <a:pt x="1387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7" name="p11-线-0257">
            <a:extLst xmlns:a="http://schemas.openxmlformats.org/drawingml/2006/main">
              <a:ext uri="{FF2B5EF4-FFF2-40B4-BE49-F238E27FC236}">
                <a16:creationId xmlns:a16="http://schemas.microsoft.com/office/drawing/2014/main" id="{07EB42AB-96B1-449C-85D9-DC3C766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88" y="5296669"/>
            <a:ext cx="292170" cy="231201"/>
          </a:xfrm>
          <a:custGeom xmlns:a="http://schemas.openxmlformats.org/drawingml/2006/main">
            <a:pathLst>
              <a:path w="292170" h="231201">
                <a:moveTo>
                  <a:pt x="292170" y="0"/>
                </a:moveTo>
                <a:lnTo>
                  <a:pt x="0" y="23120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8" name="p11-线-0258">
            <a:extLst xmlns:a="http://schemas.openxmlformats.org/drawingml/2006/main">
              <a:ext uri="{FF2B5EF4-FFF2-40B4-BE49-F238E27FC236}">
                <a16:creationId xmlns:a16="http://schemas.microsoft.com/office/drawing/2014/main" id="{37E8AEF5-408B-4FAC-A66F-F7A9CB1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261" y="5296669"/>
            <a:ext cx="39997" cy="192473"/>
          </a:xfrm>
          <a:custGeom xmlns:a="http://schemas.openxmlformats.org/drawingml/2006/main">
            <a:pathLst>
              <a:path w="39997" h="192473">
                <a:moveTo>
                  <a:pt x="39997" y="0"/>
                </a:moveTo>
                <a:lnTo>
                  <a:pt x="0" y="19247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59" name="p11-线-0259">
            <a:extLst xmlns:a="http://schemas.openxmlformats.org/drawingml/2006/main">
              <a:ext uri="{FF2B5EF4-FFF2-40B4-BE49-F238E27FC236}">
                <a16:creationId xmlns:a16="http://schemas.microsoft.com/office/drawing/2014/main" id="{6B513DFA-DE3A-4F70-9DEF-281ADC83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88" y="5122482"/>
            <a:ext cx="84242" cy="405389"/>
          </a:xfrm>
          <a:custGeom xmlns:a="http://schemas.openxmlformats.org/drawingml/2006/main">
            <a:pathLst>
              <a:path w="84242" h="405389">
                <a:moveTo>
                  <a:pt x="0" y="405389"/>
                </a:moveTo>
                <a:lnTo>
                  <a:pt x="84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60" name="p11-线-0260">
            <a:extLst xmlns:a="http://schemas.openxmlformats.org/drawingml/2006/main">
              <a:ext uri="{FF2B5EF4-FFF2-40B4-BE49-F238E27FC236}">
                <a16:creationId xmlns:a16="http://schemas.microsoft.com/office/drawing/2014/main" id="{234D9B50-069F-4A7E-B35B-1B3970CA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357" y="5353784"/>
            <a:ext cx="79731" cy="174086"/>
          </a:xfrm>
          <a:custGeom xmlns:a="http://schemas.openxmlformats.org/drawingml/2006/main">
            <a:pathLst>
              <a:path w="79731" h="174086">
                <a:moveTo>
                  <a:pt x="79731" y="1740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61" name="p11-线-0261">
            <a:extLst xmlns:a="http://schemas.openxmlformats.org/drawingml/2006/main">
              <a:ext uri="{FF2B5EF4-FFF2-40B4-BE49-F238E27FC236}">
                <a16:creationId xmlns:a16="http://schemas.microsoft.com/office/drawing/2014/main" id="{10DE953A-BCCC-4029-887B-37944C26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30" y="5122482"/>
            <a:ext cx="167931" cy="366661"/>
          </a:xfrm>
          <a:custGeom xmlns:a="http://schemas.openxmlformats.org/drawingml/2006/main">
            <a:pathLst>
              <a:path w="167931" h="366661">
                <a:moveTo>
                  <a:pt x="0" y="0"/>
                </a:moveTo>
                <a:lnTo>
                  <a:pt x="167931" y="36666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62" name="p11-线-0262">
            <a:extLst xmlns:a="http://schemas.openxmlformats.org/drawingml/2006/main">
              <a:ext uri="{FF2B5EF4-FFF2-40B4-BE49-F238E27FC236}">
                <a16:creationId xmlns:a16="http://schemas.microsoft.com/office/drawing/2014/main" id="{AF245443-EFB9-417B-B19F-A477B470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357" y="5353784"/>
            <a:ext cx="331904" cy="135358"/>
          </a:xfrm>
          <a:custGeom xmlns:a="http://schemas.openxmlformats.org/drawingml/2006/main">
            <a:pathLst>
              <a:path w="331904" h="135358">
                <a:moveTo>
                  <a:pt x="331904" y="1353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63" name="p11-椭圆-0263">
            <a:extLst xmlns:a="http://schemas.openxmlformats.org/drawingml/2006/main">
              <a:ext uri="{FF2B5EF4-FFF2-40B4-BE49-F238E27FC236}">
                <a16:creationId xmlns:a16="http://schemas.microsoft.com/office/drawing/2014/main" id="{E18E8085-885E-4C67-851F-65F5C26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8" y="529228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4" name="p11-椭圆-0264">
            <a:extLst xmlns:a="http://schemas.openxmlformats.org/drawingml/2006/main">
              <a:ext uri="{FF2B5EF4-FFF2-40B4-BE49-F238E27FC236}">
                <a16:creationId xmlns:a16="http://schemas.microsoft.com/office/drawing/2014/main" id="{62849E67-0ABA-4566-8800-5B3293D8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16" y="544360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5" name="p11-椭圆-0265">
            <a:extLst xmlns:a="http://schemas.openxmlformats.org/drawingml/2006/main">
              <a:ext uri="{FF2B5EF4-FFF2-40B4-BE49-F238E27FC236}">
                <a16:creationId xmlns:a16="http://schemas.microsoft.com/office/drawing/2014/main" id="{DF4A159D-6027-4348-97F0-13EB12BA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72" y="506911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6" name="p11-椭圆-0266">
            <a:extLst xmlns:a="http://schemas.openxmlformats.org/drawingml/2006/main">
              <a:ext uri="{FF2B5EF4-FFF2-40B4-BE49-F238E27FC236}">
                <a16:creationId xmlns:a16="http://schemas.microsoft.com/office/drawing/2014/main" id="{5B846BC0-13F9-407E-AEFC-62A620F5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04" y="547008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7" name="p11-椭圆-0267">
            <a:extLst xmlns:a="http://schemas.openxmlformats.org/drawingml/2006/main">
              <a:ext uri="{FF2B5EF4-FFF2-40B4-BE49-F238E27FC236}">
                <a16:creationId xmlns:a16="http://schemas.microsoft.com/office/drawing/2014/main" id="{90182DD0-838C-4370-8865-F1074421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71" y="525322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8" name="p11-椭圆-0268">
            <a:extLst xmlns:a="http://schemas.openxmlformats.org/drawingml/2006/main">
              <a:ext uri="{FF2B5EF4-FFF2-40B4-BE49-F238E27FC236}">
                <a16:creationId xmlns:a16="http://schemas.microsoft.com/office/drawing/2014/main" id="{E24E4C08-B7CB-41CE-9D59-603BF91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29" y="517207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9" name="p11-椭圆-0269">
            <a:extLst xmlns:a="http://schemas.openxmlformats.org/drawingml/2006/main">
              <a:ext uri="{FF2B5EF4-FFF2-40B4-BE49-F238E27FC236}">
                <a16:creationId xmlns:a16="http://schemas.microsoft.com/office/drawing/2014/main" id="{3148DD75-D96E-4BE3-990B-81A3E618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264" y="562863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0" name="p11-椭圆-0270">
            <a:extLst xmlns:a="http://schemas.openxmlformats.org/drawingml/2006/main">
              <a:ext uri="{FF2B5EF4-FFF2-40B4-BE49-F238E27FC236}">
                <a16:creationId xmlns:a16="http://schemas.microsoft.com/office/drawing/2014/main" id="{160B8BA4-12C1-4339-A2B8-9886DA91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59" y="521345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1" name="p11-椭圆-0271">
            <a:extLst xmlns:a="http://schemas.openxmlformats.org/drawingml/2006/main">
              <a:ext uri="{FF2B5EF4-FFF2-40B4-BE49-F238E27FC236}">
                <a16:creationId xmlns:a16="http://schemas.microsoft.com/office/drawing/2014/main" id="{7B21836F-4DE3-44A6-8EF2-AC3AFEB7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940" y="548920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2" name="p11-椭圆-0272">
            <a:extLst xmlns:a="http://schemas.openxmlformats.org/drawingml/2006/main">
              <a:ext uri="{FF2B5EF4-FFF2-40B4-BE49-F238E27FC236}">
                <a16:creationId xmlns:a16="http://schemas.microsoft.com/office/drawing/2014/main" id="{2D503DD8-65B8-47FB-82A2-76078EF9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7" y="549770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3" name="p11-椭圆-0273">
            <a:extLst xmlns:a="http://schemas.openxmlformats.org/drawingml/2006/main">
              <a:ext uri="{FF2B5EF4-FFF2-40B4-BE49-F238E27FC236}">
                <a16:creationId xmlns:a16="http://schemas.microsoft.com/office/drawing/2014/main" id="{6F0E9B48-78E6-493E-ADDE-7EED7CD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002" y="52094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4" name="p11-椭圆-0274">
            <a:extLst xmlns:a="http://schemas.openxmlformats.org/drawingml/2006/main">
              <a:ext uri="{FF2B5EF4-FFF2-40B4-BE49-F238E27FC236}">
                <a16:creationId xmlns:a16="http://schemas.microsoft.com/office/drawing/2014/main" id="{5D4F5A16-645E-46AA-A778-1790584D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22" y="562608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5" name="p11-椭圆-0275">
            <a:extLst xmlns:a="http://schemas.openxmlformats.org/drawingml/2006/main">
              <a:ext uri="{FF2B5EF4-FFF2-40B4-BE49-F238E27FC236}">
                <a16:creationId xmlns:a16="http://schemas.microsoft.com/office/drawing/2014/main" id="{825EBC70-9C02-4201-8F35-F34640F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224" y="517986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6" name="p11-椭圆-0276">
            <a:extLst xmlns:a="http://schemas.openxmlformats.org/drawingml/2006/main">
              <a:ext uri="{FF2B5EF4-FFF2-40B4-BE49-F238E27FC236}">
                <a16:creationId xmlns:a16="http://schemas.microsoft.com/office/drawing/2014/main" id="{B506AE93-6D70-4517-8DA1-BBF2FA7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71" y="524428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7" name="p11-椭圆-0277">
            <a:extLst xmlns:a="http://schemas.openxmlformats.org/drawingml/2006/main">
              <a:ext uri="{FF2B5EF4-FFF2-40B4-BE49-F238E27FC236}">
                <a16:creationId xmlns:a16="http://schemas.microsoft.com/office/drawing/2014/main" id="{D2993EEB-0861-490B-83FC-72838B6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701" y="54754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8" name="p11-椭圆-0278">
            <a:extLst xmlns:a="http://schemas.openxmlformats.org/drawingml/2006/main">
              <a:ext uri="{FF2B5EF4-FFF2-40B4-BE49-F238E27FC236}">
                <a16:creationId xmlns:a16="http://schemas.microsoft.com/office/drawing/2014/main" id="{F8897DC9-5734-4712-B143-2401714E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943" y="507009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9" name="p11-椭圆-0279">
            <a:extLst xmlns:a="http://schemas.openxmlformats.org/drawingml/2006/main">
              <a:ext uri="{FF2B5EF4-FFF2-40B4-BE49-F238E27FC236}">
                <a16:creationId xmlns:a16="http://schemas.microsoft.com/office/drawing/2014/main" id="{36B21005-57CC-41E1-9C50-4EF940B7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74" y="543675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0" name="p11-椭圆-0280">
            <a:extLst xmlns:a="http://schemas.openxmlformats.org/drawingml/2006/main">
              <a:ext uri="{FF2B5EF4-FFF2-40B4-BE49-F238E27FC236}">
                <a16:creationId xmlns:a16="http://schemas.microsoft.com/office/drawing/2014/main" id="{8AD18B7B-2371-45AF-B1E1-9B9AA3D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69" y="530139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1" name="p11-文本-0281">
            <a:extLst xmlns:a="http://schemas.openxmlformats.org/drawingml/2006/main">
              <a:ext uri="{FF2B5EF4-FFF2-40B4-BE49-F238E27FC236}">
                <a16:creationId xmlns:a16="http://schemas.microsoft.com/office/drawing/2014/main" id="{B7D56930-B0A4-448C-9436-31C33BC4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095991"/>
            <a:ext cx="13335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补充潜在相似对象</a:t>
            </a:r>
          </a:p>
        </p:txBody>
      </p:sp>
      <p:sp>
        <p:nvSpPr>
          <p:cNvPr id="282" name="p11-文本-0282">
            <a:extLst xmlns:a="http://schemas.openxmlformats.org/drawingml/2006/main">
              <a:ext uri="{FF2B5EF4-FFF2-40B4-BE49-F238E27FC236}">
                <a16:creationId xmlns:a16="http://schemas.microsoft.com/office/drawing/2014/main" id="{AB4E6B9E-355B-403A-88D7-6BCD2EF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372216"/>
            <a:ext cx="11715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保留来源与条件</a:t>
            </a:r>
          </a:p>
        </p:txBody>
      </p:sp>
      <p:sp>
        <p:nvSpPr>
          <p:cNvPr id="283" name="p11-路径-0283">
            <a:extLst xmlns:a="http://schemas.openxmlformats.org/drawingml/2006/main">
              <a:ext uri="{FF2B5EF4-FFF2-40B4-BE49-F238E27FC236}">
                <a16:creationId xmlns:a16="http://schemas.microsoft.com/office/drawing/2014/main" id="{2E6253A5-F10E-4766-B98F-EB13DFC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191887"/>
            <a:ext cx="657225" cy="188976"/>
          </a:xfrm>
          <a:custGeom xmlns:a="http://schemas.openxmlformats.org/drawingml/2006/main">
            <a:pathLst>
              <a:path w="657225" h="188976">
                <a:moveTo>
                  <a:pt x="0" y="137350"/>
                </a:moveTo>
                <a:lnTo>
                  <a:pt x="504825" y="137350"/>
                </a:lnTo>
                <a:lnTo>
                  <a:pt x="504825" y="188976"/>
                </a:lnTo>
                <a:lnTo>
                  <a:pt x="657225" y="94488"/>
                </a:lnTo>
                <a:lnTo>
                  <a:pt x="504825" y="0"/>
                </a:lnTo>
                <a:lnTo>
                  <a:pt x="504825" y="51625"/>
                </a:lnTo>
                <a:lnTo>
                  <a:pt x="0" y="5162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4" name="p11-矩形-0284">
            <a:extLst xmlns:a="http://schemas.openxmlformats.org/drawingml/2006/main">
              <a:ext uri="{FF2B5EF4-FFF2-40B4-BE49-F238E27FC236}">
                <a16:creationId xmlns:a16="http://schemas.microsoft.com/office/drawing/2014/main" id="{3775BF8E-97C0-42D6-BEFF-9888BF99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66900"/>
            <a:ext cx="2724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85" name="p11-矩形-0285">
            <a:extLst xmlns:a="http://schemas.openxmlformats.org/drawingml/2006/main">
              <a:ext uri="{FF2B5EF4-FFF2-40B4-BE49-F238E27FC236}">
                <a16:creationId xmlns:a16="http://schemas.microsoft.com/office/drawing/2014/main" id="{E8834A83-8DCF-48C5-9EF3-7F54D81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66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6" name="p11-文本-0286">
            <a:extLst xmlns:a="http://schemas.openxmlformats.org/drawingml/2006/main">
              <a:ext uri="{FF2B5EF4-FFF2-40B4-BE49-F238E27FC236}">
                <a16:creationId xmlns:a16="http://schemas.microsoft.com/office/drawing/2014/main" id="{55711E34-9330-4004-90BC-A9ECB290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660" y="1888424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候选汇总与筛选</a:t>
            </a:r>
          </a:p>
        </p:txBody>
      </p:sp>
      <p:sp>
        <p:nvSpPr>
          <p:cNvPr id="287" name="p11-矩形-0287">
            <a:extLst xmlns:a="http://schemas.openxmlformats.org/drawingml/2006/main">
              <a:ext uri="{FF2B5EF4-FFF2-40B4-BE49-F238E27FC236}">
                <a16:creationId xmlns:a16="http://schemas.microsoft.com/office/drawing/2014/main" id="{7318C84F-0D07-4AF8-A3BC-32A0FC9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88" name="p11-矩形-0288">
            <a:extLst xmlns:a="http://schemas.openxmlformats.org/drawingml/2006/main">
              <a:ext uri="{FF2B5EF4-FFF2-40B4-BE49-F238E27FC236}">
                <a16:creationId xmlns:a16="http://schemas.microsoft.com/office/drawing/2014/main" id="{DCF8D42A-27CC-47DC-B1A7-9FA0FEA6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9" name="p11-矩形-0289">
            <a:extLst xmlns:a="http://schemas.openxmlformats.org/drawingml/2006/main">
              <a:ext uri="{FF2B5EF4-FFF2-40B4-BE49-F238E27FC236}">
                <a16:creationId xmlns:a16="http://schemas.microsoft.com/office/drawing/2014/main" id="{4D4B1FCC-FCDD-411C-A0F7-31DBD6A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0" name="p11-矩形-0290">
            <a:extLst xmlns:a="http://schemas.openxmlformats.org/drawingml/2006/main">
              <a:ext uri="{FF2B5EF4-FFF2-40B4-BE49-F238E27FC236}">
                <a16:creationId xmlns:a16="http://schemas.microsoft.com/office/drawing/2014/main" id="{4747F27C-9955-402C-9F6D-1B688BC5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1" name="p11-矩形-0291">
            <a:extLst xmlns:a="http://schemas.openxmlformats.org/drawingml/2006/main">
              <a:ext uri="{FF2B5EF4-FFF2-40B4-BE49-F238E27FC236}">
                <a16:creationId xmlns:a16="http://schemas.microsoft.com/office/drawing/2014/main" id="{C2E92693-472E-4EE8-A85B-48B7751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2" name="p11-矩形-0292">
            <a:extLst xmlns:a="http://schemas.openxmlformats.org/drawingml/2006/main">
              <a:ext uri="{FF2B5EF4-FFF2-40B4-BE49-F238E27FC236}">
                <a16:creationId xmlns:a16="http://schemas.microsoft.com/office/drawing/2014/main" id="{361B77C7-C44B-4522-8C63-9F99C7A3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3" name="p11-矩形-0293">
            <a:extLst xmlns:a="http://schemas.openxmlformats.org/drawingml/2006/main">
              <a:ext uri="{FF2B5EF4-FFF2-40B4-BE49-F238E27FC236}">
                <a16:creationId xmlns:a16="http://schemas.microsoft.com/office/drawing/2014/main" id="{2F7CBE81-3799-42E9-9B71-17515C4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4" name="p11-矩形-0294">
            <a:extLst xmlns:a="http://schemas.openxmlformats.org/drawingml/2006/main">
              <a:ext uri="{FF2B5EF4-FFF2-40B4-BE49-F238E27FC236}">
                <a16:creationId xmlns:a16="http://schemas.microsoft.com/office/drawing/2014/main" id="{03D8BF94-5687-4618-A9D6-DB6ED0A5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5" name="p11-矩形-0295">
            <a:extLst xmlns:a="http://schemas.openxmlformats.org/drawingml/2006/main">
              <a:ext uri="{FF2B5EF4-FFF2-40B4-BE49-F238E27FC236}">
                <a16:creationId xmlns:a16="http://schemas.microsoft.com/office/drawing/2014/main" id="{A8F268AF-5F7F-4301-BFC9-C9C8231E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6" name="p11-矩形-0296">
            <a:extLst xmlns:a="http://schemas.openxmlformats.org/drawingml/2006/main">
              <a:ext uri="{FF2B5EF4-FFF2-40B4-BE49-F238E27FC236}">
                <a16:creationId xmlns:a16="http://schemas.microsoft.com/office/drawing/2014/main" id="{7B3EA1AA-B0E2-4FC2-A55D-433CF6F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7" name="p11-矩形-0297">
            <a:extLst xmlns:a="http://schemas.openxmlformats.org/drawingml/2006/main">
              <a:ext uri="{FF2B5EF4-FFF2-40B4-BE49-F238E27FC236}">
                <a16:creationId xmlns:a16="http://schemas.microsoft.com/office/drawing/2014/main" id="{F19C7DB3-BC52-48D2-B844-5D725EE0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8" name="p11-矩形-0298">
            <a:extLst xmlns:a="http://schemas.openxmlformats.org/drawingml/2006/main">
              <a:ext uri="{FF2B5EF4-FFF2-40B4-BE49-F238E27FC236}">
                <a16:creationId xmlns:a16="http://schemas.microsoft.com/office/drawing/2014/main" id="{BF8468C7-DF24-4EF5-8C8D-ED3F2111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9" name="p11-矩形-0299">
            <a:extLst xmlns:a="http://schemas.openxmlformats.org/drawingml/2006/main">
              <a:ext uri="{FF2B5EF4-FFF2-40B4-BE49-F238E27FC236}">
                <a16:creationId xmlns:a16="http://schemas.microsoft.com/office/drawing/2014/main" id="{CEAE534C-5588-478C-84DA-CB92A32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0" name="p11-矩形-0300">
            <a:extLst xmlns:a="http://schemas.openxmlformats.org/drawingml/2006/main">
              <a:ext uri="{FF2B5EF4-FFF2-40B4-BE49-F238E27FC236}">
                <a16:creationId xmlns:a16="http://schemas.microsoft.com/office/drawing/2014/main" id="{6A8D1CCB-FB57-4E14-9345-4BB614BE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2495550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1" name="p11-矩形-0301">
            <a:extLst xmlns:a="http://schemas.openxmlformats.org/drawingml/2006/main">
              <a:ext uri="{FF2B5EF4-FFF2-40B4-BE49-F238E27FC236}">
                <a16:creationId xmlns:a16="http://schemas.microsoft.com/office/drawing/2014/main" id="{14925331-22FF-46BA-AB96-C75DB473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2" name="p11-矩形-0302">
            <a:extLst xmlns:a="http://schemas.openxmlformats.org/drawingml/2006/main">
              <a:ext uri="{FF2B5EF4-FFF2-40B4-BE49-F238E27FC236}">
                <a16:creationId xmlns:a16="http://schemas.microsoft.com/office/drawing/2014/main" id="{F6CBE36B-8CA0-45E9-A8CA-704E120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3" name="p11-矩形-0303">
            <a:extLst xmlns:a="http://schemas.openxmlformats.org/drawingml/2006/main">
              <a:ext uri="{FF2B5EF4-FFF2-40B4-BE49-F238E27FC236}">
                <a16:creationId xmlns:a16="http://schemas.microsoft.com/office/drawing/2014/main" id="{DE48614E-13E6-4236-88DA-5CF38B9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4" name="p11-矩形-0304">
            <a:extLst xmlns:a="http://schemas.openxmlformats.org/drawingml/2006/main">
              <a:ext uri="{FF2B5EF4-FFF2-40B4-BE49-F238E27FC236}">
                <a16:creationId xmlns:a16="http://schemas.microsoft.com/office/drawing/2014/main" id="{354468D4-712A-4DA7-B4C5-AF7135BA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5" name="p11-矩形-0305">
            <a:extLst xmlns:a="http://schemas.openxmlformats.org/drawingml/2006/main">
              <a:ext uri="{FF2B5EF4-FFF2-40B4-BE49-F238E27FC236}">
                <a16:creationId xmlns:a16="http://schemas.microsoft.com/office/drawing/2014/main" id="{D95737BC-F355-4E3F-BF44-EF297BA3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6" name="p11-矩形-0306">
            <a:extLst xmlns:a="http://schemas.openxmlformats.org/drawingml/2006/main">
              <a:ext uri="{FF2B5EF4-FFF2-40B4-BE49-F238E27FC236}">
                <a16:creationId xmlns:a16="http://schemas.microsoft.com/office/drawing/2014/main" id="{5A97257C-ADC8-4987-A3C9-849E13D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7" name="p11-矩形-0307">
            <a:extLst xmlns:a="http://schemas.openxmlformats.org/drawingml/2006/main">
              <a:ext uri="{FF2B5EF4-FFF2-40B4-BE49-F238E27FC236}">
                <a16:creationId xmlns:a16="http://schemas.microsoft.com/office/drawing/2014/main" id="{6605FF7E-C436-4339-B6C9-130F6CD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8" name="p11-矩形-0308">
            <a:extLst xmlns:a="http://schemas.openxmlformats.org/drawingml/2006/main">
              <a:ext uri="{FF2B5EF4-FFF2-40B4-BE49-F238E27FC236}">
                <a16:creationId xmlns:a16="http://schemas.microsoft.com/office/drawing/2014/main" id="{8E9979CF-179B-4215-86FF-76ED7FB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9" name="p11-矩形-0309">
            <a:extLst xmlns:a="http://schemas.openxmlformats.org/drawingml/2006/main">
              <a:ext uri="{FF2B5EF4-FFF2-40B4-BE49-F238E27FC236}">
                <a16:creationId xmlns:a16="http://schemas.microsoft.com/office/drawing/2014/main" id="{857F4B00-54FC-4157-91F6-3C6E80C3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0" name="p11-矩形-0310">
            <a:extLst xmlns:a="http://schemas.openxmlformats.org/drawingml/2006/main">
              <a:ext uri="{FF2B5EF4-FFF2-40B4-BE49-F238E27FC236}">
                <a16:creationId xmlns:a16="http://schemas.microsoft.com/office/drawing/2014/main" id="{B7EA451B-D116-4193-873E-8DDA674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1" name="p11-矩形-0311">
            <a:extLst xmlns:a="http://schemas.openxmlformats.org/drawingml/2006/main">
              <a:ext uri="{FF2B5EF4-FFF2-40B4-BE49-F238E27FC236}">
                <a16:creationId xmlns:a16="http://schemas.microsoft.com/office/drawing/2014/main" id="{381894F6-38BF-4904-8717-748613C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12" name="p11-矩形-0312">
            <a:extLst xmlns:a="http://schemas.openxmlformats.org/drawingml/2006/main">
              <a:ext uri="{FF2B5EF4-FFF2-40B4-BE49-F238E27FC236}">
                <a16:creationId xmlns:a16="http://schemas.microsoft.com/office/drawing/2014/main" id="{D0C2AF2B-D0C2-4080-9667-7656CC28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3" name="p11-矩形-0313">
            <a:extLst xmlns:a="http://schemas.openxmlformats.org/drawingml/2006/main">
              <a:ext uri="{FF2B5EF4-FFF2-40B4-BE49-F238E27FC236}">
                <a16:creationId xmlns:a16="http://schemas.microsoft.com/office/drawing/2014/main" id="{922D745A-245A-43DD-B735-DCA6CD6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4" name="p11-矩形-0314">
            <a:extLst xmlns:a="http://schemas.openxmlformats.org/drawingml/2006/main">
              <a:ext uri="{FF2B5EF4-FFF2-40B4-BE49-F238E27FC236}">
                <a16:creationId xmlns:a16="http://schemas.microsoft.com/office/drawing/2014/main" id="{8F1589C3-A0B8-4C86-9CBF-FA690414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2650331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5" name="p11-矩形-0315">
            <a:extLst xmlns:a="http://schemas.openxmlformats.org/drawingml/2006/main">
              <a:ext uri="{FF2B5EF4-FFF2-40B4-BE49-F238E27FC236}">
                <a16:creationId xmlns:a16="http://schemas.microsoft.com/office/drawing/2014/main" id="{7A03EF72-B3F1-4C1C-A1A2-E6DDBA31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6" name="p11-矩形-0316">
            <a:extLst xmlns:a="http://schemas.openxmlformats.org/drawingml/2006/main">
              <a:ext uri="{FF2B5EF4-FFF2-40B4-BE49-F238E27FC236}">
                <a16:creationId xmlns:a16="http://schemas.microsoft.com/office/drawing/2014/main" id="{0B1589D1-6942-47E1-990F-F060C607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7" name="p11-矩形-0317">
            <a:extLst xmlns:a="http://schemas.openxmlformats.org/drawingml/2006/main">
              <a:ext uri="{FF2B5EF4-FFF2-40B4-BE49-F238E27FC236}">
                <a16:creationId xmlns:a16="http://schemas.microsoft.com/office/drawing/2014/main" id="{61F5796C-D3C4-42A4-B539-3A073C6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8" name="p11-矩形-0318">
            <a:extLst xmlns:a="http://schemas.openxmlformats.org/drawingml/2006/main">
              <a:ext uri="{FF2B5EF4-FFF2-40B4-BE49-F238E27FC236}">
                <a16:creationId xmlns:a16="http://schemas.microsoft.com/office/drawing/2014/main" id="{A7EA4624-3045-44E7-9490-AC1493D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9" name="p11-矩形-0319">
            <a:extLst xmlns:a="http://schemas.openxmlformats.org/drawingml/2006/main">
              <a:ext uri="{FF2B5EF4-FFF2-40B4-BE49-F238E27FC236}">
                <a16:creationId xmlns:a16="http://schemas.microsoft.com/office/drawing/2014/main" id="{F3773CFF-CEFE-468E-B15B-2732BE45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0" name="p11-矩形-0320">
            <a:extLst xmlns:a="http://schemas.openxmlformats.org/drawingml/2006/main">
              <a:ext uri="{FF2B5EF4-FFF2-40B4-BE49-F238E27FC236}">
                <a16:creationId xmlns:a16="http://schemas.microsoft.com/office/drawing/2014/main" id="{26E9EAEC-EE96-4A0A-A5F2-F052866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1" name="p11-矩形-0321">
            <a:extLst xmlns:a="http://schemas.openxmlformats.org/drawingml/2006/main">
              <a:ext uri="{FF2B5EF4-FFF2-40B4-BE49-F238E27FC236}">
                <a16:creationId xmlns:a16="http://schemas.microsoft.com/office/drawing/2014/main" id="{A6BA2F23-C91D-4295-91E5-87EE859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2" name="p11-矩形-0322">
            <a:extLst xmlns:a="http://schemas.openxmlformats.org/drawingml/2006/main">
              <a:ext uri="{FF2B5EF4-FFF2-40B4-BE49-F238E27FC236}">
                <a16:creationId xmlns:a16="http://schemas.microsoft.com/office/drawing/2014/main" id="{F326CCD0-7C6A-4269-8749-DF7B6BA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3" name="p11-矩形-0323">
            <a:extLst xmlns:a="http://schemas.openxmlformats.org/drawingml/2006/main">
              <a:ext uri="{FF2B5EF4-FFF2-40B4-BE49-F238E27FC236}">
                <a16:creationId xmlns:a16="http://schemas.microsoft.com/office/drawing/2014/main" id="{BDE6EF6C-CB57-4F02-B95A-2C597C89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4" name="p11-矩形-0324">
            <a:extLst xmlns:a="http://schemas.openxmlformats.org/drawingml/2006/main">
              <a:ext uri="{FF2B5EF4-FFF2-40B4-BE49-F238E27FC236}">
                <a16:creationId xmlns:a16="http://schemas.microsoft.com/office/drawing/2014/main" id="{040EFFEF-22A3-4BB7-99CF-6D4BFF25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5" name="p11-矩形-0325">
            <a:extLst xmlns:a="http://schemas.openxmlformats.org/drawingml/2006/main">
              <a:ext uri="{FF2B5EF4-FFF2-40B4-BE49-F238E27FC236}">
                <a16:creationId xmlns:a16="http://schemas.microsoft.com/office/drawing/2014/main" id="{509B8A1D-874C-464C-8D4E-F957BCD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6" name="p11-矩形-0326">
            <a:extLst xmlns:a="http://schemas.openxmlformats.org/drawingml/2006/main">
              <a:ext uri="{FF2B5EF4-FFF2-40B4-BE49-F238E27FC236}">
                <a16:creationId xmlns:a16="http://schemas.microsoft.com/office/drawing/2014/main" id="{D940A8A7-49C6-4D3F-B8AF-F87326E7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7" name="p11-矩形-0327">
            <a:extLst xmlns:a="http://schemas.openxmlformats.org/drawingml/2006/main">
              <a:ext uri="{FF2B5EF4-FFF2-40B4-BE49-F238E27FC236}">
                <a16:creationId xmlns:a16="http://schemas.microsoft.com/office/drawing/2014/main" id="{F9FAA75D-7C80-445C-88E9-A5FA2D1D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8" name="p11-矩形-0328">
            <a:extLst xmlns:a="http://schemas.openxmlformats.org/drawingml/2006/main">
              <a:ext uri="{FF2B5EF4-FFF2-40B4-BE49-F238E27FC236}">
                <a16:creationId xmlns:a16="http://schemas.microsoft.com/office/drawing/2014/main" id="{58AE95ED-9391-475D-A880-CF2E803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2805113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9" name="p11-矩形-0329">
            <a:extLst xmlns:a="http://schemas.openxmlformats.org/drawingml/2006/main">
              <a:ext uri="{FF2B5EF4-FFF2-40B4-BE49-F238E27FC236}">
                <a16:creationId xmlns:a16="http://schemas.microsoft.com/office/drawing/2014/main" id="{5D6BD7BC-8225-4BC1-AF25-DF579B6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0" name="p11-矩形-0330">
            <a:extLst xmlns:a="http://schemas.openxmlformats.org/drawingml/2006/main">
              <a:ext uri="{FF2B5EF4-FFF2-40B4-BE49-F238E27FC236}">
                <a16:creationId xmlns:a16="http://schemas.microsoft.com/office/drawing/2014/main" id="{81F65250-87AF-4548-BAD1-513FFCB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1" name="p11-矩形-0331">
            <a:extLst xmlns:a="http://schemas.openxmlformats.org/drawingml/2006/main">
              <a:ext uri="{FF2B5EF4-FFF2-40B4-BE49-F238E27FC236}">
                <a16:creationId xmlns:a16="http://schemas.microsoft.com/office/drawing/2014/main" id="{C8D4FC6D-723C-4CCA-81F5-2851724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2" name="p11-矩形-0332">
            <a:extLst xmlns:a="http://schemas.openxmlformats.org/drawingml/2006/main">
              <a:ext uri="{FF2B5EF4-FFF2-40B4-BE49-F238E27FC236}">
                <a16:creationId xmlns:a16="http://schemas.microsoft.com/office/drawing/2014/main" id="{68E081E3-02A8-4969-8AC6-2224534D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3" name="p11-矩形-0333">
            <a:extLst xmlns:a="http://schemas.openxmlformats.org/drawingml/2006/main">
              <a:ext uri="{FF2B5EF4-FFF2-40B4-BE49-F238E27FC236}">
                <a16:creationId xmlns:a16="http://schemas.microsoft.com/office/drawing/2014/main" id="{2FB39505-D101-410F-BF60-C8C6F541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34" name="p11-矩形-0334">
            <a:extLst xmlns:a="http://schemas.openxmlformats.org/drawingml/2006/main">
              <a:ext uri="{FF2B5EF4-FFF2-40B4-BE49-F238E27FC236}">
                <a16:creationId xmlns:a16="http://schemas.microsoft.com/office/drawing/2014/main" id="{A0FA1543-C909-4E7E-AAC1-593038BA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35" name="p11-矩形-0335">
            <a:extLst xmlns:a="http://schemas.openxmlformats.org/drawingml/2006/main">
              <a:ext uri="{FF2B5EF4-FFF2-40B4-BE49-F238E27FC236}">
                <a16:creationId xmlns:a16="http://schemas.microsoft.com/office/drawing/2014/main" id="{AF990265-3118-4ABB-977A-7FFE4D7D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36" name="p11-矩形-0336">
            <a:extLst xmlns:a="http://schemas.openxmlformats.org/drawingml/2006/main">
              <a:ext uri="{FF2B5EF4-FFF2-40B4-BE49-F238E27FC236}">
                <a16:creationId xmlns:a16="http://schemas.microsoft.com/office/drawing/2014/main" id="{E89921C9-1E0D-4A2B-86D5-D4FB1EC6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7" name="p11-矩形-0337">
            <a:extLst xmlns:a="http://schemas.openxmlformats.org/drawingml/2006/main">
              <a:ext uri="{FF2B5EF4-FFF2-40B4-BE49-F238E27FC236}">
                <a16:creationId xmlns:a16="http://schemas.microsoft.com/office/drawing/2014/main" id="{BD55A71A-C19C-483C-8CBE-47A48A61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8" name="p11-矩形-0338">
            <a:extLst xmlns:a="http://schemas.openxmlformats.org/drawingml/2006/main">
              <a:ext uri="{FF2B5EF4-FFF2-40B4-BE49-F238E27FC236}">
                <a16:creationId xmlns:a16="http://schemas.microsoft.com/office/drawing/2014/main" id="{D43CF017-BB97-41AC-9B4D-7323164B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9" name="p11-矩形-0339">
            <a:extLst xmlns:a="http://schemas.openxmlformats.org/drawingml/2006/main">
              <a:ext uri="{FF2B5EF4-FFF2-40B4-BE49-F238E27FC236}">
                <a16:creationId xmlns:a16="http://schemas.microsoft.com/office/drawing/2014/main" id="{77B01213-B49D-4761-90B9-9BD428CF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40" name="p11-矩形-0340">
            <a:extLst xmlns:a="http://schemas.openxmlformats.org/drawingml/2006/main">
              <a:ext uri="{FF2B5EF4-FFF2-40B4-BE49-F238E27FC236}">
                <a16:creationId xmlns:a16="http://schemas.microsoft.com/office/drawing/2014/main" id="{61F8D87C-8A6D-4A05-B220-B175F08D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1" name="p11-矩形-0341">
            <a:extLst xmlns:a="http://schemas.openxmlformats.org/drawingml/2006/main">
              <a:ext uri="{FF2B5EF4-FFF2-40B4-BE49-F238E27FC236}">
                <a16:creationId xmlns:a16="http://schemas.microsoft.com/office/drawing/2014/main" id="{744031D4-4827-46AA-9A0E-1D9F0383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42" name="p11-矩形-0342">
            <a:extLst xmlns:a="http://schemas.openxmlformats.org/drawingml/2006/main">
              <a:ext uri="{FF2B5EF4-FFF2-40B4-BE49-F238E27FC236}">
                <a16:creationId xmlns:a16="http://schemas.microsoft.com/office/drawing/2014/main" id="{A06A9859-B996-451B-B1B4-F910CA7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2959894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3" name="p11-矩形-0343">
            <a:extLst xmlns:a="http://schemas.openxmlformats.org/drawingml/2006/main">
              <a:ext uri="{FF2B5EF4-FFF2-40B4-BE49-F238E27FC236}">
                <a16:creationId xmlns:a16="http://schemas.microsoft.com/office/drawing/2014/main" id="{3801B230-C1B6-4110-A542-5E5E6E1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4" name="p11-矩形-0344">
            <a:extLst xmlns:a="http://schemas.openxmlformats.org/drawingml/2006/main">
              <a:ext uri="{FF2B5EF4-FFF2-40B4-BE49-F238E27FC236}">
                <a16:creationId xmlns:a16="http://schemas.microsoft.com/office/drawing/2014/main" id="{01C4DB9E-982B-4A9E-85BE-C74E529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5" name="p11-矩形-0345">
            <a:extLst xmlns:a="http://schemas.openxmlformats.org/drawingml/2006/main">
              <a:ext uri="{FF2B5EF4-FFF2-40B4-BE49-F238E27FC236}">
                <a16:creationId xmlns:a16="http://schemas.microsoft.com/office/drawing/2014/main" id="{C8FAC84F-1F5C-4349-8202-35E9785F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6" name="p11-矩形-0346">
            <a:extLst xmlns:a="http://schemas.openxmlformats.org/drawingml/2006/main">
              <a:ext uri="{FF2B5EF4-FFF2-40B4-BE49-F238E27FC236}">
                <a16:creationId xmlns:a16="http://schemas.microsoft.com/office/drawing/2014/main" id="{ECF8A9A8-BECC-4AD9-AA72-136ECF1A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47" name="p11-矩形-0347">
            <a:extLst xmlns:a="http://schemas.openxmlformats.org/drawingml/2006/main">
              <a:ext uri="{FF2B5EF4-FFF2-40B4-BE49-F238E27FC236}">
                <a16:creationId xmlns:a16="http://schemas.microsoft.com/office/drawing/2014/main" id="{3B14B034-16D2-4D05-80CE-609F199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48" name="p11-矩形-0348">
            <a:extLst xmlns:a="http://schemas.openxmlformats.org/drawingml/2006/main">
              <a:ext uri="{FF2B5EF4-FFF2-40B4-BE49-F238E27FC236}">
                <a16:creationId xmlns:a16="http://schemas.microsoft.com/office/drawing/2014/main" id="{C92E5A0B-C8A0-455D-A557-AFEA95D5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49" name="p11-矩形-0349">
            <a:extLst xmlns:a="http://schemas.openxmlformats.org/drawingml/2006/main">
              <a:ext uri="{FF2B5EF4-FFF2-40B4-BE49-F238E27FC236}">
                <a16:creationId xmlns:a16="http://schemas.microsoft.com/office/drawing/2014/main" id="{BFD39706-2218-4309-B0DC-DCD96B4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50" name="p11-矩形-0350">
            <a:extLst xmlns:a="http://schemas.openxmlformats.org/drawingml/2006/main">
              <a:ext uri="{FF2B5EF4-FFF2-40B4-BE49-F238E27FC236}">
                <a16:creationId xmlns:a16="http://schemas.microsoft.com/office/drawing/2014/main" id="{E2841982-DE96-4F7B-B064-ECD38814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1" name="p11-矩形-0351">
            <a:extLst xmlns:a="http://schemas.openxmlformats.org/drawingml/2006/main">
              <a:ext uri="{FF2B5EF4-FFF2-40B4-BE49-F238E27FC236}">
                <a16:creationId xmlns:a16="http://schemas.microsoft.com/office/drawing/2014/main" id="{4F442198-8DEE-4E80-8468-09F97067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52" name="p11-矩形-0352">
            <a:extLst xmlns:a="http://schemas.openxmlformats.org/drawingml/2006/main">
              <a:ext uri="{FF2B5EF4-FFF2-40B4-BE49-F238E27FC236}">
                <a16:creationId xmlns:a16="http://schemas.microsoft.com/office/drawing/2014/main" id="{C8954545-03C8-431B-9835-6BB294CD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53" name="p11-矩形-0353">
            <a:extLst xmlns:a="http://schemas.openxmlformats.org/drawingml/2006/main">
              <a:ext uri="{FF2B5EF4-FFF2-40B4-BE49-F238E27FC236}">
                <a16:creationId xmlns:a16="http://schemas.microsoft.com/office/drawing/2014/main" id="{89FF823B-F8F1-4A38-A3B6-598B800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54" name="p11-矩形-0354">
            <a:extLst xmlns:a="http://schemas.openxmlformats.org/drawingml/2006/main">
              <a:ext uri="{FF2B5EF4-FFF2-40B4-BE49-F238E27FC236}">
                <a16:creationId xmlns:a16="http://schemas.microsoft.com/office/drawing/2014/main" id="{0292D75B-174A-402B-895D-1CD687B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55" name="p11-矩形-0355">
            <a:extLst xmlns:a="http://schemas.openxmlformats.org/drawingml/2006/main">
              <a:ext uri="{FF2B5EF4-FFF2-40B4-BE49-F238E27FC236}">
                <a16:creationId xmlns:a16="http://schemas.microsoft.com/office/drawing/2014/main" id="{453FCABC-3B53-41C4-8878-6D18F10D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6" name="p11-矩形-0356">
            <a:extLst xmlns:a="http://schemas.openxmlformats.org/drawingml/2006/main">
              <a:ext uri="{FF2B5EF4-FFF2-40B4-BE49-F238E27FC236}">
                <a16:creationId xmlns:a16="http://schemas.microsoft.com/office/drawing/2014/main" id="{F58AB48B-1A43-485E-A6CA-6999D711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3114675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7" name="p11-矩形-0357">
            <a:extLst xmlns:a="http://schemas.openxmlformats.org/drawingml/2006/main">
              <a:ext uri="{FF2B5EF4-FFF2-40B4-BE49-F238E27FC236}">
                <a16:creationId xmlns:a16="http://schemas.microsoft.com/office/drawing/2014/main" id="{3AC28D1C-47C3-4580-9E67-B65D99FF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8" name="p11-矩形-0358">
            <a:extLst xmlns:a="http://schemas.openxmlformats.org/drawingml/2006/main">
              <a:ext uri="{FF2B5EF4-FFF2-40B4-BE49-F238E27FC236}">
                <a16:creationId xmlns:a16="http://schemas.microsoft.com/office/drawing/2014/main" id="{180BF456-72CD-4714-ADF6-6D80F97A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9" name="p11-矩形-0359">
            <a:extLst xmlns:a="http://schemas.openxmlformats.org/drawingml/2006/main">
              <a:ext uri="{FF2B5EF4-FFF2-40B4-BE49-F238E27FC236}">
                <a16:creationId xmlns:a16="http://schemas.microsoft.com/office/drawing/2014/main" id="{270564B9-8B3A-4297-9618-EA1C1CC0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60" name="p11-矩形-0360">
            <a:extLst xmlns:a="http://schemas.openxmlformats.org/drawingml/2006/main">
              <a:ext uri="{FF2B5EF4-FFF2-40B4-BE49-F238E27FC236}">
                <a16:creationId xmlns:a16="http://schemas.microsoft.com/office/drawing/2014/main" id="{A97565E7-6296-41C2-9AB7-3D57EE6E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61" name="p11-矩形-0361">
            <a:extLst xmlns:a="http://schemas.openxmlformats.org/drawingml/2006/main">
              <a:ext uri="{FF2B5EF4-FFF2-40B4-BE49-F238E27FC236}">
                <a16:creationId xmlns:a16="http://schemas.microsoft.com/office/drawing/2014/main" id="{92AC9C2F-A30C-4B95-8F73-0BC4104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62" name="p11-矩形-0362">
            <a:extLst xmlns:a="http://schemas.openxmlformats.org/drawingml/2006/main">
              <a:ext uri="{FF2B5EF4-FFF2-40B4-BE49-F238E27FC236}">
                <a16:creationId xmlns:a16="http://schemas.microsoft.com/office/drawing/2014/main" id="{460A63C6-F550-426B-8FE4-DC940BC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63" name="p11-矩形-0363">
            <a:extLst xmlns:a="http://schemas.openxmlformats.org/drawingml/2006/main">
              <a:ext uri="{FF2B5EF4-FFF2-40B4-BE49-F238E27FC236}">
                <a16:creationId xmlns:a16="http://schemas.microsoft.com/office/drawing/2014/main" id="{A19EC72B-4903-4DF2-9BF0-ADE17596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64" name="p11-矩形-0364">
            <a:extLst xmlns:a="http://schemas.openxmlformats.org/drawingml/2006/main">
              <a:ext uri="{FF2B5EF4-FFF2-40B4-BE49-F238E27FC236}">
                <a16:creationId xmlns:a16="http://schemas.microsoft.com/office/drawing/2014/main" id="{14A3F144-8712-4253-9077-66FC23A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5" name="p11-矩形-0365">
            <a:extLst xmlns:a="http://schemas.openxmlformats.org/drawingml/2006/main">
              <a:ext uri="{FF2B5EF4-FFF2-40B4-BE49-F238E27FC236}">
                <a16:creationId xmlns:a16="http://schemas.microsoft.com/office/drawing/2014/main" id="{DE891248-8688-4BAA-AD36-D8052B0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6" name="p11-矩形-0366">
            <a:extLst xmlns:a="http://schemas.openxmlformats.org/drawingml/2006/main">
              <a:ext uri="{FF2B5EF4-FFF2-40B4-BE49-F238E27FC236}">
                <a16:creationId xmlns:a16="http://schemas.microsoft.com/office/drawing/2014/main" id="{52A72250-23E5-4573-8724-D3DD876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7" name="p11-矩形-0367">
            <a:extLst xmlns:a="http://schemas.openxmlformats.org/drawingml/2006/main">
              <a:ext uri="{FF2B5EF4-FFF2-40B4-BE49-F238E27FC236}">
                <a16:creationId xmlns:a16="http://schemas.microsoft.com/office/drawing/2014/main" id="{A318620A-2527-4474-90A5-406833EC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8" name="p11-矩形-0368">
            <a:extLst xmlns:a="http://schemas.openxmlformats.org/drawingml/2006/main">
              <a:ext uri="{FF2B5EF4-FFF2-40B4-BE49-F238E27FC236}">
                <a16:creationId xmlns:a16="http://schemas.microsoft.com/office/drawing/2014/main" id="{81A055C0-DA11-4D8B-809D-92FB76C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9" name="p11-矩形-0369">
            <a:extLst xmlns:a="http://schemas.openxmlformats.org/drawingml/2006/main">
              <a:ext uri="{FF2B5EF4-FFF2-40B4-BE49-F238E27FC236}">
                <a16:creationId xmlns:a16="http://schemas.microsoft.com/office/drawing/2014/main" id="{D24E26F8-5B0D-484F-B5D0-D08B1E75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0" name="p11-矩形-0370">
            <a:extLst xmlns:a="http://schemas.openxmlformats.org/drawingml/2006/main">
              <a:ext uri="{FF2B5EF4-FFF2-40B4-BE49-F238E27FC236}">
                <a16:creationId xmlns:a16="http://schemas.microsoft.com/office/drawing/2014/main" id="{7CACCFB6-440A-42FC-BE97-A484C3B4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3269456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1" name="p11-矩形-0371">
            <a:extLst xmlns:a="http://schemas.openxmlformats.org/drawingml/2006/main">
              <a:ext uri="{FF2B5EF4-FFF2-40B4-BE49-F238E27FC236}">
                <a16:creationId xmlns:a16="http://schemas.microsoft.com/office/drawing/2014/main" id="{8933DD3C-735E-4445-B94F-ABFD9633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2" name="p11-矩形-0372">
            <a:extLst xmlns:a="http://schemas.openxmlformats.org/drawingml/2006/main">
              <a:ext uri="{FF2B5EF4-FFF2-40B4-BE49-F238E27FC236}">
                <a16:creationId xmlns:a16="http://schemas.microsoft.com/office/drawing/2014/main" id="{BBB4877A-F2B0-4FB3-B5C7-40D87CC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3" name="p11-矩形-0373">
            <a:extLst xmlns:a="http://schemas.openxmlformats.org/drawingml/2006/main">
              <a:ext uri="{FF2B5EF4-FFF2-40B4-BE49-F238E27FC236}">
                <a16:creationId xmlns:a16="http://schemas.microsoft.com/office/drawing/2014/main" id="{E8912434-C7CA-4AC1-9BBC-68D8B41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74" name="p11-矩形-0374">
            <a:extLst xmlns:a="http://schemas.openxmlformats.org/drawingml/2006/main">
              <a:ext uri="{FF2B5EF4-FFF2-40B4-BE49-F238E27FC236}">
                <a16:creationId xmlns:a16="http://schemas.microsoft.com/office/drawing/2014/main" id="{973DF557-AAE3-4D69-BA0D-AE47527D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5" name="p11-矩形-0375">
            <a:extLst xmlns:a="http://schemas.openxmlformats.org/drawingml/2006/main">
              <a:ext uri="{FF2B5EF4-FFF2-40B4-BE49-F238E27FC236}">
                <a16:creationId xmlns:a16="http://schemas.microsoft.com/office/drawing/2014/main" id="{CE7594C8-B0C7-4476-88D0-2B7B5B7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6" name="p11-矩形-0376">
            <a:extLst xmlns:a="http://schemas.openxmlformats.org/drawingml/2006/main">
              <a:ext uri="{FF2B5EF4-FFF2-40B4-BE49-F238E27FC236}">
                <a16:creationId xmlns:a16="http://schemas.microsoft.com/office/drawing/2014/main" id="{6A87DCF6-7CB5-435D-8A55-5D14474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7" name="p11-矩形-0377">
            <a:extLst xmlns:a="http://schemas.openxmlformats.org/drawingml/2006/main">
              <a:ext uri="{FF2B5EF4-FFF2-40B4-BE49-F238E27FC236}">
                <a16:creationId xmlns:a16="http://schemas.microsoft.com/office/drawing/2014/main" id="{CFDF974B-A399-4B09-9DC1-CA4F459A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78" name="p11-矩形-0378">
            <a:extLst xmlns:a="http://schemas.openxmlformats.org/drawingml/2006/main">
              <a:ext uri="{FF2B5EF4-FFF2-40B4-BE49-F238E27FC236}">
                <a16:creationId xmlns:a16="http://schemas.microsoft.com/office/drawing/2014/main" id="{31E84D89-0D20-41C4-A8D6-16B10098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9" name="p11-矩形-0379">
            <a:extLst xmlns:a="http://schemas.openxmlformats.org/drawingml/2006/main">
              <a:ext uri="{FF2B5EF4-FFF2-40B4-BE49-F238E27FC236}">
                <a16:creationId xmlns:a16="http://schemas.microsoft.com/office/drawing/2014/main" id="{706AE14C-61FC-4122-8D46-2D9E21B7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0" name="p11-矩形-0380">
            <a:extLst xmlns:a="http://schemas.openxmlformats.org/drawingml/2006/main">
              <a:ext uri="{FF2B5EF4-FFF2-40B4-BE49-F238E27FC236}">
                <a16:creationId xmlns:a16="http://schemas.microsoft.com/office/drawing/2014/main" id="{4662DC6B-DAE0-4232-B76B-E78D37E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1" name="p11-矩形-0381">
            <a:extLst xmlns:a="http://schemas.openxmlformats.org/drawingml/2006/main">
              <a:ext uri="{FF2B5EF4-FFF2-40B4-BE49-F238E27FC236}">
                <a16:creationId xmlns:a16="http://schemas.microsoft.com/office/drawing/2014/main" id="{0D84D3CB-DAEF-4872-B8C9-E3E6558E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2" name="p11-矩形-0382">
            <a:extLst xmlns:a="http://schemas.openxmlformats.org/drawingml/2006/main">
              <a:ext uri="{FF2B5EF4-FFF2-40B4-BE49-F238E27FC236}">
                <a16:creationId xmlns:a16="http://schemas.microsoft.com/office/drawing/2014/main" id="{45E13301-11B6-4C45-BC06-C2A429F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83" name="p11-矩形-0383">
            <a:extLst xmlns:a="http://schemas.openxmlformats.org/drawingml/2006/main">
              <a:ext uri="{FF2B5EF4-FFF2-40B4-BE49-F238E27FC236}">
                <a16:creationId xmlns:a16="http://schemas.microsoft.com/office/drawing/2014/main" id="{29E19B6D-46E4-4E93-B527-0BD42E4D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84" name="p11-矩形-0384">
            <a:extLst xmlns:a="http://schemas.openxmlformats.org/drawingml/2006/main">
              <a:ext uri="{FF2B5EF4-FFF2-40B4-BE49-F238E27FC236}">
                <a16:creationId xmlns:a16="http://schemas.microsoft.com/office/drawing/2014/main" id="{2A17EC28-AD44-415D-802B-C6E21B4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3424238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85" name="p11-矩形-0385">
            <a:extLst xmlns:a="http://schemas.openxmlformats.org/drawingml/2006/main">
              <a:ext uri="{FF2B5EF4-FFF2-40B4-BE49-F238E27FC236}">
                <a16:creationId xmlns:a16="http://schemas.microsoft.com/office/drawing/2014/main" id="{B2644618-36F5-4B13-BF98-75B813A9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86" name="p11-矩形-0386">
            <a:extLst xmlns:a="http://schemas.openxmlformats.org/drawingml/2006/main">
              <a:ext uri="{FF2B5EF4-FFF2-40B4-BE49-F238E27FC236}">
                <a16:creationId xmlns:a16="http://schemas.microsoft.com/office/drawing/2014/main" id="{1E85A9B4-60A5-4F6C-B2A5-ADE45E8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86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7" name="p11-矩形-0387">
            <a:extLst xmlns:a="http://schemas.openxmlformats.org/drawingml/2006/main">
              <a:ext uri="{FF2B5EF4-FFF2-40B4-BE49-F238E27FC236}">
                <a16:creationId xmlns:a16="http://schemas.microsoft.com/office/drawing/2014/main" id="{53A0349D-A494-4360-914A-6FFFC73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946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88" name="p11-矩形-0388">
            <a:extLst xmlns:a="http://schemas.openxmlformats.org/drawingml/2006/main">
              <a:ext uri="{FF2B5EF4-FFF2-40B4-BE49-F238E27FC236}">
                <a16:creationId xmlns:a16="http://schemas.microsoft.com/office/drawing/2014/main" id="{1C8D2CE7-192A-4EB3-837E-87097462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707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9" name="p11-矩形-0389">
            <a:extLst xmlns:a="http://schemas.openxmlformats.org/drawingml/2006/main">
              <a:ext uri="{FF2B5EF4-FFF2-40B4-BE49-F238E27FC236}">
                <a16:creationId xmlns:a16="http://schemas.microsoft.com/office/drawing/2014/main" id="{FC398F8B-84DC-4C65-9BFB-A040CFB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68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0" name="p11-矩形-0390">
            <a:extLst xmlns:a="http://schemas.openxmlformats.org/drawingml/2006/main">
              <a:ext uri="{FF2B5EF4-FFF2-40B4-BE49-F238E27FC236}">
                <a16:creationId xmlns:a16="http://schemas.microsoft.com/office/drawing/2014/main" id="{71D5B44C-4F3D-4C74-BACC-EA6E4DD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29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91" name="p11-矩形-0391">
            <a:extLst xmlns:a="http://schemas.openxmlformats.org/drawingml/2006/main">
              <a:ext uri="{FF2B5EF4-FFF2-40B4-BE49-F238E27FC236}">
                <a16:creationId xmlns:a16="http://schemas.microsoft.com/office/drawing/2014/main" id="{E3241601-E931-4A86-ABE0-314D2770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989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92" name="p11-矩形-0392">
            <a:extLst xmlns:a="http://schemas.openxmlformats.org/drawingml/2006/main">
              <a:ext uri="{FF2B5EF4-FFF2-40B4-BE49-F238E27FC236}">
                <a16:creationId xmlns:a16="http://schemas.microsoft.com/office/drawing/2014/main" id="{39F18579-D601-4CC9-AB3E-6DD85EF8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93" name="p11-矩形-0393">
            <a:extLst xmlns:a="http://schemas.openxmlformats.org/drawingml/2006/main">
              <a:ext uri="{FF2B5EF4-FFF2-40B4-BE49-F238E27FC236}">
                <a16:creationId xmlns:a16="http://schemas.microsoft.com/office/drawing/2014/main" id="{DD6A848B-E829-4093-AA65-473B3E0A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511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94" name="p11-矩形-0394">
            <a:extLst xmlns:a="http://schemas.openxmlformats.org/drawingml/2006/main">
              <a:ext uri="{FF2B5EF4-FFF2-40B4-BE49-F238E27FC236}">
                <a16:creationId xmlns:a16="http://schemas.microsoft.com/office/drawing/2014/main" id="{B1466C68-BE8C-45DF-BD8E-2B5BAFF3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95" name="p11-矩形-0395">
            <a:extLst xmlns:a="http://schemas.openxmlformats.org/drawingml/2006/main">
              <a:ext uri="{FF2B5EF4-FFF2-40B4-BE49-F238E27FC236}">
                <a16:creationId xmlns:a16="http://schemas.microsoft.com/office/drawing/2014/main" id="{5DF807D5-930F-463D-9234-B26ADC9D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032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96" name="p11-矩形-0396">
            <a:extLst xmlns:a="http://schemas.openxmlformats.org/drawingml/2006/main">
              <a:ext uri="{FF2B5EF4-FFF2-40B4-BE49-F238E27FC236}">
                <a16:creationId xmlns:a16="http://schemas.microsoft.com/office/drawing/2014/main" id="{0EA75402-B51F-4DAB-BF9E-C7C0C740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793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7" name="p11-矩形-0397">
            <a:extLst xmlns:a="http://schemas.openxmlformats.org/drawingml/2006/main">
              <a:ext uri="{FF2B5EF4-FFF2-40B4-BE49-F238E27FC236}">
                <a16:creationId xmlns:a16="http://schemas.microsoft.com/office/drawing/2014/main" id="{9A1F6133-549E-48A2-A209-A04D224E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54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8" name="p11-矩形-0398">
            <a:extLst xmlns:a="http://schemas.openxmlformats.org/drawingml/2006/main">
              <a:ext uri="{FF2B5EF4-FFF2-40B4-BE49-F238E27FC236}">
                <a16:creationId xmlns:a16="http://schemas.microsoft.com/office/drawing/2014/main" id="{1FA7BE4F-EADF-4C9B-92BC-87DDD303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314" y="3579019"/>
            <a:ext cx="144236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9" name="p11-文本-0399">
            <a:extLst xmlns:a="http://schemas.openxmlformats.org/drawingml/2006/main">
              <a:ext uri="{FF2B5EF4-FFF2-40B4-BE49-F238E27FC236}">
                <a16:creationId xmlns:a16="http://schemas.microsoft.com/office/drawing/2014/main" id="{175FC7BC-E2EF-4D18-9C1B-CCDA056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99" y="38044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400" name="p11-文本-0400">
            <a:extLst xmlns:a="http://schemas.openxmlformats.org/drawingml/2006/main">
              <a:ext uri="{FF2B5EF4-FFF2-40B4-BE49-F238E27FC236}">
                <a16:creationId xmlns:a16="http://schemas.microsoft.com/office/drawing/2014/main" id="{E6AB2A11-1CA8-4B27-AF84-4F0E506B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624" y="38044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401" name="p11-文本-0401">
            <a:extLst xmlns:a="http://schemas.openxmlformats.org/drawingml/2006/main">
              <a:ext uri="{FF2B5EF4-FFF2-40B4-BE49-F238E27FC236}">
                <a16:creationId xmlns:a16="http://schemas.microsoft.com/office/drawing/2014/main" id="{F9693F4C-0033-4122-8163-B26DE5DF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232" y="3804433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402" name="p11-文本-0402">
            <a:extLst xmlns:a="http://schemas.openxmlformats.org/drawingml/2006/main">
              <a:ext uri="{FF2B5EF4-FFF2-40B4-BE49-F238E27FC236}">
                <a16:creationId xmlns:a16="http://schemas.microsoft.com/office/drawing/2014/main" id="{F6EEB1E1-704A-4FE3-91B6-8E3921F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738" y="2488911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403" name="p11-文本-0403">
            <a:extLst xmlns:a="http://schemas.openxmlformats.org/drawingml/2006/main">
              <a:ext uri="{FF2B5EF4-FFF2-40B4-BE49-F238E27FC236}">
                <a16:creationId xmlns:a16="http://schemas.microsoft.com/office/drawing/2014/main" id="{8F6A966D-0614-4C40-B06C-999247D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738" y="3572380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404" name="p11-文本-0404">
            <a:extLst xmlns:a="http://schemas.openxmlformats.org/drawingml/2006/main">
              <a:ext uri="{FF2B5EF4-FFF2-40B4-BE49-F238E27FC236}">
                <a16:creationId xmlns:a16="http://schemas.microsoft.com/office/drawing/2014/main" id="{A73B6256-E2C0-4B1E-AC64-BD70B2C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8402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质量与完整性检查</a:t>
            </a:r>
          </a:p>
        </p:txBody>
      </p:sp>
      <p:sp>
        <p:nvSpPr>
          <p:cNvPr id="405" name="p11-文本-0405">
            <a:extLst xmlns:a="http://schemas.openxmlformats.org/drawingml/2006/main">
              <a:ext uri="{FF2B5EF4-FFF2-40B4-BE49-F238E27FC236}">
                <a16:creationId xmlns:a16="http://schemas.microsoft.com/office/drawing/2014/main" id="{0BA8C6E1-DE55-4612-A556-C3541A8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69877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约束条件交叉核对</a:t>
            </a:r>
          </a:p>
        </p:txBody>
      </p:sp>
      <p:sp>
        <p:nvSpPr>
          <p:cNvPr id="406" name="p11-文本-0406">
            <a:extLst xmlns:a="http://schemas.openxmlformats.org/drawingml/2006/main">
              <a:ext uri="{FF2B5EF4-FFF2-40B4-BE49-F238E27FC236}">
                <a16:creationId xmlns:a16="http://schemas.microsoft.com/office/drawing/2014/main" id="{03BB2582-4ABF-4724-97C0-C9F6A77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41352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选择独立验证对象</a:t>
            </a:r>
          </a:p>
        </p:txBody>
      </p:sp>
      <p:sp>
        <p:nvSpPr>
          <p:cNvPr id="407" name="p11-路径-0407">
            <a:extLst xmlns:a="http://schemas.openxmlformats.org/drawingml/2006/main">
              <a:ext uri="{FF2B5EF4-FFF2-40B4-BE49-F238E27FC236}">
                <a16:creationId xmlns:a16="http://schemas.microsoft.com/office/drawing/2014/main" id="{7D928208-179F-470C-A0E4-ED4D3FD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56051"/>
            <a:ext cx="466725" cy="212598"/>
          </a:xfrm>
          <a:custGeom xmlns:a="http://schemas.openxmlformats.org/drawingml/2006/main">
            <a:pathLst>
              <a:path w="466725" h="212598">
                <a:moveTo>
                  <a:pt x="0" y="163449"/>
                </a:moveTo>
                <a:lnTo>
                  <a:pt x="295275" y="163449"/>
                </a:lnTo>
                <a:lnTo>
                  <a:pt x="295275" y="212598"/>
                </a:lnTo>
                <a:lnTo>
                  <a:pt x="466725" y="106299"/>
                </a:lnTo>
                <a:lnTo>
                  <a:pt x="295275" y="0"/>
                </a:lnTo>
                <a:lnTo>
                  <a:pt x="295275" y="49149"/>
                </a:lnTo>
                <a:lnTo>
                  <a:pt x="0" y="49149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8" name="p11-矩形-0408">
            <a:extLst xmlns:a="http://schemas.openxmlformats.org/drawingml/2006/main">
              <a:ext uri="{FF2B5EF4-FFF2-40B4-BE49-F238E27FC236}">
                <a16:creationId xmlns:a16="http://schemas.microsoft.com/office/drawing/2014/main" id="{A6AAA16B-696E-4253-BB19-DCBDAA9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66900"/>
            <a:ext cx="3057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9" name="p11-文本-0409">
            <a:extLst xmlns:a="http://schemas.openxmlformats.org/drawingml/2006/main">
              <a:ext uri="{FF2B5EF4-FFF2-40B4-BE49-F238E27FC236}">
                <a16:creationId xmlns:a16="http://schemas.microsoft.com/office/drawing/2014/main" id="{4E48F23E-B6F4-4907-A4E1-02C22D67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410" y="18884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实验验证</a:t>
            </a:r>
          </a:p>
        </p:txBody>
      </p:sp>
      <p:sp>
        <p:nvSpPr>
          <p:cNvPr id="410" name="p11-矩形-0410">
            <a:extLst xmlns:a="http://schemas.openxmlformats.org/drawingml/2006/main">
              <a:ext uri="{FF2B5EF4-FFF2-40B4-BE49-F238E27FC236}">
                <a16:creationId xmlns:a16="http://schemas.microsoft.com/office/drawing/2014/main" id="{FED21CC2-84F3-4379-8C54-D62C4AA9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14600"/>
            <a:ext cx="2428875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411" name="p11-椭圆-0411">
            <a:extLst xmlns:a="http://schemas.openxmlformats.org/drawingml/2006/main">
              <a:ext uri="{FF2B5EF4-FFF2-40B4-BE49-F238E27FC236}">
                <a16:creationId xmlns:a16="http://schemas.microsoft.com/office/drawing/2014/main" id="{9A93A629-6789-4F10-8C36-8A7F873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12" name="p11-椭圆-0412">
            <a:extLst xmlns:a="http://schemas.openxmlformats.org/drawingml/2006/main">
              <a:ext uri="{FF2B5EF4-FFF2-40B4-BE49-F238E27FC236}">
                <a16:creationId xmlns:a16="http://schemas.microsoft.com/office/drawing/2014/main" id="{01A535D8-5B7A-423E-ABA3-EADA007C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3" name="p11-椭圆-0413">
            <a:extLst xmlns:a="http://schemas.openxmlformats.org/drawingml/2006/main">
              <a:ext uri="{FF2B5EF4-FFF2-40B4-BE49-F238E27FC236}">
                <a16:creationId xmlns:a16="http://schemas.microsoft.com/office/drawing/2014/main" id="{9855A8D3-3007-4714-989D-8021B92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4" name="p11-椭圆-0414">
            <a:extLst xmlns:a="http://schemas.openxmlformats.org/drawingml/2006/main">
              <a:ext uri="{FF2B5EF4-FFF2-40B4-BE49-F238E27FC236}">
                <a16:creationId xmlns:a16="http://schemas.microsoft.com/office/drawing/2014/main" id="{A1FADCB0-28C7-4D3A-86DE-F74F31F2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5" name="p11-椭圆-0415">
            <a:extLst xmlns:a="http://schemas.openxmlformats.org/drawingml/2006/main">
              <a:ext uri="{FF2B5EF4-FFF2-40B4-BE49-F238E27FC236}">
                <a16:creationId xmlns:a16="http://schemas.microsoft.com/office/drawing/2014/main" id="{FC92565E-CC7E-4AA5-8B2E-5E1B435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16" name="p11-椭圆-0416">
            <a:extLst xmlns:a="http://schemas.openxmlformats.org/drawingml/2006/main">
              <a:ext uri="{FF2B5EF4-FFF2-40B4-BE49-F238E27FC236}">
                <a16:creationId xmlns:a16="http://schemas.microsoft.com/office/drawing/2014/main" id="{449C3946-7068-4036-8545-EC6B53A4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17" name="p11-椭圆-0417">
            <a:extLst xmlns:a="http://schemas.openxmlformats.org/drawingml/2006/main">
              <a:ext uri="{FF2B5EF4-FFF2-40B4-BE49-F238E27FC236}">
                <a16:creationId xmlns:a16="http://schemas.microsoft.com/office/drawing/2014/main" id="{B8458409-D14A-499C-9A09-BCBB2E46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18" name="p11-椭圆-0418">
            <a:extLst xmlns:a="http://schemas.openxmlformats.org/drawingml/2006/main">
              <a:ext uri="{FF2B5EF4-FFF2-40B4-BE49-F238E27FC236}">
                <a16:creationId xmlns:a16="http://schemas.microsoft.com/office/drawing/2014/main" id="{C751A57C-6F89-4C2C-93C4-F3633B4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19" name="p11-椭圆-0419">
            <a:extLst xmlns:a="http://schemas.openxmlformats.org/drawingml/2006/main">
              <a:ext uri="{FF2B5EF4-FFF2-40B4-BE49-F238E27FC236}">
                <a16:creationId xmlns:a16="http://schemas.microsoft.com/office/drawing/2014/main" id="{271DC053-3240-4EB2-BE22-8FC9C268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20" name="p11-椭圆-0420">
            <a:extLst xmlns:a="http://schemas.openxmlformats.org/drawingml/2006/main">
              <a:ext uri="{FF2B5EF4-FFF2-40B4-BE49-F238E27FC236}">
                <a16:creationId xmlns:a16="http://schemas.microsoft.com/office/drawing/2014/main" id="{27D75A57-67F0-4138-AF4E-1FD4862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1" name="p11-椭圆-0421">
            <a:extLst xmlns:a="http://schemas.openxmlformats.org/drawingml/2006/main">
              <a:ext uri="{FF2B5EF4-FFF2-40B4-BE49-F238E27FC236}">
                <a16:creationId xmlns:a16="http://schemas.microsoft.com/office/drawing/2014/main" id="{FB1AD79A-6FFB-4D76-88F2-C620B291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2" name="p11-椭圆-0422">
            <a:extLst xmlns:a="http://schemas.openxmlformats.org/drawingml/2006/main">
              <a:ext uri="{FF2B5EF4-FFF2-40B4-BE49-F238E27FC236}">
                <a16:creationId xmlns:a16="http://schemas.microsoft.com/office/drawing/2014/main" id="{C9663798-13D8-4644-8A09-AD959E27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26140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3" name="p11-椭圆-0423">
            <a:extLst xmlns:a="http://schemas.openxmlformats.org/drawingml/2006/main">
              <a:ext uri="{FF2B5EF4-FFF2-40B4-BE49-F238E27FC236}">
                <a16:creationId xmlns:a16="http://schemas.microsoft.com/office/drawing/2014/main" id="{B71D888D-92E7-45D2-AC25-8676EAE2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4" name="p11-椭圆-0424">
            <a:extLst xmlns:a="http://schemas.openxmlformats.org/drawingml/2006/main">
              <a:ext uri="{FF2B5EF4-FFF2-40B4-BE49-F238E27FC236}">
                <a16:creationId xmlns:a16="http://schemas.microsoft.com/office/drawing/2014/main" id="{703E14D2-F0BC-4F74-81ED-7826DCBE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5" name="p11-椭圆-0425">
            <a:extLst xmlns:a="http://schemas.openxmlformats.org/drawingml/2006/main">
              <a:ext uri="{FF2B5EF4-FFF2-40B4-BE49-F238E27FC236}">
                <a16:creationId xmlns:a16="http://schemas.microsoft.com/office/drawing/2014/main" id="{626E35C9-C940-4855-AC1C-884E2748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6" name="p11-椭圆-0426">
            <a:extLst xmlns:a="http://schemas.openxmlformats.org/drawingml/2006/main">
              <a:ext uri="{FF2B5EF4-FFF2-40B4-BE49-F238E27FC236}">
                <a16:creationId xmlns:a16="http://schemas.microsoft.com/office/drawing/2014/main" id="{CCAC7E68-E874-4D9A-B0CD-E089F07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27" name="p11-椭圆-0427">
            <a:extLst xmlns:a="http://schemas.openxmlformats.org/drawingml/2006/main">
              <a:ext uri="{FF2B5EF4-FFF2-40B4-BE49-F238E27FC236}">
                <a16:creationId xmlns:a16="http://schemas.microsoft.com/office/drawing/2014/main" id="{8811A625-B4C5-4801-8688-4882C1C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28" name="p11-椭圆-0428">
            <a:extLst xmlns:a="http://schemas.openxmlformats.org/drawingml/2006/main">
              <a:ext uri="{FF2B5EF4-FFF2-40B4-BE49-F238E27FC236}">
                <a16:creationId xmlns:a16="http://schemas.microsoft.com/office/drawing/2014/main" id="{4E70AED7-38D3-4290-B5F3-7B02A141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29" name="p11-椭圆-0429">
            <a:extLst xmlns:a="http://schemas.openxmlformats.org/drawingml/2006/main">
              <a:ext uri="{FF2B5EF4-FFF2-40B4-BE49-F238E27FC236}">
                <a16:creationId xmlns:a16="http://schemas.microsoft.com/office/drawing/2014/main" id="{7490CA5F-AC9F-43D3-AAF0-8E935FC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30" name="p11-椭圆-0430">
            <a:extLst xmlns:a="http://schemas.openxmlformats.org/drawingml/2006/main">
              <a:ext uri="{FF2B5EF4-FFF2-40B4-BE49-F238E27FC236}">
                <a16:creationId xmlns:a16="http://schemas.microsoft.com/office/drawing/2014/main" id="{F09BC013-6AC6-43CB-B937-A4C5C3B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31" name="p11-椭圆-0431">
            <a:extLst xmlns:a="http://schemas.openxmlformats.org/drawingml/2006/main">
              <a:ext uri="{FF2B5EF4-FFF2-40B4-BE49-F238E27FC236}">
                <a16:creationId xmlns:a16="http://schemas.microsoft.com/office/drawing/2014/main" id="{9DEE6CEF-DE1E-42AB-8C21-E29ACD54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2" name="p11-椭圆-0432">
            <a:extLst xmlns:a="http://schemas.openxmlformats.org/drawingml/2006/main">
              <a:ext uri="{FF2B5EF4-FFF2-40B4-BE49-F238E27FC236}">
                <a16:creationId xmlns:a16="http://schemas.microsoft.com/office/drawing/2014/main" id="{F215F3D8-1C0B-4554-B3B8-BC983B20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3" name="p11-椭圆-0433">
            <a:extLst xmlns:a="http://schemas.openxmlformats.org/drawingml/2006/main">
              <a:ext uri="{FF2B5EF4-FFF2-40B4-BE49-F238E27FC236}">
                <a16:creationId xmlns:a16="http://schemas.microsoft.com/office/drawing/2014/main" id="{F84BD918-15DF-40FB-A518-BDDDC855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4" name="p11-椭圆-0434">
            <a:extLst xmlns:a="http://schemas.openxmlformats.org/drawingml/2006/main">
              <a:ext uri="{FF2B5EF4-FFF2-40B4-BE49-F238E27FC236}">
                <a16:creationId xmlns:a16="http://schemas.microsoft.com/office/drawing/2014/main" id="{6A6C2A6A-3EB0-4D2E-9C92-06F7FA0D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27823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35" name="p11-椭圆-0435">
            <a:extLst xmlns:a="http://schemas.openxmlformats.org/drawingml/2006/main">
              <a:ext uri="{FF2B5EF4-FFF2-40B4-BE49-F238E27FC236}">
                <a16:creationId xmlns:a16="http://schemas.microsoft.com/office/drawing/2014/main" id="{4DF74DF9-7A22-4FAA-A4F6-68546F8B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6" name="p11-椭圆-0436">
            <a:extLst xmlns:a="http://schemas.openxmlformats.org/drawingml/2006/main">
              <a:ext uri="{FF2B5EF4-FFF2-40B4-BE49-F238E27FC236}">
                <a16:creationId xmlns:a16="http://schemas.microsoft.com/office/drawing/2014/main" id="{42960289-8E2F-44C2-B7F6-4142BC95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7" name="p11-椭圆-0437">
            <a:extLst xmlns:a="http://schemas.openxmlformats.org/drawingml/2006/main">
              <a:ext uri="{FF2B5EF4-FFF2-40B4-BE49-F238E27FC236}">
                <a16:creationId xmlns:a16="http://schemas.microsoft.com/office/drawing/2014/main" id="{372578AD-40BA-423F-901B-882F50D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38" name="p11-椭圆-0438">
            <a:extLst xmlns:a="http://schemas.openxmlformats.org/drawingml/2006/main">
              <a:ext uri="{FF2B5EF4-FFF2-40B4-BE49-F238E27FC236}">
                <a16:creationId xmlns:a16="http://schemas.microsoft.com/office/drawing/2014/main" id="{E79DF1B8-D007-4D7A-82D7-617EF8C6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39" name="p11-椭圆-0439">
            <a:extLst xmlns:a="http://schemas.openxmlformats.org/drawingml/2006/main">
              <a:ext uri="{FF2B5EF4-FFF2-40B4-BE49-F238E27FC236}">
                <a16:creationId xmlns:a16="http://schemas.microsoft.com/office/drawing/2014/main" id="{5833E91F-0858-428F-A4DD-7DC4ADA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40" name="p11-椭圆-0440">
            <a:extLst xmlns:a="http://schemas.openxmlformats.org/drawingml/2006/main">
              <a:ext uri="{FF2B5EF4-FFF2-40B4-BE49-F238E27FC236}">
                <a16:creationId xmlns:a16="http://schemas.microsoft.com/office/drawing/2014/main" id="{75D57904-66D3-4693-BD6D-04EB7BA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41" name="p11-椭圆-0441">
            <a:extLst xmlns:a="http://schemas.openxmlformats.org/drawingml/2006/main">
              <a:ext uri="{FF2B5EF4-FFF2-40B4-BE49-F238E27FC236}">
                <a16:creationId xmlns:a16="http://schemas.microsoft.com/office/drawing/2014/main" id="{87C2EB32-6E47-4464-B769-205B903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42" name="p11-椭圆-0442">
            <a:extLst xmlns:a="http://schemas.openxmlformats.org/drawingml/2006/main">
              <a:ext uri="{FF2B5EF4-FFF2-40B4-BE49-F238E27FC236}">
                <a16:creationId xmlns:a16="http://schemas.microsoft.com/office/drawing/2014/main" id="{DCB8B1E2-E6BB-4973-90DB-E4E205C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43" name="p11-椭圆-0443">
            <a:extLst xmlns:a="http://schemas.openxmlformats.org/drawingml/2006/main">
              <a:ext uri="{FF2B5EF4-FFF2-40B4-BE49-F238E27FC236}">
                <a16:creationId xmlns:a16="http://schemas.microsoft.com/office/drawing/2014/main" id="{7F5B21A3-60B2-4981-8B5C-2C20BA3A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4" name="p11-椭圆-0444">
            <a:extLst xmlns:a="http://schemas.openxmlformats.org/drawingml/2006/main">
              <a:ext uri="{FF2B5EF4-FFF2-40B4-BE49-F238E27FC236}">
                <a16:creationId xmlns:a16="http://schemas.microsoft.com/office/drawing/2014/main" id="{455D7F39-8E2A-4FD8-AD4B-DCCB5E8A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5" name="p11-椭圆-0445">
            <a:extLst xmlns:a="http://schemas.openxmlformats.org/drawingml/2006/main">
              <a:ext uri="{FF2B5EF4-FFF2-40B4-BE49-F238E27FC236}">
                <a16:creationId xmlns:a16="http://schemas.microsoft.com/office/drawing/2014/main" id="{1BD8CE8D-D602-4263-8A7D-AB2F37BE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46" name="p11-椭圆-0446">
            <a:extLst xmlns:a="http://schemas.openxmlformats.org/drawingml/2006/main">
              <a:ext uri="{FF2B5EF4-FFF2-40B4-BE49-F238E27FC236}">
                <a16:creationId xmlns:a16="http://schemas.microsoft.com/office/drawing/2014/main" id="{A60E4E31-8F31-4296-AAD3-E4DF296E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29505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47" name="p11-椭圆-0447">
            <a:extLst xmlns:a="http://schemas.openxmlformats.org/drawingml/2006/main">
              <a:ext uri="{FF2B5EF4-FFF2-40B4-BE49-F238E27FC236}">
                <a16:creationId xmlns:a16="http://schemas.microsoft.com/office/drawing/2014/main" id="{E83A67FA-5A8C-4420-8AB4-7C944C66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8" name="p11-椭圆-0448">
            <a:extLst xmlns:a="http://schemas.openxmlformats.org/drawingml/2006/main">
              <a:ext uri="{FF2B5EF4-FFF2-40B4-BE49-F238E27FC236}">
                <a16:creationId xmlns:a16="http://schemas.microsoft.com/office/drawing/2014/main" id="{E697A832-26C7-47C7-A05E-573D64A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9" name="p11-椭圆-0449">
            <a:extLst xmlns:a="http://schemas.openxmlformats.org/drawingml/2006/main">
              <a:ext uri="{FF2B5EF4-FFF2-40B4-BE49-F238E27FC236}">
                <a16:creationId xmlns:a16="http://schemas.microsoft.com/office/drawing/2014/main" id="{B3246B80-D80E-48BC-B61C-6750C33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50" name="p11-椭圆-0450">
            <a:extLst xmlns:a="http://schemas.openxmlformats.org/drawingml/2006/main">
              <a:ext uri="{FF2B5EF4-FFF2-40B4-BE49-F238E27FC236}">
                <a16:creationId xmlns:a16="http://schemas.microsoft.com/office/drawing/2014/main" id="{5B131E76-D4B0-4F0A-B3CF-7AF5CF8F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1" name="p11-椭圆-0451">
            <a:extLst xmlns:a="http://schemas.openxmlformats.org/drawingml/2006/main">
              <a:ext uri="{FF2B5EF4-FFF2-40B4-BE49-F238E27FC236}">
                <a16:creationId xmlns:a16="http://schemas.microsoft.com/office/drawing/2014/main" id="{181FC65F-82F9-42B5-A012-7B5D80AC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2" name="p11-椭圆-0452">
            <a:extLst xmlns:a="http://schemas.openxmlformats.org/drawingml/2006/main">
              <a:ext uri="{FF2B5EF4-FFF2-40B4-BE49-F238E27FC236}">
                <a16:creationId xmlns:a16="http://schemas.microsoft.com/office/drawing/2014/main" id="{7F72E9D2-1CA8-4A10-AD67-AE4E2F3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53" name="p11-椭圆-0453">
            <a:extLst xmlns:a="http://schemas.openxmlformats.org/drawingml/2006/main">
              <a:ext uri="{FF2B5EF4-FFF2-40B4-BE49-F238E27FC236}">
                <a16:creationId xmlns:a16="http://schemas.microsoft.com/office/drawing/2014/main" id="{AE52FFFF-4EE0-4EEC-9B24-1E51E99E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54" name="p11-椭圆-0454">
            <a:extLst xmlns:a="http://schemas.openxmlformats.org/drawingml/2006/main">
              <a:ext uri="{FF2B5EF4-FFF2-40B4-BE49-F238E27FC236}">
                <a16:creationId xmlns:a16="http://schemas.microsoft.com/office/drawing/2014/main" id="{27DAE726-BC39-4261-8ECB-745BF051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55" name="p11-椭圆-0455">
            <a:extLst xmlns:a="http://schemas.openxmlformats.org/drawingml/2006/main">
              <a:ext uri="{FF2B5EF4-FFF2-40B4-BE49-F238E27FC236}">
                <a16:creationId xmlns:a16="http://schemas.microsoft.com/office/drawing/2014/main" id="{D0FCEC29-2AC9-451E-875D-4D0A04C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56" name="p11-椭圆-0456">
            <a:extLst xmlns:a="http://schemas.openxmlformats.org/drawingml/2006/main">
              <a:ext uri="{FF2B5EF4-FFF2-40B4-BE49-F238E27FC236}">
                <a16:creationId xmlns:a16="http://schemas.microsoft.com/office/drawing/2014/main" id="{43B19A48-5BCD-4783-8E14-FC15177F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57" name="p11-椭圆-0457">
            <a:extLst xmlns:a="http://schemas.openxmlformats.org/drawingml/2006/main">
              <a:ext uri="{FF2B5EF4-FFF2-40B4-BE49-F238E27FC236}">
                <a16:creationId xmlns:a16="http://schemas.microsoft.com/office/drawing/2014/main" id="{E980EAC3-686E-45F3-A050-43F5BC94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58" name="p11-椭圆-0458">
            <a:extLst xmlns:a="http://schemas.openxmlformats.org/drawingml/2006/main">
              <a:ext uri="{FF2B5EF4-FFF2-40B4-BE49-F238E27FC236}">
                <a16:creationId xmlns:a16="http://schemas.microsoft.com/office/drawing/2014/main" id="{51F94486-132E-4284-91C4-A4E7C40A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31188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9" name="p11-椭圆-0459">
            <a:extLst xmlns:a="http://schemas.openxmlformats.org/drawingml/2006/main">
              <a:ext uri="{FF2B5EF4-FFF2-40B4-BE49-F238E27FC236}">
                <a16:creationId xmlns:a16="http://schemas.microsoft.com/office/drawing/2014/main" id="{8FB2F983-B45A-4940-9BD5-7D8BE88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0" name="p11-椭圆-0460">
            <a:extLst xmlns:a="http://schemas.openxmlformats.org/drawingml/2006/main">
              <a:ext uri="{FF2B5EF4-FFF2-40B4-BE49-F238E27FC236}">
                <a16:creationId xmlns:a16="http://schemas.microsoft.com/office/drawing/2014/main" id="{EE7A8EE9-9AF7-4FDD-93E8-B45CF7BB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61" name="p11-椭圆-0461">
            <a:extLst xmlns:a="http://schemas.openxmlformats.org/drawingml/2006/main">
              <a:ext uri="{FF2B5EF4-FFF2-40B4-BE49-F238E27FC236}">
                <a16:creationId xmlns:a16="http://schemas.microsoft.com/office/drawing/2014/main" id="{2DDC0613-6511-4108-AE68-A4A7E19C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2" name="p11-椭圆-0462">
            <a:extLst xmlns:a="http://schemas.openxmlformats.org/drawingml/2006/main">
              <a:ext uri="{FF2B5EF4-FFF2-40B4-BE49-F238E27FC236}">
                <a16:creationId xmlns:a16="http://schemas.microsoft.com/office/drawing/2014/main" id="{668EAB8A-C9E9-464E-938E-80C0205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3" name="p11-椭圆-0463">
            <a:extLst xmlns:a="http://schemas.openxmlformats.org/drawingml/2006/main">
              <a:ext uri="{FF2B5EF4-FFF2-40B4-BE49-F238E27FC236}">
                <a16:creationId xmlns:a16="http://schemas.microsoft.com/office/drawing/2014/main" id="{3D152E3D-6D46-452F-B1EC-80AF3AE9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4" name="p11-椭圆-0464">
            <a:extLst xmlns:a="http://schemas.openxmlformats.org/drawingml/2006/main">
              <a:ext uri="{FF2B5EF4-FFF2-40B4-BE49-F238E27FC236}">
                <a16:creationId xmlns:a16="http://schemas.microsoft.com/office/drawing/2014/main" id="{7B535246-69F1-4944-B8A1-2F85C2B4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65" name="p11-椭圆-0465">
            <a:extLst xmlns:a="http://schemas.openxmlformats.org/drawingml/2006/main">
              <a:ext uri="{FF2B5EF4-FFF2-40B4-BE49-F238E27FC236}">
                <a16:creationId xmlns:a16="http://schemas.microsoft.com/office/drawing/2014/main" id="{43869B35-16A5-478E-9DCD-D343E96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6" name="p11-椭圆-0466">
            <a:extLst xmlns:a="http://schemas.openxmlformats.org/drawingml/2006/main">
              <a:ext uri="{FF2B5EF4-FFF2-40B4-BE49-F238E27FC236}">
                <a16:creationId xmlns:a16="http://schemas.microsoft.com/office/drawing/2014/main" id="{59E81BDE-4E0C-4311-AF9E-F4EE744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7" name="p11-椭圆-0467">
            <a:extLst xmlns:a="http://schemas.openxmlformats.org/drawingml/2006/main">
              <a:ext uri="{FF2B5EF4-FFF2-40B4-BE49-F238E27FC236}">
                <a16:creationId xmlns:a16="http://schemas.microsoft.com/office/drawing/2014/main" id="{A0266B3A-4441-4E7A-B33A-15D147B2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8" name="p11-椭圆-0468">
            <a:extLst xmlns:a="http://schemas.openxmlformats.org/drawingml/2006/main">
              <a:ext uri="{FF2B5EF4-FFF2-40B4-BE49-F238E27FC236}">
                <a16:creationId xmlns:a16="http://schemas.microsoft.com/office/drawing/2014/main" id="{9E51D78F-6766-4D1B-9824-94F4EE93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69" name="p11-椭圆-0469">
            <a:extLst xmlns:a="http://schemas.openxmlformats.org/drawingml/2006/main">
              <a:ext uri="{FF2B5EF4-FFF2-40B4-BE49-F238E27FC236}">
                <a16:creationId xmlns:a16="http://schemas.microsoft.com/office/drawing/2014/main" id="{8B54A4CA-B1E1-4E75-BDA4-F2EADABB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0" name="p11-椭圆-0470">
            <a:extLst xmlns:a="http://schemas.openxmlformats.org/drawingml/2006/main">
              <a:ext uri="{FF2B5EF4-FFF2-40B4-BE49-F238E27FC236}">
                <a16:creationId xmlns:a16="http://schemas.microsoft.com/office/drawing/2014/main" id="{9FA74380-732A-4693-91E0-3F1927DC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328713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1" name="p11-椭圆-0471">
            <a:extLst xmlns:a="http://schemas.openxmlformats.org/drawingml/2006/main">
              <a:ext uri="{FF2B5EF4-FFF2-40B4-BE49-F238E27FC236}">
                <a16:creationId xmlns:a16="http://schemas.microsoft.com/office/drawing/2014/main" id="{AC645E02-0574-42A4-89AF-386C08D2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72" name="p11-椭圆-0472">
            <a:extLst xmlns:a="http://schemas.openxmlformats.org/drawingml/2006/main">
              <a:ext uri="{FF2B5EF4-FFF2-40B4-BE49-F238E27FC236}">
                <a16:creationId xmlns:a16="http://schemas.microsoft.com/office/drawing/2014/main" id="{B2F73183-EDDD-43E8-9D02-8F17CE0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3" name="p11-椭圆-0473">
            <a:extLst xmlns:a="http://schemas.openxmlformats.org/drawingml/2006/main">
              <a:ext uri="{FF2B5EF4-FFF2-40B4-BE49-F238E27FC236}">
                <a16:creationId xmlns:a16="http://schemas.microsoft.com/office/drawing/2014/main" id="{28E5E610-8CE5-4E43-A733-9C3FB72E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4" name="p11-椭圆-0474">
            <a:extLst xmlns:a="http://schemas.openxmlformats.org/drawingml/2006/main">
              <a:ext uri="{FF2B5EF4-FFF2-40B4-BE49-F238E27FC236}">
                <a16:creationId xmlns:a16="http://schemas.microsoft.com/office/drawing/2014/main" id="{614CFA20-ED01-4F16-8E60-96247ED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5" name="p11-椭圆-0475">
            <a:extLst xmlns:a="http://schemas.openxmlformats.org/drawingml/2006/main">
              <a:ext uri="{FF2B5EF4-FFF2-40B4-BE49-F238E27FC236}">
                <a16:creationId xmlns:a16="http://schemas.microsoft.com/office/drawing/2014/main" id="{E60BA780-4713-4DB8-A4E2-6227E2C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76" name="p11-椭圆-0476">
            <a:extLst xmlns:a="http://schemas.openxmlformats.org/drawingml/2006/main">
              <a:ext uri="{FF2B5EF4-FFF2-40B4-BE49-F238E27FC236}">
                <a16:creationId xmlns:a16="http://schemas.microsoft.com/office/drawing/2014/main" id="{A521645B-9B32-49EF-A410-057B3507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77" name="p11-椭圆-0477">
            <a:extLst xmlns:a="http://schemas.openxmlformats.org/drawingml/2006/main">
              <a:ext uri="{FF2B5EF4-FFF2-40B4-BE49-F238E27FC236}">
                <a16:creationId xmlns:a16="http://schemas.microsoft.com/office/drawing/2014/main" id="{CEECFA9E-98FC-48AA-9A8B-2D54BD8B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78" name="p11-椭圆-0478">
            <a:extLst xmlns:a="http://schemas.openxmlformats.org/drawingml/2006/main">
              <a:ext uri="{FF2B5EF4-FFF2-40B4-BE49-F238E27FC236}">
                <a16:creationId xmlns:a16="http://schemas.microsoft.com/office/drawing/2014/main" id="{0436086E-24F8-4E10-9B27-41E68C9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79" name="p11-椭圆-0479">
            <a:extLst xmlns:a="http://schemas.openxmlformats.org/drawingml/2006/main">
              <a:ext uri="{FF2B5EF4-FFF2-40B4-BE49-F238E27FC236}">
                <a16:creationId xmlns:a16="http://schemas.microsoft.com/office/drawing/2014/main" id="{ADBF06B0-FCEC-4D99-8E66-6993AF0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80" name="p11-椭圆-0480">
            <a:extLst xmlns:a="http://schemas.openxmlformats.org/drawingml/2006/main">
              <a:ext uri="{FF2B5EF4-FFF2-40B4-BE49-F238E27FC236}">
                <a16:creationId xmlns:a16="http://schemas.microsoft.com/office/drawing/2014/main" id="{676364E5-E681-4CF7-AA80-565A6CAF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1" name="p11-椭圆-0481">
            <a:extLst xmlns:a="http://schemas.openxmlformats.org/drawingml/2006/main">
              <a:ext uri="{FF2B5EF4-FFF2-40B4-BE49-F238E27FC236}">
                <a16:creationId xmlns:a16="http://schemas.microsoft.com/office/drawing/2014/main" id="{941064BD-1BF6-4E4C-A713-F80E011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2" name="p11-椭圆-0482">
            <a:extLst xmlns:a="http://schemas.openxmlformats.org/drawingml/2006/main">
              <a:ext uri="{FF2B5EF4-FFF2-40B4-BE49-F238E27FC236}">
                <a16:creationId xmlns:a16="http://schemas.microsoft.com/office/drawing/2014/main" id="{F78D6B5F-BA28-4BC1-82F9-A938655D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345541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3" name="p11-椭圆-0483">
            <a:extLst xmlns:a="http://schemas.openxmlformats.org/drawingml/2006/main">
              <a:ext uri="{FF2B5EF4-FFF2-40B4-BE49-F238E27FC236}">
                <a16:creationId xmlns:a16="http://schemas.microsoft.com/office/drawing/2014/main" id="{039E872F-0B8E-46AE-8B08-22ADCBDB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84" name="p11-椭圆-0484">
            <a:extLst xmlns:a="http://schemas.openxmlformats.org/drawingml/2006/main">
              <a:ext uri="{FF2B5EF4-FFF2-40B4-BE49-F238E27FC236}">
                <a16:creationId xmlns:a16="http://schemas.microsoft.com/office/drawing/2014/main" id="{2DB2E9E1-5AEC-41D0-BAC8-980D0DFF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5" name="p11-椭圆-0485">
            <a:extLst xmlns:a="http://schemas.openxmlformats.org/drawingml/2006/main">
              <a:ext uri="{FF2B5EF4-FFF2-40B4-BE49-F238E27FC236}">
                <a16:creationId xmlns:a16="http://schemas.microsoft.com/office/drawing/2014/main" id="{4F6B8FE5-84A9-4AEC-A192-A79F571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6" name="p11-椭圆-0486">
            <a:extLst xmlns:a="http://schemas.openxmlformats.org/drawingml/2006/main">
              <a:ext uri="{FF2B5EF4-FFF2-40B4-BE49-F238E27FC236}">
                <a16:creationId xmlns:a16="http://schemas.microsoft.com/office/drawing/2014/main" id="{49287B67-087F-4C76-9042-052F4599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87" name="p11-椭圆-0487">
            <a:extLst xmlns:a="http://schemas.openxmlformats.org/drawingml/2006/main">
              <a:ext uri="{FF2B5EF4-FFF2-40B4-BE49-F238E27FC236}">
                <a16:creationId xmlns:a16="http://schemas.microsoft.com/office/drawing/2014/main" id="{663D915F-F3F1-4889-B170-B51C670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88" name="p11-椭圆-0488">
            <a:extLst xmlns:a="http://schemas.openxmlformats.org/drawingml/2006/main">
              <a:ext uri="{FF2B5EF4-FFF2-40B4-BE49-F238E27FC236}">
                <a16:creationId xmlns:a16="http://schemas.microsoft.com/office/drawing/2014/main" id="{FFC6DC10-F83A-47BE-879E-9600C7A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89" name="p11-椭圆-0489">
            <a:extLst xmlns:a="http://schemas.openxmlformats.org/drawingml/2006/main">
              <a:ext uri="{FF2B5EF4-FFF2-40B4-BE49-F238E27FC236}">
                <a16:creationId xmlns:a16="http://schemas.microsoft.com/office/drawing/2014/main" id="{E564B4EF-4898-4B3B-A43F-717A8723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90" name="p11-椭圆-0490">
            <a:extLst xmlns:a="http://schemas.openxmlformats.org/drawingml/2006/main">
              <a:ext uri="{FF2B5EF4-FFF2-40B4-BE49-F238E27FC236}">
                <a16:creationId xmlns:a16="http://schemas.microsoft.com/office/drawing/2014/main" id="{BAD16103-F64A-4666-9602-C166B9F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91" name="p11-椭圆-0491">
            <a:extLst xmlns:a="http://schemas.openxmlformats.org/drawingml/2006/main">
              <a:ext uri="{FF2B5EF4-FFF2-40B4-BE49-F238E27FC236}">
                <a16:creationId xmlns:a16="http://schemas.microsoft.com/office/drawing/2014/main" id="{6E22F986-0D2D-4E54-BFD1-131BE6E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2" name="p11-椭圆-0492">
            <a:extLst xmlns:a="http://schemas.openxmlformats.org/drawingml/2006/main">
              <a:ext uri="{FF2B5EF4-FFF2-40B4-BE49-F238E27FC236}">
                <a16:creationId xmlns:a16="http://schemas.microsoft.com/office/drawing/2014/main" id="{7C904064-6211-4B24-A484-FDE747C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3" name="p11-椭圆-0493">
            <a:extLst xmlns:a="http://schemas.openxmlformats.org/drawingml/2006/main">
              <a:ext uri="{FF2B5EF4-FFF2-40B4-BE49-F238E27FC236}">
                <a16:creationId xmlns:a16="http://schemas.microsoft.com/office/drawing/2014/main" id="{F62161B3-812A-4ED4-B76B-59F072EC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4" name="p11-椭圆-0494">
            <a:extLst xmlns:a="http://schemas.openxmlformats.org/drawingml/2006/main">
              <a:ext uri="{FF2B5EF4-FFF2-40B4-BE49-F238E27FC236}">
                <a16:creationId xmlns:a16="http://schemas.microsoft.com/office/drawing/2014/main" id="{FFC9E140-0986-422E-ACB2-79922C46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3623685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95" name="p11-椭圆-0495">
            <a:extLst xmlns:a="http://schemas.openxmlformats.org/drawingml/2006/main">
              <a:ext uri="{FF2B5EF4-FFF2-40B4-BE49-F238E27FC236}">
                <a16:creationId xmlns:a16="http://schemas.microsoft.com/office/drawing/2014/main" id="{DE27F80D-DE6D-48CC-8AE8-329830B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2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6" name="p11-椭圆-0496">
            <a:extLst xmlns:a="http://schemas.openxmlformats.org/drawingml/2006/main">
              <a:ext uri="{FF2B5EF4-FFF2-40B4-BE49-F238E27FC236}">
                <a16:creationId xmlns:a16="http://schemas.microsoft.com/office/drawing/2014/main" id="{63E5AC16-390B-454D-96DD-1C77B9C5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58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7" name="p11-椭圆-0497">
            <a:extLst xmlns:a="http://schemas.openxmlformats.org/drawingml/2006/main">
              <a:ext uri="{FF2B5EF4-FFF2-40B4-BE49-F238E27FC236}">
                <a16:creationId xmlns:a16="http://schemas.microsoft.com/office/drawing/2014/main" id="{23A09699-1E56-4F10-BC86-77B1AF0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695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98" name="p11-椭圆-0498">
            <a:extLst xmlns:a="http://schemas.openxmlformats.org/drawingml/2006/main">
              <a:ext uri="{FF2B5EF4-FFF2-40B4-BE49-F238E27FC236}">
                <a16:creationId xmlns:a16="http://schemas.microsoft.com/office/drawing/2014/main" id="{E462E9E5-2294-4F8A-8CD8-C86DBB85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531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99" name="p11-椭圆-0499">
            <a:extLst xmlns:a="http://schemas.openxmlformats.org/drawingml/2006/main">
              <a:ext uri="{FF2B5EF4-FFF2-40B4-BE49-F238E27FC236}">
                <a16:creationId xmlns:a16="http://schemas.microsoft.com/office/drawing/2014/main" id="{13BA11E2-3D5A-4E1D-A7BD-1C8C5EC3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68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500" name="p11-椭圆-0500">
            <a:extLst xmlns:a="http://schemas.openxmlformats.org/drawingml/2006/main">
              <a:ext uri="{FF2B5EF4-FFF2-40B4-BE49-F238E27FC236}">
                <a16:creationId xmlns:a16="http://schemas.microsoft.com/office/drawing/2014/main" id="{0CB13714-CF46-4BD5-84D4-A10154D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204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501" name="p11-椭圆-0501">
            <a:extLst xmlns:a="http://schemas.openxmlformats.org/drawingml/2006/main">
              <a:ext uri="{FF2B5EF4-FFF2-40B4-BE49-F238E27FC236}">
                <a16:creationId xmlns:a16="http://schemas.microsoft.com/office/drawing/2014/main" id="{E41BC876-D9B8-4291-A123-C5B1EFD8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41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502" name="p11-椭圆-0502">
            <a:extLst xmlns:a="http://schemas.openxmlformats.org/drawingml/2006/main">
              <a:ext uri="{FF2B5EF4-FFF2-40B4-BE49-F238E27FC236}">
                <a16:creationId xmlns:a16="http://schemas.microsoft.com/office/drawing/2014/main" id="{6BC37C1B-EBBB-4703-A9D1-7DBC017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878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503" name="p11-椭圆-0503">
            <a:extLst xmlns:a="http://schemas.openxmlformats.org/drawingml/2006/main">
              <a:ext uri="{FF2B5EF4-FFF2-40B4-BE49-F238E27FC236}">
                <a16:creationId xmlns:a16="http://schemas.microsoft.com/office/drawing/2014/main" id="{F6A1060E-E938-4B63-9D13-5EA05CA9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714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504" name="p11-椭圆-0504">
            <a:extLst xmlns:a="http://schemas.openxmlformats.org/drawingml/2006/main">
              <a:ext uri="{FF2B5EF4-FFF2-40B4-BE49-F238E27FC236}">
                <a16:creationId xmlns:a16="http://schemas.microsoft.com/office/drawing/2014/main" id="{5F856C89-3644-420D-936D-A51D0032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551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505" name="p11-椭圆-0505">
            <a:extLst xmlns:a="http://schemas.openxmlformats.org/drawingml/2006/main">
              <a:ext uri="{FF2B5EF4-FFF2-40B4-BE49-F238E27FC236}">
                <a16:creationId xmlns:a16="http://schemas.microsoft.com/office/drawing/2014/main" id="{9A978806-D4B9-4F85-B2CB-E0568D1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87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506" name="p11-椭圆-0506">
            <a:extLst xmlns:a="http://schemas.openxmlformats.org/drawingml/2006/main">
              <a:ext uri="{FF2B5EF4-FFF2-40B4-BE49-F238E27FC236}">
                <a16:creationId xmlns:a16="http://schemas.microsoft.com/office/drawing/2014/main" id="{E818A306-B135-4040-89DD-DC1C2E7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224" y="3791960"/>
            <a:ext cx="137680" cy="13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507" name="p11-文本-0507">
            <a:extLst xmlns:a="http://schemas.openxmlformats.org/drawingml/2006/main">
              <a:ext uri="{FF2B5EF4-FFF2-40B4-BE49-F238E27FC236}">
                <a16:creationId xmlns:a16="http://schemas.microsoft.com/office/drawing/2014/main" id="{F5767952-3CE9-434F-A0F7-BF61798F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55024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统一实验条件与对照</a:t>
            </a:r>
          </a:p>
        </p:txBody>
      </p:sp>
      <p:sp>
        <p:nvSpPr>
          <p:cNvPr id="508" name="p11-文本-0508">
            <a:extLst xmlns:a="http://schemas.openxmlformats.org/drawingml/2006/main">
              <a:ext uri="{FF2B5EF4-FFF2-40B4-BE49-F238E27FC236}">
                <a16:creationId xmlns:a16="http://schemas.microsoft.com/office/drawing/2014/main" id="{15D28CB6-EE9A-4E01-88F1-FA5A37B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26499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回传验证结果和偏差</a:t>
            </a:r>
          </a:p>
        </p:txBody>
      </p:sp>
      <p:sp>
        <p:nvSpPr>
          <p:cNvPr id="509" name="p11-文本-0509">
            <a:extLst xmlns:a="http://schemas.openxmlformats.org/drawingml/2006/main">
              <a:ext uri="{FF2B5EF4-FFF2-40B4-BE49-F238E27FC236}">
                <a16:creationId xmlns:a16="http://schemas.microsoft.com/office/drawing/2014/main" id="{64E5F3F6-6D38-433A-93B2-664A4B79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73" y="6062007"/>
            <a:ext cx="545725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发现路线可以并行，筛选与检验必须有共同依据</a:t>
            </a:r>
          </a:p>
        </p:txBody>
      </p:sp>
      <p:sp>
        <p:nvSpPr>
          <p:cNvPr id="510" name="p11-文本-0510">
            <a:extLst xmlns:a="http://schemas.openxmlformats.org/drawingml/2006/main">
              <a:ext uri="{FF2B5EF4-FFF2-40B4-BE49-F238E27FC236}">
                <a16:creationId xmlns:a16="http://schemas.microsoft.com/office/drawing/2014/main" id="{19A4477D-8AB3-44D1-A14D-1057C363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109" y="6578282"/>
            <a:ext cx="175641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11</a:t>
            </a:r>
          </a:p>
        </p:txBody>
      </p:sp>
    </p:spTree>
    <p:extLst>
      <p:ext uri="{BB962C8B-B14F-4D97-AF65-F5344CB8AC3E}">
        <p14:creationId xmlns:p14="http://schemas.microsoft.com/office/powerpoint/2010/main" val="14322973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p12-矩形-0001">
            <a:extLst xmlns:a="http://schemas.openxmlformats.org/drawingml/2006/main">
              <a:ext uri="{FF2B5EF4-FFF2-40B4-BE49-F238E27FC236}">
                <a16:creationId xmlns:a16="http://schemas.microsoft.com/office/drawing/2014/main" id="{7712DA8A-133A-451F-AD23-C3BF1E52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2-矩形-0002">
            <a:extLst xmlns:a="http://schemas.openxmlformats.org/drawingml/2006/main">
              <a:ext uri="{FF2B5EF4-FFF2-40B4-BE49-F238E27FC236}">
                <a16:creationId xmlns:a16="http://schemas.microsoft.com/office/drawing/2014/main" id="{633E0825-4A9B-424A-8776-F47941DA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2-文本-0003">
            <a:extLst xmlns:a="http://schemas.openxmlformats.org/drawingml/2006/main">
              <a:ext uri="{FF2B5EF4-FFF2-40B4-BE49-F238E27FC236}">
                <a16:creationId xmlns:a16="http://schemas.microsoft.com/office/drawing/2014/main" id="{22C526A8-F36E-4A6D-9F7F-323F9B46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三个关键约束贯穿材料设计与评价</a:t>
            </a:r>
          </a:p>
        </p:txBody>
      </p:sp>
      <p:sp>
        <p:nvSpPr>
          <p:cNvPr id="4" name="p12-文本-0004">
            <a:extLst xmlns:a="http://schemas.openxmlformats.org/drawingml/2006/main">
              <a:ext uri="{FF2B5EF4-FFF2-40B4-BE49-F238E27FC236}">
                <a16:creationId xmlns:a16="http://schemas.microsoft.com/office/drawing/2014/main" id="{89B6FC77-7FD8-4AFD-9C05-BD68D668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2022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结构可控、性能可比与结果可复现共同约束研究设计</a:t>
            </a:r>
          </a:p>
        </p:txBody>
      </p:sp>
      <p:sp>
        <p:nvSpPr>
          <p:cNvPr id="5" name="p12-线-0005">
            <a:extLst xmlns:a="http://schemas.openxmlformats.org/drawingml/2006/main">
              <a:ext uri="{FF2B5EF4-FFF2-40B4-BE49-F238E27FC236}">
                <a16:creationId xmlns:a16="http://schemas.microsoft.com/office/drawing/2014/main" id="{D93A6596-E8CD-4683-B62C-D027094A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2-矩形-0006">
            <a:extLst xmlns:a="http://schemas.openxmlformats.org/drawingml/2006/main">
              <a:ext uri="{FF2B5EF4-FFF2-40B4-BE49-F238E27FC236}">
                <a16:creationId xmlns:a16="http://schemas.microsoft.com/office/drawing/2014/main" id="{D341A389-BD7F-4069-900F-83728AF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21145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p12-文本-0007">
            <a:extLst xmlns:a="http://schemas.openxmlformats.org/drawingml/2006/main">
              <a:ext uri="{FF2B5EF4-FFF2-40B4-BE49-F238E27FC236}">
                <a16:creationId xmlns:a16="http://schemas.microsoft.com/office/drawing/2014/main" id="{6445B4BD-6469-43B5-B848-4482DA7E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3592"/>
            <a:ext cx="14218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需要同时满足</a:t>
            </a:r>
          </a:p>
        </p:txBody>
      </p:sp>
      <p:sp>
        <p:nvSpPr>
          <p:cNvPr id="8" name="p12-文本-0008">
            <a:extLst xmlns:a="http://schemas.openxmlformats.org/drawingml/2006/main">
              <a:ext uri="{FF2B5EF4-FFF2-40B4-BE49-F238E27FC236}">
                <a16:creationId xmlns:a16="http://schemas.microsoft.com/office/drawing/2014/main" id="{E7BCC7E9-126C-40E1-89FD-D7D4ACDD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749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结构可控</a:t>
            </a:r>
          </a:p>
        </p:txBody>
      </p:sp>
      <p:sp>
        <p:nvSpPr>
          <p:cNvPr id="9" name="p12-文本-0009">
            <a:extLst xmlns:a="http://schemas.openxmlformats.org/drawingml/2006/main">
              <a:ext uri="{FF2B5EF4-FFF2-40B4-BE49-F238E27FC236}">
                <a16:creationId xmlns:a16="http://schemas.microsoft.com/office/drawing/2014/main" id="{AD74C960-5A59-4631-B0E7-7B83D6C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8884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变量可独立调节</a:t>
            </a:r>
          </a:p>
        </p:txBody>
      </p:sp>
      <p:sp>
        <p:nvSpPr>
          <p:cNvPr id="10" name="p12-文本-0010">
            <a:extLst xmlns:a="http://schemas.openxmlformats.org/drawingml/2006/main">
              <a:ext uri="{FF2B5EF4-FFF2-40B4-BE49-F238E27FC236}">
                <a16:creationId xmlns:a16="http://schemas.microsoft.com/office/drawing/2014/main" id="{4A677737-DEF0-4DC8-8105-2A8A9A56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9542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性能可比</a:t>
            </a:r>
          </a:p>
        </p:txBody>
      </p:sp>
      <p:sp>
        <p:nvSpPr>
          <p:cNvPr id="11" name="p12-文本-0011">
            <a:extLst xmlns:a="http://schemas.openxmlformats.org/drawingml/2006/main">
              <a:ext uri="{FF2B5EF4-FFF2-40B4-BE49-F238E27FC236}">
                <a16:creationId xmlns:a16="http://schemas.microsoft.com/office/drawing/2014/main" id="{56145A62-1710-4FE0-AE75-104945D8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0934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条件与尺度一致</a:t>
            </a:r>
          </a:p>
        </p:txBody>
      </p:sp>
      <p:sp>
        <p:nvSpPr>
          <p:cNvPr id="12" name="p12-文本-0012">
            <a:extLst xmlns:a="http://schemas.openxmlformats.org/drawingml/2006/main">
              <a:ext uri="{FF2B5EF4-FFF2-40B4-BE49-F238E27FC236}">
                <a16:creationId xmlns:a16="http://schemas.microsoft.com/office/drawing/2014/main" id="{F6DA8606-1788-402F-A4F9-6E072B2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1592"/>
            <a:ext cx="11932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结果可复现</a:t>
            </a:r>
          </a:p>
        </p:txBody>
      </p:sp>
      <p:sp>
        <p:nvSpPr>
          <p:cNvPr id="13" name="p12-文本-0013">
            <a:extLst xmlns:a="http://schemas.openxmlformats.org/drawingml/2006/main">
              <a:ext uri="{FF2B5EF4-FFF2-40B4-BE49-F238E27FC236}">
                <a16:creationId xmlns:a16="http://schemas.microsoft.com/office/drawing/2014/main" id="{EB3E05F7-75D9-4739-A267-25776EB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2984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记录样本和批次</a:t>
            </a:r>
          </a:p>
        </p:txBody>
      </p:sp>
      <p:sp>
        <p:nvSpPr>
          <p:cNvPr id="14" name="p12-矩形-0014">
            <a:extLst xmlns:a="http://schemas.openxmlformats.org/drawingml/2006/main">
              <a:ext uri="{FF2B5EF4-FFF2-40B4-BE49-F238E27FC236}">
                <a16:creationId xmlns:a16="http://schemas.microsoft.com/office/drawing/2014/main" id="{D782AA79-D9AA-4562-A391-E5724D1C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19225"/>
            <a:ext cx="27432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5" name="p12-矩形-0015">
            <a:extLst xmlns:a="http://schemas.openxmlformats.org/drawingml/2006/main">
              <a:ext uri="{FF2B5EF4-FFF2-40B4-BE49-F238E27FC236}">
                <a16:creationId xmlns:a16="http://schemas.microsoft.com/office/drawing/2014/main" id="{6199148C-90C2-40B3-A0D5-24EC31BA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1922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p12-文本-0016">
            <a:extLst xmlns:a="http://schemas.openxmlformats.org/drawingml/2006/main">
              <a:ext uri="{FF2B5EF4-FFF2-40B4-BE49-F238E27FC236}">
                <a16:creationId xmlns:a16="http://schemas.microsoft.com/office/drawing/2014/main" id="{9D03DBC5-99B0-41EA-8D37-CF11958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297" y="14407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结构调节</a:t>
            </a:r>
          </a:p>
        </p:txBody>
      </p:sp>
      <p:sp>
        <p:nvSpPr>
          <p:cNvPr id="17" name="p12-路径-0017">
            <a:extLst xmlns:a="http://schemas.openxmlformats.org/drawingml/2006/main">
              <a:ext uri="{FF2B5EF4-FFF2-40B4-BE49-F238E27FC236}">
                <a16:creationId xmlns:a16="http://schemas.microsoft.com/office/drawing/2014/main" id="{1AE9D4DB-75D1-4D59-BD5C-72D7C8D2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62150"/>
            <a:ext cx="2286000" cy="371475"/>
          </a:xfrm>
          <a:custGeom xmlns:a="http://schemas.openxmlformats.org/drawingml/2006/main">
            <a:pathLst>
              <a:path w="2286000" h="371475">
                <a:moveTo>
                  <a:pt x="0" y="142875"/>
                </a:moveTo>
                <a:lnTo>
                  <a:pt x="1783080" y="0"/>
                </a:lnTo>
                <a:lnTo>
                  <a:pt x="2286000" y="228600"/>
                </a:lnTo>
                <a:lnTo>
                  <a:pt x="502920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p12-路径-0018">
            <a:extLst xmlns:a="http://schemas.openxmlformats.org/drawingml/2006/main">
              <a:ext uri="{FF2B5EF4-FFF2-40B4-BE49-F238E27FC236}">
                <a16:creationId xmlns:a16="http://schemas.microsoft.com/office/drawing/2014/main" id="{8D650973-FB59-4B38-8475-7E50DDF5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656"/>
            <a:ext cx="2286000" cy="371475"/>
          </a:xfrm>
          <a:custGeom xmlns:a="http://schemas.openxmlformats.org/drawingml/2006/main">
            <a:pathLst>
              <a:path w="2286000" h="371475">
                <a:moveTo>
                  <a:pt x="0" y="142875"/>
                </a:moveTo>
                <a:lnTo>
                  <a:pt x="1783080" y="0"/>
                </a:lnTo>
                <a:lnTo>
                  <a:pt x="2286000" y="228600"/>
                </a:lnTo>
                <a:lnTo>
                  <a:pt x="502920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p12-路径-0019">
            <a:extLst xmlns:a="http://schemas.openxmlformats.org/drawingml/2006/main">
              <a:ext uri="{FF2B5EF4-FFF2-40B4-BE49-F238E27FC236}">
                <a16:creationId xmlns:a16="http://schemas.microsoft.com/office/drawing/2014/main" id="{0EA4CD2D-2C9D-43E2-A208-09CBABC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33162"/>
            <a:ext cx="2286000" cy="371475"/>
          </a:xfrm>
          <a:custGeom xmlns:a="http://schemas.openxmlformats.org/drawingml/2006/main">
            <a:pathLst>
              <a:path w="2286000" h="371475">
                <a:moveTo>
                  <a:pt x="0" y="142875"/>
                </a:moveTo>
                <a:lnTo>
                  <a:pt x="1783080" y="0"/>
                </a:lnTo>
                <a:lnTo>
                  <a:pt x="2286000" y="228600"/>
                </a:lnTo>
                <a:lnTo>
                  <a:pt x="502920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p12-路径-0020">
            <a:extLst xmlns:a="http://schemas.openxmlformats.org/drawingml/2006/main">
              <a:ext uri="{FF2B5EF4-FFF2-40B4-BE49-F238E27FC236}">
                <a16:creationId xmlns:a16="http://schemas.microsoft.com/office/drawing/2014/main" id="{05EFE5D6-B047-49C0-9E8F-DB67B543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18668"/>
            <a:ext cx="2286000" cy="371475"/>
          </a:xfrm>
          <a:custGeom xmlns:a="http://schemas.openxmlformats.org/drawingml/2006/main">
            <a:pathLst>
              <a:path w="2286000" h="371475">
                <a:moveTo>
                  <a:pt x="0" y="142875"/>
                </a:moveTo>
                <a:lnTo>
                  <a:pt x="1783080" y="0"/>
                </a:lnTo>
                <a:lnTo>
                  <a:pt x="2286000" y="228600"/>
                </a:lnTo>
                <a:lnTo>
                  <a:pt x="502920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p12-路径-0021">
            <a:extLst xmlns:a="http://schemas.openxmlformats.org/drawingml/2006/main">
              <a:ext uri="{FF2B5EF4-FFF2-40B4-BE49-F238E27FC236}">
                <a16:creationId xmlns:a16="http://schemas.microsoft.com/office/drawing/2014/main" id="{A2B0A8D8-E40A-4AF3-9601-F88C8A1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006" y="3209354"/>
            <a:ext cx="94488" cy="225362"/>
          </a:xfrm>
          <a:custGeom xmlns:a="http://schemas.openxmlformats.org/drawingml/2006/main">
            <a:pathLst>
              <a:path w="94488" h="225362">
                <a:moveTo>
                  <a:pt x="32956" y="0"/>
                </a:moveTo>
                <a:lnTo>
                  <a:pt x="32956" y="149162"/>
                </a:lnTo>
                <a:lnTo>
                  <a:pt x="0" y="149162"/>
                </a:lnTo>
                <a:lnTo>
                  <a:pt x="47244" y="225362"/>
                </a:lnTo>
                <a:lnTo>
                  <a:pt x="94488" y="149162"/>
                </a:lnTo>
                <a:lnTo>
                  <a:pt x="61531" y="149162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" name="p12-路径-0022">
            <a:extLst xmlns:a="http://schemas.openxmlformats.org/drawingml/2006/main">
              <a:ext uri="{FF2B5EF4-FFF2-40B4-BE49-F238E27FC236}">
                <a16:creationId xmlns:a16="http://schemas.microsoft.com/office/drawing/2014/main" id="{CFE72BB1-4151-4218-B13D-BDE00C7D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326" y="3209354"/>
            <a:ext cx="94488" cy="225362"/>
          </a:xfrm>
          <a:custGeom xmlns:a="http://schemas.openxmlformats.org/drawingml/2006/main">
            <a:pathLst>
              <a:path w="94488" h="225362">
                <a:moveTo>
                  <a:pt x="32957" y="0"/>
                </a:moveTo>
                <a:lnTo>
                  <a:pt x="32957" y="149162"/>
                </a:lnTo>
                <a:lnTo>
                  <a:pt x="0" y="149162"/>
                </a:lnTo>
                <a:lnTo>
                  <a:pt x="47244" y="225362"/>
                </a:lnTo>
                <a:lnTo>
                  <a:pt x="94488" y="149162"/>
                </a:lnTo>
                <a:lnTo>
                  <a:pt x="61532" y="149162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" name="p12-路径-0023">
            <a:extLst xmlns:a="http://schemas.openxmlformats.org/drawingml/2006/main">
              <a:ext uri="{FF2B5EF4-FFF2-40B4-BE49-F238E27FC236}">
                <a16:creationId xmlns:a16="http://schemas.microsoft.com/office/drawing/2014/main" id="{85B281BE-7BEE-44C0-9997-EE9662A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646" y="3209354"/>
            <a:ext cx="94488" cy="225362"/>
          </a:xfrm>
          <a:custGeom xmlns:a="http://schemas.openxmlformats.org/drawingml/2006/main">
            <a:pathLst>
              <a:path w="94488" h="225362">
                <a:moveTo>
                  <a:pt x="32957" y="0"/>
                </a:moveTo>
                <a:lnTo>
                  <a:pt x="32957" y="149162"/>
                </a:lnTo>
                <a:lnTo>
                  <a:pt x="0" y="149162"/>
                </a:lnTo>
                <a:lnTo>
                  <a:pt x="47244" y="225362"/>
                </a:lnTo>
                <a:lnTo>
                  <a:pt x="94488" y="149162"/>
                </a:lnTo>
                <a:lnTo>
                  <a:pt x="61532" y="149162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" name="p12-路径-0024">
            <a:extLst xmlns:a="http://schemas.openxmlformats.org/drawingml/2006/main">
              <a:ext uri="{FF2B5EF4-FFF2-40B4-BE49-F238E27FC236}">
                <a16:creationId xmlns:a16="http://schemas.microsoft.com/office/drawing/2014/main" id="{11FEEF3B-2966-47F5-AB06-624EB1C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66" y="3209354"/>
            <a:ext cx="94488" cy="225362"/>
          </a:xfrm>
          <a:custGeom xmlns:a="http://schemas.openxmlformats.org/drawingml/2006/main">
            <a:pathLst>
              <a:path w="94488" h="225362">
                <a:moveTo>
                  <a:pt x="32956" y="0"/>
                </a:moveTo>
                <a:lnTo>
                  <a:pt x="32956" y="149162"/>
                </a:lnTo>
                <a:lnTo>
                  <a:pt x="0" y="149162"/>
                </a:lnTo>
                <a:lnTo>
                  <a:pt x="47244" y="225362"/>
                </a:lnTo>
                <a:lnTo>
                  <a:pt x="94488" y="149162"/>
                </a:lnTo>
                <a:lnTo>
                  <a:pt x="61531" y="149162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" name="p12-路径-0025">
            <a:extLst xmlns:a="http://schemas.openxmlformats.org/drawingml/2006/main">
              <a:ext uri="{FF2B5EF4-FFF2-40B4-BE49-F238E27FC236}">
                <a16:creationId xmlns:a16="http://schemas.microsoft.com/office/drawing/2014/main" id="{BDC701C9-39B4-4C80-BE0B-0BF4FA79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286" y="3209354"/>
            <a:ext cx="94488" cy="225362"/>
          </a:xfrm>
          <a:custGeom xmlns:a="http://schemas.openxmlformats.org/drawingml/2006/main">
            <a:pathLst>
              <a:path w="94488" h="225362">
                <a:moveTo>
                  <a:pt x="32956" y="0"/>
                </a:moveTo>
                <a:lnTo>
                  <a:pt x="32956" y="149162"/>
                </a:lnTo>
                <a:lnTo>
                  <a:pt x="0" y="149162"/>
                </a:lnTo>
                <a:lnTo>
                  <a:pt x="47244" y="225362"/>
                </a:lnTo>
                <a:lnTo>
                  <a:pt x="94488" y="149162"/>
                </a:lnTo>
                <a:lnTo>
                  <a:pt x="61531" y="149162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" name="p12-路径-0026">
            <a:extLst xmlns:a="http://schemas.openxmlformats.org/drawingml/2006/main">
              <a:ext uri="{FF2B5EF4-FFF2-40B4-BE49-F238E27FC236}">
                <a16:creationId xmlns:a16="http://schemas.microsoft.com/office/drawing/2014/main" id="{314070D9-57AA-46A6-A2B4-58BFDF8B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606" y="3209354"/>
            <a:ext cx="94488" cy="225362"/>
          </a:xfrm>
          <a:custGeom xmlns:a="http://schemas.openxmlformats.org/drawingml/2006/main">
            <a:pathLst>
              <a:path w="94488" h="225362">
                <a:moveTo>
                  <a:pt x="32956" y="0"/>
                </a:moveTo>
                <a:lnTo>
                  <a:pt x="32956" y="149162"/>
                </a:lnTo>
                <a:lnTo>
                  <a:pt x="0" y="149162"/>
                </a:lnTo>
                <a:lnTo>
                  <a:pt x="47244" y="225362"/>
                </a:lnTo>
                <a:lnTo>
                  <a:pt x="94488" y="149162"/>
                </a:lnTo>
                <a:lnTo>
                  <a:pt x="61531" y="149162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" name="p12-文本-0027">
            <a:extLst xmlns:a="http://schemas.openxmlformats.org/drawingml/2006/main">
              <a:ext uri="{FF2B5EF4-FFF2-40B4-BE49-F238E27FC236}">
                <a16:creationId xmlns:a16="http://schemas.microsoft.com/office/drawing/2014/main" id="{78222596-3E97-45A6-B951-203BA4E4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627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组成与形态相匹配</a:t>
            </a:r>
          </a:p>
        </p:txBody>
      </p:sp>
      <p:sp>
        <p:nvSpPr>
          <p:cNvPr id="28" name="p12-文本-0028">
            <a:extLst xmlns:a="http://schemas.openxmlformats.org/drawingml/2006/main">
              <a:ext uri="{FF2B5EF4-FFF2-40B4-BE49-F238E27FC236}">
                <a16:creationId xmlns:a16="http://schemas.microsoft.com/office/drawing/2014/main" id="{DB6ECDD0-83FB-4205-8312-5A27D046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22978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测量前固定变量</a:t>
            </a:r>
          </a:p>
        </p:txBody>
      </p:sp>
      <p:sp>
        <p:nvSpPr>
          <p:cNvPr id="29" name="p12-文本-0029">
            <a:extLst xmlns:a="http://schemas.openxmlformats.org/drawingml/2006/main">
              <a:ext uri="{FF2B5EF4-FFF2-40B4-BE49-F238E27FC236}">
                <a16:creationId xmlns:a16="http://schemas.microsoft.com/office/drawing/2014/main" id="{AEC9231B-FCE1-4018-BD30-E6B91313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895" y="54467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明确设计空间</a:t>
            </a:r>
          </a:p>
        </p:txBody>
      </p:sp>
      <p:sp>
        <p:nvSpPr>
          <p:cNvPr id="30" name="p12-矩形-0030">
            <a:extLst xmlns:a="http://schemas.openxmlformats.org/drawingml/2006/main">
              <a:ext uri="{FF2B5EF4-FFF2-40B4-BE49-F238E27FC236}">
                <a16:creationId xmlns:a16="http://schemas.microsoft.com/office/drawing/2014/main" id="{DA51243A-B245-407C-A786-D10817F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19225"/>
            <a:ext cx="27432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31" name="p12-矩形-0031">
            <a:extLst xmlns:a="http://schemas.openxmlformats.org/drawingml/2006/main">
              <a:ext uri="{FF2B5EF4-FFF2-40B4-BE49-F238E27FC236}">
                <a16:creationId xmlns:a16="http://schemas.microsoft.com/office/drawing/2014/main" id="{15253B1A-7C7E-4530-8163-75F05ABA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1922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2" name="p12-文本-0032">
            <a:extLst xmlns:a="http://schemas.openxmlformats.org/drawingml/2006/main">
              <a:ext uri="{FF2B5EF4-FFF2-40B4-BE49-F238E27FC236}">
                <a16:creationId xmlns:a16="http://schemas.microsoft.com/office/drawing/2014/main" id="{9FD50AC6-CA57-4871-8DC4-03F2B7AE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047" y="14407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机制分析</a:t>
            </a:r>
          </a:p>
        </p:txBody>
      </p:sp>
      <p:sp>
        <p:nvSpPr>
          <p:cNvPr id="33" name="p12-矩形-0033">
            <a:extLst xmlns:a="http://schemas.openxmlformats.org/drawingml/2006/main">
              <a:ext uri="{FF2B5EF4-FFF2-40B4-BE49-F238E27FC236}">
                <a16:creationId xmlns:a16="http://schemas.microsoft.com/office/drawing/2014/main" id="{4C529BAE-FF13-4C31-B6D9-7BD6687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286000" cy="15026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p12-线-0034">
            <a:extLst xmlns:a="http://schemas.openxmlformats.org/drawingml/2006/main">
              <a:ext uri="{FF2B5EF4-FFF2-40B4-BE49-F238E27FC236}">
                <a16:creationId xmlns:a16="http://schemas.microsoft.com/office/drawing/2014/main" id="{DDE530FE-D6ED-4310-8750-6D6CF2B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12-线-0035">
            <a:extLst xmlns:a="http://schemas.openxmlformats.org/drawingml/2006/main">
              <a:ext uri="{FF2B5EF4-FFF2-40B4-BE49-F238E27FC236}">
                <a16:creationId xmlns:a16="http://schemas.microsoft.com/office/drawing/2014/main" id="{E76C6940-D509-47E6-99C1-35D32D5E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12-线-0036">
            <a:extLst xmlns:a="http://schemas.openxmlformats.org/drawingml/2006/main">
              <a:ext uri="{FF2B5EF4-FFF2-40B4-BE49-F238E27FC236}">
                <a16:creationId xmlns:a16="http://schemas.microsoft.com/office/drawing/2014/main" id="{8AFA8034-1829-4766-BD4E-2E3060AE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" name="p12-线-0037">
            <a:extLst xmlns:a="http://schemas.openxmlformats.org/drawingml/2006/main">
              <a:ext uri="{FF2B5EF4-FFF2-40B4-BE49-F238E27FC236}">
                <a16:creationId xmlns:a16="http://schemas.microsoft.com/office/drawing/2014/main" id="{8E17027E-9326-44C9-A7BC-D0C9FF4D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12-线-0038">
            <a:extLst xmlns:a="http://schemas.openxmlformats.org/drawingml/2006/main">
              <a:ext uri="{FF2B5EF4-FFF2-40B4-BE49-F238E27FC236}">
                <a16:creationId xmlns:a16="http://schemas.microsoft.com/office/drawing/2014/main" id="{F7C8FC48-549E-4D7B-86D8-786AF0A0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12-线-0039">
            <a:extLst xmlns:a="http://schemas.openxmlformats.org/drawingml/2006/main">
              <a:ext uri="{FF2B5EF4-FFF2-40B4-BE49-F238E27FC236}">
                <a16:creationId xmlns:a16="http://schemas.microsoft.com/office/drawing/2014/main" id="{8BBE47CA-2E48-4AE4-8771-757B255F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" name="p12-线-0040">
            <a:extLst xmlns:a="http://schemas.openxmlformats.org/drawingml/2006/main">
              <a:ext uri="{FF2B5EF4-FFF2-40B4-BE49-F238E27FC236}">
                <a16:creationId xmlns:a16="http://schemas.microsoft.com/office/drawing/2014/main" id="{6668F559-87AE-426D-BE34-6862104D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12-线-0041">
            <a:extLst xmlns:a="http://schemas.openxmlformats.org/drawingml/2006/main">
              <a:ext uri="{FF2B5EF4-FFF2-40B4-BE49-F238E27FC236}">
                <a16:creationId xmlns:a16="http://schemas.microsoft.com/office/drawing/2014/main" id="{D2E7656E-FCD0-41CD-B23C-6519378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12-线-0042">
            <a:extLst xmlns:a="http://schemas.openxmlformats.org/drawingml/2006/main">
              <a:ext uri="{FF2B5EF4-FFF2-40B4-BE49-F238E27FC236}">
                <a16:creationId xmlns:a16="http://schemas.microsoft.com/office/drawing/2014/main" id="{50267B7D-3743-4864-B472-209CBCA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12-线-0043">
            <a:extLst xmlns:a="http://schemas.openxmlformats.org/drawingml/2006/main">
              <a:ext uri="{FF2B5EF4-FFF2-40B4-BE49-F238E27FC236}">
                <a16:creationId xmlns:a16="http://schemas.microsoft.com/office/drawing/2014/main" id="{489EA426-97BC-42EC-9C46-25199B7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12-线-0044">
            <a:extLst xmlns:a="http://schemas.openxmlformats.org/drawingml/2006/main">
              <a:ext uri="{FF2B5EF4-FFF2-40B4-BE49-F238E27FC236}">
                <a16:creationId xmlns:a16="http://schemas.microsoft.com/office/drawing/2014/main" id="{74D2E115-2240-4C0C-96E2-2D80A4D4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12-线-0045">
            <a:extLst xmlns:a="http://schemas.openxmlformats.org/drawingml/2006/main">
              <a:ext uri="{FF2B5EF4-FFF2-40B4-BE49-F238E27FC236}">
                <a16:creationId xmlns:a16="http://schemas.microsoft.com/office/drawing/2014/main" id="{E34F473A-CAB8-42CD-8410-2ED31246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6" name="p12-线-0046">
            <a:extLst xmlns:a="http://schemas.openxmlformats.org/drawingml/2006/main">
              <a:ext uri="{FF2B5EF4-FFF2-40B4-BE49-F238E27FC236}">
                <a16:creationId xmlns:a16="http://schemas.microsoft.com/office/drawing/2014/main" id="{7D5FF7A3-30F1-4901-AE4C-0522CBA4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12-线-0047">
            <a:extLst xmlns:a="http://schemas.openxmlformats.org/drawingml/2006/main">
              <a:ext uri="{FF2B5EF4-FFF2-40B4-BE49-F238E27FC236}">
                <a16:creationId xmlns:a16="http://schemas.microsoft.com/office/drawing/2014/main" id="{BBEE30E3-3212-4C90-8C0B-A5F8D58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12-线-0048">
            <a:extLst xmlns:a="http://schemas.openxmlformats.org/drawingml/2006/main">
              <a:ext uri="{FF2B5EF4-FFF2-40B4-BE49-F238E27FC236}">
                <a16:creationId xmlns:a16="http://schemas.microsoft.com/office/drawing/2014/main" id="{821100C7-4900-4C50-AE19-BBD52C43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9" name="p12-线-0049">
            <a:extLst xmlns:a="http://schemas.openxmlformats.org/drawingml/2006/main">
              <a:ext uri="{FF2B5EF4-FFF2-40B4-BE49-F238E27FC236}">
                <a16:creationId xmlns:a16="http://schemas.microsoft.com/office/drawing/2014/main" id="{19CEBE33-61AC-45CF-BA3A-41CBA33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12-线-0050">
            <a:extLst xmlns:a="http://schemas.openxmlformats.org/drawingml/2006/main">
              <a:ext uri="{FF2B5EF4-FFF2-40B4-BE49-F238E27FC236}">
                <a16:creationId xmlns:a16="http://schemas.microsoft.com/office/drawing/2014/main" id="{142D301C-6CB4-4472-8402-A5E52139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12-线-0051">
            <a:extLst xmlns:a="http://schemas.openxmlformats.org/drawingml/2006/main">
              <a:ext uri="{FF2B5EF4-FFF2-40B4-BE49-F238E27FC236}">
                <a16:creationId xmlns:a16="http://schemas.microsoft.com/office/drawing/2014/main" id="{71C2CE70-C243-4802-B97E-E596284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2" name="p12-线-0052">
            <a:extLst xmlns:a="http://schemas.openxmlformats.org/drawingml/2006/main">
              <a:ext uri="{FF2B5EF4-FFF2-40B4-BE49-F238E27FC236}">
                <a16:creationId xmlns:a16="http://schemas.microsoft.com/office/drawing/2014/main" id="{51B91387-8798-4D21-B843-ECEE0B18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12-线-0053">
            <a:extLst xmlns:a="http://schemas.openxmlformats.org/drawingml/2006/main">
              <a:ext uri="{FF2B5EF4-FFF2-40B4-BE49-F238E27FC236}">
                <a16:creationId xmlns:a16="http://schemas.microsoft.com/office/drawing/2014/main" id="{C0D8563C-F388-4B37-912C-51B331F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12-线-0054">
            <a:extLst xmlns:a="http://schemas.openxmlformats.org/drawingml/2006/main">
              <a:ext uri="{FF2B5EF4-FFF2-40B4-BE49-F238E27FC236}">
                <a16:creationId xmlns:a16="http://schemas.microsoft.com/office/drawing/2014/main" id="{015E94E7-C01A-426C-89A9-DA53099E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5" name="p12-线-0055">
            <a:extLst xmlns:a="http://schemas.openxmlformats.org/drawingml/2006/main">
              <a:ext uri="{FF2B5EF4-FFF2-40B4-BE49-F238E27FC236}">
                <a16:creationId xmlns:a16="http://schemas.microsoft.com/office/drawing/2014/main" id="{2E702B1D-6422-4E99-8701-E372A16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12-线-0056">
            <a:extLst xmlns:a="http://schemas.openxmlformats.org/drawingml/2006/main">
              <a:ext uri="{FF2B5EF4-FFF2-40B4-BE49-F238E27FC236}">
                <a16:creationId xmlns:a16="http://schemas.microsoft.com/office/drawing/2014/main" id="{EA2A4BC4-64E1-4DC0-A8B8-2FDE255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12-线-0057">
            <a:extLst xmlns:a="http://schemas.openxmlformats.org/drawingml/2006/main">
              <a:ext uri="{FF2B5EF4-FFF2-40B4-BE49-F238E27FC236}">
                <a16:creationId xmlns:a16="http://schemas.microsoft.com/office/drawing/2014/main" id="{BD8E16F3-16DF-4264-A92F-446A8231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8" name="p12-线-0058">
            <a:extLst xmlns:a="http://schemas.openxmlformats.org/drawingml/2006/main">
              <a:ext uri="{FF2B5EF4-FFF2-40B4-BE49-F238E27FC236}">
                <a16:creationId xmlns:a16="http://schemas.microsoft.com/office/drawing/2014/main" id="{84E91069-40AA-4A31-B4C2-6068B0CB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12-线-0059">
            <a:extLst xmlns:a="http://schemas.openxmlformats.org/drawingml/2006/main">
              <a:ext uri="{FF2B5EF4-FFF2-40B4-BE49-F238E27FC236}">
                <a16:creationId xmlns:a16="http://schemas.microsoft.com/office/drawing/2014/main" id="{8694D26B-52AB-4A13-BC9D-4FE6BA1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12-线-0060">
            <a:extLst xmlns:a="http://schemas.openxmlformats.org/drawingml/2006/main">
              <a:ext uri="{FF2B5EF4-FFF2-40B4-BE49-F238E27FC236}">
                <a16:creationId xmlns:a16="http://schemas.microsoft.com/office/drawing/2014/main" id="{DD022896-E18B-421E-AFF0-6E3013A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12-线-0061">
            <a:extLst xmlns:a="http://schemas.openxmlformats.org/drawingml/2006/main">
              <a:ext uri="{FF2B5EF4-FFF2-40B4-BE49-F238E27FC236}">
                <a16:creationId xmlns:a16="http://schemas.microsoft.com/office/drawing/2014/main" id="{EB9ACAE1-B828-4EAC-83EB-2D7C72AA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12-线-0062">
            <a:extLst xmlns:a="http://schemas.openxmlformats.org/drawingml/2006/main">
              <a:ext uri="{FF2B5EF4-FFF2-40B4-BE49-F238E27FC236}">
                <a16:creationId xmlns:a16="http://schemas.microsoft.com/office/drawing/2014/main" id="{F8E163C6-3AB1-4BAF-B391-A2BF1DEA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12-线-0063">
            <a:extLst xmlns:a="http://schemas.openxmlformats.org/drawingml/2006/main">
              <a:ext uri="{FF2B5EF4-FFF2-40B4-BE49-F238E27FC236}">
                <a16:creationId xmlns:a16="http://schemas.microsoft.com/office/drawing/2014/main" id="{7542D663-16E0-4CAA-89CA-4CBA4F6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12-线-0064">
            <a:extLst xmlns:a="http://schemas.openxmlformats.org/drawingml/2006/main">
              <a:ext uri="{FF2B5EF4-FFF2-40B4-BE49-F238E27FC236}">
                <a16:creationId xmlns:a16="http://schemas.microsoft.com/office/drawing/2014/main" id="{5C15F399-2DC0-462E-9586-511CB74A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12-线-0065">
            <a:extLst xmlns:a="http://schemas.openxmlformats.org/drawingml/2006/main">
              <a:ext uri="{FF2B5EF4-FFF2-40B4-BE49-F238E27FC236}">
                <a16:creationId xmlns:a16="http://schemas.microsoft.com/office/drawing/2014/main" id="{83391987-CE7B-4FED-AA34-83A5C729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12-线-0066">
            <a:extLst xmlns:a="http://schemas.openxmlformats.org/drawingml/2006/main">
              <a:ext uri="{FF2B5EF4-FFF2-40B4-BE49-F238E27FC236}">
                <a16:creationId xmlns:a16="http://schemas.microsoft.com/office/drawing/2014/main" id="{2996EAC5-7CAB-4C7E-8C5D-BFF7A49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12-线-0067">
            <a:extLst xmlns:a="http://schemas.openxmlformats.org/drawingml/2006/main">
              <a:ext uri="{FF2B5EF4-FFF2-40B4-BE49-F238E27FC236}">
                <a16:creationId xmlns:a16="http://schemas.microsoft.com/office/drawing/2014/main" id="{DEE6A1DF-37AF-4F7F-893C-87F7DC92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8" name="p12-线-0068">
            <a:extLst xmlns:a="http://schemas.openxmlformats.org/drawingml/2006/main">
              <a:ext uri="{FF2B5EF4-FFF2-40B4-BE49-F238E27FC236}">
                <a16:creationId xmlns:a16="http://schemas.microsoft.com/office/drawing/2014/main" id="{2F4286C1-4922-4F15-A7A4-60721FA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12-线-0069">
            <a:extLst xmlns:a="http://schemas.openxmlformats.org/drawingml/2006/main">
              <a:ext uri="{FF2B5EF4-FFF2-40B4-BE49-F238E27FC236}">
                <a16:creationId xmlns:a16="http://schemas.microsoft.com/office/drawing/2014/main" id="{28D36A9F-0C51-4B69-88F6-D77435AC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12-线-0070">
            <a:extLst xmlns:a="http://schemas.openxmlformats.org/drawingml/2006/main">
              <a:ext uri="{FF2B5EF4-FFF2-40B4-BE49-F238E27FC236}">
                <a16:creationId xmlns:a16="http://schemas.microsoft.com/office/drawing/2014/main" id="{A4F32D59-0788-42E0-A11E-C008015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1" name="p12-线-0071">
            <a:extLst xmlns:a="http://schemas.openxmlformats.org/drawingml/2006/main">
              <a:ext uri="{FF2B5EF4-FFF2-40B4-BE49-F238E27FC236}">
                <a16:creationId xmlns:a16="http://schemas.microsoft.com/office/drawing/2014/main" id="{221E8A4A-74D8-4286-89BE-49307751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12-线-0072">
            <a:extLst xmlns:a="http://schemas.openxmlformats.org/drawingml/2006/main">
              <a:ext uri="{FF2B5EF4-FFF2-40B4-BE49-F238E27FC236}">
                <a16:creationId xmlns:a16="http://schemas.microsoft.com/office/drawing/2014/main" id="{F5A6D470-94CA-432D-9B94-E9123BF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12-线-0073">
            <a:extLst xmlns:a="http://schemas.openxmlformats.org/drawingml/2006/main">
              <a:ext uri="{FF2B5EF4-FFF2-40B4-BE49-F238E27FC236}">
                <a16:creationId xmlns:a16="http://schemas.microsoft.com/office/drawing/2014/main" id="{E87BAAA0-3E1F-44A4-B07A-B3BAA940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12-线-0074">
            <a:extLst xmlns:a="http://schemas.openxmlformats.org/drawingml/2006/main">
              <a:ext uri="{FF2B5EF4-FFF2-40B4-BE49-F238E27FC236}">
                <a16:creationId xmlns:a16="http://schemas.microsoft.com/office/drawing/2014/main" id="{F43D640C-6FA0-478C-86DA-AFC3EE56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12-线-0075">
            <a:extLst xmlns:a="http://schemas.openxmlformats.org/drawingml/2006/main">
              <a:ext uri="{FF2B5EF4-FFF2-40B4-BE49-F238E27FC236}">
                <a16:creationId xmlns:a16="http://schemas.microsoft.com/office/drawing/2014/main" id="{74F6F7C1-E440-4E43-BAD1-0BDE5BF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12-线-0076">
            <a:extLst xmlns:a="http://schemas.openxmlformats.org/drawingml/2006/main">
              <a:ext uri="{FF2B5EF4-FFF2-40B4-BE49-F238E27FC236}">
                <a16:creationId xmlns:a16="http://schemas.microsoft.com/office/drawing/2014/main" id="{CE6AA0A5-663E-4C96-840B-58A20CA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7" name="p12-线-0077">
            <a:extLst xmlns:a="http://schemas.openxmlformats.org/drawingml/2006/main">
              <a:ext uri="{FF2B5EF4-FFF2-40B4-BE49-F238E27FC236}">
                <a16:creationId xmlns:a16="http://schemas.microsoft.com/office/drawing/2014/main" id="{0132A5A0-309C-4791-BC94-59A3F324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12-线-0078">
            <a:extLst xmlns:a="http://schemas.openxmlformats.org/drawingml/2006/main">
              <a:ext uri="{FF2B5EF4-FFF2-40B4-BE49-F238E27FC236}">
                <a16:creationId xmlns:a16="http://schemas.microsoft.com/office/drawing/2014/main" id="{C9EFECC1-DEAC-45E7-A9AD-CD42F176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12-线-0079">
            <a:extLst xmlns:a="http://schemas.openxmlformats.org/drawingml/2006/main">
              <a:ext uri="{FF2B5EF4-FFF2-40B4-BE49-F238E27FC236}">
                <a16:creationId xmlns:a16="http://schemas.microsoft.com/office/drawing/2014/main" id="{1E26B9F8-777F-4655-9F9C-C9FFCEC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0" name="p12-线-0080">
            <a:extLst xmlns:a="http://schemas.openxmlformats.org/drawingml/2006/main">
              <a:ext uri="{FF2B5EF4-FFF2-40B4-BE49-F238E27FC236}">
                <a16:creationId xmlns:a16="http://schemas.microsoft.com/office/drawing/2014/main" id="{8D647C78-0B5D-405E-AF72-999A68E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12-线-0081">
            <a:extLst xmlns:a="http://schemas.openxmlformats.org/drawingml/2006/main">
              <a:ext uri="{FF2B5EF4-FFF2-40B4-BE49-F238E27FC236}">
                <a16:creationId xmlns:a16="http://schemas.microsoft.com/office/drawing/2014/main" id="{00D0D3FA-C78A-4C39-A5A7-08D4C90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12-线-0082">
            <a:extLst xmlns:a="http://schemas.openxmlformats.org/drawingml/2006/main">
              <a:ext uri="{FF2B5EF4-FFF2-40B4-BE49-F238E27FC236}">
                <a16:creationId xmlns:a16="http://schemas.microsoft.com/office/drawing/2014/main" id="{14F69ADC-7374-4C5A-A166-9B16839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3" name="p12-线-0083">
            <a:extLst xmlns:a="http://schemas.openxmlformats.org/drawingml/2006/main">
              <a:ext uri="{FF2B5EF4-FFF2-40B4-BE49-F238E27FC236}">
                <a16:creationId xmlns:a16="http://schemas.microsoft.com/office/drawing/2014/main" id="{8519603A-14F9-4A14-B5C6-49816F9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12-线-0084">
            <a:extLst xmlns:a="http://schemas.openxmlformats.org/drawingml/2006/main">
              <a:ext uri="{FF2B5EF4-FFF2-40B4-BE49-F238E27FC236}">
                <a16:creationId xmlns:a16="http://schemas.microsoft.com/office/drawing/2014/main" id="{1444B5C2-EC2D-45BB-B24E-CB88FBD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12-线-0085">
            <a:extLst xmlns:a="http://schemas.openxmlformats.org/drawingml/2006/main">
              <a:ext uri="{FF2B5EF4-FFF2-40B4-BE49-F238E27FC236}">
                <a16:creationId xmlns:a16="http://schemas.microsoft.com/office/drawing/2014/main" id="{078EC443-8480-431A-AC23-D1F1847C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6" name="p12-线-0086">
            <a:extLst xmlns:a="http://schemas.openxmlformats.org/drawingml/2006/main">
              <a:ext uri="{FF2B5EF4-FFF2-40B4-BE49-F238E27FC236}">
                <a16:creationId xmlns:a16="http://schemas.microsoft.com/office/drawing/2014/main" id="{281BE880-A652-4C2A-86DA-4B810D6B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12-线-0087">
            <a:extLst xmlns:a="http://schemas.openxmlformats.org/drawingml/2006/main">
              <a:ext uri="{FF2B5EF4-FFF2-40B4-BE49-F238E27FC236}">
                <a16:creationId xmlns:a16="http://schemas.microsoft.com/office/drawing/2014/main" id="{F5BAFE0A-05ED-4A46-A141-B37E19F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12-线-0088">
            <a:extLst xmlns:a="http://schemas.openxmlformats.org/drawingml/2006/main">
              <a:ext uri="{FF2B5EF4-FFF2-40B4-BE49-F238E27FC236}">
                <a16:creationId xmlns:a16="http://schemas.microsoft.com/office/drawing/2014/main" id="{414204E5-A180-4EBA-AEC8-A9C80A53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9" name="p12-线-0089">
            <a:extLst xmlns:a="http://schemas.openxmlformats.org/drawingml/2006/main">
              <a:ext uri="{FF2B5EF4-FFF2-40B4-BE49-F238E27FC236}">
                <a16:creationId xmlns:a16="http://schemas.microsoft.com/office/drawing/2014/main" id="{B71B73A6-6F5E-4D3D-B70A-CF60F2B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12-线-0090">
            <a:extLst xmlns:a="http://schemas.openxmlformats.org/drawingml/2006/main">
              <a:ext uri="{FF2B5EF4-FFF2-40B4-BE49-F238E27FC236}">
                <a16:creationId xmlns:a16="http://schemas.microsoft.com/office/drawing/2014/main" id="{D83D9BDD-7A7B-416E-AB39-867D8AD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12-线-0091">
            <a:extLst xmlns:a="http://schemas.openxmlformats.org/drawingml/2006/main">
              <a:ext uri="{FF2B5EF4-FFF2-40B4-BE49-F238E27FC236}">
                <a16:creationId xmlns:a16="http://schemas.microsoft.com/office/drawing/2014/main" id="{153AE578-4E17-469B-8D17-AD3CB4F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12-线-0092">
            <a:extLst xmlns:a="http://schemas.openxmlformats.org/drawingml/2006/main">
              <a:ext uri="{FF2B5EF4-FFF2-40B4-BE49-F238E27FC236}">
                <a16:creationId xmlns:a16="http://schemas.microsoft.com/office/drawing/2014/main" id="{CB1B8797-30CF-4341-959A-E918EB8E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1259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12-线-0093">
            <a:extLst xmlns:a="http://schemas.openxmlformats.org/drawingml/2006/main">
              <a:ext uri="{FF2B5EF4-FFF2-40B4-BE49-F238E27FC236}">
                <a16:creationId xmlns:a16="http://schemas.microsoft.com/office/drawing/2014/main" id="{1A8CD7DA-9B78-4D6C-AA63-2A26822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12-线-0094">
            <a:extLst xmlns:a="http://schemas.openxmlformats.org/drawingml/2006/main">
              <a:ext uri="{FF2B5EF4-FFF2-40B4-BE49-F238E27FC236}">
                <a16:creationId xmlns:a16="http://schemas.microsoft.com/office/drawing/2014/main" id="{B95CAAC2-C049-4124-9ACF-6A2FB26D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12594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12-线-0095">
            <a:extLst xmlns:a="http://schemas.openxmlformats.org/drawingml/2006/main">
              <a:ext uri="{FF2B5EF4-FFF2-40B4-BE49-F238E27FC236}">
                <a16:creationId xmlns:a16="http://schemas.microsoft.com/office/drawing/2014/main" id="{DAE7FA0A-747D-44E0-99A6-CEEA3D0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12594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12-线-0096">
            <a:extLst xmlns:a="http://schemas.openxmlformats.org/drawingml/2006/main">
              <a:ext uri="{FF2B5EF4-FFF2-40B4-BE49-F238E27FC236}">
                <a16:creationId xmlns:a16="http://schemas.microsoft.com/office/drawing/2014/main" id="{6E91082B-4CFD-4C1D-9072-2541B5B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12-线-0097">
            <a:extLst xmlns:a="http://schemas.openxmlformats.org/drawingml/2006/main">
              <a:ext uri="{FF2B5EF4-FFF2-40B4-BE49-F238E27FC236}">
                <a16:creationId xmlns:a16="http://schemas.microsoft.com/office/drawing/2014/main" id="{08D318FF-6A9D-46D4-B90A-15CE5B0A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12-线-0098">
            <a:extLst xmlns:a="http://schemas.openxmlformats.org/drawingml/2006/main">
              <a:ext uri="{FF2B5EF4-FFF2-40B4-BE49-F238E27FC236}">
                <a16:creationId xmlns:a16="http://schemas.microsoft.com/office/drawing/2014/main" id="{D3D4D314-9910-47A5-B49C-EFCE4C64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9" name="p12-线-0099">
            <a:extLst xmlns:a="http://schemas.openxmlformats.org/drawingml/2006/main">
              <a:ext uri="{FF2B5EF4-FFF2-40B4-BE49-F238E27FC236}">
                <a16:creationId xmlns:a16="http://schemas.microsoft.com/office/drawing/2014/main" id="{055F9998-F650-4132-AD8C-824FB7DD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12-线-0100">
            <a:extLst xmlns:a="http://schemas.openxmlformats.org/drawingml/2006/main">
              <a:ext uri="{FF2B5EF4-FFF2-40B4-BE49-F238E27FC236}">
                <a16:creationId xmlns:a16="http://schemas.microsoft.com/office/drawing/2014/main" id="{6228374C-3E67-4634-84FC-BDB7D71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12-线-0101">
            <a:extLst xmlns:a="http://schemas.openxmlformats.org/drawingml/2006/main">
              <a:ext uri="{FF2B5EF4-FFF2-40B4-BE49-F238E27FC236}">
                <a16:creationId xmlns:a16="http://schemas.microsoft.com/office/drawing/2014/main" id="{A929A253-D82A-4B88-B92F-C9F9257E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2" name="p12-线-0102">
            <a:extLst xmlns:a="http://schemas.openxmlformats.org/drawingml/2006/main">
              <a:ext uri="{FF2B5EF4-FFF2-40B4-BE49-F238E27FC236}">
                <a16:creationId xmlns:a16="http://schemas.microsoft.com/office/drawing/2014/main" id="{96C669C6-7B98-4E3C-B9A4-7E81BD1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12-线-0103">
            <a:extLst xmlns:a="http://schemas.openxmlformats.org/drawingml/2006/main">
              <a:ext uri="{FF2B5EF4-FFF2-40B4-BE49-F238E27FC236}">
                <a16:creationId xmlns:a16="http://schemas.microsoft.com/office/drawing/2014/main" id="{36C50DA8-F30F-4989-9F10-54550B72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12-线-0104">
            <a:extLst xmlns:a="http://schemas.openxmlformats.org/drawingml/2006/main">
              <a:ext uri="{FF2B5EF4-FFF2-40B4-BE49-F238E27FC236}">
                <a16:creationId xmlns:a16="http://schemas.microsoft.com/office/drawing/2014/main" id="{277E9667-D043-46A9-BE1D-5EBF74BB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12-线-0105">
            <a:extLst xmlns:a="http://schemas.openxmlformats.org/drawingml/2006/main">
              <a:ext uri="{FF2B5EF4-FFF2-40B4-BE49-F238E27FC236}">
                <a16:creationId xmlns:a16="http://schemas.microsoft.com/office/drawing/2014/main" id="{3A3D7B14-B95D-4B67-A9FB-623A00B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12-线-0106">
            <a:extLst xmlns:a="http://schemas.openxmlformats.org/drawingml/2006/main">
              <a:ext uri="{FF2B5EF4-FFF2-40B4-BE49-F238E27FC236}">
                <a16:creationId xmlns:a16="http://schemas.microsoft.com/office/drawing/2014/main" id="{4822FF61-2A3F-4E62-858A-D85A156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12-线-0107">
            <a:extLst xmlns:a="http://schemas.openxmlformats.org/drawingml/2006/main">
              <a:ext uri="{FF2B5EF4-FFF2-40B4-BE49-F238E27FC236}">
                <a16:creationId xmlns:a16="http://schemas.microsoft.com/office/drawing/2014/main" id="{D6D98258-EFB3-4A3D-989C-67F8EDB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8" name="p12-线-0108">
            <a:extLst xmlns:a="http://schemas.openxmlformats.org/drawingml/2006/main">
              <a:ext uri="{FF2B5EF4-FFF2-40B4-BE49-F238E27FC236}">
                <a16:creationId xmlns:a16="http://schemas.microsoft.com/office/drawing/2014/main" id="{9901C1FC-A198-4CB8-BEE7-F816314E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12-线-0109">
            <a:extLst xmlns:a="http://schemas.openxmlformats.org/drawingml/2006/main">
              <a:ext uri="{FF2B5EF4-FFF2-40B4-BE49-F238E27FC236}">
                <a16:creationId xmlns:a16="http://schemas.microsoft.com/office/drawing/2014/main" id="{AA144A78-80E5-49B2-9F36-6BBB5E9A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12-线-0110">
            <a:extLst xmlns:a="http://schemas.openxmlformats.org/drawingml/2006/main">
              <a:ext uri="{FF2B5EF4-FFF2-40B4-BE49-F238E27FC236}">
                <a16:creationId xmlns:a16="http://schemas.microsoft.com/office/drawing/2014/main" id="{D60E3B5E-C574-443C-B578-22BC3614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1" name="p12-线-0111">
            <a:extLst xmlns:a="http://schemas.openxmlformats.org/drawingml/2006/main">
              <a:ext uri="{FF2B5EF4-FFF2-40B4-BE49-F238E27FC236}">
                <a16:creationId xmlns:a16="http://schemas.microsoft.com/office/drawing/2014/main" id="{DD188111-E755-4333-A25A-7ADF190C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12-线-0112">
            <a:extLst xmlns:a="http://schemas.openxmlformats.org/drawingml/2006/main">
              <a:ext uri="{FF2B5EF4-FFF2-40B4-BE49-F238E27FC236}">
                <a16:creationId xmlns:a16="http://schemas.microsoft.com/office/drawing/2014/main" id="{FCE30DF4-7D6E-4C70-AC54-9BE18207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12-线-0113">
            <a:extLst xmlns:a="http://schemas.openxmlformats.org/drawingml/2006/main">
              <a:ext uri="{FF2B5EF4-FFF2-40B4-BE49-F238E27FC236}">
                <a16:creationId xmlns:a16="http://schemas.microsoft.com/office/drawing/2014/main" id="{CC754985-D358-45E2-AC90-CB2E08A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4" name="p12-线-0114">
            <a:extLst xmlns:a="http://schemas.openxmlformats.org/drawingml/2006/main">
              <a:ext uri="{FF2B5EF4-FFF2-40B4-BE49-F238E27FC236}">
                <a16:creationId xmlns:a16="http://schemas.microsoft.com/office/drawing/2014/main" id="{AACA6F1C-C854-48AD-BD2F-7D4E552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12-线-0115">
            <a:extLst xmlns:a="http://schemas.openxmlformats.org/drawingml/2006/main">
              <a:ext uri="{FF2B5EF4-FFF2-40B4-BE49-F238E27FC236}">
                <a16:creationId xmlns:a16="http://schemas.microsoft.com/office/drawing/2014/main" id="{D75401B9-5D08-4597-AE65-5EFA0429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12-线-0116">
            <a:extLst xmlns:a="http://schemas.openxmlformats.org/drawingml/2006/main">
              <a:ext uri="{FF2B5EF4-FFF2-40B4-BE49-F238E27FC236}">
                <a16:creationId xmlns:a16="http://schemas.microsoft.com/office/drawing/2014/main" id="{BFEC675E-BD09-47B0-BD98-8C07814C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7" name="p12-线-0117">
            <a:extLst xmlns:a="http://schemas.openxmlformats.org/drawingml/2006/main">
              <a:ext uri="{FF2B5EF4-FFF2-40B4-BE49-F238E27FC236}">
                <a16:creationId xmlns:a16="http://schemas.microsoft.com/office/drawing/2014/main" id="{82909582-C87A-4337-BEE5-592FB36B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12-线-0118">
            <a:extLst xmlns:a="http://schemas.openxmlformats.org/drawingml/2006/main">
              <a:ext uri="{FF2B5EF4-FFF2-40B4-BE49-F238E27FC236}">
                <a16:creationId xmlns:a16="http://schemas.microsoft.com/office/drawing/2014/main" id="{38B74B80-2A8A-4F37-A5FB-376CDD4B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12-线-0119">
            <a:extLst xmlns:a="http://schemas.openxmlformats.org/drawingml/2006/main">
              <a:ext uri="{FF2B5EF4-FFF2-40B4-BE49-F238E27FC236}">
                <a16:creationId xmlns:a16="http://schemas.microsoft.com/office/drawing/2014/main" id="{D9A8C56A-EC20-4A26-9F60-A55E982D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0" name="p12-线-0120">
            <a:extLst xmlns:a="http://schemas.openxmlformats.org/drawingml/2006/main">
              <a:ext uri="{FF2B5EF4-FFF2-40B4-BE49-F238E27FC236}">
                <a16:creationId xmlns:a16="http://schemas.microsoft.com/office/drawing/2014/main" id="{77981402-648D-4F45-A10E-997A833D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12-线-0121">
            <a:extLst xmlns:a="http://schemas.openxmlformats.org/drawingml/2006/main">
              <a:ext uri="{FF2B5EF4-FFF2-40B4-BE49-F238E27FC236}">
                <a16:creationId xmlns:a16="http://schemas.microsoft.com/office/drawing/2014/main" id="{07FADD1F-4783-43BF-9405-37C0CE7E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12-线-0122">
            <a:extLst xmlns:a="http://schemas.openxmlformats.org/drawingml/2006/main">
              <a:ext uri="{FF2B5EF4-FFF2-40B4-BE49-F238E27FC236}">
                <a16:creationId xmlns:a16="http://schemas.microsoft.com/office/drawing/2014/main" id="{CB548229-09BF-4132-A971-662C5772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12-线-0123">
            <a:extLst xmlns:a="http://schemas.openxmlformats.org/drawingml/2006/main">
              <a:ext uri="{FF2B5EF4-FFF2-40B4-BE49-F238E27FC236}">
                <a16:creationId xmlns:a16="http://schemas.microsoft.com/office/drawing/2014/main" id="{61C17792-DCBD-4B49-9290-F0CBA928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3038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12-线-0124">
            <a:extLst xmlns:a="http://schemas.openxmlformats.org/drawingml/2006/main">
              <a:ext uri="{FF2B5EF4-FFF2-40B4-BE49-F238E27FC236}">
                <a16:creationId xmlns:a16="http://schemas.microsoft.com/office/drawing/2014/main" id="{754922B3-6066-4F2E-8126-D1549DA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12-线-0125">
            <a:extLst xmlns:a="http://schemas.openxmlformats.org/drawingml/2006/main">
              <a:ext uri="{FF2B5EF4-FFF2-40B4-BE49-F238E27FC236}">
                <a16:creationId xmlns:a16="http://schemas.microsoft.com/office/drawing/2014/main" id="{2C6CD202-BD7A-45DB-8B23-EAA81B2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3038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12-线-0126">
            <a:extLst xmlns:a="http://schemas.openxmlformats.org/drawingml/2006/main">
              <a:ext uri="{FF2B5EF4-FFF2-40B4-BE49-F238E27FC236}">
                <a16:creationId xmlns:a16="http://schemas.microsoft.com/office/drawing/2014/main" id="{32C52551-28FA-48B8-8143-14D1B38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63038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12-线-0127">
            <a:extLst xmlns:a="http://schemas.openxmlformats.org/drawingml/2006/main">
              <a:ext uri="{FF2B5EF4-FFF2-40B4-BE49-F238E27FC236}">
                <a16:creationId xmlns:a16="http://schemas.microsoft.com/office/drawing/2014/main" id="{79FC0049-3759-4FAE-9366-B6EBD3B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12-线-0128">
            <a:extLst xmlns:a="http://schemas.openxmlformats.org/drawingml/2006/main">
              <a:ext uri="{FF2B5EF4-FFF2-40B4-BE49-F238E27FC236}">
                <a16:creationId xmlns:a16="http://schemas.microsoft.com/office/drawing/2014/main" id="{3FD13DA0-3B9F-4331-B37F-7A25CE1C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12-线-0129">
            <a:extLst xmlns:a="http://schemas.openxmlformats.org/drawingml/2006/main">
              <a:ext uri="{FF2B5EF4-FFF2-40B4-BE49-F238E27FC236}">
                <a16:creationId xmlns:a16="http://schemas.microsoft.com/office/drawing/2014/main" id="{B6B488F3-2526-4793-A4FD-BDFB094A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0" name="p12-线-0130">
            <a:extLst xmlns:a="http://schemas.openxmlformats.org/drawingml/2006/main">
              <a:ext uri="{FF2B5EF4-FFF2-40B4-BE49-F238E27FC236}">
                <a16:creationId xmlns:a16="http://schemas.microsoft.com/office/drawing/2014/main" id="{2118913B-C6EE-40A2-8745-2E011EA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12-线-0131">
            <a:extLst xmlns:a="http://schemas.openxmlformats.org/drawingml/2006/main">
              <a:ext uri="{FF2B5EF4-FFF2-40B4-BE49-F238E27FC236}">
                <a16:creationId xmlns:a16="http://schemas.microsoft.com/office/drawing/2014/main" id="{E12626FE-7DA2-49BF-B0FF-D973F393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12-线-0132">
            <a:extLst xmlns:a="http://schemas.openxmlformats.org/drawingml/2006/main">
              <a:ext uri="{FF2B5EF4-FFF2-40B4-BE49-F238E27FC236}">
                <a16:creationId xmlns:a16="http://schemas.microsoft.com/office/drawing/2014/main" id="{FEF30D78-15D2-4212-A3D1-EB428595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3" name="p12-线-0133">
            <a:extLst xmlns:a="http://schemas.openxmlformats.org/drawingml/2006/main">
              <a:ext uri="{FF2B5EF4-FFF2-40B4-BE49-F238E27FC236}">
                <a16:creationId xmlns:a16="http://schemas.microsoft.com/office/drawing/2014/main" id="{F5F95946-63F7-4AFF-B6A8-52A7F61C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12-线-0134">
            <a:extLst xmlns:a="http://schemas.openxmlformats.org/drawingml/2006/main">
              <a:ext uri="{FF2B5EF4-FFF2-40B4-BE49-F238E27FC236}">
                <a16:creationId xmlns:a16="http://schemas.microsoft.com/office/drawing/2014/main" id="{7F7F9A3C-C5CA-4BE3-A182-BD1DEA99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12-线-0135">
            <a:extLst xmlns:a="http://schemas.openxmlformats.org/drawingml/2006/main">
              <a:ext uri="{FF2B5EF4-FFF2-40B4-BE49-F238E27FC236}">
                <a16:creationId xmlns:a16="http://schemas.microsoft.com/office/drawing/2014/main" id="{B1403A13-4BC7-4C3A-89B4-11EA4440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12-线-0136">
            <a:extLst xmlns:a="http://schemas.openxmlformats.org/drawingml/2006/main">
              <a:ext uri="{FF2B5EF4-FFF2-40B4-BE49-F238E27FC236}">
                <a16:creationId xmlns:a16="http://schemas.microsoft.com/office/drawing/2014/main" id="{3A7ECE56-4CED-44D7-8EC1-096F59E6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12-线-0137">
            <a:extLst xmlns:a="http://schemas.openxmlformats.org/drawingml/2006/main">
              <a:ext uri="{FF2B5EF4-FFF2-40B4-BE49-F238E27FC236}">
                <a16:creationId xmlns:a16="http://schemas.microsoft.com/office/drawing/2014/main" id="{EFFA1CE3-50A7-48F9-941D-687FF7B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12-线-0138">
            <a:extLst xmlns:a="http://schemas.openxmlformats.org/drawingml/2006/main">
              <a:ext uri="{FF2B5EF4-FFF2-40B4-BE49-F238E27FC236}">
                <a16:creationId xmlns:a16="http://schemas.microsoft.com/office/drawing/2014/main" id="{C5BCAC05-3951-41F2-A478-6453E45B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9" name="p12-线-0139">
            <a:extLst xmlns:a="http://schemas.openxmlformats.org/drawingml/2006/main">
              <a:ext uri="{FF2B5EF4-FFF2-40B4-BE49-F238E27FC236}">
                <a16:creationId xmlns:a16="http://schemas.microsoft.com/office/drawing/2014/main" id="{4F8CC26E-7A20-491E-9C78-298F6740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12-线-0140">
            <a:extLst xmlns:a="http://schemas.openxmlformats.org/drawingml/2006/main">
              <a:ext uri="{FF2B5EF4-FFF2-40B4-BE49-F238E27FC236}">
                <a16:creationId xmlns:a16="http://schemas.microsoft.com/office/drawing/2014/main" id="{2CF97D85-6AD6-4479-9901-C471379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12-线-0141">
            <a:extLst xmlns:a="http://schemas.openxmlformats.org/drawingml/2006/main">
              <a:ext uri="{FF2B5EF4-FFF2-40B4-BE49-F238E27FC236}">
                <a16:creationId xmlns:a16="http://schemas.microsoft.com/office/drawing/2014/main" id="{F3B41020-E507-4E2F-A333-09AFAD6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2" name="p12-线-0142">
            <a:extLst xmlns:a="http://schemas.openxmlformats.org/drawingml/2006/main">
              <a:ext uri="{FF2B5EF4-FFF2-40B4-BE49-F238E27FC236}">
                <a16:creationId xmlns:a16="http://schemas.microsoft.com/office/drawing/2014/main" id="{DCA90B95-C4A3-4956-8BAA-5AE73B1D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12-线-0143">
            <a:extLst xmlns:a="http://schemas.openxmlformats.org/drawingml/2006/main">
              <a:ext uri="{FF2B5EF4-FFF2-40B4-BE49-F238E27FC236}">
                <a16:creationId xmlns:a16="http://schemas.microsoft.com/office/drawing/2014/main" id="{ED8B04C7-8B76-4316-8A11-700A295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12-线-0144">
            <a:extLst xmlns:a="http://schemas.openxmlformats.org/drawingml/2006/main">
              <a:ext uri="{FF2B5EF4-FFF2-40B4-BE49-F238E27FC236}">
                <a16:creationId xmlns:a16="http://schemas.microsoft.com/office/drawing/2014/main" id="{1F1EC37A-8857-4479-9DDF-2F490C96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5" name="p12-线-0145">
            <a:extLst xmlns:a="http://schemas.openxmlformats.org/drawingml/2006/main">
              <a:ext uri="{FF2B5EF4-FFF2-40B4-BE49-F238E27FC236}">
                <a16:creationId xmlns:a16="http://schemas.microsoft.com/office/drawing/2014/main" id="{4687FB7F-9145-4BBD-B543-7AF7BE78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12-线-0146">
            <a:extLst xmlns:a="http://schemas.openxmlformats.org/drawingml/2006/main">
              <a:ext uri="{FF2B5EF4-FFF2-40B4-BE49-F238E27FC236}">
                <a16:creationId xmlns:a16="http://schemas.microsoft.com/office/drawing/2014/main" id="{F1FE08E3-5839-4F3B-93AE-7C0A4E6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12-线-0147">
            <a:extLst xmlns:a="http://schemas.openxmlformats.org/drawingml/2006/main">
              <a:ext uri="{FF2B5EF4-FFF2-40B4-BE49-F238E27FC236}">
                <a16:creationId xmlns:a16="http://schemas.microsoft.com/office/drawing/2014/main" id="{FABC02BE-4C79-4EE4-9BDA-5569E99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8" name="p12-线-0148">
            <a:extLst xmlns:a="http://schemas.openxmlformats.org/drawingml/2006/main">
              <a:ext uri="{FF2B5EF4-FFF2-40B4-BE49-F238E27FC236}">
                <a16:creationId xmlns:a16="http://schemas.microsoft.com/office/drawing/2014/main" id="{1E9FC23F-38C6-42D5-AF93-434B7BF3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12-线-0149">
            <a:extLst xmlns:a="http://schemas.openxmlformats.org/drawingml/2006/main">
              <a:ext uri="{FF2B5EF4-FFF2-40B4-BE49-F238E27FC236}">
                <a16:creationId xmlns:a16="http://schemas.microsoft.com/office/drawing/2014/main" id="{33F5BA25-647C-4162-9F38-0DE286E8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12-线-0150">
            <a:extLst xmlns:a="http://schemas.openxmlformats.org/drawingml/2006/main">
              <a:ext uri="{FF2B5EF4-FFF2-40B4-BE49-F238E27FC236}">
                <a16:creationId xmlns:a16="http://schemas.microsoft.com/office/drawing/2014/main" id="{9DCA0F63-CD43-444A-9E2A-E6DE7C0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1" name="p12-线-0151">
            <a:extLst xmlns:a="http://schemas.openxmlformats.org/drawingml/2006/main">
              <a:ext uri="{FF2B5EF4-FFF2-40B4-BE49-F238E27FC236}">
                <a16:creationId xmlns:a16="http://schemas.microsoft.com/office/drawing/2014/main" id="{5ADA4CD7-9A59-406C-BFED-57FE2FF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12-线-0152">
            <a:extLst xmlns:a="http://schemas.openxmlformats.org/drawingml/2006/main">
              <a:ext uri="{FF2B5EF4-FFF2-40B4-BE49-F238E27FC236}">
                <a16:creationId xmlns:a16="http://schemas.microsoft.com/office/drawing/2014/main" id="{DE098F1C-3171-4863-8A1F-6168CD45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12-线-0153">
            <a:extLst xmlns:a="http://schemas.openxmlformats.org/drawingml/2006/main">
              <a:ext uri="{FF2B5EF4-FFF2-40B4-BE49-F238E27FC236}">
                <a16:creationId xmlns:a16="http://schemas.microsoft.com/office/drawing/2014/main" id="{2ACF18AA-82A8-4676-8795-C1E0B9B5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12-线-0154">
            <a:extLst xmlns:a="http://schemas.openxmlformats.org/drawingml/2006/main">
              <a:ext uri="{FF2B5EF4-FFF2-40B4-BE49-F238E27FC236}">
                <a16:creationId xmlns:a16="http://schemas.microsoft.com/office/drawing/2014/main" id="{5DB03C98-7C8E-4C0F-B8C5-128C950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3482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12-线-0155">
            <a:extLst xmlns:a="http://schemas.openxmlformats.org/drawingml/2006/main">
              <a:ext uri="{FF2B5EF4-FFF2-40B4-BE49-F238E27FC236}">
                <a16:creationId xmlns:a16="http://schemas.microsoft.com/office/drawing/2014/main" id="{D14CB534-3037-43DF-B060-AB4F6968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12-线-0156">
            <a:extLst xmlns:a="http://schemas.openxmlformats.org/drawingml/2006/main">
              <a:ext uri="{FF2B5EF4-FFF2-40B4-BE49-F238E27FC236}">
                <a16:creationId xmlns:a16="http://schemas.microsoft.com/office/drawing/2014/main" id="{E619986A-517B-4E43-B558-AA53574E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3482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12-线-0157">
            <a:extLst xmlns:a="http://schemas.openxmlformats.org/drawingml/2006/main">
              <a:ext uri="{FF2B5EF4-FFF2-40B4-BE49-F238E27FC236}">
                <a16:creationId xmlns:a16="http://schemas.microsoft.com/office/drawing/2014/main" id="{5E71105C-5AFF-4C9C-9C94-E1C0EA1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3482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12-线-0158">
            <a:extLst xmlns:a="http://schemas.openxmlformats.org/drawingml/2006/main">
              <a:ext uri="{FF2B5EF4-FFF2-40B4-BE49-F238E27FC236}">
                <a16:creationId xmlns:a16="http://schemas.microsoft.com/office/drawing/2014/main" id="{3607D519-84CE-4476-8882-4EF54745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12-线-0159">
            <a:extLst xmlns:a="http://schemas.openxmlformats.org/drawingml/2006/main">
              <a:ext uri="{FF2B5EF4-FFF2-40B4-BE49-F238E27FC236}">
                <a16:creationId xmlns:a16="http://schemas.microsoft.com/office/drawing/2014/main" id="{F953F252-9557-455E-84A3-847D6D0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12-线-0160">
            <a:extLst xmlns:a="http://schemas.openxmlformats.org/drawingml/2006/main">
              <a:ext uri="{FF2B5EF4-FFF2-40B4-BE49-F238E27FC236}">
                <a16:creationId xmlns:a16="http://schemas.microsoft.com/office/drawing/2014/main" id="{65F9EB62-B846-47E2-B783-1FF2D9BF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1" name="p12-线-0161">
            <a:extLst xmlns:a="http://schemas.openxmlformats.org/drawingml/2006/main">
              <a:ext uri="{FF2B5EF4-FFF2-40B4-BE49-F238E27FC236}">
                <a16:creationId xmlns:a16="http://schemas.microsoft.com/office/drawing/2014/main" id="{6B5D2496-A0FD-46B3-B2CA-0E0139D9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12-线-0162">
            <a:extLst xmlns:a="http://schemas.openxmlformats.org/drawingml/2006/main">
              <a:ext uri="{FF2B5EF4-FFF2-40B4-BE49-F238E27FC236}">
                <a16:creationId xmlns:a16="http://schemas.microsoft.com/office/drawing/2014/main" id="{8992CF34-6471-4A44-8394-CD1C8FFF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12-线-0163">
            <a:extLst xmlns:a="http://schemas.openxmlformats.org/drawingml/2006/main">
              <a:ext uri="{FF2B5EF4-FFF2-40B4-BE49-F238E27FC236}">
                <a16:creationId xmlns:a16="http://schemas.microsoft.com/office/drawing/2014/main" id="{A1054FA1-372B-4FA6-85F7-13F59CE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4" name="p12-线-0164">
            <a:extLst xmlns:a="http://schemas.openxmlformats.org/drawingml/2006/main">
              <a:ext uri="{FF2B5EF4-FFF2-40B4-BE49-F238E27FC236}">
                <a16:creationId xmlns:a16="http://schemas.microsoft.com/office/drawing/2014/main" id="{53493D8E-6708-4648-A4CB-B41D849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12-线-0165">
            <a:extLst xmlns:a="http://schemas.openxmlformats.org/drawingml/2006/main">
              <a:ext uri="{FF2B5EF4-FFF2-40B4-BE49-F238E27FC236}">
                <a16:creationId xmlns:a16="http://schemas.microsoft.com/office/drawing/2014/main" id="{D0EF247C-7A1F-469B-92A4-5616CC33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12-线-0166">
            <a:extLst xmlns:a="http://schemas.openxmlformats.org/drawingml/2006/main">
              <a:ext uri="{FF2B5EF4-FFF2-40B4-BE49-F238E27FC236}">
                <a16:creationId xmlns:a16="http://schemas.microsoft.com/office/drawing/2014/main" id="{61A99E9A-B0A5-4A68-89EB-A4B0170F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12-线-0167">
            <a:extLst xmlns:a="http://schemas.openxmlformats.org/drawingml/2006/main">
              <a:ext uri="{FF2B5EF4-FFF2-40B4-BE49-F238E27FC236}">
                <a16:creationId xmlns:a16="http://schemas.microsoft.com/office/drawing/2014/main" id="{FBCBD853-292A-4232-B93C-8B661890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12-线-0168">
            <a:extLst xmlns:a="http://schemas.openxmlformats.org/drawingml/2006/main">
              <a:ext uri="{FF2B5EF4-FFF2-40B4-BE49-F238E27FC236}">
                <a16:creationId xmlns:a16="http://schemas.microsoft.com/office/drawing/2014/main" id="{181EF9B5-BC8B-42EC-8254-C2CDF490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12-线-0169">
            <a:extLst xmlns:a="http://schemas.openxmlformats.org/drawingml/2006/main">
              <a:ext uri="{FF2B5EF4-FFF2-40B4-BE49-F238E27FC236}">
                <a16:creationId xmlns:a16="http://schemas.microsoft.com/office/drawing/2014/main" id="{12419C65-0E87-49FE-A5F0-341E06CA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0" name="p12-线-0170">
            <a:extLst xmlns:a="http://schemas.openxmlformats.org/drawingml/2006/main">
              <a:ext uri="{FF2B5EF4-FFF2-40B4-BE49-F238E27FC236}">
                <a16:creationId xmlns:a16="http://schemas.microsoft.com/office/drawing/2014/main" id="{DE15DE70-6B55-4DEF-8537-6301B244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12-线-0171">
            <a:extLst xmlns:a="http://schemas.openxmlformats.org/drawingml/2006/main">
              <a:ext uri="{FF2B5EF4-FFF2-40B4-BE49-F238E27FC236}">
                <a16:creationId xmlns:a16="http://schemas.microsoft.com/office/drawing/2014/main" id="{F50BE65D-2AED-468B-80B1-B8162766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12-线-0172">
            <a:extLst xmlns:a="http://schemas.openxmlformats.org/drawingml/2006/main">
              <a:ext uri="{FF2B5EF4-FFF2-40B4-BE49-F238E27FC236}">
                <a16:creationId xmlns:a16="http://schemas.microsoft.com/office/drawing/2014/main" id="{42FFD275-4BEB-4627-8D3F-3F72B7A8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3" name="p12-线-0173">
            <a:extLst xmlns:a="http://schemas.openxmlformats.org/drawingml/2006/main">
              <a:ext uri="{FF2B5EF4-FFF2-40B4-BE49-F238E27FC236}">
                <a16:creationId xmlns:a16="http://schemas.microsoft.com/office/drawing/2014/main" id="{65ED0BD5-E706-40AF-8CBB-C2864A5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12-线-0174">
            <a:extLst xmlns:a="http://schemas.openxmlformats.org/drawingml/2006/main">
              <a:ext uri="{FF2B5EF4-FFF2-40B4-BE49-F238E27FC236}">
                <a16:creationId xmlns:a16="http://schemas.microsoft.com/office/drawing/2014/main" id="{4792937E-E1EF-4C5E-805F-3164CE0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12-线-0175">
            <a:extLst xmlns:a="http://schemas.openxmlformats.org/drawingml/2006/main">
              <a:ext uri="{FF2B5EF4-FFF2-40B4-BE49-F238E27FC236}">
                <a16:creationId xmlns:a16="http://schemas.microsoft.com/office/drawing/2014/main" id="{356B10A4-89B2-4491-B7ED-3BD87594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6" name="p12-线-0176">
            <a:extLst xmlns:a="http://schemas.openxmlformats.org/drawingml/2006/main">
              <a:ext uri="{FF2B5EF4-FFF2-40B4-BE49-F238E27FC236}">
                <a16:creationId xmlns:a16="http://schemas.microsoft.com/office/drawing/2014/main" id="{80FCBB0F-24F1-4C96-87F5-7C6F33E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12-线-0177">
            <a:extLst xmlns:a="http://schemas.openxmlformats.org/drawingml/2006/main">
              <a:ext uri="{FF2B5EF4-FFF2-40B4-BE49-F238E27FC236}">
                <a16:creationId xmlns:a16="http://schemas.microsoft.com/office/drawing/2014/main" id="{CFB95D0B-94EF-4F39-8D45-3AF2CF2D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12-线-0178">
            <a:extLst xmlns:a="http://schemas.openxmlformats.org/drawingml/2006/main">
              <a:ext uri="{FF2B5EF4-FFF2-40B4-BE49-F238E27FC236}">
                <a16:creationId xmlns:a16="http://schemas.microsoft.com/office/drawing/2014/main" id="{D002F45A-CCBB-488C-BD3F-90D91ABB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9" name="p12-线-0179">
            <a:extLst xmlns:a="http://schemas.openxmlformats.org/drawingml/2006/main">
              <a:ext uri="{FF2B5EF4-FFF2-40B4-BE49-F238E27FC236}">
                <a16:creationId xmlns:a16="http://schemas.microsoft.com/office/drawing/2014/main" id="{798FE60E-4523-4ECF-8AEE-F137374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12-线-0180">
            <a:extLst xmlns:a="http://schemas.openxmlformats.org/drawingml/2006/main">
              <a:ext uri="{FF2B5EF4-FFF2-40B4-BE49-F238E27FC236}">
                <a16:creationId xmlns:a16="http://schemas.microsoft.com/office/drawing/2014/main" id="{77220AB2-D9A3-4BBC-AA7B-A023EB3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12-线-0181">
            <a:extLst xmlns:a="http://schemas.openxmlformats.org/drawingml/2006/main">
              <a:ext uri="{FF2B5EF4-FFF2-40B4-BE49-F238E27FC236}">
                <a16:creationId xmlns:a16="http://schemas.microsoft.com/office/drawing/2014/main" id="{DD865D93-1A86-42FB-8369-E5E0FCB8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2" name="p12-线-0182">
            <a:extLst xmlns:a="http://schemas.openxmlformats.org/drawingml/2006/main">
              <a:ext uri="{FF2B5EF4-FFF2-40B4-BE49-F238E27FC236}">
                <a16:creationId xmlns:a16="http://schemas.microsoft.com/office/drawing/2014/main" id="{2D2E5A55-D6B9-4A54-A25A-F167A09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12-线-0183">
            <a:extLst xmlns:a="http://schemas.openxmlformats.org/drawingml/2006/main">
              <a:ext uri="{FF2B5EF4-FFF2-40B4-BE49-F238E27FC236}">
                <a16:creationId xmlns:a16="http://schemas.microsoft.com/office/drawing/2014/main" id="{0B9A3FC3-88B6-4596-A7A1-AA368280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12-线-0184">
            <a:extLst xmlns:a="http://schemas.openxmlformats.org/drawingml/2006/main">
              <a:ext uri="{FF2B5EF4-FFF2-40B4-BE49-F238E27FC236}">
                <a16:creationId xmlns:a16="http://schemas.microsoft.com/office/drawing/2014/main" id="{8753D853-C1A1-4B44-B88B-300BE113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12-线-0185">
            <a:extLst xmlns:a="http://schemas.openxmlformats.org/drawingml/2006/main">
              <a:ext uri="{FF2B5EF4-FFF2-40B4-BE49-F238E27FC236}">
                <a16:creationId xmlns:a16="http://schemas.microsoft.com/office/drawing/2014/main" id="{CC5A5E83-BF89-40ED-89EA-ACEE47C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3926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12-线-0186">
            <a:extLst xmlns:a="http://schemas.openxmlformats.org/drawingml/2006/main">
              <a:ext uri="{FF2B5EF4-FFF2-40B4-BE49-F238E27FC236}">
                <a16:creationId xmlns:a16="http://schemas.microsoft.com/office/drawing/2014/main" id="{4E5D64AA-EBFA-42D5-9E97-3521B71D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12-线-0187">
            <a:extLst xmlns:a="http://schemas.openxmlformats.org/drawingml/2006/main">
              <a:ext uri="{FF2B5EF4-FFF2-40B4-BE49-F238E27FC236}">
                <a16:creationId xmlns:a16="http://schemas.microsoft.com/office/drawing/2014/main" id="{06A64BBA-EA4D-470E-B702-6484986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3926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12-线-0188">
            <a:extLst xmlns:a="http://schemas.openxmlformats.org/drawingml/2006/main">
              <a:ext uri="{FF2B5EF4-FFF2-40B4-BE49-F238E27FC236}">
                <a16:creationId xmlns:a16="http://schemas.microsoft.com/office/drawing/2014/main" id="{BEC55792-1709-40EA-983C-A0FE1D15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63926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12-线-0189">
            <a:extLst xmlns:a="http://schemas.openxmlformats.org/drawingml/2006/main">
              <a:ext uri="{FF2B5EF4-FFF2-40B4-BE49-F238E27FC236}">
                <a16:creationId xmlns:a16="http://schemas.microsoft.com/office/drawing/2014/main" id="{86479723-B2AF-417D-9FB5-8DB02F7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12-线-0190">
            <a:extLst xmlns:a="http://schemas.openxmlformats.org/drawingml/2006/main">
              <a:ext uri="{FF2B5EF4-FFF2-40B4-BE49-F238E27FC236}">
                <a16:creationId xmlns:a16="http://schemas.microsoft.com/office/drawing/2014/main" id="{15ECBD55-2565-4736-BD4E-0891601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12-线-0191">
            <a:extLst xmlns:a="http://schemas.openxmlformats.org/drawingml/2006/main">
              <a:ext uri="{FF2B5EF4-FFF2-40B4-BE49-F238E27FC236}">
                <a16:creationId xmlns:a16="http://schemas.microsoft.com/office/drawing/2014/main" id="{00B0E045-D027-4368-9AF5-8843F7F1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2" name="p12-线-0192">
            <a:extLst xmlns:a="http://schemas.openxmlformats.org/drawingml/2006/main">
              <a:ext uri="{FF2B5EF4-FFF2-40B4-BE49-F238E27FC236}">
                <a16:creationId xmlns:a16="http://schemas.microsoft.com/office/drawing/2014/main" id="{4C61978B-C43A-4483-98BB-4A80D84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12-线-0193">
            <a:extLst xmlns:a="http://schemas.openxmlformats.org/drawingml/2006/main">
              <a:ext uri="{FF2B5EF4-FFF2-40B4-BE49-F238E27FC236}">
                <a16:creationId xmlns:a16="http://schemas.microsoft.com/office/drawing/2014/main" id="{4A20E648-0690-4585-B2DD-4027BC7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12-线-0194">
            <a:extLst xmlns:a="http://schemas.openxmlformats.org/drawingml/2006/main">
              <a:ext uri="{FF2B5EF4-FFF2-40B4-BE49-F238E27FC236}">
                <a16:creationId xmlns:a16="http://schemas.microsoft.com/office/drawing/2014/main" id="{929C7AE1-69AC-4716-BD75-C061EA60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5" name="p12-线-0195">
            <a:extLst xmlns:a="http://schemas.openxmlformats.org/drawingml/2006/main">
              <a:ext uri="{FF2B5EF4-FFF2-40B4-BE49-F238E27FC236}">
                <a16:creationId xmlns:a16="http://schemas.microsoft.com/office/drawing/2014/main" id="{F727CC7F-022F-4F16-8252-EEAF65AF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12-线-0196">
            <a:extLst xmlns:a="http://schemas.openxmlformats.org/drawingml/2006/main">
              <a:ext uri="{FF2B5EF4-FFF2-40B4-BE49-F238E27FC236}">
                <a16:creationId xmlns:a16="http://schemas.microsoft.com/office/drawing/2014/main" id="{4B4D9F19-F298-4216-8BE5-3EBD3C23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12-线-0197">
            <a:extLst xmlns:a="http://schemas.openxmlformats.org/drawingml/2006/main">
              <a:ext uri="{FF2B5EF4-FFF2-40B4-BE49-F238E27FC236}">
                <a16:creationId xmlns:a16="http://schemas.microsoft.com/office/drawing/2014/main" id="{54F6DB86-3A76-47F1-BB6C-968162C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8" name="p12-线-0198">
            <a:extLst xmlns:a="http://schemas.openxmlformats.org/drawingml/2006/main">
              <a:ext uri="{FF2B5EF4-FFF2-40B4-BE49-F238E27FC236}">
                <a16:creationId xmlns:a16="http://schemas.microsoft.com/office/drawing/2014/main" id="{65B1F7E9-64C6-4AE3-B56B-E930BFA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12-线-0199">
            <a:extLst xmlns:a="http://schemas.openxmlformats.org/drawingml/2006/main">
              <a:ext uri="{FF2B5EF4-FFF2-40B4-BE49-F238E27FC236}">
                <a16:creationId xmlns:a16="http://schemas.microsoft.com/office/drawing/2014/main" id="{775609B6-4D0D-4E3F-B586-AC2A939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12-线-0200">
            <a:extLst xmlns:a="http://schemas.openxmlformats.org/drawingml/2006/main">
              <a:ext uri="{FF2B5EF4-FFF2-40B4-BE49-F238E27FC236}">
                <a16:creationId xmlns:a16="http://schemas.microsoft.com/office/drawing/2014/main" id="{729EF7F7-3390-4923-BE19-55EE4B9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1" name="p12-线-0201">
            <a:extLst xmlns:a="http://schemas.openxmlformats.org/drawingml/2006/main">
              <a:ext uri="{FF2B5EF4-FFF2-40B4-BE49-F238E27FC236}">
                <a16:creationId xmlns:a16="http://schemas.microsoft.com/office/drawing/2014/main" id="{1E2825A3-6398-4974-B97E-3E54902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12-线-0202">
            <a:extLst xmlns:a="http://schemas.openxmlformats.org/drawingml/2006/main">
              <a:ext uri="{FF2B5EF4-FFF2-40B4-BE49-F238E27FC236}">
                <a16:creationId xmlns:a16="http://schemas.microsoft.com/office/drawing/2014/main" id="{EC928D7E-FB7D-43CE-9146-A59F67C2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12-线-0203">
            <a:extLst xmlns:a="http://schemas.openxmlformats.org/drawingml/2006/main">
              <a:ext uri="{FF2B5EF4-FFF2-40B4-BE49-F238E27FC236}">
                <a16:creationId xmlns:a16="http://schemas.microsoft.com/office/drawing/2014/main" id="{7EF1EB68-FEB6-4237-9A78-53198EBA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4" name="p12-线-0204">
            <a:extLst xmlns:a="http://schemas.openxmlformats.org/drawingml/2006/main">
              <a:ext uri="{FF2B5EF4-FFF2-40B4-BE49-F238E27FC236}">
                <a16:creationId xmlns:a16="http://schemas.microsoft.com/office/drawing/2014/main" id="{7DFAC1D2-A3C2-4E38-BED2-85E878D9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12-线-0205">
            <a:extLst xmlns:a="http://schemas.openxmlformats.org/drawingml/2006/main">
              <a:ext uri="{FF2B5EF4-FFF2-40B4-BE49-F238E27FC236}">
                <a16:creationId xmlns:a16="http://schemas.microsoft.com/office/drawing/2014/main" id="{7131BF04-BC00-4707-A7C6-3B80FFD3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12-线-0206">
            <a:extLst xmlns:a="http://schemas.openxmlformats.org/drawingml/2006/main">
              <a:ext uri="{FF2B5EF4-FFF2-40B4-BE49-F238E27FC236}">
                <a16:creationId xmlns:a16="http://schemas.microsoft.com/office/drawing/2014/main" id="{CBA1F5D8-B3B6-4229-9AA1-8CC0CAB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7" name="p12-线-0207">
            <a:extLst xmlns:a="http://schemas.openxmlformats.org/drawingml/2006/main">
              <a:ext uri="{FF2B5EF4-FFF2-40B4-BE49-F238E27FC236}">
                <a16:creationId xmlns:a16="http://schemas.microsoft.com/office/drawing/2014/main" id="{FDEA12E7-743F-49F3-A850-F65233BF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12-线-0208">
            <a:extLst xmlns:a="http://schemas.openxmlformats.org/drawingml/2006/main">
              <a:ext uri="{FF2B5EF4-FFF2-40B4-BE49-F238E27FC236}">
                <a16:creationId xmlns:a16="http://schemas.microsoft.com/office/drawing/2014/main" id="{D675775B-456C-40B0-81E5-573EF753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12-线-0209">
            <a:extLst xmlns:a="http://schemas.openxmlformats.org/drawingml/2006/main">
              <a:ext uri="{FF2B5EF4-FFF2-40B4-BE49-F238E27FC236}">
                <a16:creationId xmlns:a16="http://schemas.microsoft.com/office/drawing/2014/main" id="{AEA3D0B9-5F71-46E7-88B2-568AC2AF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0" name="p12-线-0210">
            <a:extLst xmlns:a="http://schemas.openxmlformats.org/drawingml/2006/main">
              <a:ext uri="{FF2B5EF4-FFF2-40B4-BE49-F238E27FC236}">
                <a16:creationId xmlns:a16="http://schemas.microsoft.com/office/drawing/2014/main" id="{51E9A5FC-AEA5-4C51-BFDF-2A84F437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12-线-0211">
            <a:extLst xmlns:a="http://schemas.openxmlformats.org/drawingml/2006/main">
              <a:ext uri="{FF2B5EF4-FFF2-40B4-BE49-F238E27FC236}">
                <a16:creationId xmlns:a16="http://schemas.microsoft.com/office/drawing/2014/main" id="{4251E0CD-954F-4BC2-83B3-313FEB14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12-线-0212">
            <a:extLst xmlns:a="http://schemas.openxmlformats.org/drawingml/2006/main">
              <a:ext uri="{FF2B5EF4-FFF2-40B4-BE49-F238E27FC236}">
                <a16:creationId xmlns:a16="http://schemas.microsoft.com/office/drawing/2014/main" id="{40595BF7-2F76-45D2-A636-B167AC7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3" name="p12-线-0213">
            <a:extLst xmlns:a="http://schemas.openxmlformats.org/drawingml/2006/main">
              <a:ext uri="{FF2B5EF4-FFF2-40B4-BE49-F238E27FC236}">
                <a16:creationId xmlns:a16="http://schemas.microsoft.com/office/drawing/2014/main" id="{7341678E-CCCD-49DA-98B2-E4E608E5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12-线-0214">
            <a:extLst xmlns:a="http://schemas.openxmlformats.org/drawingml/2006/main">
              <a:ext uri="{FF2B5EF4-FFF2-40B4-BE49-F238E27FC236}">
                <a16:creationId xmlns:a16="http://schemas.microsoft.com/office/drawing/2014/main" id="{27DD063B-945B-4534-B141-153755EE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12-线-0215">
            <a:extLst xmlns:a="http://schemas.openxmlformats.org/drawingml/2006/main">
              <a:ext uri="{FF2B5EF4-FFF2-40B4-BE49-F238E27FC236}">
                <a16:creationId xmlns:a16="http://schemas.microsoft.com/office/drawing/2014/main" id="{642A2D96-C4D9-483B-AC50-FDF2ABD8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6" name="p12-线-0216">
            <a:extLst xmlns:a="http://schemas.openxmlformats.org/drawingml/2006/main">
              <a:ext uri="{FF2B5EF4-FFF2-40B4-BE49-F238E27FC236}">
                <a16:creationId xmlns:a16="http://schemas.microsoft.com/office/drawing/2014/main" id="{8E178168-6EBC-4645-8F67-B1612688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437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12-线-0217">
            <a:extLst xmlns:a="http://schemas.openxmlformats.org/drawingml/2006/main">
              <a:ext uri="{FF2B5EF4-FFF2-40B4-BE49-F238E27FC236}">
                <a16:creationId xmlns:a16="http://schemas.microsoft.com/office/drawing/2014/main" id="{2622AF2C-5DB8-479D-AAD0-AC5BC36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8" name="p12-线-0218">
            <a:extLst xmlns:a="http://schemas.openxmlformats.org/drawingml/2006/main">
              <a:ext uri="{FF2B5EF4-FFF2-40B4-BE49-F238E27FC236}">
                <a16:creationId xmlns:a16="http://schemas.microsoft.com/office/drawing/2014/main" id="{FF08DCBE-FD41-4652-8467-FFAFFC2D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4370"/>
            <a:ext cx="228600" cy="250444"/>
          </a:xfrm>
          <a:custGeom xmlns:a="http://schemas.openxmlformats.org/drawingml/2006/main">
            <a:pathLst>
              <a:path w="228600" h="250444">
                <a:moveTo>
                  <a:pt x="0" y="0"/>
                </a:moveTo>
                <a:lnTo>
                  <a:pt x="22860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9" name="p12-线-0219">
            <a:extLst xmlns:a="http://schemas.openxmlformats.org/drawingml/2006/main">
              <a:ext uri="{FF2B5EF4-FFF2-40B4-BE49-F238E27FC236}">
                <a16:creationId xmlns:a16="http://schemas.microsoft.com/office/drawing/2014/main" id="{75A685FA-3554-4472-A3BF-E068AE90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4370"/>
            <a:ext cx="95" cy="250444"/>
          </a:xfrm>
          <a:custGeom xmlns:a="http://schemas.openxmlformats.org/drawingml/2006/main">
            <a:pathLst>
              <a:path w="95" h="250444">
                <a:moveTo>
                  <a:pt x="0" y="0"/>
                </a:moveTo>
                <a:lnTo>
                  <a:pt x="0" y="25044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0" name="p12-线-0220">
            <a:extLst xmlns:a="http://schemas.openxmlformats.org/drawingml/2006/main">
              <a:ext uri="{FF2B5EF4-FFF2-40B4-BE49-F238E27FC236}">
                <a16:creationId xmlns:a16="http://schemas.microsoft.com/office/drawing/2014/main" id="{5553C6F2-24B3-4EE6-8C13-BE8C380E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1" name="p12-线-0221">
            <a:extLst xmlns:a="http://schemas.openxmlformats.org/drawingml/2006/main">
              <a:ext uri="{FF2B5EF4-FFF2-40B4-BE49-F238E27FC236}">
                <a16:creationId xmlns:a16="http://schemas.microsoft.com/office/drawing/2014/main" id="{B18E6160-B8A7-4EE9-BAA4-CD930BC2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2" name="p12-线-0222">
            <a:extLst xmlns:a="http://schemas.openxmlformats.org/drawingml/2006/main">
              <a:ext uri="{FF2B5EF4-FFF2-40B4-BE49-F238E27FC236}">
                <a16:creationId xmlns:a16="http://schemas.microsoft.com/office/drawing/2014/main" id="{F4FD9995-4E0E-4E98-A8EC-BB27C23F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3" name="p12-线-0223">
            <a:extLst xmlns:a="http://schemas.openxmlformats.org/drawingml/2006/main">
              <a:ext uri="{FF2B5EF4-FFF2-40B4-BE49-F238E27FC236}">
                <a16:creationId xmlns:a16="http://schemas.microsoft.com/office/drawing/2014/main" id="{053B0EBD-70DC-42F6-BC62-4B8BF8BD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4" name="p12-线-0224">
            <a:extLst xmlns:a="http://schemas.openxmlformats.org/drawingml/2006/main">
              <a:ext uri="{FF2B5EF4-FFF2-40B4-BE49-F238E27FC236}">
                <a16:creationId xmlns:a16="http://schemas.microsoft.com/office/drawing/2014/main" id="{13FCB575-1BE3-46FD-B80B-40847EFD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5" name="p12-线-0225">
            <a:extLst xmlns:a="http://schemas.openxmlformats.org/drawingml/2006/main">
              <a:ext uri="{FF2B5EF4-FFF2-40B4-BE49-F238E27FC236}">
                <a16:creationId xmlns:a16="http://schemas.microsoft.com/office/drawing/2014/main" id="{1AF23621-F1F5-4405-B650-2B7A9860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6" name="p12-线-0226">
            <a:extLst xmlns:a="http://schemas.openxmlformats.org/drawingml/2006/main">
              <a:ext uri="{FF2B5EF4-FFF2-40B4-BE49-F238E27FC236}">
                <a16:creationId xmlns:a16="http://schemas.microsoft.com/office/drawing/2014/main" id="{4C86A479-E390-42A3-BE5C-371693D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7" name="p12-线-0227">
            <a:extLst xmlns:a="http://schemas.openxmlformats.org/drawingml/2006/main">
              <a:ext uri="{FF2B5EF4-FFF2-40B4-BE49-F238E27FC236}">
                <a16:creationId xmlns:a16="http://schemas.microsoft.com/office/drawing/2014/main" id="{B6BBF23B-2ACF-4218-AF9B-7791F97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8" name="p12-线-0228">
            <a:extLst xmlns:a="http://schemas.openxmlformats.org/drawingml/2006/main">
              <a:ext uri="{FF2B5EF4-FFF2-40B4-BE49-F238E27FC236}">
                <a16:creationId xmlns:a16="http://schemas.microsoft.com/office/drawing/2014/main" id="{5D74E0C5-D79D-41E0-B078-75C5EC0D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9" name="p12-线-0229">
            <a:extLst xmlns:a="http://schemas.openxmlformats.org/drawingml/2006/main">
              <a:ext uri="{FF2B5EF4-FFF2-40B4-BE49-F238E27FC236}">
                <a16:creationId xmlns:a16="http://schemas.microsoft.com/office/drawing/2014/main" id="{F6220657-E436-4794-8D00-02782B2E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4814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0" name="p12-椭圆-0230">
            <a:extLst xmlns:a="http://schemas.openxmlformats.org/drawingml/2006/main">
              <a:ext uri="{FF2B5EF4-FFF2-40B4-BE49-F238E27FC236}">
                <a16:creationId xmlns:a16="http://schemas.microsoft.com/office/drawing/2014/main" id="{C7D2959E-8242-4C20-B319-F6BBD68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817" y="2362332"/>
            <a:ext cx="251766" cy="201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1" name="p12-椭圆-0231">
            <a:extLst xmlns:a="http://schemas.openxmlformats.org/drawingml/2006/main">
              <a:ext uri="{FF2B5EF4-FFF2-40B4-BE49-F238E27FC236}">
                <a16:creationId xmlns:a16="http://schemas.microsoft.com/office/drawing/2014/main" id="{077A2963-1E3E-4E2E-96A5-83916BD9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028" y="2377541"/>
            <a:ext cx="213743" cy="1709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2" name="p12-椭圆-0232">
            <a:extLst xmlns:a="http://schemas.openxmlformats.org/drawingml/2006/main">
              <a:ext uri="{FF2B5EF4-FFF2-40B4-BE49-F238E27FC236}">
                <a16:creationId xmlns:a16="http://schemas.microsoft.com/office/drawing/2014/main" id="{6AABFC58-691F-4225-BDF6-E224B29F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302" y="2355199"/>
            <a:ext cx="269596" cy="215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3" name="p12-椭圆-0233">
            <a:extLst xmlns:a="http://schemas.openxmlformats.org/drawingml/2006/main">
              <a:ext uri="{FF2B5EF4-FFF2-40B4-BE49-F238E27FC236}">
                <a16:creationId xmlns:a16="http://schemas.microsoft.com/office/drawing/2014/main" id="{8B5F2580-4E14-4860-9961-B6FE2D5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734" y="2358585"/>
            <a:ext cx="261133" cy="2089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4" name="p12-椭圆-0234">
            <a:extLst xmlns:a="http://schemas.openxmlformats.org/drawingml/2006/main">
              <a:ext uri="{FF2B5EF4-FFF2-40B4-BE49-F238E27FC236}">
                <a16:creationId xmlns:a16="http://schemas.microsoft.com/office/drawing/2014/main" id="{C92E549C-C83D-499E-AAD0-53D0B20D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338" y="2378108"/>
            <a:ext cx="212324" cy="169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5" name="p12-椭圆-0235">
            <a:extLst xmlns:a="http://schemas.openxmlformats.org/drawingml/2006/main">
              <a:ext uri="{FF2B5EF4-FFF2-40B4-BE49-F238E27FC236}">
                <a16:creationId xmlns:a16="http://schemas.microsoft.com/office/drawing/2014/main" id="{20582A97-1CC7-427D-B713-ACAA726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828" y="2878429"/>
            <a:ext cx="213743" cy="1709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6" name="p12-椭圆-0236">
            <a:extLst xmlns:a="http://schemas.openxmlformats.org/drawingml/2006/main">
              <a:ext uri="{FF2B5EF4-FFF2-40B4-BE49-F238E27FC236}">
                <a16:creationId xmlns:a16="http://schemas.microsoft.com/office/drawing/2014/main" id="{E2D65E0C-64E0-425D-B3D9-EA06DE9E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02" y="2856087"/>
            <a:ext cx="269596" cy="215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7" name="p12-椭圆-0237">
            <a:extLst xmlns:a="http://schemas.openxmlformats.org/drawingml/2006/main">
              <a:ext uri="{FF2B5EF4-FFF2-40B4-BE49-F238E27FC236}">
                <a16:creationId xmlns:a16="http://schemas.microsoft.com/office/drawing/2014/main" id="{FB5D1010-8F79-443B-8767-309336E9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534" y="2859473"/>
            <a:ext cx="261133" cy="2089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8" name="p12-椭圆-0238">
            <a:extLst xmlns:a="http://schemas.openxmlformats.org/drawingml/2006/main">
              <a:ext uri="{FF2B5EF4-FFF2-40B4-BE49-F238E27FC236}">
                <a16:creationId xmlns:a16="http://schemas.microsoft.com/office/drawing/2014/main" id="{7427BCA4-B0F2-4B03-AE63-8B940C0F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38" y="2878996"/>
            <a:ext cx="212324" cy="169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9" name="p12-椭圆-0239">
            <a:extLst xmlns:a="http://schemas.openxmlformats.org/drawingml/2006/main">
              <a:ext uri="{FF2B5EF4-FFF2-40B4-BE49-F238E27FC236}">
                <a16:creationId xmlns:a16="http://schemas.microsoft.com/office/drawing/2014/main" id="{D7D01678-1A41-4193-9032-74CF905F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795" y="2859362"/>
            <a:ext cx="261411" cy="2091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40" name="p12-路径-0240">
            <a:extLst xmlns:a="http://schemas.openxmlformats.org/drawingml/2006/main">
              <a:ext uri="{FF2B5EF4-FFF2-40B4-BE49-F238E27FC236}">
                <a16:creationId xmlns:a16="http://schemas.microsoft.com/office/drawing/2014/main" id="{D1A3AC75-9EE7-464A-9D71-12B83B1A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4537"/>
            <a:ext cx="2133600" cy="265263"/>
          </a:xfrm>
          <a:custGeom xmlns:a="http://schemas.openxmlformats.org/drawingml/2006/main">
            <a:pathLst>
              <a:path w="2133600" h="265263">
                <a:moveTo>
                  <a:pt x="0" y="108892"/>
                </a:moveTo>
                <a:lnTo>
                  <a:pt x="28714" y="90182"/>
                </a:lnTo>
                <a:lnTo>
                  <a:pt x="57700" y="73450"/>
                </a:lnTo>
                <a:lnTo>
                  <a:pt x="86953" y="58630"/>
                </a:lnTo>
                <a:lnTo>
                  <a:pt x="116467" y="45652"/>
                </a:lnTo>
                <a:lnTo>
                  <a:pt x="146236" y="34449"/>
                </a:lnTo>
                <a:lnTo>
                  <a:pt x="176253" y="24953"/>
                </a:lnTo>
                <a:lnTo>
                  <a:pt x="237009" y="10808"/>
                </a:lnTo>
                <a:lnTo>
                  <a:pt x="298685" y="2672"/>
                </a:lnTo>
                <a:lnTo>
                  <a:pt x="361234" y="0"/>
                </a:lnTo>
                <a:lnTo>
                  <a:pt x="424605" y="2248"/>
                </a:lnTo>
                <a:lnTo>
                  <a:pt x="488752" y="8871"/>
                </a:lnTo>
                <a:lnTo>
                  <a:pt x="553623" y="19324"/>
                </a:lnTo>
                <a:lnTo>
                  <a:pt x="619172" y="33062"/>
                </a:lnTo>
                <a:lnTo>
                  <a:pt x="685348" y="49540"/>
                </a:lnTo>
                <a:lnTo>
                  <a:pt x="752103" y="68214"/>
                </a:lnTo>
                <a:lnTo>
                  <a:pt x="887155" y="109970"/>
                </a:lnTo>
                <a:lnTo>
                  <a:pt x="1023938" y="153972"/>
                </a:lnTo>
                <a:lnTo>
                  <a:pt x="1162059" y="195860"/>
                </a:lnTo>
                <a:lnTo>
                  <a:pt x="1231500" y="214650"/>
                </a:lnTo>
                <a:lnTo>
                  <a:pt x="1301130" y="231277"/>
                </a:lnTo>
                <a:lnTo>
                  <a:pt x="1370899" y="245196"/>
                </a:lnTo>
                <a:lnTo>
                  <a:pt x="1440759" y="255864"/>
                </a:lnTo>
                <a:lnTo>
                  <a:pt x="1510660" y="262734"/>
                </a:lnTo>
                <a:lnTo>
                  <a:pt x="1580555" y="265263"/>
                </a:lnTo>
                <a:lnTo>
                  <a:pt x="1650393" y="262905"/>
                </a:lnTo>
                <a:lnTo>
                  <a:pt x="1720128" y="255115"/>
                </a:lnTo>
                <a:lnTo>
                  <a:pt x="1789708" y="241350"/>
                </a:lnTo>
                <a:lnTo>
                  <a:pt x="1859087" y="221063"/>
                </a:lnTo>
                <a:lnTo>
                  <a:pt x="1893685" y="208304"/>
                </a:lnTo>
                <a:lnTo>
                  <a:pt x="1928214" y="193711"/>
                </a:lnTo>
                <a:lnTo>
                  <a:pt x="1962668" y="177215"/>
                </a:lnTo>
                <a:lnTo>
                  <a:pt x="1997041" y="158748"/>
                </a:lnTo>
                <a:lnTo>
                  <a:pt x="2031327" y="138243"/>
                </a:lnTo>
                <a:lnTo>
                  <a:pt x="2065519" y="115630"/>
                </a:lnTo>
                <a:lnTo>
                  <a:pt x="2099612" y="90843"/>
                </a:lnTo>
                <a:lnTo>
                  <a:pt x="2133600" y="6381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41" name="p12-文本-0241">
            <a:extLst xmlns:a="http://schemas.openxmlformats.org/drawingml/2006/main">
              <a:ext uri="{FF2B5EF4-FFF2-40B4-BE49-F238E27FC236}">
                <a16:creationId xmlns:a16="http://schemas.microsoft.com/office/drawing/2014/main" id="{3A5D5835-34AF-4AA2-9353-58503E9F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6278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模型边界可解释</a:t>
            </a:r>
          </a:p>
        </p:txBody>
      </p:sp>
      <p:sp>
        <p:nvSpPr>
          <p:cNvPr id="242" name="p12-文本-0242">
            <a:extLst xmlns:a="http://schemas.openxmlformats.org/drawingml/2006/main">
              <a:ext uri="{FF2B5EF4-FFF2-40B4-BE49-F238E27FC236}">
                <a16:creationId xmlns:a16="http://schemas.microsoft.com/office/drawing/2014/main" id="{1D4DAF59-572A-4222-B55C-721C650D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2978"/>
            <a:ext cx="16685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观察与假设相互检验</a:t>
            </a:r>
          </a:p>
        </p:txBody>
      </p:sp>
      <p:sp>
        <p:nvSpPr>
          <p:cNvPr id="243" name="p12-文本-0243">
            <a:extLst xmlns:a="http://schemas.openxmlformats.org/drawingml/2006/main">
              <a:ext uri="{FF2B5EF4-FFF2-40B4-BE49-F238E27FC236}">
                <a16:creationId xmlns:a16="http://schemas.microsoft.com/office/drawing/2014/main" id="{1E3D3014-5181-4A4D-A4A1-8661B0A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395" y="544675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连接结构和响应</a:t>
            </a:r>
          </a:p>
        </p:txBody>
      </p:sp>
      <p:sp>
        <p:nvSpPr>
          <p:cNvPr id="244" name="p12-矩形-0244">
            <a:extLst xmlns:a="http://schemas.openxmlformats.org/drawingml/2006/main">
              <a:ext uri="{FF2B5EF4-FFF2-40B4-BE49-F238E27FC236}">
                <a16:creationId xmlns:a16="http://schemas.microsoft.com/office/drawing/2014/main" id="{8947E757-AC05-4A57-83E1-0341CC4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19225"/>
            <a:ext cx="27432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245" name="p12-矩形-0245">
            <a:extLst xmlns:a="http://schemas.openxmlformats.org/drawingml/2006/main">
              <a:ext uri="{FF2B5EF4-FFF2-40B4-BE49-F238E27FC236}">
                <a16:creationId xmlns:a16="http://schemas.microsoft.com/office/drawing/2014/main" id="{958642CE-7D03-4FE2-81F4-D407849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1922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6" name="p12-文本-0246">
            <a:extLst xmlns:a="http://schemas.openxmlformats.org/drawingml/2006/main">
              <a:ext uri="{FF2B5EF4-FFF2-40B4-BE49-F238E27FC236}">
                <a16:creationId xmlns:a16="http://schemas.microsoft.com/office/drawing/2014/main" id="{E4C10195-7BE2-447F-A15B-41055C8B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797" y="14407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性能验证</a:t>
            </a:r>
          </a:p>
        </p:txBody>
      </p:sp>
      <p:sp>
        <p:nvSpPr>
          <p:cNvPr id="247" name="p12-文本-0247">
            <a:extLst xmlns:a="http://schemas.openxmlformats.org/drawingml/2006/main">
              <a:ext uri="{FF2B5EF4-FFF2-40B4-BE49-F238E27FC236}">
                <a16:creationId xmlns:a16="http://schemas.microsoft.com/office/drawing/2014/main" id="{2D93A02D-DF81-4211-BA1E-14937BCF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2580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48" name="p12-线-0248">
            <a:extLst xmlns:a="http://schemas.openxmlformats.org/drawingml/2006/main">
              <a:ext uri="{FF2B5EF4-FFF2-40B4-BE49-F238E27FC236}">
                <a16:creationId xmlns:a16="http://schemas.microsoft.com/office/drawing/2014/main" id="{9E7BC578-9637-4CF6-9E34-955F8B5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4814"/>
            <a:ext cx="2286000" cy="95"/>
          </a:xfrm>
          <a:custGeom xmlns:a="http://schemas.openxmlformats.org/drawingml/2006/main">
            <a:pathLst>
              <a:path w="2286000" h="9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9" name="p12-线-0249">
            <a:extLst xmlns:a="http://schemas.openxmlformats.org/drawingml/2006/main">
              <a:ext uri="{FF2B5EF4-FFF2-40B4-BE49-F238E27FC236}">
                <a16:creationId xmlns:a16="http://schemas.microsoft.com/office/drawing/2014/main" id="{5C430F2C-2721-4627-8EAF-6F8A96F4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5" cy="1274064"/>
          </a:xfrm>
          <a:custGeom xmlns:a="http://schemas.openxmlformats.org/drawingml/2006/main">
            <a:pathLst>
              <a:path w="95" h="1274064">
                <a:moveTo>
                  <a:pt x="0" y="0"/>
                </a:moveTo>
                <a:lnTo>
                  <a:pt x="0" y="1274064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50" name="p12-线-0250">
            <a:extLst xmlns:a="http://schemas.openxmlformats.org/drawingml/2006/main">
              <a:ext uri="{FF2B5EF4-FFF2-40B4-BE49-F238E27FC236}">
                <a16:creationId xmlns:a16="http://schemas.microsoft.com/office/drawing/2014/main" id="{2AC27E4C-E924-413C-94B1-BCC7D38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9266"/>
            <a:ext cx="2286000" cy="95"/>
          </a:xfrm>
          <a:custGeom xmlns:a="http://schemas.openxmlformats.org/drawingml/2006/main">
            <a:pathLst>
              <a:path w="2286000" h="9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1" name="p12-线-0251">
            <a:extLst xmlns:a="http://schemas.openxmlformats.org/drawingml/2006/main">
              <a:ext uri="{FF2B5EF4-FFF2-40B4-BE49-F238E27FC236}">
                <a16:creationId xmlns:a16="http://schemas.microsoft.com/office/drawing/2014/main" id="{EF91DE63-5CB4-46F8-B44E-F43A75AF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27782"/>
            <a:ext cx="2286000" cy="95"/>
          </a:xfrm>
          <a:custGeom xmlns:a="http://schemas.openxmlformats.org/drawingml/2006/main">
            <a:pathLst>
              <a:path w="2286000" h="9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2" name="p12-线-0252">
            <a:extLst xmlns:a="http://schemas.openxmlformats.org/drawingml/2006/main">
              <a:ext uri="{FF2B5EF4-FFF2-40B4-BE49-F238E27FC236}">
                <a16:creationId xmlns:a16="http://schemas.microsoft.com/office/drawing/2014/main" id="{F48E7B49-8F5A-426D-A93C-5600EA7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6298"/>
            <a:ext cx="2286000" cy="95"/>
          </a:xfrm>
          <a:custGeom xmlns:a="http://schemas.openxmlformats.org/drawingml/2006/main">
            <a:pathLst>
              <a:path w="2286000" h="9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3" name="p12-路径-0253">
            <a:extLst xmlns:a="http://schemas.openxmlformats.org/drawingml/2006/main">
              <a:ext uri="{FF2B5EF4-FFF2-40B4-BE49-F238E27FC236}">
                <a16:creationId xmlns:a16="http://schemas.microsoft.com/office/drawing/2014/main" id="{199BCDE8-68DC-46B4-8437-A3825BDD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6968"/>
            <a:ext cx="2286000" cy="716280"/>
          </a:xfrm>
          <a:custGeom xmlns:a="http://schemas.openxmlformats.org/drawingml/2006/main">
            <a:pathLst>
              <a:path w="2286000" h="716280">
                <a:moveTo>
                  <a:pt x="0" y="0"/>
                </a:moveTo>
                <a:lnTo>
                  <a:pt x="76200" y="53340"/>
                </a:lnTo>
                <a:lnTo>
                  <a:pt x="152400" y="103823"/>
                </a:lnTo>
                <a:lnTo>
                  <a:pt x="228600" y="150495"/>
                </a:lnTo>
                <a:lnTo>
                  <a:pt x="304800" y="194310"/>
                </a:lnTo>
                <a:lnTo>
                  <a:pt x="381000" y="235267"/>
                </a:lnTo>
                <a:lnTo>
                  <a:pt x="457200" y="273367"/>
                </a:lnTo>
                <a:lnTo>
                  <a:pt x="533400" y="309563"/>
                </a:lnTo>
                <a:lnTo>
                  <a:pt x="609600" y="342900"/>
                </a:lnTo>
                <a:lnTo>
                  <a:pt x="685800" y="374333"/>
                </a:lnTo>
                <a:lnTo>
                  <a:pt x="762000" y="402908"/>
                </a:lnTo>
                <a:lnTo>
                  <a:pt x="838200" y="430530"/>
                </a:lnTo>
                <a:lnTo>
                  <a:pt x="914400" y="456248"/>
                </a:lnTo>
                <a:lnTo>
                  <a:pt x="990600" y="480060"/>
                </a:lnTo>
                <a:lnTo>
                  <a:pt x="1066800" y="502920"/>
                </a:lnTo>
                <a:lnTo>
                  <a:pt x="1143000" y="523875"/>
                </a:lnTo>
                <a:lnTo>
                  <a:pt x="1219200" y="543878"/>
                </a:lnTo>
                <a:lnTo>
                  <a:pt x="1295400" y="561975"/>
                </a:lnTo>
                <a:lnTo>
                  <a:pt x="1371600" y="579120"/>
                </a:lnTo>
                <a:lnTo>
                  <a:pt x="1447800" y="595313"/>
                </a:lnTo>
                <a:lnTo>
                  <a:pt x="1524000" y="610553"/>
                </a:lnTo>
                <a:lnTo>
                  <a:pt x="1600200" y="623888"/>
                </a:lnTo>
                <a:lnTo>
                  <a:pt x="1676400" y="637223"/>
                </a:lnTo>
                <a:lnTo>
                  <a:pt x="1752600" y="649605"/>
                </a:lnTo>
                <a:lnTo>
                  <a:pt x="1828800" y="661035"/>
                </a:lnTo>
                <a:lnTo>
                  <a:pt x="1905000" y="672465"/>
                </a:lnTo>
                <a:lnTo>
                  <a:pt x="1981200" y="681990"/>
                </a:lnTo>
                <a:lnTo>
                  <a:pt x="2057400" y="691515"/>
                </a:lnTo>
                <a:lnTo>
                  <a:pt x="2133600" y="700088"/>
                </a:lnTo>
                <a:lnTo>
                  <a:pt x="2209800" y="708660"/>
                </a:lnTo>
                <a:lnTo>
                  <a:pt x="2286000" y="71628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54" name="p12-椭圆-0254">
            <a:extLst xmlns:a="http://schemas.openxmlformats.org/drawingml/2006/main">
              <a:ext uri="{FF2B5EF4-FFF2-40B4-BE49-F238E27FC236}">
                <a16:creationId xmlns:a16="http://schemas.microsoft.com/office/drawing/2014/main" id="{96574ACC-D7C6-4E9A-AB8B-7F4E6A5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80" y="23806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5" name="p12-椭圆-0255">
            <a:extLst xmlns:a="http://schemas.openxmlformats.org/drawingml/2006/main">
              <a:ext uri="{FF2B5EF4-FFF2-40B4-BE49-F238E27FC236}">
                <a16:creationId xmlns:a16="http://schemas.microsoft.com/office/drawing/2014/main" id="{CECADA65-64EF-4113-B257-791E0D3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65369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6" name="p12-椭圆-0256">
            <a:extLst xmlns:a="http://schemas.openxmlformats.org/drawingml/2006/main">
              <a:ext uri="{FF2B5EF4-FFF2-40B4-BE49-F238E27FC236}">
                <a16:creationId xmlns:a16="http://schemas.microsoft.com/office/drawing/2014/main" id="{C28CB001-0430-4B9F-9693-76D18C2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80" y="283670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7" name="p12-椭圆-0257">
            <a:extLst xmlns:a="http://schemas.openxmlformats.org/drawingml/2006/main">
              <a:ext uri="{FF2B5EF4-FFF2-40B4-BE49-F238E27FC236}">
                <a16:creationId xmlns:a16="http://schemas.microsoft.com/office/drawing/2014/main" id="{BEB8B8B8-5B82-4A1F-9AAB-EA8294AB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780" y="295938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8" name="p12-椭圆-0258">
            <a:extLst xmlns:a="http://schemas.openxmlformats.org/drawingml/2006/main">
              <a:ext uri="{FF2B5EF4-FFF2-40B4-BE49-F238E27FC236}">
                <a16:creationId xmlns:a16="http://schemas.microsoft.com/office/drawing/2014/main" id="{ADDB6804-F6AA-4FF5-BB0E-7B8493B1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304161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9" name="p12-椭圆-0259">
            <a:extLst xmlns:a="http://schemas.openxmlformats.org/drawingml/2006/main">
              <a:ext uri="{FF2B5EF4-FFF2-40B4-BE49-F238E27FC236}">
                <a16:creationId xmlns:a16="http://schemas.microsoft.com/office/drawing/2014/main" id="{44338826-DDAC-495B-B308-760BE79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180" y="309673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0" name="p12-路径-0260">
            <a:extLst xmlns:a="http://schemas.openxmlformats.org/drawingml/2006/main">
              <a:ext uri="{FF2B5EF4-FFF2-40B4-BE49-F238E27FC236}">
                <a16:creationId xmlns:a16="http://schemas.microsoft.com/office/drawing/2014/main" id="{23E68217-568D-4A06-AAFF-88811EDD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6968"/>
            <a:ext cx="2286000" cy="787717"/>
          </a:xfrm>
          <a:custGeom xmlns:a="http://schemas.openxmlformats.org/drawingml/2006/main">
            <a:pathLst>
              <a:path w="2286000" h="787717">
                <a:moveTo>
                  <a:pt x="0" y="0"/>
                </a:moveTo>
                <a:lnTo>
                  <a:pt x="76200" y="79058"/>
                </a:lnTo>
                <a:lnTo>
                  <a:pt x="152400" y="150495"/>
                </a:lnTo>
                <a:lnTo>
                  <a:pt x="228600" y="215265"/>
                </a:lnTo>
                <a:lnTo>
                  <a:pt x="304800" y="273367"/>
                </a:lnTo>
                <a:lnTo>
                  <a:pt x="381000" y="325755"/>
                </a:lnTo>
                <a:lnTo>
                  <a:pt x="457200" y="374333"/>
                </a:lnTo>
                <a:lnTo>
                  <a:pt x="533400" y="417195"/>
                </a:lnTo>
                <a:lnTo>
                  <a:pt x="609600" y="456248"/>
                </a:lnTo>
                <a:lnTo>
                  <a:pt x="685800" y="491490"/>
                </a:lnTo>
                <a:lnTo>
                  <a:pt x="762000" y="523875"/>
                </a:lnTo>
                <a:lnTo>
                  <a:pt x="838200" y="552450"/>
                </a:lnTo>
                <a:lnTo>
                  <a:pt x="914400" y="579120"/>
                </a:lnTo>
                <a:lnTo>
                  <a:pt x="990600" y="602933"/>
                </a:lnTo>
                <a:lnTo>
                  <a:pt x="1066800" y="623888"/>
                </a:lnTo>
                <a:lnTo>
                  <a:pt x="1143000" y="643890"/>
                </a:lnTo>
                <a:lnTo>
                  <a:pt x="1219200" y="661035"/>
                </a:lnTo>
                <a:lnTo>
                  <a:pt x="1295400" y="677228"/>
                </a:lnTo>
                <a:lnTo>
                  <a:pt x="1371600" y="691515"/>
                </a:lnTo>
                <a:lnTo>
                  <a:pt x="1447800" y="704850"/>
                </a:lnTo>
                <a:lnTo>
                  <a:pt x="1524000" y="716280"/>
                </a:lnTo>
                <a:lnTo>
                  <a:pt x="1600200" y="726758"/>
                </a:lnTo>
                <a:lnTo>
                  <a:pt x="1676400" y="736283"/>
                </a:lnTo>
                <a:lnTo>
                  <a:pt x="1752600" y="745808"/>
                </a:lnTo>
                <a:lnTo>
                  <a:pt x="1828800" y="753428"/>
                </a:lnTo>
                <a:lnTo>
                  <a:pt x="1905000" y="760095"/>
                </a:lnTo>
                <a:lnTo>
                  <a:pt x="1981200" y="766763"/>
                </a:lnTo>
                <a:lnTo>
                  <a:pt x="2057400" y="772478"/>
                </a:lnTo>
                <a:lnTo>
                  <a:pt x="2133600" y="778192"/>
                </a:lnTo>
                <a:lnTo>
                  <a:pt x="2209800" y="782955"/>
                </a:lnTo>
                <a:lnTo>
                  <a:pt x="2286000" y="78771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61" name="p12-椭圆-0261">
            <a:extLst xmlns:a="http://schemas.openxmlformats.org/drawingml/2006/main">
              <a:ext uri="{FF2B5EF4-FFF2-40B4-BE49-F238E27FC236}">
                <a16:creationId xmlns:a16="http://schemas.microsoft.com/office/drawing/2014/main" id="{BCEDF8D8-AA89-48E4-87F6-BD03575E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80" y="23806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2" name="p12-椭圆-0262">
            <a:extLst xmlns:a="http://schemas.openxmlformats.org/drawingml/2006/main">
              <a:ext uri="{FF2B5EF4-FFF2-40B4-BE49-F238E27FC236}">
                <a16:creationId xmlns:a16="http://schemas.microsoft.com/office/drawing/2014/main" id="{309B190F-52AF-42EE-A4E8-5231732C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7543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3" name="p12-椭圆-0263">
            <a:extLst xmlns:a="http://schemas.openxmlformats.org/drawingml/2006/main">
              <a:ext uri="{FF2B5EF4-FFF2-40B4-BE49-F238E27FC236}">
                <a16:creationId xmlns:a16="http://schemas.microsoft.com/office/drawing/2014/main" id="{2EB8F65F-5B23-4296-91E4-F6A2D800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80" y="295938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4" name="p12-椭圆-0264">
            <a:extLst xmlns:a="http://schemas.openxmlformats.org/drawingml/2006/main">
              <a:ext uri="{FF2B5EF4-FFF2-40B4-BE49-F238E27FC236}">
                <a16:creationId xmlns:a16="http://schemas.microsoft.com/office/drawing/2014/main" id="{7454B40E-C1DD-41C1-9B8B-5D37A75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780" y="307192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5" name="p12-椭圆-0265">
            <a:extLst xmlns:a="http://schemas.openxmlformats.org/drawingml/2006/main">
              <a:ext uri="{FF2B5EF4-FFF2-40B4-BE49-F238E27FC236}">
                <a16:creationId xmlns:a16="http://schemas.microsoft.com/office/drawing/2014/main" id="{DE917A87-3D65-4972-B2E2-448EBA9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313368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6" name="p12-椭圆-0266">
            <a:extLst xmlns:a="http://schemas.openxmlformats.org/drawingml/2006/main">
              <a:ext uri="{FF2B5EF4-FFF2-40B4-BE49-F238E27FC236}">
                <a16:creationId xmlns:a16="http://schemas.microsoft.com/office/drawing/2014/main" id="{26A72718-E9EF-4621-BD97-373875B7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180" y="316758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7" name="p12-路径-0267">
            <a:extLst xmlns:a="http://schemas.openxmlformats.org/drawingml/2006/main">
              <a:ext uri="{FF2B5EF4-FFF2-40B4-BE49-F238E27FC236}">
                <a16:creationId xmlns:a16="http://schemas.microsoft.com/office/drawing/2014/main" id="{276CC291-196F-4B4D-974B-FB42706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6968"/>
            <a:ext cx="2286000" cy="813435"/>
          </a:xfrm>
          <a:custGeom xmlns:a="http://schemas.openxmlformats.org/drawingml/2006/main">
            <a:pathLst>
              <a:path w="2286000" h="813435">
                <a:moveTo>
                  <a:pt x="0" y="0"/>
                </a:moveTo>
                <a:lnTo>
                  <a:pt x="76200" y="103823"/>
                </a:lnTo>
                <a:lnTo>
                  <a:pt x="152400" y="194310"/>
                </a:lnTo>
                <a:lnTo>
                  <a:pt x="228600" y="273367"/>
                </a:lnTo>
                <a:lnTo>
                  <a:pt x="304800" y="342900"/>
                </a:lnTo>
                <a:lnTo>
                  <a:pt x="381000" y="402908"/>
                </a:lnTo>
                <a:lnTo>
                  <a:pt x="457200" y="456248"/>
                </a:lnTo>
                <a:lnTo>
                  <a:pt x="533400" y="502920"/>
                </a:lnTo>
                <a:lnTo>
                  <a:pt x="609600" y="543878"/>
                </a:lnTo>
                <a:lnTo>
                  <a:pt x="685800" y="579120"/>
                </a:lnTo>
                <a:lnTo>
                  <a:pt x="762000" y="610553"/>
                </a:lnTo>
                <a:lnTo>
                  <a:pt x="838200" y="637223"/>
                </a:lnTo>
                <a:lnTo>
                  <a:pt x="914400" y="661035"/>
                </a:lnTo>
                <a:lnTo>
                  <a:pt x="990600" y="681990"/>
                </a:lnTo>
                <a:lnTo>
                  <a:pt x="1066800" y="700088"/>
                </a:lnTo>
                <a:lnTo>
                  <a:pt x="1143000" y="716280"/>
                </a:lnTo>
                <a:lnTo>
                  <a:pt x="1219200" y="730567"/>
                </a:lnTo>
                <a:lnTo>
                  <a:pt x="1295400" y="742950"/>
                </a:lnTo>
                <a:lnTo>
                  <a:pt x="1371600" y="753428"/>
                </a:lnTo>
                <a:lnTo>
                  <a:pt x="1447800" y="762953"/>
                </a:lnTo>
                <a:lnTo>
                  <a:pt x="1524000" y="770573"/>
                </a:lnTo>
                <a:lnTo>
                  <a:pt x="1600200" y="778192"/>
                </a:lnTo>
                <a:lnTo>
                  <a:pt x="1676400" y="784860"/>
                </a:lnTo>
                <a:lnTo>
                  <a:pt x="1752600" y="789623"/>
                </a:lnTo>
                <a:lnTo>
                  <a:pt x="1828800" y="794385"/>
                </a:lnTo>
                <a:lnTo>
                  <a:pt x="1905000" y="799148"/>
                </a:lnTo>
                <a:lnTo>
                  <a:pt x="1981200" y="802958"/>
                </a:lnTo>
                <a:lnTo>
                  <a:pt x="2057400" y="805815"/>
                </a:lnTo>
                <a:lnTo>
                  <a:pt x="2133600" y="808673"/>
                </a:lnTo>
                <a:lnTo>
                  <a:pt x="2209800" y="811530"/>
                </a:lnTo>
                <a:lnTo>
                  <a:pt x="2286000" y="81343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68" name="p12-椭圆-0268">
            <a:extLst xmlns:a="http://schemas.openxmlformats.org/drawingml/2006/main">
              <a:ext uri="{FF2B5EF4-FFF2-40B4-BE49-F238E27FC236}">
                <a16:creationId xmlns:a16="http://schemas.microsoft.com/office/drawing/2014/main" id="{EC9385A1-0B76-4427-AE96-ECD5087F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80" y="23806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9" name="p12-椭圆-0269">
            <a:extLst xmlns:a="http://schemas.openxmlformats.org/drawingml/2006/main">
              <a:ext uri="{FF2B5EF4-FFF2-40B4-BE49-F238E27FC236}">
                <a16:creationId xmlns:a16="http://schemas.microsoft.com/office/drawing/2014/main" id="{9C709BBF-9F8E-42F1-8E29-D5144CF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83670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0" name="p12-椭圆-0270">
            <a:extLst xmlns:a="http://schemas.openxmlformats.org/drawingml/2006/main">
              <a:ext uri="{FF2B5EF4-FFF2-40B4-BE49-F238E27FC236}">
                <a16:creationId xmlns:a16="http://schemas.microsoft.com/office/drawing/2014/main" id="{F88C8019-A11E-4CE3-BFAB-8E21B651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80" y="304161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1" name="p12-椭圆-0271">
            <a:extLst xmlns:a="http://schemas.openxmlformats.org/drawingml/2006/main">
              <a:ext uri="{FF2B5EF4-FFF2-40B4-BE49-F238E27FC236}">
                <a16:creationId xmlns:a16="http://schemas.microsoft.com/office/drawing/2014/main" id="{2F655C03-7026-47AF-82B9-A061E3E3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780" y="313368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2" name="p12-椭圆-0272">
            <a:extLst xmlns:a="http://schemas.openxmlformats.org/drawingml/2006/main">
              <a:ext uri="{FF2B5EF4-FFF2-40B4-BE49-F238E27FC236}">
                <a16:creationId xmlns:a16="http://schemas.microsoft.com/office/drawing/2014/main" id="{DE18D3B3-6CA7-4B55-8F93-936C7311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317505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3" name="p12-椭圆-0273">
            <a:extLst xmlns:a="http://schemas.openxmlformats.org/drawingml/2006/main">
              <a:ext uri="{FF2B5EF4-FFF2-40B4-BE49-F238E27FC236}">
                <a16:creationId xmlns:a16="http://schemas.microsoft.com/office/drawing/2014/main" id="{80DBD986-7882-459E-B36F-7924B70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180" y="31936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4" name="p12-文本-0274">
            <a:extLst xmlns:a="http://schemas.openxmlformats.org/drawingml/2006/main">
              <a:ext uri="{FF2B5EF4-FFF2-40B4-BE49-F238E27FC236}">
                <a16:creationId xmlns:a16="http://schemas.microsoft.com/office/drawing/2014/main" id="{B7E8440A-2D9A-4512-B61C-8EFB447D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561841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75" name="p12-线-0275">
            <a:extLst xmlns:a="http://schemas.openxmlformats.org/drawingml/2006/main">
              <a:ext uri="{FF2B5EF4-FFF2-40B4-BE49-F238E27FC236}">
                <a16:creationId xmlns:a16="http://schemas.microsoft.com/office/drawing/2014/main" id="{A33A5C81-CB16-460F-856A-5A4D8D6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288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76" name="p12-文本-0276">
            <a:extLst xmlns:a="http://schemas.openxmlformats.org/drawingml/2006/main">
              <a:ext uri="{FF2B5EF4-FFF2-40B4-BE49-F238E27FC236}">
                <a16:creationId xmlns:a16="http://schemas.microsoft.com/office/drawing/2014/main" id="{F7B0CE01-3B6B-4ECE-8389-0E71B9A2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658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77" name="p12-线-0277">
            <a:extLst xmlns:a="http://schemas.openxmlformats.org/drawingml/2006/main">
              <a:ext uri="{FF2B5EF4-FFF2-40B4-BE49-F238E27FC236}">
                <a16:creationId xmlns:a16="http://schemas.microsoft.com/office/drawing/2014/main" id="{1A322576-E2B7-40FB-B07A-507FEBD6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288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78" name="p12-文本-0278">
            <a:extLst xmlns:a="http://schemas.openxmlformats.org/drawingml/2006/main">
              <a:ext uri="{FF2B5EF4-FFF2-40B4-BE49-F238E27FC236}">
                <a16:creationId xmlns:a16="http://schemas.microsoft.com/office/drawing/2014/main" id="{FC321C66-51DA-4265-B5E0-F0C10DF7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65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79" name="p12-线-0279">
            <a:extLst xmlns:a="http://schemas.openxmlformats.org/drawingml/2006/main">
              <a:ext uri="{FF2B5EF4-FFF2-40B4-BE49-F238E27FC236}">
                <a16:creationId xmlns:a16="http://schemas.microsoft.com/office/drawing/2014/main" id="{004ABA3D-D783-4B4F-B57D-392F2E0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288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80" name="p12-文本-0280">
            <a:extLst xmlns:a="http://schemas.openxmlformats.org/drawingml/2006/main">
              <a:ext uri="{FF2B5EF4-FFF2-40B4-BE49-F238E27FC236}">
                <a16:creationId xmlns:a16="http://schemas.microsoft.com/office/drawing/2014/main" id="{6D213297-F39A-4F0B-9560-1391A114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9565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81" name="p12-文本-0281">
            <a:extLst xmlns:a="http://schemas.openxmlformats.org/drawingml/2006/main">
              <a:ext uri="{FF2B5EF4-FFF2-40B4-BE49-F238E27FC236}">
                <a16:creationId xmlns:a16="http://schemas.microsoft.com/office/drawing/2014/main" id="{8A9FA79A-35FE-4B1C-AD88-F459ABEE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56278"/>
            <a:ext cx="13066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统一评价与对照</a:t>
            </a:r>
          </a:p>
        </p:txBody>
      </p:sp>
      <p:sp>
        <p:nvSpPr>
          <p:cNvPr id="282" name="p12-文本-0282">
            <a:extLst xmlns:a="http://schemas.openxmlformats.org/drawingml/2006/main">
              <a:ext uri="{FF2B5EF4-FFF2-40B4-BE49-F238E27FC236}">
                <a16:creationId xmlns:a16="http://schemas.microsoft.com/office/drawing/2014/main" id="{5701B86A-CBA9-4B8A-A9C2-056A8155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2978"/>
            <a:ext cx="14876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跨条件检验稳定性</a:t>
            </a:r>
          </a:p>
        </p:txBody>
      </p:sp>
      <p:sp>
        <p:nvSpPr>
          <p:cNvPr id="283" name="p12-文本-0283">
            <a:extLst xmlns:a="http://schemas.openxmlformats.org/drawingml/2006/main">
              <a:ext uri="{FF2B5EF4-FFF2-40B4-BE49-F238E27FC236}">
                <a16:creationId xmlns:a16="http://schemas.microsoft.com/office/drawing/2014/main" id="{FDAB4FA3-C244-40FE-9D45-55E9408A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395" y="54467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建立可信比较</a:t>
            </a:r>
          </a:p>
        </p:txBody>
      </p:sp>
      <p:sp>
        <p:nvSpPr>
          <p:cNvPr id="284" name="p12-文本-0284">
            <a:extLst xmlns:a="http://schemas.openxmlformats.org/drawingml/2006/main">
              <a:ext uri="{FF2B5EF4-FFF2-40B4-BE49-F238E27FC236}">
                <a16:creationId xmlns:a16="http://schemas.microsoft.com/office/drawing/2014/main" id="{C6529EA8-7E0D-467A-9AF2-19DEA35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12</a:t>
            </a:r>
          </a:p>
        </p:txBody>
      </p:sp>
    </p:spTree>
    <p:extLst>
      <p:ext uri="{BB962C8B-B14F-4D97-AF65-F5344CB8AC3E}">
        <p14:creationId xmlns:p14="http://schemas.microsoft.com/office/powerpoint/2010/main" val="1605273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p13-矩形-0001">
            <a:extLst xmlns:a="http://schemas.openxmlformats.org/drawingml/2006/main">
              <a:ext uri="{FF2B5EF4-FFF2-40B4-BE49-F238E27FC236}">
                <a16:creationId xmlns:a16="http://schemas.microsoft.com/office/drawing/2014/main" id="{19493BC9-4D45-423F-AF4A-43F3FEB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3-矩形-0002">
            <a:extLst xmlns:a="http://schemas.openxmlformats.org/drawingml/2006/main">
              <a:ext uri="{FF2B5EF4-FFF2-40B4-BE49-F238E27FC236}">
                <a16:creationId xmlns:a16="http://schemas.microsoft.com/office/drawing/2014/main" id="{6698A9FF-6720-40D7-ABD3-44EDD734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3-文本-0003">
            <a:extLst xmlns:a="http://schemas.openxmlformats.org/drawingml/2006/main">
              <a:ext uri="{FF2B5EF4-FFF2-40B4-BE49-F238E27FC236}">
                <a16:creationId xmlns:a16="http://schemas.microsoft.com/office/drawing/2014/main" id="{91B31137-AE93-4D02-B9D9-0FC6EE4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2243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从整体结构定位局部作用，再提出可测假设</a:t>
            </a:r>
          </a:p>
        </p:txBody>
      </p:sp>
      <p:sp>
        <p:nvSpPr>
          <p:cNvPr id="4" name="p13-文本-0004">
            <a:extLst xmlns:a="http://schemas.openxmlformats.org/drawingml/2006/main">
              <a:ext uri="{FF2B5EF4-FFF2-40B4-BE49-F238E27FC236}">
                <a16:creationId xmlns:a16="http://schemas.microsoft.com/office/drawing/2014/main" id="{05B08935-F641-4CC5-B168-F56E4F6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36593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同一科学对象在三个观察层级中保持位置对应</a:t>
            </a:r>
          </a:p>
        </p:txBody>
      </p:sp>
      <p:sp>
        <p:nvSpPr>
          <p:cNvPr id="5" name="p13-线-0005">
            <a:extLst xmlns:a="http://schemas.openxmlformats.org/drawingml/2006/main">
              <a:ext uri="{FF2B5EF4-FFF2-40B4-BE49-F238E27FC236}">
                <a16:creationId xmlns:a16="http://schemas.microsoft.com/office/drawing/2014/main" id="{40E6000B-B073-46CA-A91F-9772529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3-矩形-0006">
            <a:extLst xmlns:a="http://schemas.openxmlformats.org/drawingml/2006/main">
              <a:ext uri="{FF2B5EF4-FFF2-40B4-BE49-F238E27FC236}">
                <a16:creationId xmlns:a16="http://schemas.microsoft.com/office/drawing/2014/main" id="{C56C2B57-1409-4608-8871-B217333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13-文本-0007">
            <a:extLst xmlns:a="http://schemas.openxmlformats.org/drawingml/2006/main">
              <a:ext uri="{FF2B5EF4-FFF2-40B4-BE49-F238E27FC236}">
                <a16:creationId xmlns:a16="http://schemas.microsoft.com/office/drawing/2014/main" id="{8A676A30-7582-468F-827F-024E6C1B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72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整体结构</a:t>
            </a:r>
          </a:p>
        </p:txBody>
      </p:sp>
      <p:sp>
        <p:nvSpPr>
          <p:cNvPr id="8" name="p13-矩形-0008">
            <a:extLst xmlns:a="http://schemas.openxmlformats.org/drawingml/2006/main">
              <a:ext uri="{FF2B5EF4-FFF2-40B4-BE49-F238E27FC236}">
                <a16:creationId xmlns:a16="http://schemas.microsoft.com/office/drawing/2014/main" id="{B5F7B055-E689-4C3C-86E7-33218BB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0862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p13-线-0009">
            <a:extLst xmlns:a="http://schemas.openxmlformats.org/drawingml/2006/main">
              <a:ext uri="{FF2B5EF4-FFF2-40B4-BE49-F238E27FC236}">
                <a16:creationId xmlns:a16="http://schemas.microsoft.com/office/drawing/2014/main" id="{262F3470-EEF5-4A69-8D93-CDFA648D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" name="p13-线-0010">
            <a:extLst xmlns:a="http://schemas.openxmlformats.org/drawingml/2006/main">
              <a:ext uri="{FF2B5EF4-FFF2-40B4-BE49-F238E27FC236}">
                <a16:creationId xmlns:a16="http://schemas.microsoft.com/office/drawing/2014/main" id="{1E1D8869-E2AB-4E8B-BD82-19D34DD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" name="p13-线-0011">
            <a:extLst xmlns:a="http://schemas.openxmlformats.org/drawingml/2006/main">
              <a:ext uri="{FF2B5EF4-FFF2-40B4-BE49-F238E27FC236}">
                <a16:creationId xmlns:a16="http://schemas.microsoft.com/office/drawing/2014/main" id="{26B22130-A185-422A-9233-280E04A9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" name="p13-线-0012">
            <a:extLst xmlns:a="http://schemas.openxmlformats.org/drawingml/2006/main">
              <a:ext uri="{FF2B5EF4-FFF2-40B4-BE49-F238E27FC236}">
                <a16:creationId xmlns:a16="http://schemas.microsoft.com/office/drawing/2014/main" id="{EC318B58-47D8-4017-8057-FED2D92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194310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" name="p13-线-0013">
            <a:extLst xmlns:a="http://schemas.openxmlformats.org/drawingml/2006/main">
              <a:ext uri="{FF2B5EF4-FFF2-40B4-BE49-F238E27FC236}">
                <a16:creationId xmlns:a16="http://schemas.microsoft.com/office/drawing/2014/main" id="{EEF0B922-31F2-4161-9658-886490C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" name="p13-线-0014">
            <a:extLst xmlns:a="http://schemas.openxmlformats.org/drawingml/2006/main">
              <a:ext uri="{FF2B5EF4-FFF2-40B4-BE49-F238E27FC236}">
                <a16:creationId xmlns:a16="http://schemas.microsoft.com/office/drawing/2014/main" id="{9DD7BD1D-E262-4979-8BF1-A1F0C3FC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1943100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" name="p13-线-0015">
            <a:extLst xmlns:a="http://schemas.openxmlformats.org/drawingml/2006/main">
              <a:ext uri="{FF2B5EF4-FFF2-40B4-BE49-F238E27FC236}">
                <a16:creationId xmlns:a16="http://schemas.microsoft.com/office/drawing/2014/main" id="{DD1B4C4E-5707-4059-A65A-584D5ED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194310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" name="p13-线-0016">
            <a:extLst xmlns:a="http://schemas.openxmlformats.org/drawingml/2006/main">
              <a:ext uri="{FF2B5EF4-FFF2-40B4-BE49-F238E27FC236}">
                <a16:creationId xmlns:a16="http://schemas.microsoft.com/office/drawing/2014/main" id="{013F5144-CA36-42F3-AB09-3B01193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" name="p13-线-0017">
            <a:extLst xmlns:a="http://schemas.openxmlformats.org/drawingml/2006/main">
              <a:ext uri="{FF2B5EF4-FFF2-40B4-BE49-F238E27FC236}">
                <a16:creationId xmlns:a16="http://schemas.microsoft.com/office/drawing/2014/main" id="{07D7650D-383F-4DF3-AB17-39C0B37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1943100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" name="p13-线-0018">
            <a:extLst xmlns:a="http://schemas.openxmlformats.org/drawingml/2006/main">
              <a:ext uri="{FF2B5EF4-FFF2-40B4-BE49-F238E27FC236}">
                <a16:creationId xmlns:a16="http://schemas.microsoft.com/office/drawing/2014/main" id="{EFF1747F-5183-4D10-927C-72977EFA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194310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" name="p13-线-0019">
            <a:extLst xmlns:a="http://schemas.openxmlformats.org/drawingml/2006/main">
              <a:ext uri="{FF2B5EF4-FFF2-40B4-BE49-F238E27FC236}">
                <a16:creationId xmlns:a16="http://schemas.microsoft.com/office/drawing/2014/main" id="{EC1EB796-5FEF-49E5-A9D4-82ED9FB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" name="p13-线-0020">
            <a:extLst xmlns:a="http://schemas.openxmlformats.org/drawingml/2006/main">
              <a:ext uri="{FF2B5EF4-FFF2-40B4-BE49-F238E27FC236}">
                <a16:creationId xmlns:a16="http://schemas.microsoft.com/office/drawing/2014/main" id="{6197DD0C-0B8C-4385-833D-5ECDF1FD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1943100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" name="p13-线-0021">
            <a:extLst xmlns:a="http://schemas.openxmlformats.org/drawingml/2006/main">
              <a:ext uri="{FF2B5EF4-FFF2-40B4-BE49-F238E27FC236}">
                <a16:creationId xmlns:a16="http://schemas.microsoft.com/office/drawing/2014/main" id="{F18FBD08-C737-420C-A0C4-71D069A2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194310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" name="p13-线-0022">
            <a:extLst xmlns:a="http://schemas.openxmlformats.org/drawingml/2006/main">
              <a:ext uri="{FF2B5EF4-FFF2-40B4-BE49-F238E27FC236}">
                <a16:creationId xmlns:a16="http://schemas.microsoft.com/office/drawing/2014/main" id="{FF2177B5-581D-4871-A41E-B04C3149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13-线-0023">
            <a:extLst xmlns:a="http://schemas.openxmlformats.org/drawingml/2006/main">
              <a:ext uri="{FF2B5EF4-FFF2-40B4-BE49-F238E27FC236}">
                <a16:creationId xmlns:a16="http://schemas.microsoft.com/office/drawing/2014/main" id="{A6B97696-72FA-4627-BC43-6F554A2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1943100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" name="p13-线-0024">
            <a:extLst xmlns:a="http://schemas.openxmlformats.org/drawingml/2006/main">
              <a:ext uri="{FF2B5EF4-FFF2-40B4-BE49-F238E27FC236}">
                <a16:creationId xmlns:a16="http://schemas.microsoft.com/office/drawing/2014/main" id="{2CD5B0B0-6CF3-4F44-9E6B-6B9BF12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94310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13-线-0025">
            <a:extLst xmlns:a="http://schemas.openxmlformats.org/drawingml/2006/main">
              <a:ext uri="{FF2B5EF4-FFF2-40B4-BE49-F238E27FC236}">
                <a16:creationId xmlns:a16="http://schemas.microsoft.com/office/drawing/2014/main" id="{597A3B47-1E99-4597-88E2-E62AE87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13-线-0026">
            <a:extLst xmlns:a="http://schemas.openxmlformats.org/drawingml/2006/main">
              <a:ext uri="{FF2B5EF4-FFF2-40B4-BE49-F238E27FC236}">
                <a16:creationId xmlns:a16="http://schemas.microsoft.com/office/drawing/2014/main" id="{8620B8D2-83A9-4AA1-A8DF-3E635F90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943100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" name="p13-线-0027">
            <a:extLst xmlns:a="http://schemas.openxmlformats.org/drawingml/2006/main">
              <a:ext uri="{FF2B5EF4-FFF2-40B4-BE49-F238E27FC236}">
                <a16:creationId xmlns:a16="http://schemas.microsoft.com/office/drawing/2014/main" id="{140CD2C1-4D00-4194-AEF2-B093F2F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194310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13-线-0028">
            <a:extLst xmlns:a="http://schemas.openxmlformats.org/drawingml/2006/main">
              <a:ext uri="{FF2B5EF4-FFF2-40B4-BE49-F238E27FC236}">
                <a16:creationId xmlns:a16="http://schemas.microsoft.com/office/drawing/2014/main" id="{2A61F9E7-8BF5-4BEB-B742-A829B71B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13-线-0029">
            <a:extLst xmlns:a="http://schemas.openxmlformats.org/drawingml/2006/main">
              <a:ext uri="{FF2B5EF4-FFF2-40B4-BE49-F238E27FC236}">
                <a16:creationId xmlns:a16="http://schemas.microsoft.com/office/drawing/2014/main" id="{35A4B0B2-AF6D-44C9-9F7C-1DC18817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1943100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" name="p13-线-0030">
            <a:extLst xmlns:a="http://schemas.openxmlformats.org/drawingml/2006/main">
              <a:ext uri="{FF2B5EF4-FFF2-40B4-BE49-F238E27FC236}">
                <a16:creationId xmlns:a16="http://schemas.microsoft.com/office/drawing/2014/main" id="{0B0E532A-8D27-48EE-884C-FD253D8D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194310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13-线-0031">
            <a:extLst xmlns:a="http://schemas.openxmlformats.org/drawingml/2006/main">
              <a:ext uri="{FF2B5EF4-FFF2-40B4-BE49-F238E27FC236}">
                <a16:creationId xmlns:a16="http://schemas.microsoft.com/office/drawing/2014/main" id="{5BF491D6-BF8D-4830-9819-CB4EAF7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13-线-0032">
            <a:extLst xmlns:a="http://schemas.openxmlformats.org/drawingml/2006/main">
              <a:ext uri="{FF2B5EF4-FFF2-40B4-BE49-F238E27FC236}">
                <a16:creationId xmlns:a16="http://schemas.microsoft.com/office/drawing/2014/main" id="{C7210DB5-5804-493A-9D4B-D55BCFD4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1943100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" name="p13-线-0033">
            <a:extLst xmlns:a="http://schemas.openxmlformats.org/drawingml/2006/main">
              <a:ext uri="{FF2B5EF4-FFF2-40B4-BE49-F238E27FC236}">
                <a16:creationId xmlns:a16="http://schemas.microsoft.com/office/drawing/2014/main" id="{E07241BA-A948-4B44-9146-172BDE56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194310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13-线-0034">
            <a:extLst xmlns:a="http://schemas.openxmlformats.org/drawingml/2006/main">
              <a:ext uri="{FF2B5EF4-FFF2-40B4-BE49-F238E27FC236}">
                <a16:creationId xmlns:a16="http://schemas.microsoft.com/office/drawing/2014/main" id="{140AC4F9-A73B-4B97-8E0A-E2DDC53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13-线-0035">
            <a:extLst xmlns:a="http://schemas.openxmlformats.org/drawingml/2006/main">
              <a:ext uri="{FF2B5EF4-FFF2-40B4-BE49-F238E27FC236}">
                <a16:creationId xmlns:a16="http://schemas.microsoft.com/office/drawing/2014/main" id="{E660760A-A1CB-421A-9228-C82C8146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1943100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" name="p13-线-0036">
            <a:extLst xmlns:a="http://schemas.openxmlformats.org/drawingml/2006/main">
              <a:ext uri="{FF2B5EF4-FFF2-40B4-BE49-F238E27FC236}">
                <a16:creationId xmlns:a16="http://schemas.microsoft.com/office/drawing/2014/main" id="{294ACA4C-C20E-4DE3-A726-6A4F23FE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194310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13-线-0037">
            <a:extLst xmlns:a="http://schemas.openxmlformats.org/drawingml/2006/main">
              <a:ext uri="{FF2B5EF4-FFF2-40B4-BE49-F238E27FC236}">
                <a16:creationId xmlns:a16="http://schemas.microsoft.com/office/drawing/2014/main" id="{D4A1BB26-AAF4-464D-9ADB-83B90B3E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13-线-0038">
            <a:extLst xmlns:a="http://schemas.openxmlformats.org/drawingml/2006/main">
              <a:ext uri="{FF2B5EF4-FFF2-40B4-BE49-F238E27FC236}">
                <a16:creationId xmlns:a16="http://schemas.microsoft.com/office/drawing/2014/main" id="{D48C37F8-1EB8-422C-8A7C-295B2A4D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1943100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" name="p13-线-0039">
            <a:extLst xmlns:a="http://schemas.openxmlformats.org/drawingml/2006/main">
              <a:ext uri="{FF2B5EF4-FFF2-40B4-BE49-F238E27FC236}">
                <a16:creationId xmlns:a16="http://schemas.microsoft.com/office/drawing/2014/main" id="{CC04B028-BF82-4D34-8C46-54B60F5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43100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13-线-0040">
            <a:extLst xmlns:a="http://schemas.openxmlformats.org/drawingml/2006/main">
              <a:ext uri="{FF2B5EF4-FFF2-40B4-BE49-F238E27FC236}">
                <a16:creationId xmlns:a16="http://schemas.microsoft.com/office/drawing/2014/main" id="{3C79937C-FF97-49EA-9D69-F35F47AA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728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13-线-0041">
            <a:extLst xmlns:a="http://schemas.openxmlformats.org/drawingml/2006/main">
              <a:ext uri="{FF2B5EF4-FFF2-40B4-BE49-F238E27FC236}">
                <a16:creationId xmlns:a16="http://schemas.microsoft.com/office/drawing/2014/main" id="{EFAFA81C-F425-4C30-B67F-ACCD7E9F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13-线-0042">
            <a:extLst xmlns:a="http://schemas.openxmlformats.org/drawingml/2006/main">
              <a:ext uri="{FF2B5EF4-FFF2-40B4-BE49-F238E27FC236}">
                <a16:creationId xmlns:a16="http://schemas.microsoft.com/office/drawing/2014/main" id="{3A794259-CDC0-47D3-99AF-0B5C458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7288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13-线-0043">
            <a:extLst xmlns:a="http://schemas.openxmlformats.org/drawingml/2006/main">
              <a:ext uri="{FF2B5EF4-FFF2-40B4-BE49-F238E27FC236}">
                <a16:creationId xmlns:a16="http://schemas.microsoft.com/office/drawing/2014/main" id="{C32D6FD2-F482-48B8-9204-AE66864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242728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13-线-0044">
            <a:extLst xmlns:a="http://schemas.openxmlformats.org/drawingml/2006/main">
              <a:ext uri="{FF2B5EF4-FFF2-40B4-BE49-F238E27FC236}">
                <a16:creationId xmlns:a16="http://schemas.microsoft.com/office/drawing/2014/main" id="{50860646-82EC-42A5-A89F-35EA511F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13-线-0045">
            <a:extLst xmlns:a="http://schemas.openxmlformats.org/drawingml/2006/main">
              <a:ext uri="{FF2B5EF4-FFF2-40B4-BE49-F238E27FC236}">
                <a16:creationId xmlns:a16="http://schemas.microsoft.com/office/drawing/2014/main" id="{2E264BB9-DE55-42D0-84C6-9DE775E3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2427288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6" name="p13-线-0046">
            <a:extLst xmlns:a="http://schemas.openxmlformats.org/drawingml/2006/main">
              <a:ext uri="{FF2B5EF4-FFF2-40B4-BE49-F238E27FC236}">
                <a16:creationId xmlns:a16="http://schemas.microsoft.com/office/drawing/2014/main" id="{365AF445-0EE8-475B-8BFA-7CDA1D87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42728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13-线-0047">
            <a:extLst xmlns:a="http://schemas.openxmlformats.org/drawingml/2006/main">
              <a:ext uri="{FF2B5EF4-FFF2-40B4-BE49-F238E27FC236}">
                <a16:creationId xmlns:a16="http://schemas.microsoft.com/office/drawing/2014/main" id="{2E312862-E06A-47E4-BFC8-435C022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13-线-0048">
            <a:extLst xmlns:a="http://schemas.openxmlformats.org/drawingml/2006/main">
              <a:ext uri="{FF2B5EF4-FFF2-40B4-BE49-F238E27FC236}">
                <a16:creationId xmlns:a16="http://schemas.microsoft.com/office/drawing/2014/main" id="{CFD6F98F-90C6-4FCD-A7F8-EB212DD6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427288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9" name="p13-线-0049">
            <a:extLst xmlns:a="http://schemas.openxmlformats.org/drawingml/2006/main">
              <a:ext uri="{FF2B5EF4-FFF2-40B4-BE49-F238E27FC236}">
                <a16:creationId xmlns:a16="http://schemas.microsoft.com/office/drawing/2014/main" id="{CB98091C-AB55-4C39-B999-B01D48CA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242728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13-线-0050">
            <a:extLst xmlns:a="http://schemas.openxmlformats.org/drawingml/2006/main">
              <a:ext uri="{FF2B5EF4-FFF2-40B4-BE49-F238E27FC236}">
                <a16:creationId xmlns:a16="http://schemas.microsoft.com/office/drawing/2014/main" id="{EBE59750-09A1-43C2-9F86-BFC3B5E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13-线-0051">
            <a:extLst xmlns:a="http://schemas.openxmlformats.org/drawingml/2006/main">
              <a:ext uri="{FF2B5EF4-FFF2-40B4-BE49-F238E27FC236}">
                <a16:creationId xmlns:a16="http://schemas.microsoft.com/office/drawing/2014/main" id="{7937AEC0-13A6-40B5-9B9C-CDB80DA9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2427288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2" name="p13-线-0052">
            <a:extLst xmlns:a="http://schemas.openxmlformats.org/drawingml/2006/main">
              <a:ext uri="{FF2B5EF4-FFF2-40B4-BE49-F238E27FC236}">
                <a16:creationId xmlns:a16="http://schemas.microsoft.com/office/drawing/2014/main" id="{40C1E3F5-0F6D-493F-946E-FFC21E00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242728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13-线-0053">
            <a:extLst xmlns:a="http://schemas.openxmlformats.org/drawingml/2006/main">
              <a:ext uri="{FF2B5EF4-FFF2-40B4-BE49-F238E27FC236}">
                <a16:creationId xmlns:a16="http://schemas.microsoft.com/office/drawing/2014/main" id="{DCDF59F4-D421-43D1-9691-BA98007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13-线-0054">
            <a:extLst xmlns:a="http://schemas.openxmlformats.org/drawingml/2006/main">
              <a:ext uri="{FF2B5EF4-FFF2-40B4-BE49-F238E27FC236}">
                <a16:creationId xmlns:a16="http://schemas.microsoft.com/office/drawing/2014/main" id="{4855C470-0E31-4F81-80F6-B6A014B1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2427288"/>
            <a:ext cx="408623" cy="484188"/>
          </a:xfrm>
          <a:custGeom xmlns:a="http://schemas.openxmlformats.org/drawingml/2006/main">
            <a:pathLst>
              <a:path w="408623" h="484188">
                <a:moveTo>
                  <a:pt x="0" y="0"/>
                </a:moveTo>
                <a:lnTo>
                  <a:pt x="408623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5" name="p13-线-0055">
            <a:extLst xmlns:a="http://schemas.openxmlformats.org/drawingml/2006/main">
              <a:ext uri="{FF2B5EF4-FFF2-40B4-BE49-F238E27FC236}">
                <a16:creationId xmlns:a16="http://schemas.microsoft.com/office/drawing/2014/main" id="{4C338B2B-910D-4584-8E67-BDED275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42728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13-线-0056">
            <a:extLst xmlns:a="http://schemas.openxmlformats.org/drawingml/2006/main">
              <a:ext uri="{FF2B5EF4-FFF2-40B4-BE49-F238E27FC236}">
                <a16:creationId xmlns:a16="http://schemas.microsoft.com/office/drawing/2014/main" id="{CC109DAF-CABC-4872-862C-CF9E6F4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13-线-0057">
            <a:extLst xmlns:a="http://schemas.openxmlformats.org/drawingml/2006/main">
              <a:ext uri="{FF2B5EF4-FFF2-40B4-BE49-F238E27FC236}">
                <a16:creationId xmlns:a16="http://schemas.microsoft.com/office/drawing/2014/main" id="{F1E9DC8E-F1EF-44FD-8BCB-CA3C613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427288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8" name="p13-线-0058">
            <a:extLst xmlns:a="http://schemas.openxmlformats.org/drawingml/2006/main">
              <a:ext uri="{FF2B5EF4-FFF2-40B4-BE49-F238E27FC236}">
                <a16:creationId xmlns:a16="http://schemas.microsoft.com/office/drawing/2014/main" id="{4D93692C-1426-45C6-9CFD-1D510623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242728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13-线-0059">
            <a:extLst xmlns:a="http://schemas.openxmlformats.org/drawingml/2006/main">
              <a:ext uri="{FF2B5EF4-FFF2-40B4-BE49-F238E27FC236}">
                <a16:creationId xmlns:a16="http://schemas.microsoft.com/office/drawing/2014/main" id="{8E4D8128-B799-4D67-853B-ED84E549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13-线-0060">
            <a:extLst xmlns:a="http://schemas.openxmlformats.org/drawingml/2006/main">
              <a:ext uri="{FF2B5EF4-FFF2-40B4-BE49-F238E27FC236}">
                <a16:creationId xmlns:a16="http://schemas.microsoft.com/office/drawing/2014/main" id="{D5E473C2-30F7-4CB1-9D50-785335F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2427288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13-线-0061">
            <a:extLst xmlns:a="http://schemas.openxmlformats.org/drawingml/2006/main">
              <a:ext uri="{FF2B5EF4-FFF2-40B4-BE49-F238E27FC236}">
                <a16:creationId xmlns:a16="http://schemas.microsoft.com/office/drawing/2014/main" id="{0864B304-A1BF-436E-BE32-9FC6C51B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42728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13-线-0062">
            <a:extLst xmlns:a="http://schemas.openxmlformats.org/drawingml/2006/main">
              <a:ext uri="{FF2B5EF4-FFF2-40B4-BE49-F238E27FC236}">
                <a16:creationId xmlns:a16="http://schemas.microsoft.com/office/drawing/2014/main" id="{BEAE8C7A-F15C-4F5B-8EE6-50E3CE5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13-线-0063">
            <a:extLst xmlns:a="http://schemas.openxmlformats.org/drawingml/2006/main">
              <a:ext uri="{FF2B5EF4-FFF2-40B4-BE49-F238E27FC236}">
                <a16:creationId xmlns:a16="http://schemas.microsoft.com/office/drawing/2014/main" id="{7D069AF9-E2AE-4115-8717-5E126316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427288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13-线-0064">
            <a:extLst xmlns:a="http://schemas.openxmlformats.org/drawingml/2006/main">
              <a:ext uri="{FF2B5EF4-FFF2-40B4-BE49-F238E27FC236}">
                <a16:creationId xmlns:a16="http://schemas.microsoft.com/office/drawing/2014/main" id="{0689C3AA-46DE-4BD3-96F4-87FB8308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42728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13-线-0065">
            <a:extLst xmlns:a="http://schemas.openxmlformats.org/drawingml/2006/main">
              <a:ext uri="{FF2B5EF4-FFF2-40B4-BE49-F238E27FC236}">
                <a16:creationId xmlns:a16="http://schemas.microsoft.com/office/drawing/2014/main" id="{856DD028-080A-45F1-A696-BA4E004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13-线-0066">
            <a:extLst xmlns:a="http://schemas.openxmlformats.org/drawingml/2006/main">
              <a:ext uri="{FF2B5EF4-FFF2-40B4-BE49-F238E27FC236}">
                <a16:creationId xmlns:a16="http://schemas.microsoft.com/office/drawing/2014/main" id="{F39598E5-3257-4807-89E9-D45CFCC2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427288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7" name="p13-线-0067">
            <a:extLst xmlns:a="http://schemas.openxmlformats.org/drawingml/2006/main">
              <a:ext uri="{FF2B5EF4-FFF2-40B4-BE49-F238E27FC236}">
                <a16:creationId xmlns:a16="http://schemas.microsoft.com/office/drawing/2014/main" id="{1C07CFD0-89EE-407C-97AE-547EAFC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242728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13-线-0068">
            <a:extLst xmlns:a="http://schemas.openxmlformats.org/drawingml/2006/main">
              <a:ext uri="{FF2B5EF4-FFF2-40B4-BE49-F238E27FC236}">
                <a16:creationId xmlns:a16="http://schemas.microsoft.com/office/drawing/2014/main" id="{A3B6ABAB-8A98-494D-9C11-2D3C96C9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13-线-0069">
            <a:extLst xmlns:a="http://schemas.openxmlformats.org/drawingml/2006/main">
              <a:ext uri="{FF2B5EF4-FFF2-40B4-BE49-F238E27FC236}">
                <a16:creationId xmlns:a16="http://schemas.microsoft.com/office/drawing/2014/main" id="{49EE8935-7F32-4C43-BBE0-2083E1A5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2427288"/>
            <a:ext cx="408622" cy="484188"/>
          </a:xfrm>
          <a:custGeom xmlns:a="http://schemas.openxmlformats.org/drawingml/2006/main">
            <a:pathLst>
              <a:path w="408622" h="484188">
                <a:moveTo>
                  <a:pt x="0" y="0"/>
                </a:moveTo>
                <a:lnTo>
                  <a:pt x="408622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13-线-0070">
            <a:extLst xmlns:a="http://schemas.openxmlformats.org/drawingml/2006/main">
              <a:ext uri="{FF2B5EF4-FFF2-40B4-BE49-F238E27FC236}">
                <a16:creationId xmlns:a16="http://schemas.microsoft.com/office/drawing/2014/main" id="{B5981A86-4AFC-4054-AC0A-6232236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27288"/>
            <a:ext cx="95" cy="484188"/>
          </a:xfrm>
          <a:custGeom xmlns:a="http://schemas.openxmlformats.org/drawingml/2006/main">
            <a:pathLst>
              <a:path w="95" h="484188">
                <a:moveTo>
                  <a:pt x="0" y="0"/>
                </a:moveTo>
                <a:lnTo>
                  <a:pt x="0" y="4841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13-线-0071">
            <a:extLst xmlns:a="http://schemas.openxmlformats.org/drawingml/2006/main">
              <a:ext uri="{FF2B5EF4-FFF2-40B4-BE49-F238E27FC236}">
                <a16:creationId xmlns:a16="http://schemas.microsoft.com/office/drawing/2014/main" id="{A12AC1A4-8256-4D5E-814B-A4A5309C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147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13-线-0072">
            <a:extLst xmlns:a="http://schemas.openxmlformats.org/drawingml/2006/main">
              <a:ext uri="{FF2B5EF4-FFF2-40B4-BE49-F238E27FC236}">
                <a16:creationId xmlns:a16="http://schemas.microsoft.com/office/drawing/2014/main" id="{E844E321-9736-4A9C-B532-FB1E5400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13-线-0073">
            <a:extLst xmlns:a="http://schemas.openxmlformats.org/drawingml/2006/main">
              <a:ext uri="{FF2B5EF4-FFF2-40B4-BE49-F238E27FC236}">
                <a16:creationId xmlns:a16="http://schemas.microsoft.com/office/drawing/2014/main" id="{AE93FC82-0AF0-430D-B486-908897C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1475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13-线-0074">
            <a:extLst xmlns:a="http://schemas.openxmlformats.org/drawingml/2006/main">
              <a:ext uri="{FF2B5EF4-FFF2-40B4-BE49-F238E27FC236}">
                <a16:creationId xmlns:a16="http://schemas.microsoft.com/office/drawing/2014/main" id="{D0548854-15BC-48F3-A956-13BC389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291147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13-线-0075">
            <a:extLst xmlns:a="http://schemas.openxmlformats.org/drawingml/2006/main">
              <a:ext uri="{FF2B5EF4-FFF2-40B4-BE49-F238E27FC236}">
                <a16:creationId xmlns:a16="http://schemas.microsoft.com/office/drawing/2014/main" id="{194D0704-AB10-4F2B-9A38-ABDD5A9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13-线-0076">
            <a:extLst xmlns:a="http://schemas.openxmlformats.org/drawingml/2006/main">
              <a:ext uri="{FF2B5EF4-FFF2-40B4-BE49-F238E27FC236}">
                <a16:creationId xmlns:a16="http://schemas.microsoft.com/office/drawing/2014/main" id="{5E7FAA8C-A059-4FB2-AA0D-39710AA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2911475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7" name="p13-线-0077">
            <a:extLst xmlns:a="http://schemas.openxmlformats.org/drawingml/2006/main">
              <a:ext uri="{FF2B5EF4-FFF2-40B4-BE49-F238E27FC236}">
                <a16:creationId xmlns:a16="http://schemas.microsoft.com/office/drawing/2014/main" id="{06328EA9-EC2B-4625-B836-77B6A17E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91147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13-线-0078">
            <a:extLst xmlns:a="http://schemas.openxmlformats.org/drawingml/2006/main">
              <a:ext uri="{FF2B5EF4-FFF2-40B4-BE49-F238E27FC236}">
                <a16:creationId xmlns:a16="http://schemas.microsoft.com/office/drawing/2014/main" id="{D92031E6-8E9D-439A-8F24-DAC879BC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13-线-0079">
            <a:extLst xmlns:a="http://schemas.openxmlformats.org/drawingml/2006/main">
              <a:ext uri="{FF2B5EF4-FFF2-40B4-BE49-F238E27FC236}">
                <a16:creationId xmlns:a16="http://schemas.microsoft.com/office/drawing/2014/main" id="{6A953687-0AD4-4E5F-858A-6F4C6A77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2911475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0" name="p13-线-0080">
            <a:extLst xmlns:a="http://schemas.openxmlformats.org/drawingml/2006/main">
              <a:ext uri="{FF2B5EF4-FFF2-40B4-BE49-F238E27FC236}">
                <a16:creationId xmlns:a16="http://schemas.microsoft.com/office/drawing/2014/main" id="{95716BC7-342D-45ED-B4EC-0B240819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291147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13-线-0081">
            <a:extLst xmlns:a="http://schemas.openxmlformats.org/drawingml/2006/main">
              <a:ext uri="{FF2B5EF4-FFF2-40B4-BE49-F238E27FC236}">
                <a16:creationId xmlns:a16="http://schemas.microsoft.com/office/drawing/2014/main" id="{E47B041C-CBD4-4217-B28E-44CB686A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13-线-0082">
            <a:extLst xmlns:a="http://schemas.openxmlformats.org/drawingml/2006/main">
              <a:ext uri="{FF2B5EF4-FFF2-40B4-BE49-F238E27FC236}">
                <a16:creationId xmlns:a16="http://schemas.microsoft.com/office/drawing/2014/main" id="{B54CB979-6D60-4D2A-BC1B-5422E153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2911475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3" name="p13-线-0083">
            <a:extLst xmlns:a="http://schemas.openxmlformats.org/drawingml/2006/main">
              <a:ext uri="{FF2B5EF4-FFF2-40B4-BE49-F238E27FC236}">
                <a16:creationId xmlns:a16="http://schemas.microsoft.com/office/drawing/2014/main" id="{C618FEBC-48BB-4744-BBF3-4BDA2B03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291147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13-线-0084">
            <a:extLst xmlns:a="http://schemas.openxmlformats.org/drawingml/2006/main">
              <a:ext uri="{FF2B5EF4-FFF2-40B4-BE49-F238E27FC236}">
                <a16:creationId xmlns:a16="http://schemas.microsoft.com/office/drawing/2014/main" id="{D0141BC5-DAB2-444C-A9F9-8F68231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13-线-0085">
            <a:extLst xmlns:a="http://schemas.openxmlformats.org/drawingml/2006/main">
              <a:ext uri="{FF2B5EF4-FFF2-40B4-BE49-F238E27FC236}">
                <a16:creationId xmlns:a16="http://schemas.microsoft.com/office/drawing/2014/main" id="{1B0F5D75-5E12-4FDE-A171-EF91854D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2911475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6" name="p13-线-0086">
            <a:extLst xmlns:a="http://schemas.openxmlformats.org/drawingml/2006/main">
              <a:ext uri="{FF2B5EF4-FFF2-40B4-BE49-F238E27FC236}">
                <a16:creationId xmlns:a16="http://schemas.microsoft.com/office/drawing/2014/main" id="{427BF1BD-167D-4F22-BB4F-4FD50EA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91147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13-线-0087">
            <a:extLst xmlns:a="http://schemas.openxmlformats.org/drawingml/2006/main">
              <a:ext uri="{FF2B5EF4-FFF2-40B4-BE49-F238E27FC236}">
                <a16:creationId xmlns:a16="http://schemas.microsoft.com/office/drawing/2014/main" id="{5804392B-5A07-4AA2-8C28-A00020E7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13-线-0088">
            <a:extLst xmlns:a="http://schemas.openxmlformats.org/drawingml/2006/main">
              <a:ext uri="{FF2B5EF4-FFF2-40B4-BE49-F238E27FC236}">
                <a16:creationId xmlns:a16="http://schemas.microsoft.com/office/drawing/2014/main" id="{6EBACFF5-EE99-4E0C-992C-1E52D1FC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911475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9" name="p13-线-0089">
            <a:extLst xmlns:a="http://schemas.openxmlformats.org/drawingml/2006/main">
              <a:ext uri="{FF2B5EF4-FFF2-40B4-BE49-F238E27FC236}">
                <a16:creationId xmlns:a16="http://schemas.microsoft.com/office/drawing/2014/main" id="{88BB8386-8962-496F-A4FB-AC63E8F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291147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13-线-0090">
            <a:extLst xmlns:a="http://schemas.openxmlformats.org/drawingml/2006/main">
              <a:ext uri="{FF2B5EF4-FFF2-40B4-BE49-F238E27FC236}">
                <a16:creationId xmlns:a16="http://schemas.microsoft.com/office/drawing/2014/main" id="{7FCA0840-F8CE-49B7-AD27-9029556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13-线-0091">
            <a:extLst xmlns:a="http://schemas.openxmlformats.org/drawingml/2006/main">
              <a:ext uri="{FF2B5EF4-FFF2-40B4-BE49-F238E27FC236}">
                <a16:creationId xmlns:a16="http://schemas.microsoft.com/office/drawing/2014/main" id="{3616857A-D51D-423A-887F-C8B8B35D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2911475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13-线-0092">
            <a:extLst xmlns:a="http://schemas.openxmlformats.org/drawingml/2006/main">
              <a:ext uri="{FF2B5EF4-FFF2-40B4-BE49-F238E27FC236}">
                <a16:creationId xmlns:a16="http://schemas.microsoft.com/office/drawing/2014/main" id="{40530315-4321-4302-8CB0-64D69236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91147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13-线-0093">
            <a:extLst xmlns:a="http://schemas.openxmlformats.org/drawingml/2006/main">
              <a:ext uri="{FF2B5EF4-FFF2-40B4-BE49-F238E27FC236}">
                <a16:creationId xmlns:a16="http://schemas.microsoft.com/office/drawing/2014/main" id="{E2B14FC0-DF2A-4B29-9939-E9DBCB84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13-线-0094">
            <a:extLst xmlns:a="http://schemas.openxmlformats.org/drawingml/2006/main">
              <a:ext uri="{FF2B5EF4-FFF2-40B4-BE49-F238E27FC236}">
                <a16:creationId xmlns:a16="http://schemas.microsoft.com/office/drawing/2014/main" id="{1032D1C3-981E-4615-9E53-998618A1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911475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13-线-0095">
            <a:extLst xmlns:a="http://schemas.openxmlformats.org/drawingml/2006/main">
              <a:ext uri="{FF2B5EF4-FFF2-40B4-BE49-F238E27FC236}">
                <a16:creationId xmlns:a16="http://schemas.microsoft.com/office/drawing/2014/main" id="{C6159CF1-BDBB-4615-81F5-C72B38D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91147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13-线-0096">
            <a:extLst xmlns:a="http://schemas.openxmlformats.org/drawingml/2006/main">
              <a:ext uri="{FF2B5EF4-FFF2-40B4-BE49-F238E27FC236}">
                <a16:creationId xmlns:a16="http://schemas.microsoft.com/office/drawing/2014/main" id="{2A256D2A-654D-4DC9-8592-B42189AD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13-线-0097">
            <a:extLst xmlns:a="http://schemas.openxmlformats.org/drawingml/2006/main">
              <a:ext uri="{FF2B5EF4-FFF2-40B4-BE49-F238E27FC236}">
                <a16:creationId xmlns:a16="http://schemas.microsoft.com/office/drawing/2014/main" id="{580BD036-CC89-4F00-86F4-F7BD3EDB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911475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13-线-0098">
            <a:extLst xmlns:a="http://schemas.openxmlformats.org/drawingml/2006/main">
              <a:ext uri="{FF2B5EF4-FFF2-40B4-BE49-F238E27FC236}">
                <a16:creationId xmlns:a16="http://schemas.microsoft.com/office/drawing/2014/main" id="{88C066B4-253D-4D66-98CE-1330C225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291147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13-线-0099">
            <a:extLst xmlns:a="http://schemas.openxmlformats.org/drawingml/2006/main">
              <a:ext uri="{FF2B5EF4-FFF2-40B4-BE49-F238E27FC236}">
                <a16:creationId xmlns:a16="http://schemas.microsoft.com/office/drawing/2014/main" id="{AE1964E3-F3F2-4D88-88BA-68DCECA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13-线-0100">
            <a:extLst xmlns:a="http://schemas.openxmlformats.org/drawingml/2006/main">
              <a:ext uri="{FF2B5EF4-FFF2-40B4-BE49-F238E27FC236}">
                <a16:creationId xmlns:a16="http://schemas.microsoft.com/office/drawing/2014/main" id="{7BC0B25A-9E6C-498A-BEB8-834D9D0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2911475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13-线-0101">
            <a:extLst xmlns:a="http://schemas.openxmlformats.org/drawingml/2006/main">
              <a:ext uri="{FF2B5EF4-FFF2-40B4-BE49-F238E27FC236}">
                <a16:creationId xmlns:a16="http://schemas.microsoft.com/office/drawing/2014/main" id="{17040C78-342C-45CD-8C41-5AFDF76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1475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13-线-0102">
            <a:extLst xmlns:a="http://schemas.openxmlformats.org/drawingml/2006/main">
              <a:ext uri="{FF2B5EF4-FFF2-40B4-BE49-F238E27FC236}">
                <a16:creationId xmlns:a16="http://schemas.microsoft.com/office/drawing/2014/main" id="{C51EC15C-D6C6-43DE-B3D4-0C2160F8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5663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13-线-0103">
            <a:extLst xmlns:a="http://schemas.openxmlformats.org/drawingml/2006/main">
              <a:ext uri="{FF2B5EF4-FFF2-40B4-BE49-F238E27FC236}">
                <a16:creationId xmlns:a16="http://schemas.microsoft.com/office/drawing/2014/main" id="{9056A846-D698-473B-996F-E500BC42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13-线-0104">
            <a:extLst xmlns:a="http://schemas.openxmlformats.org/drawingml/2006/main">
              <a:ext uri="{FF2B5EF4-FFF2-40B4-BE49-F238E27FC236}">
                <a16:creationId xmlns:a16="http://schemas.microsoft.com/office/drawing/2014/main" id="{807185ED-BCC9-4682-888E-492A4411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5663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13-线-0105">
            <a:extLst xmlns:a="http://schemas.openxmlformats.org/drawingml/2006/main">
              <a:ext uri="{FF2B5EF4-FFF2-40B4-BE49-F238E27FC236}">
                <a16:creationId xmlns:a16="http://schemas.microsoft.com/office/drawing/2014/main" id="{2CD67AD9-8D8C-44B6-B56D-F325C8F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3395663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13-线-0106">
            <a:extLst xmlns:a="http://schemas.openxmlformats.org/drawingml/2006/main">
              <a:ext uri="{FF2B5EF4-FFF2-40B4-BE49-F238E27FC236}">
                <a16:creationId xmlns:a16="http://schemas.microsoft.com/office/drawing/2014/main" id="{4CB007AD-1ADA-4D09-BC76-6653303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13-线-0107">
            <a:extLst xmlns:a="http://schemas.openxmlformats.org/drawingml/2006/main">
              <a:ext uri="{FF2B5EF4-FFF2-40B4-BE49-F238E27FC236}">
                <a16:creationId xmlns:a16="http://schemas.microsoft.com/office/drawing/2014/main" id="{7B47DE45-EB04-4FDB-81D2-63381611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3395663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8" name="p13-线-0108">
            <a:extLst xmlns:a="http://schemas.openxmlformats.org/drawingml/2006/main">
              <a:ext uri="{FF2B5EF4-FFF2-40B4-BE49-F238E27FC236}">
                <a16:creationId xmlns:a16="http://schemas.microsoft.com/office/drawing/2014/main" id="{5C18F067-E1D6-4412-97CE-0A6FD51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3395663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13-线-0109">
            <a:extLst xmlns:a="http://schemas.openxmlformats.org/drawingml/2006/main">
              <a:ext uri="{FF2B5EF4-FFF2-40B4-BE49-F238E27FC236}">
                <a16:creationId xmlns:a16="http://schemas.microsoft.com/office/drawing/2014/main" id="{595079BC-665A-4831-9E63-55EE0B00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13-线-0110">
            <a:extLst xmlns:a="http://schemas.openxmlformats.org/drawingml/2006/main">
              <a:ext uri="{FF2B5EF4-FFF2-40B4-BE49-F238E27FC236}">
                <a16:creationId xmlns:a16="http://schemas.microsoft.com/office/drawing/2014/main" id="{564A7E10-A7F2-4FF6-AD2B-22ECF655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3395663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1" name="p13-线-0111">
            <a:extLst xmlns:a="http://schemas.openxmlformats.org/drawingml/2006/main">
              <a:ext uri="{FF2B5EF4-FFF2-40B4-BE49-F238E27FC236}">
                <a16:creationId xmlns:a16="http://schemas.microsoft.com/office/drawing/2014/main" id="{111F60C4-059C-4FB3-B195-02C5A2B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3395663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13-线-0112">
            <a:extLst xmlns:a="http://schemas.openxmlformats.org/drawingml/2006/main">
              <a:ext uri="{FF2B5EF4-FFF2-40B4-BE49-F238E27FC236}">
                <a16:creationId xmlns:a16="http://schemas.microsoft.com/office/drawing/2014/main" id="{ACC84AF2-F8CF-49A3-8FE0-7F5D6A8C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13-线-0113">
            <a:extLst xmlns:a="http://schemas.openxmlformats.org/drawingml/2006/main">
              <a:ext uri="{FF2B5EF4-FFF2-40B4-BE49-F238E27FC236}">
                <a16:creationId xmlns:a16="http://schemas.microsoft.com/office/drawing/2014/main" id="{0028BB80-6F06-40C9-BAB2-87C0978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3395663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4" name="p13-线-0114">
            <a:extLst xmlns:a="http://schemas.openxmlformats.org/drawingml/2006/main">
              <a:ext uri="{FF2B5EF4-FFF2-40B4-BE49-F238E27FC236}">
                <a16:creationId xmlns:a16="http://schemas.microsoft.com/office/drawing/2014/main" id="{E4E50D68-FC93-43C3-97FF-AA0B4D5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395663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13-线-0115">
            <a:extLst xmlns:a="http://schemas.openxmlformats.org/drawingml/2006/main">
              <a:ext uri="{FF2B5EF4-FFF2-40B4-BE49-F238E27FC236}">
                <a16:creationId xmlns:a16="http://schemas.microsoft.com/office/drawing/2014/main" id="{4E31C44F-E8EF-449F-ACFC-038FF10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13-线-0116">
            <a:extLst xmlns:a="http://schemas.openxmlformats.org/drawingml/2006/main">
              <a:ext uri="{FF2B5EF4-FFF2-40B4-BE49-F238E27FC236}">
                <a16:creationId xmlns:a16="http://schemas.microsoft.com/office/drawing/2014/main" id="{4746AD0E-6072-41BB-98DA-8CD6C278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395663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7" name="p13-线-0117">
            <a:extLst xmlns:a="http://schemas.openxmlformats.org/drawingml/2006/main">
              <a:ext uri="{FF2B5EF4-FFF2-40B4-BE49-F238E27FC236}">
                <a16:creationId xmlns:a16="http://schemas.microsoft.com/office/drawing/2014/main" id="{06640911-C419-4823-9C67-A5EF29F4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395663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13-线-0118">
            <a:extLst xmlns:a="http://schemas.openxmlformats.org/drawingml/2006/main">
              <a:ext uri="{FF2B5EF4-FFF2-40B4-BE49-F238E27FC236}">
                <a16:creationId xmlns:a16="http://schemas.microsoft.com/office/drawing/2014/main" id="{5B13AFDD-93C1-4720-94CB-6F3676E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13-线-0119">
            <a:extLst xmlns:a="http://schemas.openxmlformats.org/drawingml/2006/main">
              <a:ext uri="{FF2B5EF4-FFF2-40B4-BE49-F238E27FC236}">
                <a16:creationId xmlns:a16="http://schemas.microsoft.com/office/drawing/2014/main" id="{51EE2E7F-F97F-4307-BB0A-F510348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395663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0" name="p13-线-0120">
            <a:extLst xmlns:a="http://schemas.openxmlformats.org/drawingml/2006/main">
              <a:ext uri="{FF2B5EF4-FFF2-40B4-BE49-F238E27FC236}">
                <a16:creationId xmlns:a16="http://schemas.microsoft.com/office/drawing/2014/main" id="{7B406BB9-8480-41B8-AF4D-24DC8E12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395663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13-线-0121">
            <a:extLst xmlns:a="http://schemas.openxmlformats.org/drawingml/2006/main">
              <a:ext uri="{FF2B5EF4-FFF2-40B4-BE49-F238E27FC236}">
                <a16:creationId xmlns:a16="http://schemas.microsoft.com/office/drawing/2014/main" id="{25664D7B-337C-45A8-8CA3-8158C65C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13-线-0122">
            <a:extLst xmlns:a="http://schemas.openxmlformats.org/drawingml/2006/main">
              <a:ext uri="{FF2B5EF4-FFF2-40B4-BE49-F238E27FC236}">
                <a16:creationId xmlns:a16="http://schemas.microsoft.com/office/drawing/2014/main" id="{C83F5414-B17D-4191-B626-62C6E8AD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395663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13-线-0123">
            <a:extLst xmlns:a="http://schemas.openxmlformats.org/drawingml/2006/main">
              <a:ext uri="{FF2B5EF4-FFF2-40B4-BE49-F238E27FC236}">
                <a16:creationId xmlns:a16="http://schemas.microsoft.com/office/drawing/2014/main" id="{2ABAE913-16C5-4556-99A7-C71EF8F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3395663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13-线-0124">
            <a:extLst xmlns:a="http://schemas.openxmlformats.org/drawingml/2006/main">
              <a:ext uri="{FF2B5EF4-FFF2-40B4-BE49-F238E27FC236}">
                <a16:creationId xmlns:a16="http://schemas.microsoft.com/office/drawing/2014/main" id="{FA63DA88-54C4-456F-B866-6ABA6136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13-线-0125">
            <a:extLst xmlns:a="http://schemas.openxmlformats.org/drawingml/2006/main">
              <a:ext uri="{FF2B5EF4-FFF2-40B4-BE49-F238E27FC236}">
                <a16:creationId xmlns:a16="http://schemas.microsoft.com/office/drawing/2014/main" id="{D967C672-91E5-4B6A-8190-5352F51D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3395663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13-线-0126">
            <a:extLst xmlns:a="http://schemas.openxmlformats.org/drawingml/2006/main">
              <a:ext uri="{FF2B5EF4-FFF2-40B4-BE49-F238E27FC236}">
                <a16:creationId xmlns:a16="http://schemas.microsoft.com/office/drawing/2014/main" id="{7882864C-F745-4039-ACDC-1393564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3395663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13-线-0127">
            <a:extLst xmlns:a="http://schemas.openxmlformats.org/drawingml/2006/main">
              <a:ext uri="{FF2B5EF4-FFF2-40B4-BE49-F238E27FC236}">
                <a16:creationId xmlns:a16="http://schemas.microsoft.com/office/drawing/2014/main" id="{9731B467-82DD-402A-856B-32F11DEE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13-线-0128">
            <a:extLst xmlns:a="http://schemas.openxmlformats.org/drawingml/2006/main">
              <a:ext uri="{FF2B5EF4-FFF2-40B4-BE49-F238E27FC236}">
                <a16:creationId xmlns:a16="http://schemas.microsoft.com/office/drawing/2014/main" id="{0D98EE7F-36EE-48EC-B55F-F68A0D6B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3395663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13-线-0129">
            <a:extLst xmlns:a="http://schemas.openxmlformats.org/drawingml/2006/main">
              <a:ext uri="{FF2B5EF4-FFF2-40B4-BE49-F238E27FC236}">
                <a16:creationId xmlns:a16="http://schemas.microsoft.com/office/drawing/2014/main" id="{7C37A4BD-81F5-4594-A33B-B56EDFD9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3395663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13-线-0130">
            <a:extLst xmlns:a="http://schemas.openxmlformats.org/drawingml/2006/main">
              <a:ext uri="{FF2B5EF4-FFF2-40B4-BE49-F238E27FC236}">
                <a16:creationId xmlns:a16="http://schemas.microsoft.com/office/drawing/2014/main" id="{517CEDA6-875C-411B-BC9F-5C0FEB83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13-线-0131">
            <a:extLst xmlns:a="http://schemas.openxmlformats.org/drawingml/2006/main">
              <a:ext uri="{FF2B5EF4-FFF2-40B4-BE49-F238E27FC236}">
                <a16:creationId xmlns:a16="http://schemas.microsoft.com/office/drawing/2014/main" id="{62B44D51-BCC3-45D9-A654-8A2266F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3395663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13-线-0132">
            <a:extLst xmlns:a="http://schemas.openxmlformats.org/drawingml/2006/main">
              <a:ext uri="{FF2B5EF4-FFF2-40B4-BE49-F238E27FC236}">
                <a16:creationId xmlns:a16="http://schemas.microsoft.com/office/drawing/2014/main" id="{FB91BBD7-6396-45BD-AA21-1A81D841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95663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13-线-0133">
            <a:extLst xmlns:a="http://schemas.openxmlformats.org/drawingml/2006/main">
              <a:ext uri="{FF2B5EF4-FFF2-40B4-BE49-F238E27FC236}">
                <a16:creationId xmlns:a16="http://schemas.microsoft.com/office/drawing/2014/main" id="{3070BA2A-99FF-40B8-9717-9D85E06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985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13-线-0134">
            <a:extLst xmlns:a="http://schemas.openxmlformats.org/drawingml/2006/main">
              <a:ext uri="{FF2B5EF4-FFF2-40B4-BE49-F238E27FC236}">
                <a16:creationId xmlns:a16="http://schemas.microsoft.com/office/drawing/2014/main" id="{7CAFC8B4-BB3C-489A-A5AE-B11F1231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13-线-0135">
            <a:extLst xmlns:a="http://schemas.openxmlformats.org/drawingml/2006/main">
              <a:ext uri="{FF2B5EF4-FFF2-40B4-BE49-F238E27FC236}">
                <a16:creationId xmlns:a16="http://schemas.microsoft.com/office/drawing/2014/main" id="{FB12515C-8132-4213-B205-917A6319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9850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13-线-0136">
            <a:extLst xmlns:a="http://schemas.openxmlformats.org/drawingml/2006/main">
              <a:ext uri="{FF2B5EF4-FFF2-40B4-BE49-F238E27FC236}">
                <a16:creationId xmlns:a16="http://schemas.microsoft.com/office/drawing/2014/main" id="{97DB56A8-078B-44FB-B7A2-7B60F33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387985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13-线-0137">
            <a:extLst xmlns:a="http://schemas.openxmlformats.org/drawingml/2006/main">
              <a:ext uri="{FF2B5EF4-FFF2-40B4-BE49-F238E27FC236}">
                <a16:creationId xmlns:a16="http://schemas.microsoft.com/office/drawing/2014/main" id="{89862A73-D619-4C05-BE6E-37528BC8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13-线-0138">
            <a:extLst xmlns:a="http://schemas.openxmlformats.org/drawingml/2006/main">
              <a:ext uri="{FF2B5EF4-FFF2-40B4-BE49-F238E27FC236}">
                <a16:creationId xmlns:a16="http://schemas.microsoft.com/office/drawing/2014/main" id="{C5003DA4-ADA7-4571-83EC-372CC61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3879850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9" name="p13-线-0139">
            <a:extLst xmlns:a="http://schemas.openxmlformats.org/drawingml/2006/main">
              <a:ext uri="{FF2B5EF4-FFF2-40B4-BE49-F238E27FC236}">
                <a16:creationId xmlns:a16="http://schemas.microsoft.com/office/drawing/2014/main" id="{CD0ED168-C2A6-4B42-95D3-1144A42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387985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13-线-0140">
            <a:extLst xmlns:a="http://schemas.openxmlformats.org/drawingml/2006/main">
              <a:ext uri="{FF2B5EF4-FFF2-40B4-BE49-F238E27FC236}">
                <a16:creationId xmlns:a16="http://schemas.microsoft.com/office/drawing/2014/main" id="{9553569A-BDC2-4619-A93E-6C352441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13-线-0141">
            <a:extLst xmlns:a="http://schemas.openxmlformats.org/drawingml/2006/main">
              <a:ext uri="{FF2B5EF4-FFF2-40B4-BE49-F238E27FC236}">
                <a16:creationId xmlns:a16="http://schemas.microsoft.com/office/drawing/2014/main" id="{74FA6CF9-3F5C-4545-A300-0B154223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3879850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2" name="p13-线-0142">
            <a:extLst xmlns:a="http://schemas.openxmlformats.org/drawingml/2006/main">
              <a:ext uri="{FF2B5EF4-FFF2-40B4-BE49-F238E27FC236}">
                <a16:creationId xmlns:a16="http://schemas.microsoft.com/office/drawing/2014/main" id="{9C0097F0-48AB-4978-A005-3C224FBB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387985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13-线-0143">
            <a:extLst xmlns:a="http://schemas.openxmlformats.org/drawingml/2006/main">
              <a:ext uri="{FF2B5EF4-FFF2-40B4-BE49-F238E27FC236}">
                <a16:creationId xmlns:a16="http://schemas.microsoft.com/office/drawing/2014/main" id="{60347B4B-C597-4994-9AE8-65AC1897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13-线-0144">
            <a:extLst xmlns:a="http://schemas.openxmlformats.org/drawingml/2006/main">
              <a:ext uri="{FF2B5EF4-FFF2-40B4-BE49-F238E27FC236}">
                <a16:creationId xmlns:a16="http://schemas.microsoft.com/office/drawing/2014/main" id="{AB37859C-9CB1-4543-AB0E-3CDDA82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3879850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5" name="p13-线-0145">
            <a:extLst xmlns:a="http://schemas.openxmlformats.org/drawingml/2006/main">
              <a:ext uri="{FF2B5EF4-FFF2-40B4-BE49-F238E27FC236}">
                <a16:creationId xmlns:a16="http://schemas.microsoft.com/office/drawing/2014/main" id="{667C3170-E1EB-4AC0-A2A7-4D5BBA1C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879850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13-线-0146">
            <a:extLst xmlns:a="http://schemas.openxmlformats.org/drawingml/2006/main">
              <a:ext uri="{FF2B5EF4-FFF2-40B4-BE49-F238E27FC236}">
                <a16:creationId xmlns:a16="http://schemas.microsoft.com/office/drawing/2014/main" id="{55F4AEC7-ECBA-4AE4-B376-FF2C628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13-线-0147">
            <a:extLst xmlns:a="http://schemas.openxmlformats.org/drawingml/2006/main">
              <a:ext uri="{FF2B5EF4-FFF2-40B4-BE49-F238E27FC236}">
                <a16:creationId xmlns:a16="http://schemas.microsoft.com/office/drawing/2014/main" id="{57ACBFCF-5E03-4631-85BC-DD67D95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879850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8" name="p13-线-0148">
            <a:extLst xmlns:a="http://schemas.openxmlformats.org/drawingml/2006/main">
              <a:ext uri="{FF2B5EF4-FFF2-40B4-BE49-F238E27FC236}">
                <a16:creationId xmlns:a16="http://schemas.microsoft.com/office/drawing/2014/main" id="{E6A1FC38-85C8-4757-BEF6-EF224BF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87985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13-线-0149">
            <a:extLst xmlns:a="http://schemas.openxmlformats.org/drawingml/2006/main">
              <a:ext uri="{FF2B5EF4-FFF2-40B4-BE49-F238E27FC236}">
                <a16:creationId xmlns:a16="http://schemas.microsoft.com/office/drawing/2014/main" id="{487F8385-0CA7-4307-AA2F-2E0F876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13-线-0150">
            <a:extLst xmlns:a="http://schemas.openxmlformats.org/drawingml/2006/main">
              <a:ext uri="{FF2B5EF4-FFF2-40B4-BE49-F238E27FC236}">
                <a16:creationId xmlns:a16="http://schemas.microsoft.com/office/drawing/2014/main" id="{F3942258-E09A-492E-A64E-F6B5961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879850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1" name="p13-线-0151">
            <a:extLst xmlns:a="http://schemas.openxmlformats.org/drawingml/2006/main">
              <a:ext uri="{FF2B5EF4-FFF2-40B4-BE49-F238E27FC236}">
                <a16:creationId xmlns:a16="http://schemas.microsoft.com/office/drawing/2014/main" id="{7A630A63-9A85-4D54-941B-5CE9BFA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87985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13-线-0152">
            <a:extLst xmlns:a="http://schemas.openxmlformats.org/drawingml/2006/main">
              <a:ext uri="{FF2B5EF4-FFF2-40B4-BE49-F238E27FC236}">
                <a16:creationId xmlns:a16="http://schemas.microsoft.com/office/drawing/2014/main" id="{BDD71E4F-4635-45F2-854C-A8E855E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13-线-0153">
            <a:extLst xmlns:a="http://schemas.openxmlformats.org/drawingml/2006/main">
              <a:ext uri="{FF2B5EF4-FFF2-40B4-BE49-F238E27FC236}">
                <a16:creationId xmlns:a16="http://schemas.microsoft.com/office/drawing/2014/main" id="{F0325D73-9DB6-4491-90D3-B6D0B265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879850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13-线-0154">
            <a:extLst xmlns:a="http://schemas.openxmlformats.org/drawingml/2006/main">
              <a:ext uri="{FF2B5EF4-FFF2-40B4-BE49-F238E27FC236}">
                <a16:creationId xmlns:a16="http://schemas.microsoft.com/office/drawing/2014/main" id="{83D385D6-9090-4DF9-BE1B-467AAE8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387985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13-线-0155">
            <a:extLst xmlns:a="http://schemas.openxmlformats.org/drawingml/2006/main">
              <a:ext uri="{FF2B5EF4-FFF2-40B4-BE49-F238E27FC236}">
                <a16:creationId xmlns:a16="http://schemas.microsoft.com/office/drawing/2014/main" id="{8F64C124-AAA8-4C81-BB36-C6783943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13-线-0156">
            <a:extLst xmlns:a="http://schemas.openxmlformats.org/drawingml/2006/main">
              <a:ext uri="{FF2B5EF4-FFF2-40B4-BE49-F238E27FC236}">
                <a16:creationId xmlns:a16="http://schemas.microsoft.com/office/drawing/2014/main" id="{C2DEA3BA-B6D4-4919-9534-3F2CA60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3879850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13-线-0157">
            <a:extLst xmlns:a="http://schemas.openxmlformats.org/drawingml/2006/main">
              <a:ext uri="{FF2B5EF4-FFF2-40B4-BE49-F238E27FC236}">
                <a16:creationId xmlns:a16="http://schemas.microsoft.com/office/drawing/2014/main" id="{4500420E-CF1C-4BCE-86A1-09279732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387985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13-线-0158">
            <a:extLst xmlns:a="http://schemas.openxmlformats.org/drawingml/2006/main">
              <a:ext uri="{FF2B5EF4-FFF2-40B4-BE49-F238E27FC236}">
                <a16:creationId xmlns:a16="http://schemas.microsoft.com/office/drawing/2014/main" id="{9FFC1E7A-E6E7-40D8-9E15-9742C551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13-线-0159">
            <a:extLst xmlns:a="http://schemas.openxmlformats.org/drawingml/2006/main">
              <a:ext uri="{FF2B5EF4-FFF2-40B4-BE49-F238E27FC236}">
                <a16:creationId xmlns:a16="http://schemas.microsoft.com/office/drawing/2014/main" id="{B98DCA09-675B-4B1F-B192-8A6FEB4E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3879850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13-线-0160">
            <a:extLst xmlns:a="http://schemas.openxmlformats.org/drawingml/2006/main">
              <a:ext uri="{FF2B5EF4-FFF2-40B4-BE49-F238E27FC236}">
                <a16:creationId xmlns:a16="http://schemas.microsoft.com/office/drawing/2014/main" id="{193FAF18-1EF6-4CD3-BB56-7030F5D6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3879850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13-线-0161">
            <a:extLst xmlns:a="http://schemas.openxmlformats.org/drawingml/2006/main">
              <a:ext uri="{FF2B5EF4-FFF2-40B4-BE49-F238E27FC236}">
                <a16:creationId xmlns:a16="http://schemas.microsoft.com/office/drawing/2014/main" id="{D9D3B436-B007-4979-880A-80AE5630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13-线-0162">
            <a:extLst xmlns:a="http://schemas.openxmlformats.org/drawingml/2006/main">
              <a:ext uri="{FF2B5EF4-FFF2-40B4-BE49-F238E27FC236}">
                <a16:creationId xmlns:a16="http://schemas.microsoft.com/office/drawing/2014/main" id="{B4B0A230-D09C-4E75-9D8A-EB32E45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3879850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13-线-0163">
            <a:extLst xmlns:a="http://schemas.openxmlformats.org/drawingml/2006/main">
              <a:ext uri="{FF2B5EF4-FFF2-40B4-BE49-F238E27FC236}">
                <a16:creationId xmlns:a16="http://schemas.microsoft.com/office/drawing/2014/main" id="{B18B4E84-5160-4AAB-88CD-493D96BE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79850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13-线-0164">
            <a:extLst xmlns:a="http://schemas.openxmlformats.org/drawingml/2006/main">
              <a:ext uri="{FF2B5EF4-FFF2-40B4-BE49-F238E27FC236}">
                <a16:creationId xmlns:a16="http://schemas.microsoft.com/office/drawing/2014/main" id="{E42708E3-681C-4015-8425-8A2F39F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403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13-线-0165">
            <a:extLst xmlns:a="http://schemas.openxmlformats.org/drawingml/2006/main">
              <a:ext uri="{FF2B5EF4-FFF2-40B4-BE49-F238E27FC236}">
                <a16:creationId xmlns:a16="http://schemas.microsoft.com/office/drawing/2014/main" id="{527D3B9C-9BCA-48B4-AB3A-6A21002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13-线-0166">
            <a:extLst xmlns:a="http://schemas.openxmlformats.org/drawingml/2006/main">
              <a:ext uri="{FF2B5EF4-FFF2-40B4-BE49-F238E27FC236}">
                <a16:creationId xmlns:a16="http://schemas.microsoft.com/office/drawing/2014/main" id="{AB36986F-CADF-4355-A629-A5EDC291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4038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13-线-0167">
            <a:extLst xmlns:a="http://schemas.openxmlformats.org/drawingml/2006/main">
              <a:ext uri="{FF2B5EF4-FFF2-40B4-BE49-F238E27FC236}">
                <a16:creationId xmlns:a16="http://schemas.microsoft.com/office/drawing/2014/main" id="{549A0D19-6F2B-4094-9264-38DFB55C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436403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13-线-0168">
            <a:extLst xmlns:a="http://schemas.openxmlformats.org/drawingml/2006/main">
              <a:ext uri="{FF2B5EF4-FFF2-40B4-BE49-F238E27FC236}">
                <a16:creationId xmlns:a16="http://schemas.microsoft.com/office/drawing/2014/main" id="{D55FA9E7-CE7E-4C9A-8568-6D4371C2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13-线-0169">
            <a:extLst xmlns:a="http://schemas.openxmlformats.org/drawingml/2006/main">
              <a:ext uri="{FF2B5EF4-FFF2-40B4-BE49-F238E27FC236}">
                <a16:creationId xmlns:a16="http://schemas.microsoft.com/office/drawing/2014/main" id="{B05F73EB-CB1D-4DA6-8CE0-7E67DA67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4364038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0" name="p13-线-0170">
            <a:extLst xmlns:a="http://schemas.openxmlformats.org/drawingml/2006/main">
              <a:ext uri="{FF2B5EF4-FFF2-40B4-BE49-F238E27FC236}">
                <a16:creationId xmlns:a16="http://schemas.microsoft.com/office/drawing/2014/main" id="{DE01668F-5B3B-4B48-9618-E76E4B7C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436403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13-线-0171">
            <a:extLst xmlns:a="http://schemas.openxmlformats.org/drawingml/2006/main">
              <a:ext uri="{FF2B5EF4-FFF2-40B4-BE49-F238E27FC236}">
                <a16:creationId xmlns:a16="http://schemas.microsoft.com/office/drawing/2014/main" id="{80709FC0-9240-49DF-8247-75EBEA6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13-线-0172">
            <a:extLst xmlns:a="http://schemas.openxmlformats.org/drawingml/2006/main">
              <a:ext uri="{FF2B5EF4-FFF2-40B4-BE49-F238E27FC236}">
                <a16:creationId xmlns:a16="http://schemas.microsoft.com/office/drawing/2014/main" id="{292207CC-831E-41DF-864D-C82507BE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4364038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3" name="p13-线-0173">
            <a:extLst xmlns:a="http://schemas.openxmlformats.org/drawingml/2006/main">
              <a:ext uri="{FF2B5EF4-FFF2-40B4-BE49-F238E27FC236}">
                <a16:creationId xmlns:a16="http://schemas.microsoft.com/office/drawing/2014/main" id="{08D1A520-2A19-451A-8A4B-ACCFB31A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436403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13-线-0174">
            <a:extLst xmlns:a="http://schemas.openxmlformats.org/drawingml/2006/main">
              <a:ext uri="{FF2B5EF4-FFF2-40B4-BE49-F238E27FC236}">
                <a16:creationId xmlns:a16="http://schemas.microsoft.com/office/drawing/2014/main" id="{7EB4976B-4270-4CA3-9066-D8E961C0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13-线-0175">
            <a:extLst xmlns:a="http://schemas.openxmlformats.org/drawingml/2006/main">
              <a:ext uri="{FF2B5EF4-FFF2-40B4-BE49-F238E27FC236}">
                <a16:creationId xmlns:a16="http://schemas.microsoft.com/office/drawing/2014/main" id="{51885776-5DA9-4615-98B6-15C19F6C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4364038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6" name="p13-线-0176">
            <a:extLst xmlns:a="http://schemas.openxmlformats.org/drawingml/2006/main">
              <a:ext uri="{FF2B5EF4-FFF2-40B4-BE49-F238E27FC236}">
                <a16:creationId xmlns:a16="http://schemas.microsoft.com/office/drawing/2014/main" id="{A21C1EE0-476E-4AE8-8EA6-1DD6019B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4364038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13-线-0177">
            <a:extLst xmlns:a="http://schemas.openxmlformats.org/drawingml/2006/main">
              <a:ext uri="{FF2B5EF4-FFF2-40B4-BE49-F238E27FC236}">
                <a16:creationId xmlns:a16="http://schemas.microsoft.com/office/drawing/2014/main" id="{1157926C-1785-4D3C-9FE3-9FC95D85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13-线-0178">
            <a:extLst xmlns:a="http://schemas.openxmlformats.org/drawingml/2006/main">
              <a:ext uri="{FF2B5EF4-FFF2-40B4-BE49-F238E27FC236}">
                <a16:creationId xmlns:a16="http://schemas.microsoft.com/office/drawing/2014/main" id="{F44AC9C9-C938-4367-B420-A9653928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4364038"/>
            <a:ext cx="408623" cy="484187"/>
          </a:xfrm>
          <a:custGeom xmlns:a="http://schemas.openxmlformats.org/drawingml/2006/main">
            <a:pathLst>
              <a:path w="408623" h="484187">
                <a:moveTo>
                  <a:pt x="0" y="0"/>
                </a:moveTo>
                <a:lnTo>
                  <a:pt x="408623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9" name="p13-线-0179">
            <a:extLst xmlns:a="http://schemas.openxmlformats.org/drawingml/2006/main">
              <a:ext uri="{FF2B5EF4-FFF2-40B4-BE49-F238E27FC236}">
                <a16:creationId xmlns:a16="http://schemas.microsoft.com/office/drawing/2014/main" id="{BE263D84-316F-4BF5-94C3-41CCF7B1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36403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13-线-0180">
            <a:extLst xmlns:a="http://schemas.openxmlformats.org/drawingml/2006/main">
              <a:ext uri="{FF2B5EF4-FFF2-40B4-BE49-F238E27FC236}">
                <a16:creationId xmlns:a16="http://schemas.microsoft.com/office/drawing/2014/main" id="{4FFBEE18-D664-4DB7-A59D-E67D3981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13-线-0181">
            <a:extLst xmlns:a="http://schemas.openxmlformats.org/drawingml/2006/main">
              <a:ext uri="{FF2B5EF4-FFF2-40B4-BE49-F238E27FC236}">
                <a16:creationId xmlns:a16="http://schemas.microsoft.com/office/drawing/2014/main" id="{A1567CB3-8945-44B2-9944-79C97394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364038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2" name="p13-线-0182">
            <a:extLst xmlns:a="http://schemas.openxmlformats.org/drawingml/2006/main">
              <a:ext uri="{FF2B5EF4-FFF2-40B4-BE49-F238E27FC236}">
                <a16:creationId xmlns:a16="http://schemas.microsoft.com/office/drawing/2014/main" id="{427F1CDB-F26C-42CC-9B6D-84B93590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436403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13-线-0183">
            <a:extLst xmlns:a="http://schemas.openxmlformats.org/drawingml/2006/main">
              <a:ext uri="{FF2B5EF4-FFF2-40B4-BE49-F238E27FC236}">
                <a16:creationId xmlns:a16="http://schemas.microsoft.com/office/drawing/2014/main" id="{FB06F9DC-1ABE-4068-BD66-B696BF3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13-线-0184">
            <a:extLst xmlns:a="http://schemas.openxmlformats.org/drawingml/2006/main">
              <a:ext uri="{FF2B5EF4-FFF2-40B4-BE49-F238E27FC236}">
                <a16:creationId xmlns:a16="http://schemas.microsoft.com/office/drawing/2014/main" id="{BADB783D-2845-40E6-94B0-7934C05F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4364038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13-线-0185">
            <a:extLst xmlns:a="http://schemas.openxmlformats.org/drawingml/2006/main">
              <a:ext uri="{FF2B5EF4-FFF2-40B4-BE49-F238E27FC236}">
                <a16:creationId xmlns:a16="http://schemas.microsoft.com/office/drawing/2014/main" id="{70ED1488-2E23-4B56-BA1F-3D8A1D3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436403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13-线-0186">
            <a:extLst xmlns:a="http://schemas.openxmlformats.org/drawingml/2006/main">
              <a:ext uri="{FF2B5EF4-FFF2-40B4-BE49-F238E27FC236}">
                <a16:creationId xmlns:a16="http://schemas.microsoft.com/office/drawing/2014/main" id="{50F3B498-A155-4DD9-AA00-89E84DD9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13-线-0187">
            <a:extLst xmlns:a="http://schemas.openxmlformats.org/drawingml/2006/main">
              <a:ext uri="{FF2B5EF4-FFF2-40B4-BE49-F238E27FC236}">
                <a16:creationId xmlns:a16="http://schemas.microsoft.com/office/drawing/2014/main" id="{8BB3AD6E-6FE4-465D-91BB-4AB48CE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4364038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13-线-0188">
            <a:extLst xmlns:a="http://schemas.openxmlformats.org/drawingml/2006/main">
              <a:ext uri="{FF2B5EF4-FFF2-40B4-BE49-F238E27FC236}">
                <a16:creationId xmlns:a16="http://schemas.microsoft.com/office/drawing/2014/main" id="{7511D371-F83E-4B91-B4EE-9608EE97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436403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13-线-0189">
            <a:extLst xmlns:a="http://schemas.openxmlformats.org/drawingml/2006/main">
              <a:ext uri="{FF2B5EF4-FFF2-40B4-BE49-F238E27FC236}">
                <a16:creationId xmlns:a16="http://schemas.microsoft.com/office/drawing/2014/main" id="{21D79CF9-4290-4F5D-81FB-23EDFDFA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13-线-0190">
            <a:extLst xmlns:a="http://schemas.openxmlformats.org/drawingml/2006/main">
              <a:ext uri="{FF2B5EF4-FFF2-40B4-BE49-F238E27FC236}">
                <a16:creationId xmlns:a16="http://schemas.microsoft.com/office/drawing/2014/main" id="{DD0EFD20-F69A-4C0D-9676-8E23982B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4364038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13-线-0191">
            <a:extLst xmlns:a="http://schemas.openxmlformats.org/drawingml/2006/main">
              <a:ext uri="{FF2B5EF4-FFF2-40B4-BE49-F238E27FC236}">
                <a16:creationId xmlns:a16="http://schemas.microsoft.com/office/drawing/2014/main" id="{6DDEE8A2-A8CF-44B0-9706-D93990D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4364038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13-线-0192">
            <a:extLst xmlns:a="http://schemas.openxmlformats.org/drawingml/2006/main">
              <a:ext uri="{FF2B5EF4-FFF2-40B4-BE49-F238E27FC236}">
                <a16:creationId xmlns:a16="http://schemas.microsoft.com/office/drawing/2014/main" id="{4E41255F-107D-45D9-AFC3-8F4E1E6B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13-线-0193">
            <a:extLst xmlns:a="http://schemas.openxmlformats.org/drawingml/2006/main">
              <a:ext uri="{FF2B5EF4-FFF2-40B4-BE49-F238E27FC236}">
                <a16:creationId xmlns:a16="http://schemas.microsoft.com/office/drawing/2014/main" id="{9BB199F2-FB4F-4EDE-AA83-C944A7F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4364038"/>
            <a:ext cx="408622" cy="484187"/>
          </a:xfrm>
          <a:custGeom xmlns:a="http://schemas.openxmlformats.org/drawingml/2006/main">
            <a:pathLst>
              <a:path w="408622" h="484187">
                <a:moveTo>
                  <a:pt x="0" y="0"/>
                </a:moveTo>
                <a:lnTo>
                  <a:pt x="408622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13-线-0194">
            <a:extLst xmlns:a="http://schemas.openxmlformats.org/drawingml/2006/main">
              <a:ext uri="{FF2B5EF4-FFF2-40B4-BE49-F238E27FC236}">
                <a16:creationId xmlns:a16="http://schemas.microsoft.com/office/drawing/2014/main" id="{883A6E0C-EB7C-48B8-8B47-0AA3CB9E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64038"/>
            <a:ext cx="95" cy="484187"/>
          </a:xfrm>
          <a:custGeom xmlns:a="http://schemas.openxmlformats.org/drawingml/2006/main">
            <a:pathLst>
              <a:path w="95" h="484187">
                <a:moveTo>
                  <a:pt x="0" y="0"/>
                </a:moveTo>
                <a:lnTo>
                  <a:pt x="0" y="4841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13-线-0195">
            <a:extLst xmlns:a="http://schemas.openxmlformats.org/drawingml/2006/main">
              <a:ext uri="{FF2B5EF4-FFF2-40B4-BE49-F238E27FC236}">
                <a16:creationId xmlns:a16="http://schemas.microsoft.com/office/drawing/2014/main" id="{1D031896-AA17-4CE7-BB07-598259C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13-线-0196">
            <a:extLst xmlns:a="http://schemas.openxmlformats.org/drawingml/2006/main">
              <a:ext uri="{FF2B5EF4-FFF2-40B4-BE49-F238E27FC236}">
                <a16:creationId xmlns:a16="http://schemas.microsoft.com/office/drawing/2014/main" id="{AE023C41-0558-4CDE-B8A6-53B0C3D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" y="484822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13-线-0197">
            <a:extLst xmlns:a="http://schemas.openxmlformats.org/drawingml/2006/main">
              <a:ext uri="{FF2B5EF4-FFF2-40B4-BE49-F238E27FC236}">
                <a16:creationId xmlns:a16="http://schemas.microsoft.com/office/drawing/2014/main" id="{B06D8C28-759B-495E-B672-6539AF25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" y="484822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13-线-0198">
            <a:extLst xmlns:a="http://schemas.openxmlformats.org/drawingml/2006/main">
              <a:ext uri="{FF2B5EF4-FFF2-40B4-BE49-F238E27FC236}">
                <a16:creationId xmlns:a16="http://schemas.microsoft.com/office/drawing/2014/main" id="{0DB1492E-5EA4-40B8-9A75-709473A0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8" y="484822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13-线-0199">
            <a:extLst xmlns:a="http://schemas.openxmlformats.org/drawingml/2006/main">
              <a:ext uri="{FF2B5EF4-FFF2-40B4-BE49-F238E27FC236}">
                <a16:creationId xmlns:a16="http://schemas.microsoft.com/office/drawing/2014/main" id="{8FD8E55A-480F-4CD6-A754-03202A2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4848225"/>
            <a:ext cx="408623" cy="95"/>
          </a:xfrm>
          <a:custGeom xmlns:a="http://schemas.openxmlformats.org/drawingml/2006/main">
            <a:pathLst>
              <a:path w="408623" h="95">
                <a:moveTo>
                  <a:pt x="0" y="0"/>
                </a:moveTo>
                <a:lnTo>
                  <a:pt x="408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13-线-0200">
            <a:extLst xmlns:a="http://schemas.openxmlformats.org/drawingml/2006/main">
              <a:ext uri="{FF2B5EF4-FFF2-40B4-BE49-F238E27FC236}">
                <a16:creationId xmlns:a16="http://schemas.microsoft.com/office/drawing/2014/main" id="{49FE5CBC-B253-4983-8987-3AED4652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84822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13-线-0201">
            <a:extLst xmlns:a="http://schemas.openxmlformats.org/drawingml/2006/main">
              <a:ext uri="{FF2B5EF4-FFF2-40B4-BE49-F238E27FC236}">
                <a16:creationId xmlns:a16="http://schemas.microsoft.com/office/drawing/2014/main" id="{DC85A699-AADD-4B38-8519-627CD14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484822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13-线-0202">
            <a:extLst xmlns:a="http://schemas.openxmlformats.org/drawingml/2006/main">
              <a:ext uri="{FF2B5EF4-FFF2-40B4-BE49-F238E27FC236}">
                <a16:creationId xmlns:a16="http://schemas.microsoft.com/office/drawing/2014/main" id="{B4B73A3F-4114-4302-A143-FD9AFECB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484822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13-线-0203">
            <a:extLst xmlns:a="http://schemas.openxmlformats.org/drawingml/2006/main">
              <a:ext uri="{FF2B5EF4-FFF2-40B4-BE49-F238E27FC236}">
                <a16:creationId xmlns:a16="http://schemas.microsoft.com/office/drawing/2014/main" id="{46F7A0D6-1923-4CB8-A885-86B6B6AC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484822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13-线-0204">
            <a:extLst xmlns:a="http://schemas.openxmlformats.org/drawingml/2006/main">
              <a:ext uri="{FF2B5EF4-FFF2-40B4-BE49-F238E27FC236}">
                <a16:creationId xmlns:a16="http://schemas.microsoft.com/office/drawing/2014/main" id="{85D80DE4-A884-4324-AAF1-0402258C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4848225"/>
            <a:ext cx="408622" cy="95"/>
          </a:xfrm>
          <a:custGeom xmlns:a="http://schemas.openxmlformats.org/drawingml/2006/main">
            <a:pathLst>
              <a:path w="408622" h="95">
                <a:moveTo>
                  <a:pt x="0" y="0"/>
                </a:moveTo>
                <a:lnTo>
                  <a:pt x="408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13-椭圆-0205">
            <a:extLst xmlns:a="http://schemas.openxmlformats.org/drawingml/2006/main">
              <a:ext uri="{FF2B5EF4-FFF2-40B4-BE49-F238E27FC236}">
                <a16:creationId xmlns:a16="http://schemas.microsoft.com/office/drawing/2014/main" id="{273A3484-DD1A-48DC-88D7-069280E6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57" y="2731463"/>
            <a:ext cx="450031" cy="36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6" name="p13-椭圆-0206">
            <a:extLst xmlns:a="http://schemas.openxmlformats.org/drawingml/2006/main">
              <a:ext uri="{FF2B5EF4-FFF2-40B4-BE49-F238E27FC236}">
                <a16:creationId xmlns:a16="http://schemas.microsoft.com/office/drawing/2014/main" id="{811D00C0-3B91-448B-B9A1-B1A58142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484" y="2758648"/>
            <a:ext cx="382066" cy="3056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7" name="p13-椭圆-0207">
            <a:extLst xmlns:a="http://schemas.openxmlformats.org/drawingml/2006/main">
              <a:ext uri="{FF2B5EF4-FFF2-40B4-BE49-F238E27FC236}">
                <a16:creationId xmlns:a16="http://schemas.microsoft.com/office/drawing/2014/main" id="{38A74939-DCDB-46FB-8E5E-127AACFE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811" y="2718714"/>
            <a:ext cx="481903" cy="3855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8" name="p13-椭圆-0208">
            <a:extLst xmlns:a="http://schemas.openxmlformats.org/drawingml/2006/main">
              <a:ext uri="{FF2B5EF4-FFF2-40B4-BE49-F238E27FC236}">
                <a16:creationId xmlns:a16="http://schemas.microsoft.com/office/drawing/2014/main" id="{A83FA4BE-2EA4-4CD3-B8E3-265C9016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620" y="2724765"/>
            <a:ext cx="466775" cy="3734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9" name="p13-椭圆-0209">
            <a:extLst xmlns:a="http://schemas.openxmlformats.org/drawingml/2006/main">
              <a:ext uri="{FF2B5EF4-FFF2-40B4-BE49-F238E27FC236}">
                <a16:creationId xmlns:a16="http://schemas.microsoft.com/office/drawing/2014/main" id="{2F8841DF-6615-4461-87B5-876B8016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488" y="2759663"/>
            <a:ext cx="379529" cy="303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0" name="p13-椭圆-0210">
            <a:extLst xmlns:a="http://schemas.openxmlformats.org/drawingml/2006/main">
              <a:ext uri="{FF2B5EF4-FFF2-40B4-BE49-F238E27FC236}">
                <a16:creationId xmlns:a16="http://schemas.microsoft.com/office/drawing/2014/main" id="{39CB8CAA-E351-4239-84B7-B8DE786E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9" y="3727023"/>
            <a:ext cx="382066" cy="3056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1" name="p13-椭圆-0211">
            <a:extLst xmlns:a="http://schemas.openxmlformats.org/drawingml/2006/main">
              <a:ext uri="{FF2B5EF4-FFF2-40B4-BE49-F238E27FC236}">
                <a16:creationId xmlns:a16="http://schemas.microsoft.com/office/drawing/2014/main" id="{30B8E1CF-1414-4E57-8ACD-01AAB848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66" y="3687089"/>
            <a:ext cx="481903" cy="3855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2" name="p13-椭圆-0212">
            <a:extLst xmlns:a="http://schemas.openxmlformats.org/drawingml/2006/main">
              <a:ext uri="{FF2B5EF4-FFF2-40B4-BE49-F238E27FC236}">
                <a16:creationId xmlns:a16="http://schemas.microsoft.com/office/drawing/2014/main" id="{56AE90C0-F3EF-414C-873A-9A51EBEC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375" y="3693140"/>
            <a:ext cx="466775" cy="3734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3" name="p13-椭圆-0213">
            <a:extLst xmlns:a="http://schemas.openxmlformats.org/drawingml/2006/main">
              <a:ext uri="{FF2B5EF4-FFF2-40B4-BE49-F238E27FC236}">
                <a16:creationId xmlns:a16="http://schemas.microsoft.com/office/drawing/2014/main" id="{D617001C-5F1E-478A-A6BA-107B292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243" y="3728038"/>
            <a:ext cx="379529" cy="303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4" name="p13-椭圆-0214">
            <a:extLst xmlns:a="http://schemas.openxmlformats.org/drawingml/2006/main">
              <a:ext uri="{FF2B5EF4-FFF2-40B4-BE49-F238E27FC236}">
                <a16:creationId xmlns:a16="http://schemas.microsoft.com/office/drawing/2014/main" id="{A01709B2-37AF-4438-922E-200D6D18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17" y="3692941"/>
            <a:ext cx="467272" cy="373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5" name="p13-路径-0215">
            <a:extLst xmlns:a="http://schemas.openxmlformats.org/drawingml/2006/main">
              <a:ext uri="{FF2B5EF4-FFF2-40B4-BE49-F238E27FC236}">
                <a16:creationId xmlns:a16="http://schemas.microsoft.com/office/drawing/2014/main" id="{4D762475-5DAE-44FC-88B8-1DD03FD7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7038"/>
            <a:ext cx="3933825" cy="512837"/>
          </a:xfrm>
          <a:custGeom xmlns:a="http://schemas.openxmlformats.org/drawingml/2006/main">
            <a:pathLst>
              <a:path w="3933825" h="512837">
                <a:moveTo>
                  <a:pt x="0" y="210522"/>
                </a:moveTo>
                <a:lnTo>
                  <a:pt x="54095" y="174349"/>
                </a:lnTo>
                <a:lnTo>
                  <a:pt x="108592" y="142003"/>
                </a:lnTo>
                <a:lnTo>
                  <a:pt x="163484" y="113350"/>
                </a:lnTo>
                <a:lnTo>
                  <a:pt x="218763" y="88260"/>
                </a:lnTo>
                <a:lnTo>
                  <a:pt x="274420" y="66601"/>
                </a:lnTo>
                <a:lnTo>
                  <a:pt x="330446" y="48242"/>
                </a:lnTo>
                <a:lnTo>
                  <a:pt x="386835" y="33050"/>
                </a:lnTo>
                <a:lnTo>
                  <a:pt x="443578" y="20895"/>
                </a:lnTo>
                <a:lnTo>
                  <a:pt x="500666" y="11644"/>
                </a:lnTo>
                <a:lnTo>
                  <a:pt x="558091" y="5165"/>
                </a:lnTo>
                <a:lnTo>
                  <a:pt x="615846" y="1328"/>
                </a:lnTo>
                <a:lnTo>
                  <a:pt x="673922" y="0"/>
                </a:lnTo>
                <a:lnTo>
                  <a:pt x="732311" y="1050"/>
                </a:lnTo>
                <a:lnTo>
                  <a:pt x="791004" y="4346"/>
                </a:lnTo>
                <a:lnTo>
                  <a:pt x="849994" y="9757"/>
                </a:lnTo>
                <a:lnTo>
                  <a:pt x="909273" y="17150"/>
                </a:lnTo>
                <a:lnTo>
                  <a:pt x="1028663" y="37358"/>
                </a:lnTo>
                <a:lnTo>
                  <a:pt x="1149108" y="63918"/>
                </a:lnTo>
                <a:lnTo>
                  <a:pt x="1270544" y="95777"/>
                </a:lnTo>
                <a:lnTo>
                  <a:pt x="1392906" y="131880"/>
                </a:lnTo>
                <a:lnTo>
                  <a:pt x="1516127" y="171174"/>
                </a:lnTo>
                <a:lnTo>
                  <a:pt x="1640142" y="212607"/>
                </a:lnTo>
                <a:lnTo>
                  <a:pt x="1890296" y="297676"/>
                </a:lnTo>
                <a:lnTo>
                  <a:pt x="2016303" y="339205"/>
                </a:lnTo>
                <a:lnTo>
                  <a:pt x="2142844" y="378659"/>
                </a:lnTo>
                <a:lnTo>
                  <a:pt x="2269852" y="414986"/>
                </a:lnTo>
                <a:lnTo>
                  <a:pt x="2397263" y="447131"/>
                </a:lnTo>
                <a:lnTo>
                  <a:pt x="2525011" y="474042"/>
                </a:lnTo>
                <a:lnTo>
                  <a:pt x="2588992" y="485206"/>
                </a:lnTo>
                <a:lnTo>
                  <a:pt x="2653032" y="494666"/>
                </a:lnTo>
                <a:lnTo>
                  <a:pt x="2717123" y="502290"/>
                </a:lnTo>
                <a:lnTo>
                  <a:pt x="2781259" y="507948"/>
                </a:lnTo>
                <a:lnTo>
                  <a:pt x="2845429" y="511508"/>
                </a:lnTo>
                <a:lnTo>
                  <a:pt x="2909627" y="512837"/>
                </a:lnTo>
                <a:lnTo>
                  <a:pt x="2973844" y="511804"/>
                </a:lnTo>
                <a:lnTo>
                  <a:pt x="3038071" y="508278"/>
                </a:lnTo>
                <a:lnTo>
                  <a:pt x="3102302" y="502127"/>
                </a:lnTo>
                <a:lnTo>
                  <a:pt x="3166527" y="493219"/>
                </a:lnTo>
                <a:lnTo>
                  <a:pt x="3230738" y="481422"/>
                </a:lnTo>
                <a:lnTo>
                  <a:pt x="3294927" y="466606"/>
                </a:lnTo>
                <a:lnTo>
                  <a:pt x="3359087" y="448637"/>
                </a:lnTo>
                <a:lnTo>
                  <a:pt x="3423208" y="427385"/>
                </a:lnTo>
                <a:lnTo>
                  <a:pt x="3487283" y="402718"/>
                </a:lnTo>
                <a:lnTo>
                  <a:pt x="3551303" y="374505"/>
                </a:lnTo>
                <a:lnTo>
                  <a:pt x="3615261" y="342613"/>
                </a:lnTo>
                <a:lnTo>
                  <a:pt x="3679148" y="306911"/>
                </a:lnTo>
                <a:lnTo>
                  <a:pt x="3742956" y="267267"/>
                </a:lnTo>
                <a:lnTo>
                  <a:pt x="3806677" y="223550"/>
                </a:lnTo>
                <a:lnTo>
                  <a:pt x="3870303" y="175627"/>
                </a:lnTo>
                <a:lnTo>
                  <a:pt x="3933825" y="12336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16" name="p13-矩形-0216">
            <a:extLst xmlns:a="http://schemas.openxmlformats.org/drawingml/2006/main">
              <a:ext uri="{FF2B5EF4-FFF2-40B4-BE49-F238E27FC236}">
                <a16:creationId xmlns:a16="http://schemas.microsoft.com/office/drawing/2014/main" id="{692A0F16-DED3-451F-A35D-B4EDAA59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62275"/>
            <a:ext cx="1009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17" name="p13-文本-0217">
            <a:extLst xmlns:a="http://schemas.openxmlformats.org/drawingml/2006/main">
              <a:ext uri="{FF2B5EF4-FFF2-40B4-BE49-F238E27FC236}">
                <a16:creationId xmlns:a16="http://schemas.microsoft.com/office/drawing/2014/main" id="{26365648-F549-4E2A-8A7A-90F4A38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8461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关键连接区域</a:t>
            </a:r>
          </a:p>
        </p:txBody>
      </p:sp>
      <p:sp>
        <p:nvSpPr>
          <p:cNvPr id="218" name="p13-线-0218">
            <a:extLst xmlns:a="http://schemas.openxmlformats.org/drawingml/2006/main">
              <a:ext uri="{FF2B5EF4-FFF2-40B4-BE49-F238E27FC236}">
                <a16:creationId xmlns:a16="http://schemas.microsoft.com/office/drawing/2014/main" id="{6F98266C-CC35-47D8-B034-673F3A7D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1847850" cy="819150"/>
          </a:xfrm>
          <a:custGeom xmlns:a="http://schemas.openxmlformats.org/drawingml/2006/main">
            <a:pathLst>
              <a:path w="1847850" h="819150">
                <a:moveTo>
                  <a:pt x="0" y="819150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219" name="p13-线-0219">
            <a:extLst xmlns:a="http://schemas.openxmlformats.org/drawingml/2006/main">
              <a:ext uri="{FF2B5EF4-FFF2-40B4-BE49-F238E27FC236}">
                <a16:creationId xmlns:a16="http://schemas.microsoft.com/office/drawing/2014/main" id="{C810008B-1793-4F71-A784-EE92D748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1847850" cy="428625"/>
          </a:xfrm>
          <a:custGeom xmlns:a="http://schemas.openxmlformats.org/drawingml/2006/main">
            <a:pathLst>
              <a:path w="1847850" h="428625">
                <a:moveTo>
                  <a:pt x="0" y="428625"/>
                </a:moveTo>
                <a:lnTo>
                  <a:pt x="1847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220" name="p13-矩形-0220">
            <a:extLst xmlns:a="http://schemas.openxmlformats.org/drawingml/2006/main">
              <a:ext uri="{FF2B5EF4-FFF2-40B4-BE49-F238E27FC236}">
                <a16:creationId xmlns:a16="http://schemas.microsoft.com/office/drawing/2014/main" id="{FEDADBDF-BBCB-4160-B573-C5804910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811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1" name="p13-文本-0221">
            <a:extLst xmlns:a="http://schemas.openxmlformats.org/drawingml/2006/main">
              <a:ext uri="{FF2B5EF4-FFF2-40B4-BE49-F238E27FC236}">
                <a16:creationId xmlns:a16="http://schemas.microsoft.com/office/drawing/2014/main" id="{B317C683-14A2-4B0F-AF24-DA1400C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522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局部特征</a:t>
            </a:r>
          </a:p>
        </p:txBody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E28FD6C-B4B0-4CD5-B8D2-A29258492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bcc560694419b"/>
          <a:stretch xmlns:a="http://schemas.openxmlformats.org/drawingml/2006/main"/>
        </p:blipFill>
        <p:spPr>
          <a:xfrm xmlns:a="http://schemas.openxmlformats.org/drawingml/2006/main">
            <a:off x="5600840" y="2057400"/>
            <a:ext cx="2552420" cy="2066925"/>
          </a:xfrm>
          <a:prstGeom xmlns:a="http://schemas.openxmlformats.org/drawingml/2006/main" prst="rect">
            <a:avLst/>
          </a:prstGeom>
        </p:spPr>
      </p:pic>
      <p:sp>
        <p:nvSpPr>
          <p:cNvPr id="223" name="p13-文本-0223">
            <a:extLst xmlns:a="http://schemas.openxmlformats.org/drawingml/2006/main">
              <a:ext uri="{FF2B5EF4-FFF2-40B4-BE49-F238E27FC236}">
                <a16:creationId xmlns:a16="http://schemas.microsoft.com/office/drawing/2014/main" id="{59EC5C05-7DA0-401F-A37E-07F3B2F2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5082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孔隙与连接路径变化</a:t>
            </a:r>
          </a:p>
        </p:txBody>
      </p:sp>
      <p:sp>
        <p:nvSpPr>
          <p:cNvPr id="224" name="p13-文本-0224">
            <a:extLst xmlns:a="http://schemas.openxmlformats.org/drawingml/2006/main">
              <a:ext uri="{FF2B5EF4-FFF2-40B4-BE49-F238E27FC236}">
                <a16:creationId xmlns:a16="http://schemas.microsoft.com/office/drawing/2014/main" id="{C4DCF9BF-8906-4CCB-BC44-ACC77F9F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8420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形成可检验的机制假设</a:t>
            </a:r>
          </a:p>
        </p:txBody>
      </p:sp>
      <p:sp>
        <p:nvSpPr>
          <p:cNvPr id="225" name="p13-路径-0225">
            <a:extLst xmlns:a="http://schemas.openxmlformats.org/drawingml/2006/main">
              <a:ext uri="{FF2B5EF4-FFF2-40B4-BE49-F238E27FC236}">
                <a16:creationId xmlns:a16="http://schemas.microsoft.com/office/drawing/2014/main" id="{1D2D5E4F-090D-4800-BEFB-A5C52502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3062"/>
            <a:ext cx="419100" cy="188976"/>
          </a:xfrm>
          <a:custGeom xmlns:a="http://schemas.openxmlformats.org/drawingml/2006/main">
            <a:pathLst>
              <a:path w="419100" h="188976">
                <a:moveTo>
                  <a:pt x="0" y="142113"/>
                </a:moveTo>
                <a:lnTo>
                  <a:pt x="266700" y="142113"/>
                </a:lnTo>
                <a:lnTo>
                  <a:pt x="266700" y="188976"/>
                </a:lnTo>
                <a:lnTo>
                  <a:pt x="419100" y="94488"/>
                </a:lnTo>
                <a:lnTo>
                  <a:pt x="266700" y="0"/>
                </a:lnTo>
                <a:lnTo>
                  <a:pt x="266700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6" name="p13-矩形-0226">
            <a:extLst xmlns:a="http://schemas.openxmlformats.org/drawingml/2006/main">
              <a:ext uri="{FF2B5EF4-FFF2-40B4-BE49-F238E27FC236}">
                <a16:creationId xmlns:a16="http://schemas.microsoft.com/office/drawing/2014/main" id="{732C4E7B-2375-4A89-8B1F-A45BECF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3811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7" name="p13-文本-0227">
            <a:extLst xmlns:a="http://schemas.openxmlformats.org/drawingml/2006/main">
              <a:ext uri="{FF2B5EF4-FFF2-40B4-BE49-F238E27FC236}">
                <a16:creationId xmlns:a16="http://schemas.microsoft.com/office/drawing/2014/main" id="{9D7571B6-C458-4080-B2B0-9BF10BE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710" y="140264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机制与响应</a:t>
            </a:r>
          </a:p>
        </p:txBody>
      </p:sp>
      <p:sp>
        <p:nvSpPr>
          <p:cNvPr id="228" name="p13-文本-0228">
            <a:extLst xmlns:a="http://schemas.openxmlformats.org/drawingml/2006/main">
              <a:ext uri="{FF2B5EF4-FFF2-40B4-BE49-F238E27FC236}">
                <a16:creationId xmlns:a16="http://schemas.microsoft.com/office/drawing/2014/main" id="{9ED02C81-D79F-45A9-BD64-044068FC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297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29" name="p13-线-0229">
            <a:extLst xmlns:a="http://schemas.openxmlformats.org/drawingml/2006/main">
              <a:ext uri="{FF2B5EF4-FFF2-40B4-BE49-F238E27FC236}">
                <a16:creationId xmlns:a16="http://schemas.microsoft.com/office/drawing/2014/main" id="{BF9A424E-1B69-4067-B526-141D9055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2124075" cy="95"/>
          </a:xfrm>
          <a:custGeom xmlns:a="http://schemas.openxmlformats.org/drawingml/2006/main">
            <a:pathLst>
              <a:path w="2124075" h="95">
                <a:moveTo>
                  <a:pt x="0" y="0"/>
                </a:move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0" name="p13-线-0230">
            <a:extLst xmlns:a="http://schemas.openxmlformats.org/drawingml/2006/main">
              <a:ext uri="{FF2B5EF4-FFF2-40B4-BE49-F238E27FC236}">
                <a16:creationId xmlns:a16="http://schemas.microsoft.com/office/drawing/2014/main" id="{9E08A14D-24F6-49BC-95DC-4E947348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47925"/>
            <a:ext cx="95" cy="1819275"/>
          </a:xfrm>
          <a:custGeom xmlns:a="http://schemas.openxmlformats.org/drawingml/2006/main">
            <a:pathLst>
              <a:path w="95" h="1819275">
                <a:moveTo>
                  <a:pt x="0" y="0"/>
                </a:moveTo>
                <a:lnTo>
                  <a:pt x="0" y="18192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1" name="p13-线-0231">
            <a:extLst xmlns:a="http://schemas.openxmlformats.org/drawingml/2006/main">
              <a:ext uri="{FF2B5EF4-FFF2-40B4-BE49-F238E27FC236}">
                <a16:creationId xmlns:a16="http://schemas.microsoft.com/office/drawing/2014/main" id="{250656E7-A340-4C02-90CE-DDD6B46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02744"/>
            <a:ext cx="2124075" cy="95"/>
          </a:xfrm>
          <a:custGeom xmlns:a="http://schemas.openxmlformats.org/drawingml/2006/main">
            <a:pathLst>
              <a:path w="2124075" h="95">
                <a:moveTo>
                  <a:pt x="0" y="0"/>
                </a:move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2" name="p13-线-0232">
            <a:extLst xmlns:a="http://schemas.openxmlformats.org/drawingml/2006/main">
              <a:ext uri="{FF2B5EF4-FFF2-40B4-BE49-F238E27FC236}">
                <a16:creationId xmlns:a16="http://schemas.microsoft.com/office/drawing/2014/main" id="{F0B31A72-31CE-4FA3-974F-CBEF2F5D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7563"/>
            <a:ext cx="2124075" cy="95"/>
          </a:xfrm>
          <a:custGeom xmlns:a="http://schemas.openxmlformats.org/drawingml/2006/main">
            <a:pathLst>
              <a:path w="2124075" h="95">
                <a:moveTo>
                  <a:pt x="0" y="0"/>
                </a:move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3" name="p13-线-0233">
            <a:extLst xmlns:a="http://schemas.openxmlformats.org/drawingml/2006/main">
              <a:ext uri="{FF2B5EF4-FFF2-40B4-BE49-F238E27FC236}">
                <a16:creationId xmlns:a16="http://schemas.microsoft.com/office/drawing/2014/main" id="{B20DD917-F78C-4584-A356-D409BAA3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2381"/>
            <a:ext cx="2124075" cy="95"/>
          </a:xfrm>
          <a:custGeom xmlns:a="http://schemas.openxmlformats.org/drawingml/2006/main">
            <a:pathLst>
              <a:path w="2124075" h="95">
                <a:moveTo>
                  <a:pt x="0" y="0"/>
                </a:move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4" name="p13-路径-0234">
            <a:extLst xmlns:a="http://schemas.openxmlformats.org/drawingml/2006/main">
              <a:ext uri="{FF2B5EF4-FFF2-40B4-BE49-F238E27FC236}">
                <a16:creationId xmlns:a16="http://schemas.microsoft.com/office/drawing/2014/main" id="{BCBDD6A5-7CE7-499B-ADFF-28F23BF1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55633"/>
            <a:ext cx="2124075" cy="893445"/>
          </a:xfrm>
          <a:custGeom xmlns:a="http://schemas.openxmlformats.org/drawingml/2006/main">
            <a:pathLst>
              <a:path w="2124075" h="893445">
                <a:moveTo>
                  <a:pt x="0" y="893445"/>
                </a:moveTo>
                <a:lnTo>
                  <a:pt x="70485" y="780097"/>
                </a:lnTo>
                <a:lnTo>
                  <a:pt x="141922" y="680085"/>
                </a:lnTo>
                <a:lnTo>
                  <a:pt x="212407" y="593408"/>
                </a:lnTo>
                <a:lnTo>
                  <a:pt x="282893" y="517208"/>
                </a:lnTo>
                <a:lnTo>
                  <a:pt x="354330" y="450533"/>
                </a:lnTo>
                <a:lnTo>
                  <a:pt x="424815" y="392430"/>
                </a:lnTo>
                <a:lnTo>
                  <a:pt x="495300" y="340995"/>
                </a:lnTo>
                <a:lnTo>
                  <a:pt x="566738" y="296227"/>
                </a:lnTo>
                <a:lnTo>
                  <a:pt x="637223" y="257175"/>
                </a:lnTo>
                <a:lnTo>
                  <a:pt x="707707" y="223838"/>
                </a:lnTo>
                <a:lnTo>
                  <a:pt x="779145" y="193358"/>
                </a:lnTo>
                <a:lnTo>
                  <a:pt x="849630" y="167640"/>
                </a:lnTo>
                <a:lnTo>
                  <a:pt x="920115" y="144780"/>
                </a:lnTo>
                <a:lnTo>
                  <a:pt x="991552" y="123825"/>
                </a:lnTo>
                <a:lnTo>
                  <a:pt x="1062038" y="106680"/>
                </a:lnTo>
                <a:lnTo>
                  <a:pt x="1132523" y="91440"/>
                </a:lnTo>
                <a:lnTo>
                  <a:pt x="1203960" y="78105"/>
                </a:lnTo>
                <a:lnTo>
                  <a:pt x="1274445" y="65722"/>
                </a:lnTo>
                <a:lnTo>
                  <a:pt x="1344930" y="56197"/>
                </a:lnTo>
                <a:lnTo>
                  <a:pt x="1416368" y="46672"/>
                </a:lnTo>
                <a:lnTo>
                  <a:pt x="1486852" y="39052"/>
                </a:lnTo>
                <a:lnTo>
                  <a:pt x="1557338" y="32385"/>
                </a:lnTo>
                <a:lnTo>
                  <a:pt x="1628775" y="25717"/>
                </a:lnTo>
                <a:lnTo>
                  <a:pt x="1699260" y="20955"/>
                </a:lnTo>
                <a:lnTo>
                  <a:pt x="1769745" y="16192"/>
                </a:lnTo>
                <a:lnTo>
                  <a:pt x="1841182" y="12383"/>
                </a:lnTo>
                <a:lnTo>
                  <a:pt x="1911668" y="8572"/>
                </a:lnTo>
                <a:lnTo>
                  <a:pt x="1982152" y="5715"/>
                </a:lnTo>
                <a:lnTo>
                  <a:pt x="2053590" y="2858"/>
                </a:ln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35" name="p13-椭圆-0235">
            <a:extLst xmlns:a="http://schemas.openxmlformats.org/drawingml/2006/main">
              <a:ext uri="{FF2B5EF4-FFF2-40B4-BE49-F238E27FC236}">
                <a16:creationId xmlns:a16="http://schemas.microsoft.com/office/drawing/2014/main" id="{9CFF32B1-9B7A-4003-991A-DA642D40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0222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6" name="p13-椭圆-0236">
            <a:extLst xmlns:a="http://schemas.openxmlformats.org/drawingml/2006/main">
              <a:ext uri="{FF2B5EF4-FFF2-40B4-BE49-F238E27FC236}">
                <a16:creationId xmlns:a16="http://schemas.microsoft.com/office/drawing/2014/main" id="{6DA3A672-07C9-45CF-A267-34ACD8D0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52130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7" name="p13-椭圆-0237">
            <a:extLst xmlns:a="http://schemas.openxmlformats.org/drawingml/2006/main">
              <a:ext uri="{FF2B5EF4-FFF2-40B4-BE49-F238E27FC236}">
                <a16:creationId xmlns:a16="http://schemas.microsoft.com/office/drawing/2014/main" id="{7DA17792-4EF8-4A7B-A04C-18C9F9DA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10" y="329623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8" name="p13-椭圆-0238">
            <a:extLst xmlns:a="http://schemas.openxmlformats.org/drawingml/2006/main">
              <a:ext uri="{FF2B5EF4-FFF2-40B4-BE49-F238E27FC236}">
                <a16:creationId xmlns:a16="http://schemas.microsoft.com/office/drawing/2014/main" id="{4AC10512-A18F-499B-8589-C47CF838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1951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9" name="p13-椭圆-0239">
            <a:extLst xmlns:a="http://schemas.openxmlformats.org/drawingml/2006/main">
              <a:ext uri="{FF2B5EF4-FFF2-40B4-BE49-F238E27FC236}">
                <a16:creationId xmlns:a16="http://schemas.microsoft.com/office/drawing/2014/main" id="{BBF6F17D-56EC-4E54-BEBA-DBCC5230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314965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0" name="p13-椭圆-0240">
            <a:extLst xmlns:a="http://schemas.openxmlformats.org/drawingml/2006/main">
              <a:ext uri="{FF2B5EF4-FFF2-40B4-BE49-F238E27FC236}">
                <a16:creationId xmlns:a16="http://schemas.microsoft.com/office/drawing/2014/main" id="{0B925637-D2D4-47E9-9502-2FCC0493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55" y="312924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1" name="p13-路径-0241">
            <a:extLst xmlns:a="http://schemas.openxmlformats.org/drawingml/2006/main">
              <a:ext uri="{FF2B5EF4-FFF2-40B4-BE49-F238E27FC236}">
                <a16:creationId xmlns:a16="http://schemas.microsoft.com/office/drawing/2014/main" id="{D2F55C9F-18A6-401C-AC56-53A97333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9418"/>
            <a:ext cx="2124075" cy="1089660"/>
          </a:xfrm>
          <a:custGeom xmlns:a="http://schemas.openxmlformats.org/drawingml/2006/main">
            <a:pathLst>
              <a:path w="2124075" h="1089660">
                <a:moveTo>
                  <a:pt x="0" y="1089660"/>
                </a:moveTo>
                <a:lnTo>
                  <a:pt x="70485" y="950595"/>
                </a:lnTo>
                <a:lnTo>
                  <a:pt x="141922" y="829628"/>
                </a:lnTo>
                <a:lnTo>
                  <a:pt x="212407" y="723900"/>
                </a:lnTo>
                <a:lnTo>
                  <a:pt x="282893" y="630555"/>
                </a:lnTo>
                <a:lnTo>
                  <a:pt x="354330" y="549592"/>
                </a:lnTo>
                <a:lnTo>
                  <a:pt x="424815" y="478155"/>
                </a:lnTo>
                <a:lnTo>
                  <a:pt x="495300" y="416242"/>
                </a:lnTo>
                <a:lnTo>
                  <a:pt x="566738" y="361950"/>
                </a:lnTo>
                <a:lnTo>
                  <a:pt x="637223" y="314325"/>
                </a:lnTo>
                <a:lnTo>
                  <a:pt x="707707" y="272415"/>
                </a:lnTo>
                <a:lnTo>
                  <a:pt x="779145" y="235267"/>
                </a:lnTo>
                <a:lnTo>
                  <a:pt x="849630" y="203835"/>
                </a:lnTo>
                <a:lnTo>
                  <a:pt x="920115" y="176213"/>
                </a:lnTo>
                <a:lnTo>
                  <a:pt x="991552" y="151448"/>
                </a:lnTo>
                <a:lnTo>
                  <a:pt x="1062038" y="129540"/>
                </a:lnTo>
                <a:lnTo>
                  <a:pt x="1132523" y="111442"/>
                </a:lnTo>
                <a:lnTo>
                  <a:pt x="1203960" y="94298"/>
                </a:lnTo>
                <a:lnTo>
                  <a:pt x="1274445" y="80010"/>
                </a:lnTo>
                <a:lnTo>
                  <a:pt x="1344930" y="67628"/>
                </a:lnTo>
                <a:lnTo>
                  <a:pt x="1416368" y="57150"/>
                </a:lnTo>
                <a:lnTo>
                  <a:pt x="1486852" y="47625"/>
                </a:lnTo>
                <a:lnTo>
                  <a:pt x="1557338" y="39053"/>
                </a:lnTo>
                <a:lnTo>
                  <a:pt x="1628775" y="31433"/>
                </a:lnTo>
                <a:lnTo>
                  <a:pt x="1699260" y="24765"/>
                </a:lnTo>
                <a:lnTo>
                  <a:pt x="1769745" y="19050"/>
                </a:lnTo>
                <a:lnTo>
                  <a:pt x="1841182" y="14288"/>
                </a:lnTo>
                <a:lnTo>
                  <a:pt x="1911668" y="10478"/>
                </a:lnTo>
                <a:lnTo>
                  <a:pt x="1982152" y="6667"/>
                </a:lnTo>
                <a:lnTo>
                  <a:pt x="2053590" y="2858"/>
                </a:ln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42" name="p13-椭圆-0242">
            <a:extLst xmlns:a="http://schemas.openxmlformats.org/drawingml/2006/main">
              <a:ext uri="{FF2B5EF4-FFF2-40B4-BE49-F238E27FC236}">
                <a16:creationId xmlns:a16="http://schemas.microsoft.com/office/drawing/2014/main" id="{BA780852-3818-4E7C-B180-BC56899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0222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3" name="p13-椭圆-0243">
            <a:extLst xmlns:a="http://schemas.openxmlformats.org/drawingml/2006/main">
              <a:ext uri="{FF2B5EF4-FFF2-40B4-BE49-F238E27FC236}">
                <a16:creationId xmlns:a16="http://schemas.microsoft.com/office/drawing/2014/main" id="{1DC52DED-F522-40C5-8F36-85C0A75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41110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4" name="p13-椭圆-0244">
            <a:extLst xmlns:a="http://schemas.openxmlformats.org/drawingml/2006/main">
              <a:ext uri="{FF2B5EF4-FFF2-40B4-BE49-F238E27FC236}">
                <a16:creationId xmlns:a16="http://schemas.microsoft.com/office/drawing/2014/main" id="{0A3262C9-55E5-47F9-BF29-335C23AD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10" y="31365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5" name="p13-椭圆-0245">
            <a:extLst xmlns:a="http://schemas.openxmlformats.org/drawingml/2006/main">
              <a:ext uri="{FF2B5EF4-FFF2-40B4-BE49-F238E27FC236}">
                <a16:creationId xmlns:a16="http://schemas.microsoft.com/office/drawing/2014/main" id="{B27CDBEB-BD3E-48E5-BAAE-D5C3974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01313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6" name="p13-椭圆-0246">
            <a:extLst xmlns:a="http://schemas.openxmlformats.org/drawingml/2006/main">
              <a:ext uri="{FF2B5EF4-FFF2-40B4-BE49-F238E27FC236}">
                <a16:creationId xmlns:a16="http://schemas.microsoft.com/office/drawing/2014/main" id="{20E05ED7-9902-43DB-99FC-F5650D5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295769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7" name="p13-椭圆-0247">
            <a:extLst xmlns:a="http://schemas.openxmlformats.org/drawingml/2006/main">
              <a:ext uri="{FF2B5EF4-FFF2-40B4-BE49-F238E27FC236}">
                <a16:creationId xmlns:a16="http://schemas.microsoft.com/office/drawing/2014/main" id="{FBD0D32C-B168-4426-8B87-522EB946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55" y="293278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8" name="p13-路径-0248">
            <a:extLst xmlns:a="http://schemas.openxmlformats.org/drawingml/2006/main">
              <a:ext uri="{FF2B5EF4-FFF2-40B4-BE49-F238E27FC236}">
                <a16:creationId xmlns:a16="http://schemas.microsoft.com/office/drawing/2014/main" id="{A78C5BB8-266A-4A70-9577-F2D905EB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3203"/>
            <a:ext cx="2124075" cy="1285875"/>
          </a:xfrm>
          <a:custGeom xmlns:a="http://schemas.openxmlformats.org/drawingml/2006/main">
            <a:pathLst>
              <a:path w="2124075" h="1285875">
                <a:moveTo>
                  <a:pt x="0" y="1285875"/>
                </a:moveTo>
                <a:lnTo>
                  <a:pt x="70485" y="1122045"/>
                </a:lnTo>
                <a:lnTo>
                  <a:pt x="141922" y="979170"/>
                </a:lnTo>
                <a:lnTo>
                  <a:pt x="212407" y="853440"/>
                </a:lnTo>
                <a:lnTo>
                  <a:pt x="282893" y="743902"/>
                </a:lnTo>
                <a:lnTo>
                  <a:pt x="354330" y="648652"/>
                </a:lnTo>
                <a:lnTo>
                  <a:pt x="424815" y="564832"/>
                </a:lnTo>
                <a:lnTo>
                  <a:pt x="495300" y="490538"/>
                </a:lnTo>
                <a:lnTo>
                  <a:pt x="566738" y="426720"/>
                </a:lnTo>
                <a:lnTo>
                  <a:pt x="637223" y="370522"/>
                </a:lnTo>
                <a:lnTo>
                  <a:pt x="707707" y="320992"/>
                </a:lnTo>
                <a:lnTo>
                  <a:pt x="779145" y="278130"/>
                </a:lnTo>
                <a:lnTo>
                  <a:pt x="849630" y="240030"/>
                </a:lnTo>
                <a:lnTo>
                  <a:pt x="920115" y="207645"/>
                </a:lnTo>
                <a:lnTo>
                  <a:pt x="991552" y="178117"/>
                </a:lnTo>
                <a:lnTo>
                  <a:pt x="1062038" y="153352"/>
                </a:lnTo>
                <a:lnTo>
                  <a:pt x="1132523" y="130492"/>
                </a:lnTo>
                <a:lnTo>
                  <a:pt x="1203960" y="111442"/>
                </a:lnTo>
                <a:lnTo>
                  <a:pt x="1274445" y="94297"/>
                </a:lnTo>
                <a:lnTo>
                  <a:pt x="1344930" y="80010"/>
                </a:lnTo>
                <a:lnTo>
                  <a:pt x="1416368" y="66675"/>
                </a:lnTo>
                <a:lnTo>
                  <a:pt x="1486852" y="55245"/>
                </a:lnTo>
                <a:lnTo>
                  <a:pt x="1557338" y="45720"/>
                </a:lnTo>
                <a:lnTo>
                  <a:pt x="1628775" y="37147"/>
                </a:lnTo>
                <a:lnTo>
                  <a:pt x="1699260" y="29527"/>
                </a:lnTo>
                <a:lnTo>
                  <a:pt x="1769745" y="22860"/>
                </a:lnTo>
                <a:lnTo>
                  <a:pt x="1841182" y="17145"/>
                </a:lnTo>
                <a:lnTo>
                  <a:pt x="1911668" y="11430"/>
                </a:lnTo>
                <a:lnTo>
                  <a:pt x="1982152" y="6667"/>
                </a:lnTo>
                <a:lnTo>
                  <a:pt x="2053590" y="2857"/>
                </a:ln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49" name="p13-椭圆-0249">
            <a:extLst xmlns:a="http://schemas.openxmlformats.org/drawingml/2006/main">
              <a:ext uri="{FF2B5EF4-FFF2-40B4-BE49-F238E27FC236}">
                <a16:creationId xmlns:a16="http://schemas.microsoft.com/office/drawing/2014/main" id="{503797C4-FEBD-4DC5-8B44-50A4950D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0222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0" name="p13-椭圆-0250">
            <a:extLst xmlns:a="http://schemas.openxmlformats.org/drawingml/2006/main">
              <a:ext uri="{FF2B5EF4-FFF2-40B4-BE49-F238E27FC236}">
                <a16:creationId xmlns:a16="http://schemas.microsoft.com/office/drawing/2014/main" id="{923A8C41-6855-42D0-A3FE-D8CDA53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30090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1" name="p13-椭圆-0251">
            <a:extLst xmlns:a="http://schemas.openxmlformats.org/drawingml/2006/main">
              <a:ext uri="{FF2B5EF4-FFF2-40B4-BE49-F238E27FC236}">
                <a16:creationId xmlns:a16="http://schemas.microsoft.com/office/drawing/2014/main" id="{4519099C-C57A-4612-8E87-9C478530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10" y="297679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2" name="p13-椭圆-0252">
            <a:extLst xmlns:a="http://schemas.openxmlformats.org/drawingml/2006/main">
              <a:ext uri="{FF2B5EF4-FFF2-40B4-BE49-F238E27FC236}">
                <a16:creationId xmlns:a16="http://schemas.microsoft.com/office/drawing/2014/main" id="{E9B6A17F-51D8-4E2B-8D59-5001EC5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8311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3" name="p13-椭圆-0253">
            <a:extLst xmlns:a="http://schemas.openxmlformats.org/drawingml/2006/main">
              <a:ext uri="{FF2B5EF4-FFF2-40B4-BE49-F238E27FC236}">
                <a16:creationId xmlns:a16="http://schemas.microsoft.com/office/drawing/2014/main" id="{B8A47AE6-E095-45F7-96D6-2635115B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276573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4" name="p13-椭圆-0254">
            <a:extLst xmlns:a="http://schemas.openxmlformats.org/drawingml/2006/main">
              <a:ext uri="{FF2B5EF4-FFF2-40B4-BE49-F238E27FC236}">
                <a16:creationId xmlns:a16="http://schemas.microsoft.com/office/drawing/2014/main" id="{39F5D632-5939-4C4A-B943-26F8FD4C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55" y="273633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5" name="p13-文本-0255">
            <a:extLst xmlns:a="http://schemas.openxmlformats.org/drawingml/2006/main">
              <a:ext uri="{FF2B5EF4-FFF2-40B4-BE49-F238E27FC236}">
                <a16:creationId xmlns:a16="http://schemas.microsoft.com/office/drawing/2014/main" id="{9164B9A9-62E8-4C61-97E6-F2143DAE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436422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56" name="p13-线-0256">
            <a:extLst xmlns:a="http://schemas.openxmlformats.org/drawingml/2006/main">
              <a:ext uri="{FF2B5EF4-FFF2-40B4-BE49-F238E27FC236}">
                <a16:creationId xmlns:a16="http://schemas.microsoft.com/office/drawing/2014/main" id="{B47EC225-6F61-4895-94F0-DC63684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57" name="p13-文本-0257">
            <a:extLst xmlns:a="http://schemas.openxmlformats.org/drawingml/2006/main">
              <a:ext uri="{FF2B5EF4-FFF2-40B4-BE49-F238E27FC236}">
                <a16:creationId xmlns:a16="http://schemas.microsoft.com/office/drawing/2014/main" id="{13C467F7-CD88-495F-AA19-8E799ADB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13758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58" name="p13-线-0258">
            <a:extLst xmlns:a="http://schemas.openxmlformats.org/drawingml/2006/main">
              <a:ext uri="{FF2B5EF4-FFF2-40B4-BE49-F238E27FC236}">
                <a16:creationId xmlns:a16="http://schemas.microsoft.com/office/drawing/2014/main" id="{B5EA3DDF-54A9-4F79-A846-E63C5A8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625" y="22860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59" name="p13-文本-0259">
            <a:extLst xmlns:a="http://schemas.openxmlformats.org/drawingml/2006/main">
              <a:ext uri="{FF2B5EF4-FFF2-40B4-BE49-F238E27FC236}">
                <a16:creationId xmlns:a16="http://schemas.microsoft.com/office/drawing/2014/main" id="{978E4476-81CF-485E-98FA-9B5B713D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221375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60" name="p13-线-0260">
            <a:extLst xmlns:a="http://schemas.openxmlformats.org/drawingml/2006/main">
              <a:ext uri="{FF2B5EF4-FFF2-40B4-BE49-F238E27FC236}">
                <a16:creationId xmlns:a16="http://schemas.microsoft.com/office/drawing/2014/main" id="{536FD5A0-79C7-4455-960B-A514207A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0" y="22860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61" name="p13-文本-0261">
            <a:extLst xmlns:a="http://schemas.openxmlformats.org/drawingml/2006/main">
              <a:ext uri="{FF2B5EF4-FFF2-40B4-BE49-F238E27FC236}">
                <a16:creationId xmlns:a16="http://schemas.microsoft.com/office/drawing/2014/main" id="{EBF9EAF2-7DC4-4B67-801B-0E13C52F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250" y="221375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62" name="p13-文本-0262">
            <a:extLst xmlns:a="http://schemas.openxmlformats.org/drawingml/2006/main">
              <a:ext uri="{FF2B5EF4-FFF2-40B4-BE49-F238E27FC236}">
                <a16:creationId xmlns:a16="http://schemas.microsoft.com/office/drawing/2014/main" id="{576410F7-04B0-4CE0-93B9-64C78556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66515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选择可测量响应</a:t>
            </a:r>
          </a:p>
        </p:txBody>
      </p:sp>
      <p:sp>
        <p:nvSpPr>
          <p:cNvPr id="263" name="p13-文本-0263">
            <a:extLst xmlns:a="http://schemas.openxmlformats.org/drawingml/2006/main">
              <a:ext uri="{FF2B5EF4-FFF2-40B4-BE49-F238E27FC236}">
                <a16:creationId xmlns:a16="http://schemas.microsoft.com/office/drawing/2014/main" id="{838C9959-F139-4BA8-AFDF-738B530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9852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设置针对性对照</a:t>
            </a:r>
          </a:p>
        </p:txBody>
      </p:sp>
      <p:sp>
        <p:nvSpPr>
          <p:cNvPr id="264" name="p13-文本-0264">
            <a:extLst xmlns:a="http://schemas.openxmlformats.org/drawingml/2006/main">
              <a:ext uri="{FF2B5EF4-FFF2-40B4-BE49-F238E27FC236}">
                <a16:creationId xmlns:a16="http://schemas.microsoft.com/office/drawing/2014/main" id="{69098EE6-6FF0-4956-90D4-BD686BF1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11" y="6062007"/>
            <a:ext cx="62287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局部连接路径的变化提出机制假设，并由响应测量检验</a:t>
            </a:r>
          </a:p>
        </p:txBody>
      </p:sp>
      <p:sp>
        <p:nvSpPr>
          <p:cNvPr id="265" name="p13-文本-0265">
            <a:extLst xmlns:a="http://schemas.openxmlformats.org/drawingml/2006/main">
              <a:ext uri="{FF2B5EF4-FFF2-40B4-BE49-F238E27FC236}">
                <a16:creationId xmlns:a16="http://schemas.microsoft.com/office/drawing/2014/main" id="{6E9BB721-BB57-43BC-890A-5C57B36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13</a:t>
            </a:r>
          </a:p>
        </p:txBody>
      </p:sp>
    </p:spTree>
    <p:extLst>
      <p:ext uri="{BB962C8B-B14F-4D97-AF65-F5344CB8AC3E}">
        <p14:creationId xmlns:p14="http://schemas.microsoft.com/office/powerpoint/2010/main" val="434481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" name="p14-矩形-0001">
            <a:extLst xmlns:a="http://schemas.openxmlformats.org/drawingml/2006/main">
              <a:ext uri="{FF2B5EF4-FFF2-40B4-BE49-F238E27FC236}">
                <a16:creationId xmlns:a16="http://schemas.microsoft.com/office/drawing/2014/main" id="{C3641149-F2D0-4A4C-9D8F-531E7C7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4-矩形-0002">
            <a:extLst xmlns:a="http://schemas.openxmlformats.org/drawingml/2006/main">
              <a:ext uri="{FF2B5EF4-FFF2-40B4-BE49-F238E27FC236}">
                <a16:creationId xmlns:a16="http://schemas.microsoft.com/office/drawing/2014/main" id="{B0BF50FC-8957-4D8E-9A3D-6093C7EF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4-文本-0003">
            <a:extLst xmlns:a="http://schemas.openxmlformats.org/drawingml/2006/main">
              <a:ext uri="{FF2B5EF4-FFF2-40B4-BE49-F238E27FC236}">
                <a16:creationId xmlns:a16="http://schemas.microsoft.com/office/drawing/2014/main" id="{0BFCCBCE-E019-4C69-B1FF-0D2D23E5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8720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条件矩阵揭示响应变化，实验设计解释比较边界</a:t>
            </a:r>
          </a:p>
        </p:txBody>
      </p:sp>
      <p:sp>
        <p:nvSpPr>
          <p:cNvPr id="4" name="p14-文本-0004">
            <a:extLst xmlns:a="http://schemas.openxmlformats.org/drawingml/2006/main">
              <a:ext uri="{FF2B5EF4-FFF2-40B4-BE49-F238E27FC236}">
                <a16:creationId xmlns:a16="http://schemas.microsoft.com/office/drawing/2014/main" id="{788A60E0-DDBC-4727-BA41-B7B9F969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36593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固定样本条件，比较参数变化对应的响应模式</a:t>
            </a:r>
          </a:p>
        </p:txBody>
      </p:sp>
      <p:sp>
        <p:nvSpPr>
          <p:cNvPr id="5" name="p14-线-0005">
            <a:extLst xmlns:a="http://schemas.openxmlformats.org/drawingml/2006/main">
              <a:ext uri="{FF2B5EF4-FFF2-40B4-BE49-F238E27FC236}">
                <a16:creationId xmlns:a16="http://schemas.microsoft.com/office/drawing/2014/main" id="{9B60619F-B8FC-476C-B720-0E9CCF8B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4-矩形-0006">
            <a:extLst xmlns:a="http://schemas.openxmlformats.org/drawingml/2006/main">
              <a:ext uri="{FF2B5EF4-FFF2-40B4-BE49-F238E27FC236}">
                <a16:creationId xmlns:a16="http://schemas.microsoft.com/office/drawing/2014/main" id="{09CD88A8-5A5F-4D99-B666-4652C603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477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14-文本-0007">
            <a:extLst xmlns:a="http://schemas.openxmlformats.org/drawingml/2006/main">
              <a:ext uri="{FF2B5EF4-FFF2-40B4-BE49-F238E27FC236}">
                <a16:creationId xmlns:a16="http://schemas.microsoft.com/office/drawing/2014/main" id="{765C52B8-B854-4AE1-B3D6-89B8176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760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响应矩阵</a:t>
            </a:r>
          </a:p>
        </p:txBody>
      </p:sp>
      <p:sp>
        <p:nvSpPr>
          <p:cNvPr id="8" name="p14-文本-0008">
            <a:extLst xmlns:a="http://schemas.openxmlformats.org/drawingml/2006/main">
              <a:ext uri="{FF2B5EF4-FFF2-40B4-BE49-F238E27FC236}">
                <a16:creationId xmlns:a16="http://schemas.microsoft.com/office/drawing/2014/main" id="{B600B039-12F1-4418-8CC1-257B46DE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900" y="186424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参数分组</a:t>
            </a:r>
          </a:p>
        </p:txBody>
      </p:sp>
      <p:sp>
        <p:nvSpPr>
          <p:cNvPr id="9" name="p14-矩形-0009">
            <a:extLst xmlns:a="http://schemas.openxmlformats.org/drawingml/2006/main">
              <a:ext uri="{FF2B5EF4-FFF2-40B4-BE49-F238E27FC236}">
                <a16:creationId xmlns:a16="http://schemas.microsoft.com/office/drawing/2014/main" id="{90C0940F-8D2D-459C-9BED-92A4DEC0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0" name="p14-矩形-0010">
            <a:extLst xmlns:a="http://schemas.openxmlformats.org/drawingml/2006/main">
              <a:ext uri="{FF2B5EF4-FFF2-40B4-BE49-F238E27FC236}">
                <a16:creationId xmlns:a16="http://schemas.microsoft.com/office/drawing/2014/main" id="{7C5D8864-EA7A-4AD4-8031-3C8FEB9E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1" name="p14-矩形-0011">
            <a:extLst xmlns:a="http://schemas.openxmlformats.org/drawingml/2006/main">
              <a:ext uri="{FF2B5EF4-FFF2-40B4-BE49-F238E27FC236}">
                <a16:creationId xmlns:a16="http://schemas.microsoft.com/office/drawing/2014/main" id="{80FA05DE-7A39-46AF-91B1-28E4E38C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2" name="p14-矩形-0012">
            <a:extLst xmlns:a="http://schemas.openxmlformats.org/drawingml/2006/main">
              <a:ext uri="{FF2B5EF4-FFF2-40B4-BE49-F238E27FC236}">
                <a16:creationId xmlns:a16="http://schemas.microsoft.com/office/drawing/2014/main" id="{950D67E1-C1F3-4281-9A7D-07902C20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3" name="p14-矩形-0013">
            <a:extLst xmlns:a="http://schemas.openxmlformats.org/drawingml/2006/main">
              <a:ext uri="{FF2B5EF4-FFF2-40B4-BE49-F238E27FC236}">
                <a16:creationId xmlns:a16="http://schemas.microsoft.com/office/drawing/2014/main" id="{3F6855D6-3463-4249-8A09-D7A75C4F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4" name="p14-矩形-0014">
            <a:extLst xmlns:a="http://schemas.openxmlformats.org/drawingml/2006/main">
              <a:ext uri="{FF2B5EF4-FFF2-40B4-BE49-F238E27FC236}">
                <a16:creationId xmlns:a16="http://schemas.microsoft.com/office/drawing/2014/main" id="{B2E889FB-AA15-47EF-87BC-BB3623C8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5" name="p14-矩形-0015">
            <a:extLst xmlns:a="http://schemas.openxmlformats.org/drawingml/2006/main">
              <a:ext uri="{FF2B5EF4-FFF2-40B4-BE49-F238E27FC236}">
                <a16:creationId xmlns:a16="http://schemas.microsoft.com/office/drawing/2014/main" id="{550421CA-5394-40F3-878F-B4842C42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6" name="p14-矩形-0016">
            <a:extLst xmlns:a="http://schemas.openxmlformats.org/drawingml/2006/main">
              <a:ext uri="{FF2B5EF4-FFF2-40B4-BE49-F238E27FC236}">
                <a16:creationId xmlns:a16="http://schemas.microsoft.com/office/drawing/2014/main" id="{136B804B-9278-410D-AF06-7A5FF45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7" name="p14-矩形-0017">
            <a:extLst xmlns:a="http://schemas.openxmlformats.org/drawingml/2006/main">
              <a:ext uri="{FF2B5EF4-FFF2-40B4-BE49-F238E27FC236}">
                <a16:creationId xmlns:a16="http://schemas.microsoft.com/office/drawing/2014/main" id="{424299B2-3FCC-4EFD-8E16-4DFC9570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8" name="p14-矩形-0018">
            <a:extLst xmlns:a="http://schemas.openxmlformats.org/drawingml/2006/main">
              <a:ext uri="{FF2B5EF4-FFF2-40B4-BE49-F238E27FC236}">
                <a16:creationId xmlns:a16="http://schemas.microsoft.com/office/drawing/2014/main" id="{F59F805B-2822-4CFC-9162-48F5BC9F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9" name="p14-矩形-0019">
            <a:extLst xmlns:a="http://schemas.openxmlformats.org/drawingml/2006/main">
              <a:ext uri="{FF2B5EF4-FFF2-40B4-BE49-F238E27FC236}">
                <a16:creationId xmlns:a16="http://schemas.microsoft.com/office/drawing/2014/main" id="{28C19FF9-149D-4BA0-851B-06DE47FC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0" name="p14-矩形-0020">
            <a:extLst xmlns:a="http://schemas.openxmlformats.org/drawingml/2006/main">
              <a:ext uri="{FF2B5EF4-FFF2-40B4-BE49-F238E27FC236}">
                <a16:creationId xmlns:a16="http://schemas.microsoft.com/office/drawing/2014/main" id="{89E122AB-87F8-4CC6-9423-9BB4CFB1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1" name="p14-矩形-0021">
            <a:extLst xmlns:a="http://schemas.openxmlformats.org/drawingml/2006/main">
              <a:ext uri="{FF2B5EF4-FFF2-40B4-BE49-F238E27FC236}">
                <a16:creationId xmlns:a16="http://schemas.microsoft.com/office/drawing/2014/main" id="{1D2F0151-5054-4336-BD0E-BCA8FB5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2" name="p14-矩形-0022">
            <a:extLst xmlns:a="http://schemas.openxmlformats.org/drawingml/2006/main">
              <a:ext uri="{FF2B5EF4-FFF2-40B4-BE49-F238E27FC236}">
                <a16:creationId xmlns:a16="http://schemas.microsoft.com/office/drawing/2014/main" id="{ADA4206E-8F8E-4507-BB56-D6141EBD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907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3" name="p14-矩形-0023">
            <a:extLst xmlns:a="http://schemas.openxmlformats.org/drawingml/2006/main">
              <a:ext uri="{FF2B5EF4-FFF2-40B4-BE49-F238E27FC236}">
                <a16:creationId xmlns:a16="http://schemas.microsoft.com/office/drawing/2014/main" id="{F66F67FB-2C3B-4B29-8235-23C538A7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4" name="p14-矩形-0024">
            <a:extLst xmlns:a="http://schemas.openxmlformats.org/drawingml/2006/main">
              <a:ext uri="{FF2B5EF4-FFF2-40B4-BE49-F238E27FC236}">
                <a16:creationId xmlns:a16="http://schemas.microsoft.com/office/drawing/2014/main" id="{F9CA4C41-4F7C-429F-953D-766DCCA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5" name="p14-矩形-0025">
            <a:extLst xmlns:a="http://schemas.openxmlformats.org/drawingml/2006/main">
              <a:ext uri="{FF2B5EF4-FFF2-40B4-BE49-F238E27FC236}">
                <a16:creationId xmlns:a16="http://schemas.microsoft.com/office/drawing/2014/main" id="{473149DC-DA8F-4F57-989A-5856AA42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6" name="p14-矩形-0026">
            <a:extLst xmlns:a="http://schemas.openxmlformats.org/drawingml/2006/main">
              <a:ext uri="{FF2B5EF4-FFF2-40B4-BE49-F238E27FC236}">
                <a16:creationId xmlns:a16="http://schemas.microsoft.com/office/drawing/2014/main" id="{98CC13BB-34A2-4FF9-93B9-E34388F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7" name="p14-矩形-0027">
            <a:extLst xmlns:a="http://schemas.openxmlformats.org/drawingml/2006/main">
              <a:ext uri="{FF2B5EF4-FFF2-40B4-BE49-F238E27FC236}">
                <a16:creationId xmlns:a16="http://schemas.microsoft.com/office/drawing/2014/main" id="{76095442-6010-4B89-8616-CDC4F9BD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8" name="p14-矩形-0028">
            <a:extLst xmlns:a="http://schemas.openxmlformats.org/drawingml/2006/main">
              <a:ext uri="{FF2B5EF4-FFF2-40B4-BE49-F238E27FC236}">
                <a16:creationId xmlns:a16="http://schemas.microsoft.com/office/drawing/2014/main" id="{AEE00088-D740-463B-B6B0-CBB1E044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" name="p14-矩形-0029">
            <a:extLst xmlns:a="http://schemas.openxmlformats.org/drawingml/2006/main">
              <a:ext uri="{FF2B5EF4-FFF2-40B4-BE49-F238E27FC236}">
                <a16:creationId xmlns:a16="http://schemas.microsoft.com/office/drawing/2014/main" id="{B050BEBD-6517-4BFB-B04B-C30706E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" name="p14-矩形-0030">
            <a:extLst xmlns:a="http://schemas.openxmlformats.org/drawingml/2006/main">
              <a:ext uri="{FF2B5EF4-FFF2-40B4-BE49-F238E27FC236}">
                <a16:creationId xmlns:a16="http://schemas.microsoft.com/office/drawing/2014/main" id="{C370F297-6B9A-42C7-A9D5-64D37789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" name="p14-矩形-0031">
            <a:extLst xmlns:a="http://schemas.openxmlformats.org/drawingml/2006/main">
              <a:ext uri="{FF2B5EF4-FFF2-40B4-BE49-F238E27FC236}">
                <a16:creationId xmlns:a16="http://schemas.microsoft.com/office/drawing/2014/main" id="{1075019E-D1ED-45F4-892E-B8E3059D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" name="p14-矩形-0032">
            <a:extLst xmlns:a="http://schemas.openxmlformats.org/drawingml/2006/main">
              <a:ext uri="{FF2B5EF4-FFF2-40B4-BE49-F238E27FC236}">
                <a16:creationId xmlns:a16="http://schemas.microsoft.com/office/drawing/2014/main" id="{128DDC8A-5E2C-49FC-9351-571FC079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" name="p14-矩形-0033">
            <a:extLst xmlns:a="http://schemas.openxmlformats.org/drawingml/2006/main">
              <a:ext uri="{FF2B5EF4-FFF2-40B4-BE49-F238E27FC236}">
                <a16:creationId xmlns:a16="http://schemas.microsoft.com/office/drawing/2014/main" id="{DD64B2F4-6ACF-455A-9A5D-A9ABDA6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4" name="p14-矩形-0034">
            <a:extLst xmlns:a="http://schemas.openxmlformats.org/drawingml/2006/main">
              <a:ext uri="{FF2B5EF4-FFF2-40B4-BE49-F238E27FC236}">
                <a16:creationId xmlns:a16="http://schemas.microsoft.com/office/drawing/2014/main" id="{9C814CC9-0CFF-426E-9DEF-D45AC16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5" name="p14-矩形-0035">
            <a:extLst xmlns:a="http://schemas.openxmlformats.org/drawingml/2006/main">
              <a:ext uri="{FF2B5EF4-FFF2-40B4-BE49-F238E27FC236}">
                <a16:creationId xmlns:a16="http://schemas.microsoft.com/office/drawing/2014/main" id="{61EC07F5-7A8B-43C0-A828-835568A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" name="p14-矩形-0036">
            <a:extLst xmlns:a="http://schemas.openxmlformats.org/drawingml/2006/main">
              <a:ext uri="{FF2B5EF4-FFF2-40B4-BE49-F238E27FC236}">
                <a16:creationId xmlns:a16="http://schemas.microsoft.com/office/drawing/2014/main" id="{0EF985CC-EF63-414F-B994-A01379A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527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" name="p14-矩形-0037">
            <a:extLst xmlns:a="http://schemas.openxmlformats.org/drawingml/2006/main">
              <a:ext uri="{FF2B5EF4-FFF2-40B4-BE49-F238E27FC236}">
                <a16:creationId xmlns:a16="http://schemas.microsoft.com/office/drawing/2014/main" id="{40C1C977-371E-492F-A6FA-AFC446AC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8" name="p14-矩形-0038">
            <a:extLst xmlns:a="http://schemas.openxmlformats.org/drawingml/2006/main">
              <a:ext uri="{FF2B5EF4-FFF2-40B4-BE49-F238E27FC236}">
                <a16:creationId xmlns:a16="http://schemas.microsoft.com/office/drawing/2014/main" id="{B30321AC-A4E8-4563-B60B-C19CDD98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9" name="p14-矩形-0039">
            <a:extLst xmlns:a="http://schemas.openxmlformats.org/drawingml/2006/main">
              <a:ext uri="{FF2B5EF4-FFF2-40B4-BE49-F238E27FC236}">
                <a16:creationId xmlns:a16="http://schemas.microsoft.com/office/drawing/2014/main" id="{0334D8F0-945D-42A9-93EE-F28700D3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0" name="p14-矩形-0040">
            <a:extLst xmlns:a="http://schemas.openxmlformats.org/drawingml/2006/main">
              <a:ext uri="{FF2B5EF4-FFF2-40B4-BE49-F238E27FC236}">
                <a16:creationId xmlns:a16="http://schemas.microsoft.com/office/drawing/2014/main" id="{F933CA14-6E0D-4224-9BB2-4A51E71E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1" name="p14-矩形-0041">
            <a:extLst xmlns:a="http://schemas.openxmlformats.org/drawingml/2006/main">
              <a:ext uri="{FF2B5EF4-FFF2-40B4-BE49-F238E27FC236}">
                <a16:creationId xmlns:a16="http://schemas.microsoft.com/office/drawing/2014/main" id="{A0912A84-BE42-44E4-B336-DF2AC59D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2" name="p14-矩形-0042">
            <a:extLst xmlns:a="http://schemas.openxmlformats.org/drawingml/2006/main">
              <a:ext uri="{FF2B5EF4-FFF2-40B4-BE49-F238E27FC236}">
                <a16:creationId xmlns:a16="http://schemas.microsoft.com/office/drawing/2014/main" id="{0663E5E8-2679-406F-8BA7-9B86C3C5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3" name="p14-矩形-0043">
            <a:extLst xmlns:a="http://schemas.openxmlformats.org/drawingml/2006/main">
              <a:ext uri="{FF2B5EF4-FFF2-40B4-BE49-F238E27FC236}">
                <a16:creationId xmlns:a16="http://schemas.microsoft.com/office/drawing/2014/main" id="{F6081818-ECDE-407D-A12A-A2576F0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4" name="p14-矩形-0044">
            <a:extLst xmlns:a="http://schemas.openxmlformats.org/drawingml/2006/main">
              <a:ext uri="{FF2B5EF4-FFF2-40B4-BE49-F238E27FC236}">
                <a16:creationId xmlns:a16="http://schemas.microsoft.com/office/drawing/2014/main" id="{A47B0A53-4CA6-402C-8EF2-13E76263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5" name="p14-矩形-0045">
            <a:extLst xmlns:a="http://schemas.openxmlformats.org/drawingml/2006/main">
              <a:ext uri="{FF2B5EF4-FFF2-40B4-BE49-F238E27FC236}">
                <a16:creationId xmlns:a16="http://schemas.microsoft.com/office/drawing/2014/main" id="{DA2BF5ED-41C0-41E0-9468-18C80E9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6" name="p14-矩形-0046">
            <a:extLst xmlns:a="http://schemas.openxmlformats.org/drawingml/2006/main">
              <a:ext uri="{FF2B5EF4-FFF2-40B4-BE49-F238E27FC236}">
                <a16:creationId xmlns:a16="http://schemas.microsoft.com/office/drawing/2014/main" id="{1DDDF38B-6B36-4BE4-A033-31B8099D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7" name="p14-矩形-0047">
            <a:extLst xmlns:a="http://schemas.openxmlformats.org/drawingml/2006/main">
              <a:ext uri="{FF2B5EF4-FFF2-40B4-BE49-F238E27FC236}">
                <a16:creationId xmlns:a16="http://schemas.microsoft.com/office/drawing/2014/main" id="{33A8A0C9-15CB-4C71-8442-1DD98EBF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8" name="p14-矩形-0048">
            <a:extLst xmlns:a="http://schemas.openxmlformats.org/drawingml/2006/main">
              <a:ext uri="{FF2B5EF4-FFF2-40B4-BE49-F238E27FC236}">
                <a16:creationId xmlns:a16="http://schemas.microsoft.com/office/drawing/2014/main" id="{D71B3529-28D8-4945-9C35-CC20B58D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9" name="p14-矩形-0049">
            <a:extLst xmlns:a="http://schemas.openxmlformats.org/drawingml/2006/main">
              <a:ext uri="{FF2B5EF4-FFF2-40B4-BE49-F238E27FC236}">
                <a16:creationId xmlns:a16="http://schemas.microsoft.com/office/drawing/2014/main" id="{E0A93D0F-63D2-4A56-89B0-5215E57E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0" name="p14-矩形-0050">
            <a:extLst xmlns:a="http://schemas.openxmlformats.org/drawingml/2006/main">
              <a:ext uri="{FF2B5EF4-FFF2-40B4-BE49-F238E27FC236}">
                <a16:creationId xmlns:a16="http://schemas.microsoft.com/office/drawing/2014/main" id="{35333545-5019-41A2-B9DB-FE5F244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146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1" name="p14-矩形-0051">
            <a:extLst xmlns:a="http://schemas.openxmlformats.org/drawingml/2006/main">
              <a:ext uri="{FF2B5EF4-FFF2-40B4-BE49-F238E27FC236}">
                <a16:creationId xmlns:a16="http://schemas.microsoft.com/office/drawing/2014/main" id="{29CADDAA-63E9-4E01-A328-E015DB1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2" name="p14-矩形-0052">
            <a:extLst xmlns:a="http://schemas.openxmlformats.org/drawingml/2006/main">
              <a:ext uri="{FF2B5EF4-FFF2-40B4-BE49-F238E27FC236}">
                <a16:creationId xmlns:a16="http://schemas.microsoft.com/office/drawing/2014/main" id="{BD6D36CE-A5F2-4F86-9E9E-AEB0322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3" name="p14-矩形-0053">
            <a:extLst xmlns:a="http://schemas.openxmlformats.org/drawingml/2006/main">
              <a:ext uri="{FF2B5EF4-FFF2-40B4-BE49-F238E27FC236}">
                <a16:creationId xmlns:a16="http://schemas.microsoft.com/office/drawing/2014/main" id="{E3F936E7-7CA8-4E0B-8884-92CFC77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4" name="p14-矩形-0054">
            <a:extLst xmlns:a="http://schemas.openxmlformats.org/drawingml/2006/main">
              <a:ext uri="{FF2B5EF4-FFF2-40B4-BE49-F238E27FC236}">
                <a16:creationId xmlns:a16="http://schemas.microsoft.com/office/drawing/2014/main" id="{1BC95D78-2D89-46DB-B657-5FE708A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5" name="p14-矩形-0055">
            <a:extLst xmlns:a="http://schemas.openxmlformats.org/drawingml/2006/main">
              <a:ext uri="{FF2B5EF4-FFF2-40B4-BE49-F238E27FC236}">
                <a16:creationId xmlns:a16="http://schemas.microsoft.com/office/drawing/2014/main" id="{88F754F8-74AB-4097-B1CA-A57A1190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6" name="p14-矩形-0056">
            <a:extLst xmlns:a="http://schemas.openxmlformats.org/drawingml/2006/main">
              <a:ext uri="{FF2B5EF4-FFF2-40B4-BE49-F238E27FC236}">
                <a16:creationId xmlns:a16="http://schemas.microsoft.com/office/drawing/2014/main" id="{D381B2BB-5CC9-44CA-A288-FA59CB6A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7" name="p14-矩形-0057">
            <a:extLst xmlns:a="http://schemas.openxmlformats.org/drawingml/2006/main">
              <a:ext uri="{FF2B5EF4-FFF2-40B4-BE49-F238E27FC236}">
                <a16:creationId xmlns:a16="http://schemas.microsoft.com/office/drawing/2014/main" id="{B53683A0-8384-4B04-851D-12EBE81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8" name="p14-矩形-0058">
            <a:extLst xmlns:a="http://schemas.openxmlformats.org/drawingml/2006/main">
              <a:ext uri="{FF2B5EF4-FFF2-40B4-BE49-F238E27FC236}">
                <a16:creationId xmlns:a16="http://schemas.microsoft.com/office/drawing/2014/main" id="{4C1E0C7A-0B8F-4EBD-9277-9AAD1CD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9" name="p14-矩形-0059">
            <a:extLst xmlns:a="http://schemas.openxmlformats.org/drawingml/2006/main">
              <a:ext uri="{FF2B5EF4-FFF2-40B4-BE49-F238E27FC236}">
                <a16:creationId xmlns:a16="http://schemas.microsoft.com/office/drawing/2014/main" id="{792675A7-48C6-45E0-9E97-E4439236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0" name="p14-矩形-0060">
            <a:extLst xmlns:a="http://schemas.openxmlformats.org/drawingml/2006/main">
              <a:ext uri="{FF2B5EF4-FFF2-40B4-BE49-F238E27FC236}">
                <a16:creationId xmlns:a16="http://schemas.microsoft.com/office/drawing/2014/main" id="{01D63362-C131-43F8-BBB7-6BE0914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1" name="p14-矩形-0061">
            <a:extLst xmlns:a="http://schemas.openxmlformats.org/drawingml/2006/main">
              <a:ext uri="{FF2B5EF4-FFF2-40B4-BE49-F238E27FC236}">
                <a16:creationId xmlns:a16="http://schemas.microsoft.com/office/drawing/2014/main" id="{06654D1E-18E7-450B-A138-6D2E2DF9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2" name="p14-矩形-0062">
            <a:extLst xmlns:a="http://schemas.openxmlformats.org/drawingml/2006/main">
              <a:ext uri="{FF2B5EF4-FFF2-40B4-BE49-F238E27FC236}">
                <a16:creationId xmlns:a16="http://schemas.microsoft.com/office/drawing/2014/main" id="{EEB54573-B670-4B3E-BCB6-3AE59CAB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3" name="p14-矩形-0063">
            <a:extLst xmlns:a="http://schemas.openxmlformats.org/drawingml/2006/main">
              <a:ext uri="{FF2B5EF4-FFF2-40B4-BE49-F238E27FC236}">
                <a16:creationId xmlns:a16="http://schemas.microsoft.com/office/drawing/2014/main" id="{A10B7E5F-69F7-4F23-B089-CBF598D6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4" name="p14-矩形-0064">
            <a:extLst xmlns:a="http://schemas.openxmlformats.org/drawingml/2006/main">
              <a:ext uri="{FF2B5EF4-FFF2-40B4-BE49-F238E27FC236}">
                <a16:creationId xmlns:a16="http://schemas.microsoft.com/office/drawing/2014/main" id="{2A8F8A54-432B-440A-9668-BF54BE7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5" name="p14-矩形-0065">
            <a:extLst xmlns:a="http://schemas.openxmlformats.org/drawingml/2006/main">
              <a:ext uri="{FF2B5EF4-FFF2-40B4-BE49-F238E27FC236}">
                <a16:creationId xmlns:a16="http://schemas.microsoft.com/office/drawing/2014/main" id="{17B00CC4-EA56-4E64-9582-2DDF7AC3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6" name="p14-矩形-0066">
            <a:extLst xmlns:a="http://schemas.openxmlformats.org/drawingml/2006/main">
              <a:ext uri="{FF2B5EF4-FFF2-40B4-BE49-F238E27FC236}">
                <a16:creationId xmlns:a16="http://schemas.microsoft.com/office/drawing/2014/main" id="{065E772B-655F-48F3-85FD-2866075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7" name="p14-矩形-0067">
            <a:extLst xmlns:a="http://schemas.openxmlformats.org/drawingml/2006/main">
              <a:ext uri="{FF2B5EF4-FFF2-40B4-BE49-F238E27FC236}">
                <a16:creationId xmlns:a16="http://schemas.microsoft.com/office/drawing/2014/main" id="{9E0E058F-3CAF-4D79-AF99-3D18B2A7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8" name="p14-矩形-0068">
            <a:extLst xmlns:a="http://schemas.openxmlformats.org/drawingml/2006/main">
              <a:ext uri="{FF2B5EF4-FFF2-40B4-BE49-F238E27FC236}">
                <a16:creationId xmlns:a16="http://schemas.microsoft.com/office/drawing/2014/main" id="{9382C49E-8B09-4A33-BAD6-25054B09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69" name="p14-矩形-0069">
            <a:extLst xmlns:a="http://schemas.openxmlformats.org/drawingml/2006/main">
              <a:ext uri="{FF2B5EF4-FFF2-40B4-BE49-F238E27FC236}">
                <a16:creationId xmlns:a16="http://schemas.microsoft.com/office/drawing/2014/main" id="{C9C766B4-8267-4A3E-8655-58DBE966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0" name="p14-矩形-0070">
            <a:extLst xmlns:a="http://schemas.openxmlformats.org/drawingml/2006/main">
              <a:ext uri="{FF2B5EF4-FFF2-40B4-BE49-F238E27FC236}">
                <a16:creationId xmlns:a16="http://schemas.microsoft.com/office/drawing/2014/main" id="{D0249CEF-9E68-4610-89F3-C57ACEDC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1" name="p14-矩形-0071">
            <a:extLst xmlns:a="http://schemas.openxmlformats.org/drawingml/2006/main">
              <a:ext uri="{FF2B5EF4-FFF2-40B4-BE49-F238E27FC236}">
                <a16:creationId xmlns:a16="http://schemas.microsoft.com/office/drawing/2014/main" id="{7229BFF1-0D6F-410B-ACF2-CD700E3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2" name="p14-矩形-0072">
            <a:extLst xmlns:a="http://schemas.openxmlformats.org/drawingml/2006/main">
              <a:ext uri="{FF2B5EF4-FFF2-40B4-BE49-F238E27FC236}">
                <a16:creationId xmlns:a16="http://schemas.microsoft.com/office/drawing/2014/main" id="{7F25AB7D-C4C0-4B36-BA93-4DB0C6EC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3" name="p14-矩形-0073">
            <a:extLst xmlns:a="http://schemas.openxmlformats.org/drawingml/2006/main">
              <a:ext uri="{FF2B5EF4-FFF2-40B4-BE49-F238E27FC236}">
                <a16:creationId xmlns:a16="http://schemas.microsoft.com/office/drawing/2014/main" id="{94342753-7B92-4822-ADBF-31153B6E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4" name="p14-矩形-0074">
            <a:extLst xmlns:a="http://schemas.openxmlformats.org/drawingml/2006/main">
              <a:ext uri="{FF2B5EF4-FFF2-40B4-BE49-F238E27FC236}">
                <a16:creationId xmlns:a16="http://schemas.microsoft.com/office/drawing/2014/main" id="{76BC8550-6350-41FE-9F68-9A46B3BC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5" name="p14-矩形-0075">
            <a:extLst xmlns:a="http://schemas.openxmlformats.org/drawingml/2006/main">
              <a:ext uri="{FF2B5EF4-FFF2-40B4-BE49-F238E27FC236}">
                <a16:creationId xmlns:a16="http://schemas.microsoft.com/office/drawing/2014/main" id="{B6D23A1E-A1D8-4060-BD9A-62CC3CF0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6" name="p14-矩形-0076">
            <a:extLst xmlns:a="http://schemas.openxmlformats.org/drawingml/2006/main">
              <a:ext uri="{FF2B5EF4-FFF2-40B4-BE49-F238E27FC236}">
                <a16:creationId xmlns:a16="http://schemas.microsoft.com/office/drawing/2014/main" id="{D0F8DC9A-A124-4064-820F-C005B04E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7" name="p14-矩形-0077">
            <a:extLst xmlns:a="http://schemas.openxmlformats.org/drawingml/2006/main">
              <a:ext uri="{FF2B5EF4-FFF2-40B4-BE49-F238E27FC236}">
                <a16:creationId xmlns:a16="http://schemas.microsoft.com/office/drawing/2014/main" id="{FCAE7A1E-194A-413B-98DB-2EFFF0B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8" name="p14-矩形-0078">
            <a:extLst xmlns:a="http://schemas.openxmlformats.org/drawingml/2006/main">
              <a:ext uri="{FF2B5EF4-FFF2-40B4-BE49-F238E27FC236}">
                <a16:creationId xmlns:a16="http://schemas.microsoft.com/office/drawing/2014/main" id="{D674D7DB-DF99-45D7-BEFD-D5D612F1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385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9" name="p14-矩形-0079">
            <a:extLst xmlns:a="http://schemas.openxmlformats.org/drawingml/2006/main">
              <a:ext uri="{FF2B5EF4-FFF2-40B4-BE49-F238E27FC236}">
                <a16:creationId xmlns:a16="http://schemas.microsoft.com/office/drawing/2014/main" id="{F499E45B-E953-4184-9D66-254FBB8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0" name="p14-矩形-0080">
            <a:extLst xmlns:a="http://schemas.openxmlformats.org/drawingml/2006/main">
              <a:ext uri="{FF2B5EF4-FFF2-40B4-BE49-F238E27FC236}">
                <a16:creationId xmlns:a16="http://schemas.microsoft.com/office/drawing/2014/main" id="{1DBF5838-0D96-4ACA-A68E-F0A641E9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1" name="p14-矩形-0081">
            <a:extLst xmlns:a="http://schemas.openxmlformats.org/drawingml/2006/main">
              <a:ext uri="{FF2B5EF4-FFF2-40B4-BE49-F238E27FC236}">
                <a16:creationId xmlns:a16="http://schemas.microsoft.com/office/drawing/2014/main" id="{68D593EE-D312-4343-9C42-AE2CCF55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82" name="p14-矩形-0082">
            <a:extLst xmlns:a="http://schemas.openxmlformats.org/drawingml/2006/main">
              <a:ext uri="{FF2B5EF4-FFF2-40B4-BE49-F238E27FC236}">
                <a16:creationId xmlns:a16="http://schemas.microsoft.com/office/drawing/2014/main" id="{299CB708-050C-4BC9-A597-D3CA6C1C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83" name="p14-矩形-0083">
            <a:extLst xmlns:a="http://schemas.openxmlformats.org/drawingml/2006/main">
              <a:ext uri="{FF2B5EF4-FFF2-40B4-BE49-F238E27FC236}">
                <a16:creationId xmlns:a16="http://schemas.microsoft.com/office/drawing/2014/main" id="{0F6911BA-A7BC-4FDD-8CF0-979D4C3F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84" name="p14-矩形-0084">
            <a:extLst xmlns:a="http://schemas.openxmlformats.org/drawingml/2006/main">
              <a:ext uri="{FF2B5EF4-FFF2-40B4-BE49-F238E27FC236}">
                <a16:creationId xmlns:a16="http://schemas.microsoft.com/office/drawing/2014/main" id="{58781798-D2C8-4798-8306-81B2BB26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85" name="p14-矩形-0085">
            <a:extLst xmlns:a="http://schemas.openxmlformats.org/drawingml/2006/main">
              <a:ext uri="{FF2B5EF4-FFF2-40B4-BE49-F238E27FC236}">
                <a16:creationId xmlns:a16="http://schemas.microsoft.com/office/drawing/2014/main" id="{CA073BB4-9C82-4BBA-BB6D-E8576F59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86" name="p14-矩形-0086">
            <a:extLst xmlns:a="http://schemas.openxmlformats.org/drawingml/2006/main">
              <a:ext uri="{FF2B5EF4-FFF2-40B4-BE49-F238E27FC236}">
                <a16:creationId xmlns:a16="http://schemas.microsoft.com/office/drawing/2014/main" id="{81B4632C-01EF-4AE1-BEC7-D324A81D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7" name="p14-矩形-0087">
            <a:extLst xmlns:a="http://schemas.openxmlformats.org/drawingml/2006/main">
              <a:ext uri="{FF2B5EF4-FFF2-40B4-BE49-F238E27FC236}">
                <a16:creationId xmlns:a16="http://schemas.microsoft.com/office/drawing/2014/main" id="{59C3AB35-B41D-4651-9424-A3BDD4BF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8" name="p14-矩形-0088">
            <a:extLst xmlns:a="http://schemas.openxmlformats.org/drawingml/2006/main">
              <a:ext uri="{FF2B5EF4-FFF2-40B4-BE49-F238E27FC236}">
                <a16:creationId xmlns:a16="http://schemas.microsoft.com/office/drawing/2014/main" id="{BADC2CBB-C355-49DA-9A58-4EA6779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9" name="p14-矩形-0089">
            <a:extLst xmlns:a="http://schemas.openxmlformats.org/drawingml/2006/main">
              <a:ext uri="{FF2B5EF4-FFF2-40B4-BE49-F238E27FC236}">
                <a16:creationId xmlns:a16="http://schemas.microsoft.com/office/drawing/2014/main" id="{176408BC-C886-48E6-B8B5-05A0FE2B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0" name="p14-矩形-0090">
            <a:extLst xmlns:a="http://schemas.openxmlformats.org/drawingml/2006/main">
              <a:ext uri="{FF2B5EF4-FFF2-40B4-BE49-F238E27FC236}">
                <a16:creationId xmlns:a16="http://schemas.microsoft.com/office/drawing/2014/main" id="{9622453A-3CAA-495B-82FD-926C930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1" name="p14-矩形-0091">
            <a:extLst xmlns:a="http://schemas.openxmlformats.org/drawingml/2006/main">
              <a:ext uri="{FF2B5EF4-FFF2-40B4-BE49-F238E27FC236}">
                <a16:creationId xmlns:a16="http://schemas.microsoft.com/office/drawing/2014/main" id="{0DD47783-30E7-47E8-8D47-C39DECA8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92" name="p14-矩形-0092">
            <a:extLst xmlns:a="http://schemas.openxmlformats.org/drawingml/2006/main">
              <a:ext uri="{FF2B5EF4-FFF2-40B4-BE49-F238E27FC236}">
                <a16:creationId xmlns:a16="http://schemas.microsoft.com/office/drawing/2014/main" id="{857B15F9-0F2B-4C21-B673-E12A5A93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005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93" name="p14-矩形-0093">
            <a:extLst xmlns:a="http://schemas.openxmlformats.org/drawingml/2006/main">
              <a:ext uri="{FF2B5EF4-FFF2-40B4-BE49-F238E27FC236}">
                <a16:creationId xmlns:a16="http://schemas.microsoft.com/office/drawing/2014/main" id="{6081D652-6025-4FFB-AE81-BD27D634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4" name="p14-矩形-0094">
            <a:extLst xmlns:a="http://schemas.openxmlformats.org/drawingml/2006/main">
              <a:ext uri="{FF2B5EF4-FFF2-40B4-BE49-F238E27FC236}">
                <a16:creationId xmlns:a16="http://schemas.microsoft.com/office/drawing/2014/main" id="{63705E6D-8F80-47A2-96A1-D66BF4D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5" name="p14-矩形-0095">
            <a:extLst xmlns:a="http://schemas.openxmlformats.org/drawingml/2006/main">
              <a:ext uri="{FF2B5EF4-FFF2-40B4-BE49-F238E27FC236}">
                <a16:creationId xmlns:a16="http://schemas.microsoft.com/office/drawing/2014/main" id="{86D37AE7-D0EC-4317-ACA7-4499FB8E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96" name="p14-矩形-0096">
            <a:extLst xmlns:a="http://schemas.openxmlformats.org/drawingml/2006/main">
              <a:ext uri="{FF2B5EF4-FFF2-40B4-BE49-F238E27FC236}">
                <a16:creationId xmlns:a16="http://schemas.microsoft.com/office/drawing/2014/main" id="{AE9F19DD-85EA-4358-B14F-C7444C4C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7" name="p14-矩形-0097">
            <a:extLst xmlns:a="http://schemas.openxmlformats.org/drawingml/2006/main">
              <a:ext uri="{FF2B5EF4-FFF2-40B4-BE49-F238E27FC236}">
                <a16:creationId xmlns:a16="http://schemas.microsoft.com/office/drawing/2014/main" id="{7C95529E-97E6-4B03-9E12-3141BDB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8" name="p14-矩形-0098">
            <a:extLst xmlns:a="http://schemas.openxmlformats.org/drawingml/2006/main">
              <a:ext uri="{FF2B5EF4-FFF2-40B4-BE49-F238E27FC236}">
                <a16:creationId xmlns:a16="http://schemas.microsoft.com/office/drawing/2014/main" id="{08A5732B-7C76-491D-BA93-89256497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9" name="p14-矩形-0099">
            <a:extLst xmlns:a="http://schemas.openxmlformats.org/drawingml/2006/main">
              <a:ext uri="{FF2B5EF4-FFF2-40B4-BE49-F238E27FC236}">
                <a16:creationId xmlns:a16="http://schemas.microsoft.com/office/drawing/2014/main" id="{C0B7A82E-BA59-4587-890A-86ECE086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00" name="p14-矩形-0100">
            <a:extLst xmlns:a="http://schemas.openxmlformats.org/drawingml/2006/main">
              <a:ext uri="{FF2B5EF4-FFF2-40B4-BE49-F238E27FC236}">
                <a16:creationId xmlns:a16="http://schemas.microsoft.com/office/drawing/2014/main" id="{23169708-B642-4764-AA58-7FC27AF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1" name="p14-矩形-0101">
            <a:extLst xmlns:a="http://schemas.openxmlformats.org/drawingml/2006/main">
              <a:ext uri="{FF2B5EF4-FFF2-40B4-BE49-F238E27FC236}">
                <a16:creationId xmlns:a16="http://schemas.microsoft.com/office/drawing/2014/main" id="{AEB1557C-7BE1-4351-BBCF-8710EBEE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2" name="p14-矩形-0102">
            <a:extLst xmlns:a="http://schemas.openxmlformats.org/drawingml/2006/main">
              <a:ext uri="{FF2B5EF4-FFF2-40B4-BE49-F238E27FC236}">
                <a16:creationId xmlns:a16="http://schemas.microsoft.com/office/drawing/2014/main" id="{6C871778-137F-4E27-B84D-D7096173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3" name="p14-矩形-0103">
            <a:extLst xmlns:a="http://schemas.openxmlformats.org/drawingml/2006/main">
              <a:ext uri="{FF2B5EF4-FFF2-40B4-BE49-F238E27FC236}">
                <a16:creationId xmlns:a16="http://schemas.microsoft.com/office/drawing/2014/main" id="{6EB2988F-0819-4678-9521-256BC8D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4" name="p14-矩形-0104">
            <a:extLst xmlns:a="http://schemas.openxmlformats.org/drawingml/2006/main">
              <a:ext uri="{FF2B5EF4-FFF2-40B4-BE49-F238E27FC236}">
                <a16:creationId xmlns:a16="http://schemas.microsoft.com/office/drawing/2014/main" id="{2C47C2D1-C7FF-47AF-83F4-0AFC0D9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5" name="p14-矩形-0105">
            <a:extLst xmlns:a="http://schemas.openxmlformats.org/drawingml/2006/main">
              <a:ext uri="{FF2B5EF4-FFF2-40B4-BE49-F238E27FC236}">
                <a16:creationId xmlns:a16="http://schemas.microsoft.com/office/drawing/2014/main" id="{412D1986-E0FE-457A-A622-7510BF1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06" name="p14-矩形-0106">
            <a:extLst xmlns:a="http://schemas.openxmlformats.org/drawingml/2006/main">
              <a:ext uri="{FF2B5EF4-FFF2-40B4-BE49-F238E27FC236}">
                <a16:creationId xmlns:a16="http://schemas.microsoft.com/office/drawing/2014/main" id="{F8DBEFF4-36B3-4356-B172-403E387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07" name="p14-矩形-0107">
            <a:extLst xmlns:a="http://schemas.openxmlformats.org/drawingml/2006/main">
              <a:ext uri="{FF2B5EF4-FFF2-40B4-BE49-F238E27FC236}">
                <a16:creationId xmlns:a16="http://schemas.microsoft.com/office/drawing/2014/main" id="{C8647630-5771-45E9-BA7B-719152A4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08" name="p14-矩形-0108">
            <a:extLst xmlns:a="http://schemas.openxmlformats.org/drawingml/2006/main">
              <a:ext uri="{FF2B5EF4-FFF2-40B4-BE49-F238E27FC236}">
                <a16:creationId xmlns:a16="http://schemas.microsoft.com/office/drawing/2014/main" id="{4DACA340-3481-4956-9C56-C9E08B9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9" name="p14-矩形-0109">
            <a:extLst xmlns:a="http://schemas.openxmlformats.org/drawingml/2006/main">
              <a:ext uri="{FF2B5EF4-FFF2-40B4-BE49-F238E27FC236}">
                <a16:creationId xmlns:a16="http://schemas.microsoft.com/office/drawing/2014/main" id="{98EDB824-F75F-472F-AE5F-3062F83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0" name="p14-矩形-0110">
            <a:extLst xmlns:a="http://schemas.openxmlformats.org/drawingml/2006/main">
              <a:ext uri="{FF2B5EF4-FFF2-40B4-BE49-F238E27FC236}">
                <a16:creationId xmlns:a16="http://schemas.microsoft.com/office/drawing/2014/main" id="{6DF5B627-A536-4BA5-B0C8-BFA22B0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1" name="p14-矩形-0111">
            <a:extLst xmlns:a="http://schemas.openxmlformats.org/drawingml/2006/main">
              <a:ext uri="{FF2B5EF4-FFF2-40B4-BE49-F238E27FC236}">
                <a16:creationId xmlns:a16="http://schemas.microsoft.com/office/drawing/2014/main" id="{82226CFB-FF99-4A43-9881-918AD2C2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2" name="p14-矩形-0112">
            <a:extLst xmlns:a="http://schemas.openxmlformats.org/drawingml/2006/main">
              <a:ext uri="{FF2B5EF4-FFF2-40B4-BE49-F238E27FC236}">
                <a16:creationId xmlns:a16="http://schemas.microsoft.com/office/drawing/2014/main" id="{AAB6CC8D-3CBC-44DC-A470-88B03246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3" name="p14-矩形-0113">
            <a:extLst xmlns:a="http://schemas.openxmlformats.org/drawingml/2006/main">
              <a:ext uri="{FF2B5EF4-FFF2-40B4-BE49-F238E27FC236}">
                <a16:creationId xmlns:a16="http://schemas.microsoft.com/office/drawing/2014/main" id="{71314294-5C08-4DF5-B1F2-3CD177E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4" name="p14-矩形-0114">
            <a:extLst xmlns:a="http://schemas.openxmlformats.org/drawingml/2006/main">
              <a:ext uri="{FF2B5EF4-FFF2-40B4-BE49-F238E27FC236}">
                <a16:creationId xmlns:a16="http://schemas.microsoft.com/office/drawing/2014/main" id="{4913CD60-D447-4CB2-954B-1DE77256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5" name="p14-矩形-0115">
            <a:extLst xmlns:a="http://schemas.openxmlformats.org/drawingml/2006/main">
              <a:ext uri="{FF2B5EF4-FFF2-40B4-BE49-F238E27FC236}">
                <a16:creationId xmlns:a16="http://schemas.microsoft.com/office/drawing/2014/main" id="{AA511357-DB1E-4853-B290-56CC407D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6" name="p14-矩形-0116">
            <a:extLst xmlns:a="http://schemas.openxmlformats.org/drawingml/2006/main">
              <a:ext uri="{FF2B5EF4-FFF2-40B4-BE49-F238E27FC236}">
                <a16:creationId xmlns:a16="http://schemas.microsoft.com/office/drawing/2014/main" id="{46A1AC98-AE52-47D7-81E0-55D1AD68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7" name="p14-矩形-0117">
            <a:extLst xmlns:a="http://schemas.openxmlformats.org/drawingml/2006/main">
              <a:ext uri="{FF2B5EF4-FFF2-40B4-BE49-F238E27FC236}">
                <a16:creationId xmlns:a16="http://schemas.microsoft.com/office/drawing/2014/main" id="{266554C2-C62F-4F6C-9351-3723F280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8" name="p14-矩形-0118">
            <a:extLst xmlns:a="http://schemas.openxmlformats.org/drawingml/2006/main">
              <a:ext uri="{FF2B5EF4-FFF2-40B4-BE49-F238E27FC236}">
                <a16:creationId xmlns:a16="http://schemas.microsoft.com/office/drawing/2014/main" id="{DEBAFC14-7CF2-45FB-BDF5-EF2354E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9" name="p14-矩形-0119">
            <a:extLst xmlns:a="http://schemas.openxmlformats.org/drawingml/2006/main">
              <a:ext uri="{FF2B5EF4-FFF2-40B4-BE49-F238E27FC236}">
                <a16:creationId xmlns:a16="http://schemas.microsoft.com/office/drawing/2014/main" id="{D6F84AD2-98B1-475F-910E-D92E8CA2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0" name="p14-矩形-0120">
            <a:extLst xmlns:a="http://schemas.openxmlformats.org/drawingml/2006/main">
              <a:ext uri="{FF2B5EF4-FFF2-40B4-BE49-F238E27FC236}">
                <a16:creationId xmlns:a16="http://schemas.microsoft.com/office/drawing/2014/main" id="{5586AAEA-4FFA-4339-8296-BD4CEFFD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24425"/>
            <a:ext cx="466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1" name="p14-文本-0121">
            <a:extLst xmlns:a="http://schemas.openxmlformats.org/drawingml/2006/main">
              <a:ext uri="{FF2B5EF4-FFF2-40B4-BE49-F238E27FC236}">
                <a16:creationId xmlns:a16="http://schemas.microsoft.com/office/drawing/2014/main" id="{55ECC1BA-B9B0-40A8-BA42-B80ED8F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53570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22" name="p14-文本-0122">
            <a:extLst xmlns:a="http://schemas.openxmlformats.org/drawingml/2006/main">
              <a:ext uri="{FF2B5EF4-FFF2-40B4-BE49-F238E27FC236}">
                <a16:creationId xmlns:a16="http://schemas.microsoft.com/office/drawing/2014/main" id="{254DAF1B-7FAD-4CA2-97BE-F206D06E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744" y="53570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123" name="p14-文本-0123">
            <a:extLst xmlns:a="http://schemas.openxmlformats.org/drawingml/2006/main">
              <a:ext uri="{FF2B5EF4-FFF2-40B4-BE49-F238E27FC236}">
                <a16:creationId xmlns:a16="http://schemas.microsoft.com/office/drawing/2014/main" id="{F4D9C87A-BC86-4675-AC2B-A68CF6E0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5357008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124" name="p14-文本-0124">
            <a:extLst xmlns:a="http://schemas.openxmlformats.org/drawingml/2006/main">
              <a:ext uri="{FF2B5EF4-FFF2-40B4-BE49-F238E27FC236}">
                <a16:creationId xmlns:a16="http://schemas.microsoft.com/office/drawing/2014/main" id="{73D37397-11C0-4D49-9E63-9F373D0E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522939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25" name="p14-文本-0125">
            <a:extLst xmlns:a="http://schemas.openxmlformats.org/drawingml/2006/main">
              <a:ext uri="{FF2B5EF4-FFF2-40B4-BE49-F238E27FC236}">
                <a16:creationId xmlns:a16="http://schemas.microsoft.com/office/drawing/2014/main" id="{8AC88ADA-0058-4F83-8C42-3204CEF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5056589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126" name="p14-文本-0126">
            <a:extLst xmlns:a="http://schemas.openxmlformats.org/drawingml/2006/main">
              <a:ext uri="{FF2B5EF4-FFF2-40B4-BE49-F238E27FC236}">
                <a16:creationId xmlns:a16="http://schemas.microsoft.com/office/drawing/2014/main" id="{7636D75D-F82A-4C93-B9CE-706C3672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5220"/>
            <a:ext cx="342900" cy="224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</a:t>
            </a:r>
          </a:p>
        </p:txBody>
      </p:sp>
      <p:sp>
        <p:nvSpPr>
          <p:cNvPr id="127" name="p14-文本-0127">
            <a:extLst xmlns:a="http://schemas.openxmlformats.org/drawingml/2006/main">
              <a:ext uri="{FF2B5EF4-FFF2-40B4-BE49-F238E27FC236}">
                <a16:creationId xmlns:a16="http://schemas.microsoft.com/office/drawing/2014/main" id="{AD56EFD8-AFB0-485A-8F40-6254962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897" y="5474777"/>
            <a:ext cx="32444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每个单元对应一组条件下的相对响应</a:t>
            </a:r>
          </a:p>
        </p:txBody>
      </p:sp>
      <p:sp>
        <p:nvSpPr>
          <p:cNvPr id="128" name="p14-矩形-0128">
            <a:extLst xmlns:a="http://schemas.openxmlformats.org/drawingml/2006/main">
              <a:ext uri="{FF2B5EF4-FFF2-40B4-BE49-F238E27FC236}">
                <a16:creationId xmlns:a16="http://schemas.microsoft.com/office/drawing/2014/main" id="{C357DDC6-F88C-4B2F-8AD9-074C790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9" name="p14-矩形-0129">
            <a:extLst xmlns:a="http://schemas.openxmlformats.org/drawingml/2006/main">
              <a:ext uri="{FF2B5EF4-FFF2-40B4-BE49-F238E27FC236}">
                <a16:creationId xmlns:a16="http://schemas.microsoft.com/office/drawing/2014/main" id="{CFDF05E5-058E-4F5A-B72E-92F249D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30" name="p14-矩形-0130">
            <a:extLst xmlns:a="http://schemas.openxmlformats.org/drawingml/2006/main">
              <a:ext uri="{FF2B5EF4-FFF2-40B4-BE49-F238E27FC236}">
                <a16:creationId xmlns:a16="http://schemas.microsoft.com/office/drawing/2014/main" id="{EDB58D98-924D-4A5C-9B0B-16BB452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31" name="p14-矩形-0131">
            <a:extLst xmlns:a="http://schemas.openxmlformats.org/drawingml/2006/main">
              <a:ext uri="{FF2B5EF4-FFF2-40B4-BE49-F238E27FC236}">
                <a16:creationId xmlns:a16="http://schemas.microsoft.com/office/drawing/2014/main" id="{4853BC2A-322D-4E11-BF0F-E977E6AD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32" name="p14-矩形-0132">
            <a:extLst xmlns:a="http://schemas.openxmlformats.org/drawingml/2006/main">
              <a:ext uri="{FF2B5EF4-FFF2-40B4-BE49-F238E27FC236}">
                <a16:creationId xmlns:a16="http://schemas.microsoft.com/office/drawing/2014/main" id="{12C0495B-EA17-4067-AC30-7EAEB54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33" name="p14-矩形-0133">
            <a:extLst xmlns:a="http://schemas.openxmlformats.org/drawingml/2006/main">
              <a:ext uri="{FF2B5EF4-FFF2-40B4-BE49-F238E27FC236}">
                <a16:creationId xmlns:a16="http://schemas.microsoft.com/office/drawing/2014/main" id="{CD3C05AB-E59A-4692-AFF9-1FE3F36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34" name="p14-矩形-0134">
            <a:extLst xmlns:a="http://schemas.openxmlformats.org/drawingml/2006/main">
              <a:ext uri="{FF2B5EF4-FFF2-40B4-BE49-F238E27FC236}">
                <a16:creationId xmlns:a16="http://schemas.microsoft.com/office/drawing/2014/main" id="{9904F410-822B-4852-8A40-DD604553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35" name="p14-矩形-0135">
            <a:extLst xmlns:a="http://schemas.openxmlformats.org/drawingml/2006/main">
              <a:ext uri="{FF2B5EF4-FFF2-40B4-BE49-F238E27FC236}">
                <a16:creationId xmlns:a16="http://schemas.microsoft.com/office/drawing/2014/main" id="{06D7E3ED-82D3-4E06-A716-31EAED3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86740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36" name="p14-文本-0136">
            <a:extLst xmlns:a="http://schemas.openxmlformats.org/drawingml/2006/main">
              <a:ext uri="{FF2B5EF4-FFF2-40B4-BE49-F238E27FC236}">
                <a16:creationId xmlns:a16="http://schemas.microsoft.com/office/drawing/2014/main" id="{D543A924-F087-4FCB-A3D9-0ACA4EFB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40048"/>
            <a:ext cx="180975" cy="21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低</a:t>
            </a:r>
          </a:p>
        </p:txBody>
      </p:sp>
      <p:sp>
        <p:nvSpPr>
          <p:cNvPr id="137" name="p14-文本-0137">
            <a:extLst xmlns:a="http://schemas.openxmlformats.org/drawingml/2006/main">
              <a:ext uri="{FF2B5EF4-FFF2-40B4-BE49-F238E27FC236}">
                <a16:creationId xmlns:a16="http://schemas.microsoft.com/office/drawing/2014/main" id="{4136C9C7-198A-4453-9EC5-D3AAE30A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40048"/>
            <a:ext cx="180975" cy="21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高</a:t>
            </a:r>
          </a:p>
        </p:txBody>
      </p:sp>
      <p:sp>
        <p:nvSpPr>
          <p:cNvPr id="138" name="p14-矩形-0138">
            <a:extLst xmlns:a="http://schemas.openxmlformats.org/drawingml/2006/main">
              <a:ext uri="{FF2B5EF4-FFF2-40B4-BE49-F238E27FC236}">
                <a16:creationId xmlns:a16="http://schemas.microsoft.com/office/drawing/2014/main" id="{4C4BDD6F-1BE1-4AB9-BB49-E35F51F7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409700"/>
            <a:ext cx="3419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9" name="p14-文本-0139">
            <a:extLst xmlns:a="http://schemas.openxmlformats.org/drawingml/2006/main">
              <a:ext uri="{FF2B5EF4-FFF2-40B4-BE49-F238E27FC236}">
                <a16:creationId xmlns:a16="http://schemas.microsoft.com/office/drawing/2014/main" id="{0F76C548-F817-48BF-B5D8-07CBBFF7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960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实验设计</a:t>
            </a:r>
          </a:p>
        </p:txBody>
      </p:sp>
      <p:sp>
        <p:nvSpPr>
          <p:cNvPr id="140" name="p14-矩形-0140">
            <a:extLst xmlns:a="http://schemas.openxmlformats.org/drawingml/2006/main">
              <a:ext uri="{FF2B5EF4-FFF2-40B4-BE49-F238E27FC236}">
                <a16:creationId xmlns:a16="http://schemas.microsoft.com/office/drawing/2014/main" id="{F4CFC047-8937-4509-B44D-63206D71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62150"/>
            <a:ext cx="28765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141" name="p14-椭圆-0141">
            <a:extLst xmlns:a="http://schemas.openxmlformats.org/drawingml/2006/main">
              <a:ext uri="{FF2B5EF4-FFF2-40B4-BE49-F238E27FC236}">
                <a16:creationId xmlns:a16="http://schemas.microsoft.com/office/drawing/2014/main" id="{A266088F-5A7A-49C7-849F-F00927D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42" name="p14-椭圆-0142">
            <a:extLst xmlns:a="http://schemas.openxmlformats.org/drawingml/2006/main">
              <a:ext uri="{FF2B5EF4-FFF2-40B4-BE49-F238E27FC236}">
                <a16:creationId xmlns:a16="http://schemas.microsoft.com/office/drawing/2014/main" id="{0C0BEBA7-47B3-4C98-A921-6C901B9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3" name="p14-椭圆-0143">
            <a:extLst xmlns:a="http://schemas.openxmlformats.org/drawingml/2006/main">
              <a:ext uri="{FF2B5EF4-FFF2-40B4-BE49-F238E27FC236}">
                <a16:creationId xmlns:a16="http://schemas.microsoft.com/office/drawing/2014/main" id="{ACC5600C-07E2-41FE-B2C9-4F7CB571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4" name="p14-椭圆-0144">
            <a:extLst xmlns:a="http://schemas.openxmlformats.org/drawingml/2006/main">
              <a:ext uri="{FF2B5EF4-FFF2-40B4-BE49-F238E27FC236}">
                <a16:creationId xmlns:a16="http://schemas.microsoft.com/office/drawing/2014/main" id="{690EB7EA-A8A0-4224-A1EB-0D90B417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5" name="p14-椭圆-0145">
            <a:extLst xmlns:a="http://schemas.openxmlformats.org/drawingml/2006/main">
              <a:ext uri="{FF2B5EF4-FFF2-40B4-BE49-F238E27FC236}">
                <a16:creationId xmlns:a16="http://schemas.microsoft.com/office/drawing/2014/main" id="{DF50D864-2C5D-4863-9916-2A3AE2D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46" name="p14-椭圆-0146">
            <a:extLst xmlns:a="http://schemas.openxmlformats.org/drawingml/2006/main">
              <a:ext uri="{FF2B5EF4-FFF2-40B4-BE49-F238E27FC236}">
                <a16:creationId xmlns:a16="http://schemas.microsoft.com/office/drawing/2014/main" id="{D23759B0-F505-4853-AFF2-448BB309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7" name="p14-椭圆-0147">
            <a:extLst xmlns:a="http://schemas.openxmlformats.org/drawingml/2006/main">
              <a:ext uri="{FF2B5EF4-FFF2-40B4-BE49-F238E27FC236}">
                <a16:creationId xmlns:a16="http://schemas.microsoft.com/office/drawing/2014/main" id="{472EBE5A-F437-46C4-A95A-E464244D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8" name="p14-椭圆-0148">
            <a:extLst xmlns:a="http://schemas.openxmlformats.org/drawingml/2006/main">
              <a:ext uri="{FF2B5EF4-FFF2-40B4-BE49-F238E27FC236}">
                <a16:creationId xmlns:a16="http://schemas.microsoft.com/office/drawing/2014/main" id="{4810FEB5-62C2-4EAF-85DA-8AC513E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9" name="p14-椭圆-0149">
            <a:extLst xmlns:a="http://schemas.openxmlformats.org/drawingml/2006/main">
              <a:ext uri="{FF2B5EF4-FFF2-40B4-BE49-F238E27FC236}">
                <a16:creationId xmlns:a16="http://schemas.microsoft.com/office/drawing/2014/main" id="{E8F1C69A-E75A-4F61-B46C-266AF14A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0" name="p14-椭圆-0150">
            <a:extLst xmlns:a="http://schemas.openxmlformats.org/drawingml/2006/main">
              <a:ext uri="{FF2B5EF4-FFF2-40B4-BE49-F238E27FC236}">
                <a16:creationId xmlns:a16="http://schemas.microsoft.com/office/drawing/2014/main" id="{538E2B54-E9FD-404F-8170-495E4953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1" name="p14-椭圆-0151">
            <a:extLst xmlns:a="http://schemas.openxmlformats.org/drawingml/2006/main">
              <a:ext uri="{FF2B5EF4-FFF2-40B4-BE49-F238E27FC236}">
                <a16:creationId xmlns:a16="http://schemas.microsoft.com/office/drawing/2014/main" id="{522F29DE-1C57-4F92-9359-E0F92E5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2" name="p14-椭圆-0152">
            <a:extLst xmlns:a="http://schemas.openxmlformats.org/drawingml/2006/main">
              <a:ext uri="{FF2B5EF4-FFF2-40B4-BE49-F238E27FC236}">
                <a16:creationId xmlns:a16="http://schemas.microsoft.com/office/drawing/2014/main" id="{D9EA1FC3-1BCB-48F3-9673-A68CD0E3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207409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3" name="p14-椭圆-0153">
            <a:extLst xmlns:a="http://schemas.openxmlformats.org/drawingml/2006/main">
              <a:ext uri="{FF2B5EF4-FFF2-40B4-BE49-F238E27FC236}">
                <a16:creationId xmlns:a16="http://schemas.microsoft.com/office/drawing/2014/main" id="{872333FF-ED9F-4445-85CD-CE333AF6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4" name="p14-椭圆-0154">
            <a:extLst xmlns:a="http://schemas.openxmlformats.org/drawingml/2006/main">
              <a:ext uri="{FF2B5EF4-FFF2-40B4-BE49-F238E27FC236}">
                <a16:creationId xmlns:a16="http://schemas.microsoft.com/office/drawing/2014/main" id="{DD9272A4-A230-437F-A78C-D3547951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5" name="p14-椭圆-0155">
            <a:extLst xmlns:a="http://schemas.openxmlformats.org/drawingml/2006/main">
              <a:ext uri="{FF2B5EF4-FFF2-40B4-BE49-F238E27FC236}">
                <a16:creationId xmlns:a16="http://schemas.microsoft.com/office/drawing/2014/main" id="{EF698DC8-026B-411F-85CD-FA52721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6" name="p14-椭圆-0156">
            <a:extLst xmlns:a="http://schemas.openxmlformats.org/drawingml/2006/main">
              <a:ext uri="{FF2B5EF4-FFF2-40B4-BE49-F238E27FC236}">
                <a16:creationId xmlns:a16="http://schemas.microsoft.com/office/drawing/2014/main" id="{C1D41FB4-E75A-4262-8FA7-8F369D06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7" name="p14-椭圆-0157">
            <a:extLst xmlns:a="http://schemas.openxmlformats.org/drawingml/2006/main">
              <a:ext uri="{FF2B5EF4-FFF2-40B4-BE49-F238E27FC236}">
                <a16:creationId xmlns:a16="http://schemas.microsoft.com/office/drawing/2014/main" id="{4E6D7000-DC66-477D-9CA1-15314E3E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58" name="p14-椭圆-0158">
            <a:extLst xmlns:a="http://schemas.openxmlformats.org/drawingml/2006/main">
              <a:ext uri="{FF2B5EF4-FFF2-40B4-BE49-F238E27FC236}">
                <a16:creationId xmlns:a16="http://schemas.microsoft.com/office/drawing/2014/main" id="{CC5B6C56-4636-44E9-8DCA-B35E8B0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59" name="p14-椭圆-0159">
            <a:extLst xmlns:a="http://schemas.openxmlformats.org/drawingml/2006/main">
              <a:ext uri="{FF2B5EF4-FFF2-40B4-BE49-F238E27FC236}">
                <a16:creationId xmlns:a16="http://schemas.microsoft.com/office/drawing/2014/main" id="{07C90538-F860-47FA-92B2-4081AF1C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0" name="p14-椭圆-0160">
            <a:extLst xmlns:a="http://schemas.openxmlformats.org/drawingml/2006/main">
              <a:ext uri="{FF2B5EF4-FFF2-40B4-BE49-F238E27FC236}">
                <a16:creationId xmlns:a16="http://schemas.microsoft.com/office/drawing/2014/main" id="{162D1B55-A04B-4AD0-AF0D-45B544A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61" name="p14-椭圆-0161">
            <a:extLst xmlns:a="http://schemas.openxmlformats.org/drawingml/2006/main">
              <a:ext uri="{FF2B5EF4-FFF2-40B4-BE49-F238E27FC236}">
                <a16:creationId xmlns:a16="http://schemas.microsoft.com/office/drawing/2014/main" id="{1A0671F9-91BA-4745-AB47-0733B88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2" name="p14-椭圆-0162">
            <a:extLst xmlns:a="http://schemas.openxmlformats.org/drawingml/2006/main">
              <a:ext uri="{FF2B5EF4-FFF2-40B4-BE49-F238E27FC236}">
                <a16:creationId xmlns:a16="http://schemas.microsoft.com/office/drawing/2014/main" id="{1589ED7E-002C-4988-AE12-0AEB551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3" name="p14-椭圆-0163">
            <a:extLst xmlns:a="http://schemas.openxmlformats.org/drawingml/2006/main">
              <a:ext uri="{FF2B5EF4-FFF2-40B4-BE49-F238E27FC236}">
                <a16:creationId xmlns:a16="http://schemas.microsoft.com/office/drawing/2014/main" id="{2DB41493-A48F-4EC0-A825-21024225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4" name="p14-椭圆-0164">
            <a:extLst xmlns:a="http://schemas.openxmlformats.org/drawingml/2006/main">
              <a:ext uri="{FF2B5EF4-FFF2-40B4-BE49-F238E27FC236}">
                <a16:creationId xmlns:a16="http://schemas.microsoft.com/office/drawing/2014/main" id="{B5832BE7-A2AA-4FF9-BF31-0B4E0DE9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226353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65" name="p14-椭圆-0165">
            <a:extLst xmlns:a="http://schemas.openxmlformats.org/drawingml/2006/main">
              <a:ext uri="{FF2B5EF4-FFF2-40B4-BE49-F238E27FC236}">
                <a16:creationId xmlns:a16="http://schemas.microsoft.com/office/drawing/2014/main" id="{F434EB09-7323-410F-A45E-EAEDB69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6" name="p14-椭圆-0166">
            <a:extLst xmlns:a="http://schemas.openxmlformats.org/drawingml/2006/main">
              <a:ext uri="{FF2B5EF4-FFF2-40B4-BE49-F238E27FC236}">
                <a16:creationId xmlns:a16="http://schemas.microsoft.com/office/drawing/2014/main" id="{C36CA963-DD0A-4F25-A961-71DD0964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7" name="p14-椭圆-0167">
            <a:extLst xmlns:a="http://schemas.openxmlformats.org/drawingml/2006/main">
              <a:ext uri="{FF2B5EF4-FFF2-40B4-BE49-F238E27FC236}">
                <a16:creationId xmlns:a16="http://schemas.microsoft.com/office/drawing/2014/main" id="{649F7988-2D83-428B-B7D4-AE35443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68" name="p14-椭圆-0168">
            <a:extLst xmlns:a="http://schemas.openxmlformats.org/drawingml/2006/main">
              <a:ext uri="{FF2B5EF4-FFF2-40B4-BE49-F238E27FC236}">
                <a16:creationId xmlns:a16="http://schemas.microsoft.com/office/drawing/2014/main" id="{F40DC19E-CB56-4676-AF7C-F803FF6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69" name="p14-椭圆-0169">
            <a:extLst xmlns:a="http://schemas.openxmlformats.org/drawingml/2006/main">
              <a:ext uri="{FF2B5EF4-FFF2-40B4-BE49-F238E27FC236}">
                <a16:creationId xmlns:a16="http://schemas.microsoft.com/office/drawing/2014/main" id="{638B5E57-AD8E-458B-A454-EDD3AA57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0" name="p14-椭圆-0170">
            <a:extLst xmlns:a="http://schemas.openxmlformats.org/drawingml/2006/main">
              <a:ext uri="{FF2B5EF4-FFF2-40B4-BE49-F238E27FC236}">
                <a16:creationId xmlns:a16="http://schemas.microsoft.com/office/drawing/2014/main" id="{E97DD24B-9CB8-4C76-B428-EEC124AF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1" name="p14-椭圆-0171">
            <a:extLst xmlns:a="http://schemas.openxmlformats.org/drawingml/2006/main">
              <a:ext uri="{FF2B5EF4-FFF2-40B4-BE49-F238E27FC236}">
                <a16:creationId xmlns:a16="http://schemas.microsoft.com/office/drawing/2014/main" id="{817CDB9F-8E51-4A29-9FE4-D75B60E4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72" name="p14-椭圆-0172">
            <a:extLst xmlns:a="http://schemas.openxmlformats.org/drawingml/2006/main">
              <a:ext uri="{FF2B5EF4-FFF2-40B4-BE49-F238E27FC236}">
                <a16:creationId xmlns:a16="http://schemas.microsoft.com/office/drawing/2014/main" id="{50C869DD-8611-4775-BAAF-00A1961B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3" name="p14-椭圆-0173">
            <a:extLst xmlns:a="http://schemas.openxmlformats.org/drawingml/2006/main">
              <a:ext uri="{FF2B5EF4-FFF2-40B4-BE49-F238E27FC236}">
                <a16:creationId xmlns:a16="http://schemas.microsoft.com/office/drawing/2014/main" id="{6550271D-B165-4AF2-9B97-02973F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4" name="p14-椭圆-0174">
            <a:extLst xmlns:a="http://schemas.openxmlformats.org/drawingml/2006/main">
              <a:ext uri="{FF2B5EF4-FFF2-40B4-BE49-F238E27FC236}">
                <a16:creationId xmlns:a16="http://schemas.microsoft.com/office/drawing/2014/main" id="{D90AFA2C-D2E9-4008-895F-96F3C4B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5" name="p14-椭圆-0175">
            <a:extLst xmlns:a="http://schemas.openxmlformats.org/drawingml/2006/main">
              <a:ext uri="{FF2B5EF4-FFF2-40B4-BE49-F238E27FC236}">
                <a16:creationId xmlns:a16="http://schemas.microsoft.com/office/drawing/2014/main" id="{937A6E93-CA95-4E47-A378-8AF37B0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6" name="p14-椭圆-0176">
            <a:extLst xmlns:a="http://schemas.openxmlformats.org/drawingml/2006/main">
              <a:ext uri="{FF2B5EF4-FFF2-40B4-BE49-F238E27FC236}">
                <a16:creationId xmlns:a16="http://schemas.microsoft.com/office/drawing/2014/main" id="{3157E998-1C8A-46AE-A2C0-3505FF3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2452976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7" name="p14-椭圆-0177">
            <a:extLst xmlns:a="http://schemas.openxmlformats.org/drawingml/2006/main">
              <a:ext uri="{FF2B5EF4-FFF2-40B4-BE49-F238E27FC236}">
                <a16:creationId xmlns:a16="http://schemas.microsoft.com/office/drawing/2014/main" id="{94A30F7A-DE6F-48CA-8AE8-90A1C5DC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8" name="p14-椭圆-0178">
            <a:extLst xmlns:a="http://schemas.openxmlformats.org/drawingml/2006/main">
              <a:ext uri="{FF2B5EF4-FFF2-40B4-BE49-F238E27FC236}">
                <a16:creationId xmlns:a16="http://schemas.microsoft.com/office/drawing/2014/main" id="{797B512F-C655-4CD3-BA10-AABDBBC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9" name="p14-椭圆-0179">
            <a:extLst xmlns:a="http://schemas.openxmlformats.org/drawingml/2006/main">
              <a:ext uri="{FF2B5EF4-FFF2-40B4-BE49-F238E27FC236}">
                <a16:creationId xmlns:a16="http://schemas.microsoft.com/office/drawing/2014/main" id="{329261A5-E2B8-4692-895B-9D411F3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0" name="p14-椭圆-0180">
            <a:extLst xmlns:a="http://schemas.openxmlformats.org/drawingml/2006/main">
              <a:ext uri="{FF2B5EF4-FFF2-40B4-BE49-F238E27FC236}">
                <a16:creationId xmlns:a16="http://schemas.microsoft.com/office/drawing/2014/main" id="{E47CB4F7-3B1F-4477-8671-82378D9C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1" name="p14-椭圆-0181">
            <a:extLst xmlns:a="http://schemas.openxmlformats.org/drawingml/2006/main">
              <a:ext uri="{FF2B5EF4-FFF2-40B4-BE49-F238E27FC236}">
                <a16:creationId xmlns:a16="http://schemas.microsoft.com/office/drawing/2014/main" id="{D8C67AB9-D384-4920-A4AE-EB7FDC0B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2" name="p14-椭圆-0182">
            <a:extLst xmlns:a="http://schemas.openxmlformats.org/drawingml/2006/main">
              <a:ext uri="{FF2B5EF4-FFF2-40B4-BE49-F238E27FC236}">
                <a16:creationId xmlns:a16="http://schemas.microsoft.com/office/drawing/2014/main" id="{DA70F670-05BE-478A-8DC7-EB884FB7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3" name="p14-椭圆-0183">
            <a:extLst xmlns:a="http://schemas.openxmlformats.org/drawingml/2006/main">
              <a:ext uri="{FF2B5EF4-FFF2-40B4-BE49-F238E27FC236}">
                <a16:creationId xmlns:a16="http://schemas.microsoft.com/office/drawing/2014/main" id="{823A07E0-3B65-4EDE-BA6A-1C391E35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84" name="p14-椭圆-0184">
            <a:extLst xmlns:a="http://schemas.openxmlformats.org/drawingml/2006/main">
              <a:ext uri="{FF2B5EF4-FFF2-40B4-BE49-F238E27FC236}">
                <a16:creationId xmlns:a16="http://schemas.microsoft.com/office/drawing/2014/main" id="{53F60293-CE89-485C-A5C6-35EA5679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5" name="p14-椭圆-0185">
            <a:extLst xmlns:a="http://schemas.openxmlformats.org/drawingml/2006/main">
              <a:ext uri="{FF2B5EF4-FFF2-40B4-BE49-F238E27FC236}">
                <a16:creationId xmlns:a16="http://schemas.microsoft.com/office/drawing/2014/main" id="{12B21F6B-E1C5-485C-9FC8-E4765847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6" name="p14-椭圆-0186">
            <a:extLst xmlns:a="http://schemas.openxmlformats.org/drawingml/2006/main">
              <a:ext uri="{FF2B5EF4-FFF2-40B4-BE49-F238E27FC236}">
                <a16:creationId xmlns:a16="http://schemas.microsoft.com/office/drawing/2014/main" id="{D13DB83C-B670-44E5-8023-7DF0C06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87" name="p14-椭圆-0187">
            <a:extLst xmlns:a="http://schemas.openxmlformats.org/drawingml/2006/main">
              <a:ext uri="{FF2B5EF4-FFF2-40B4-BE49-F238E27FC236}">
                <a16:creationId xmlns:a16="http://schemas.microsoft.com/office/drawing/2014/main" id="{9D246E8B-5E4D-4E0F-AEFE-FAAD53E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8" name="p14-椭圆-0188">
            <a:extLst xmlns:a="http://schemas.openxmlformats.org/drawingml/2006/main">
              <a:ext uri="{FF2B5EF4-FFF2-40B4-BE49-F238E27FC236}">
                <a16:creationId xmlns:a16="http://schemas.microsoft.com/office/drawing/2014/main" id="{B7318FA1-3933-4075-BD6A-2D102BD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2642418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9" name="p14-椭圆-0189">
            <a:extLst xmlns:a="http://schemas.openxmlformats.org/drawingml/2006/main">
              <a:ext uri="{FF2B5EF4-FFF2-40B4-BE49-F238E27FC236}">
                <a16:creationId xmlns:a16="http://schemas.microsoft.com/office/drawing/2014/main" id="{5DA2D7D0-475B-459A-BD73-3C948B7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0" name="p14-椭圆-0190">
            <a:extLst xmlns:a="http://schemas.openxmlformats.org/drawingml/2006/main">
              <a:ext uri="{FF2B5EF4-FFF2-40B4-BE49-F238E27FC236}">
                <a16:creationId xmlns:a16="http://schemas.microsoft.com/office/drawing/2014/main" id="{5FD5A372-6036-4D2F-BF65-AE765CFB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91" name="p14-椭圆-0191">
            <a:extLst xmlns:a="http://schemas.openxmlformats.org/drawingml/2006/main">
              <a:ext uri="{FF2B5EF4-FFF2-40B4-BE49-F238E27FC236}">
                <a16:creationId xmlns:a16="http://schemas.microsoft.com/office/drawing/2014/main" id="{3F00CE50-55CB-4758-824F-12F81E1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2" name="p14-椭圆-0192">
            <a:extLst xmlns:a="http://schemas.openxmlformats.org/drawingml/2006/main">
              <a:ext uri="{FF2B5EF4-FFF2-40B4-BE49-F238E27FC236}">
                <a16:creationId xmlns:a16="http://schemas.microsoft.com/office/drawing/2014/main" id="{B0AC6559-7720-4821-81D2-824E996D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3" name="p14-椭圆-0193">
            <a:extLst xmlns:a="http://schemas.openxmlformats.org/drawingml/2006/main">
              <a:ext uri="{FF2B5EF4-FFF2-40B4-BE49-F238E27FC236}">
                <a16:creationId xmlns:a16="http://schemas.microsoft.com/office/drawing/2014/main" id="{E930B362-5524-4104-A022-9C6DD8D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4" name="p14-椭圆-0194">
            <a:extLst xmlns:a="http://schemas.openxmlformats.org/drawingml/2006/main">
              <a:ext uri="{FF2B5EF4-FFF2-40B4-BE49-F238E27FC236}">
                <a16:creationId xmlns:a16="http://schemas.microsoft.com/office/drawing/2014/main" id="{9A9C8DD2-1305-4A90-AB4E-B432A692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95" name="p14-椭圆-0195">
            <a:extLst xmlns:a="http://schemas.openxmlformats.org/drawingml/2006/main">
              <a:ext uri="{FF2B5EF4-FFF2-40B4-BE49-F238E27FC236}">
                <a16:creationId xmlns:a16="http://schemas.microsoft.com/office/drawing/2014/main" id="{A90C4B3E-54C7-4172-8150-3E63BCF3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6" name="p14-椭圆-0196">
            <a:extLst xmlns:a="http://schemas.openxmlformats.org/drawingml/2006/main">
              <a:ext uri="{FF2B5EF4-FFF2-40B4-BE49-F238E27FC236}">
                <a16:creationId xmlns:a16="http://schemas.microsoft.com/office/drawing/2014/main" id="{5EA44337-56CA-45E3-A8DE-4DBC1C3F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7" name="p14-椭圆-0197">
            <a:extLst xmlns:a="http://schemas.openxmlformats.org/drawingml/2006/main">
              <a:ext uri="{FF2B5EF4-FFF2-40B4-BE49-F238E27FC236}">
                <a16:creationId xmlns:a16="http://schemas.microsoft.com/office/drawing/2014/main" id="{E0145065-809D-49A3-AE40-6F7315F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8" name="p14-椭圆-0198">
            <a:extLst xmlns:a="http://schemas.openxmlformats.org/drawingml/2006/main">
              <a:ext uri="{FF2B5EF4-FFF2-40B4-BE49-F238E27FC236}">
                <a16:creationId xmlns:a16="http://schemas.microsoft.com/office/drawing/2014/main" id="{88FCFFB1-1716-41C0-B87D-BAF61051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99" name="p14-椭圆-0199">
            <a:extLst xmlns:a="http://schemas.openxmlformats.org/drawingml/2006/main">
              <a:ext uri="{FF2B5EF4-FFF2-40B4-BE49-F238E27FC236}">
                <a16:creationId xmlns:a16="http://schemas.microsoft.com/office/drawing/2014/main" id="{2284D289-6ABD-449E-9DDE-ECB14BB4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0" name="p14-椭圆-0200">
            <a:extLst xmlns:a="http://schemas.openxmlformats.org/drawingml/2006/main">
              <a:ext uri="{FF2B5EF4-FFF2-40B4-BE49-F238E27FC236}">
                <a16:creationId xmlns:a16="http://schemas.microsoft.com/office/drawing/2014/main" id="{36BF3147-1F17-48BF-B869-BAF9ECFA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2831859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1" name="p14-椭圆-0201">
            <a:extLst xmlns:a="http://schemas.openxmlformats.org/drawingml/2006/main">
              <a:ext uri="{FF2B5EF4-FFF2-40B4-BE49-F238E27FC236}">
                <a16:creationId xmlns:a16="http://schemas.microsoft.com/office/drawing/2014/main" id="{4CB3D780-8F5D-4934-AB02-266DC841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02" name="p14-椭圆-0202">
            <a:extLst xmlns:a="http://schemas.openxmlformats.org/drawingml/2006/main">
              <a:ext uri="{FF2B5EF4-FFF2-40B4-BE49-F238E27FC236}">
                <a16:creationId xmlns:a16="http://schemas.microsoft.com/office/drawing/2014/main" id="{0B446398-FB63-4D68-BA25-D53005EC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3" name="p14-椭圆-0203">
            <a:extLst xmlns:a="http://schemas.openxmlformats.org/drawingml/2006/main">
              <a:ext uri="{FF2B5EF4-FFF2-40B4-BE49-F238E27FC236}">
                <a16:creationId xmlns:a16="http://schemas.microsoft.com/office/drawing/2014/main" id="{BDD129B9-5F19-4760-BE2A-A631F22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4" name="p14-椭圆-0204">
            <a:extLst xmlns:a="http://schemas.openxmlformats.org/drawingml/2006/main">
              <a:ext uri="{FF2B5EF4-FFF2-40B4-BE49-F238E27FC236}">
                <a16:creationId xmlns:a16="http://schemas.microsoft.com/office/drawing/2014/main" id="{96ED5E15-8CA0-46D8-88A5-14B5D4ED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5" name="p14-椭圆-0205">
            <a:extLst xmlns:a="http://schemas.openxmlformats.org/drawingml/2006/main">
              <a:ext uri="{FF2B5EF4-FFF2-40B4-BE49-F238E27FC236}">
                <a16:creationId xmlns:a16="http://schemas.microsoft.com/office/drawing/2014/main" id="{2F21593A-36C4-4219-B0FE-FC4CB6A6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06" name="p14-椭圆-0206">
            <a:extLst xmlns:a="http://schemas.openxmlformats.org/drawingml/2006/main">
              <a:ext uri="{FF2B5EF4-FFF2-40B4-BE49-F238E27FC236}">
                <a16:creationId xmlns:a16="http://schemas.microsoft.com/office/drawing/2014/main" id="{1ACB3671-D6A2-45B3-8A1F-DA6A240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7" name="p14-椭圆-0207">
            <a:extLst xmlns:a="http://schemas.openxmlformats.org/drawingml/2006/main">
              <a:ext uri="{FF2B5EF4-FFF2-40B4-BE49-F238E27FC236}">
                <a16:creationId xmlns:a16="http://schemas.microsoft.com/office/drawing/2014/main" id="{95060796-2ABD-4ABD-A4F0-37E13649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8" name="p14-椭圆-0208">
            <a:extLst xmlns:a="http://schemas.openxmlformats.org/drawingml/2006/main">
              <a:ext uri="{FF2B5EF4-FFF2-40B4-BE49-F238E27FC236}">
                <a16:creationId xmlns:a16="http://schemas.microsoft.com/office/drawing/2014/main" id="{E3B1BA9E-2BF8-4CE5-946E-DBFED5B8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9" name="p14-椭圆-0209">
            <a:extLst xmlns:a="http://schemas.openxmlformats.org/drawingml/2006/main">
              <a:ext uri="{FF2B5EF4-FFF2-40B4-BE49-F238E27FC236}">
                <a16:creationId xmlns:a16="http://schemas.microsoft.com/office/drawing/2014/main" id="{C4B7A928-FCB7-4A0E-B784-2AFCE3AD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10" name="p14-椭圆-0210">
            <a:extLst xmlns:a="http://schemas.openxmlformats.org/drawingml/2006/main">
              <a:ext uri="{FF2B5EF4-FFF2-40B4-BE49-F238E27FC236}">
                <a16:creationId xmlns:a16="http://schemas.microsoft.com/office/drawing/2014/main" id="{60D7500D-896D-47BC-A4C2-7A761FE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1" name="p14-椭圆-0211">
            <a:extLst xmlns:a="http://schemas.openxmlformats.org/drawingml/2006/main">
              <a:ext uri="{FF2B5EF4-FFF2-40B4-BE49-F238E27FC236}">
                <a16:creationId xmlns:a16="http://schemas.microsoft.com/office/drawing/2014/main" id="{A57CD7BA-21BC-409A-B63B-B8C2F0F9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2" name="p14-椭圆-0212">
            <a:extLst xmlns:a="http://schemas.openxmlformats.org/drawingml/2006/main">
              <a:ext uri="{FF2B5EF4-FFF2-40B4-BE49-F238E27FC236}">
                <a16:creationId xmlns:a16="http://schemas.microsoft.com/office/drawing/2014/main" id="{722F55B4-2562-48DF-B8E3-1246996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3021301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3" name="p14-椭圆-0213">
            <a:extLst xmlns:a="http://schemas.openxmlformats.org/drawingml/2006/main">
              <a:ext uri="{FF2B5EF4-FFF2-40B4-BE49-F238E27FC236}">
                <a16:creationId xmlns:a16="http://schemas.microsoft.com/office/drawing/2014/main" id="{7EDBE890-2A16-454B-9048-BE8D2326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4" name="p14-椭圆-0214">
            <a:extLst xmlns:a="http://schemas.openxmlformats.org/drawingml/2006/main">
              <a:ext uri="{FF2B5EF4-FFF2-40B4-BE49-F238E27FC236}">
                <a16:creationId xmlns:a16="http://schemas.microsoft.com/office/drawing/2014/main" id="{78F96624-6E41-4C3D-ADD8-1AA3743C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5" name="p14-椭圆-0215">
            <a:extLst xmlns:a="http://schemas.openxmlformats.org/drawingml/2006/main">
              <a:ext uri="{FF2B5EF4-FFF2-40B4-BE49-F238E27FC236}">
                <a16:creationId xmlns:a16="http://schemas.microsoft.com/office/drawing/2014/main" id="{E80AEF28-282B-47E6-8289-F5313EC8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6" name="p14-椭圆-0216">
            <a:extLst xmlns:a="http://schemas.openxmlformats.org/drawingml/2006/main">
              <a:ext uri="{FF2B5EF4-FFF2-40B4-BE49-F238E27FC236}">
                <a16:creationId xmlns:a16="http://schemas.microsoft.com/office/drawing/2014/main" id="{028AED61-9652-4021-87F0-1731B7A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7" name="p14-椭圆-0217">
            <a:extLst xmlns:a="http://schemas.openxmlformats.org/drawingml/2006/main">
              <a:ext uri="{FF2B5EF4-FFF2-40B4-BE49-F238E27FC236}">
                <a16:creationId xmlns:a16="http://schemas.microsoft.com/office/drawing/2014/main" id="{B6DD144F-1CF6-4E5F-9F3D-1D380B1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18" name="p14-椭圆-0218">
            <a:extLst xmlns:a="http://schemas.openxmlformats.org/drawingml/2006/main">
              <a:ext uri="{FF2B5EF4-FFF2-40B4-BE49-F238E27FC236}">
                <a16:creationId xmlns:a16="http://schemas.microsoft.com/office/drawing/2014/main" id="{47CDDDD7-0968-46D9-A241-EE48D9B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9" name="p14-椭圆-0219">
            <a:extLst xmlns:a="http://schemas.openxmlformats.org/drawingml/2006/main">
              <a:ext uri="{FF2B5EF4-FFF2-40B4-BE49-F238E27FC236}">
                <a16:creationId xmlns:a16="http://schemas.microsoft.com/office/drawing/2014/main" id="{F10AC8D3-A837-46E8-97B7-A262766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0" name="p14-椭圆-0220">
            <a:extLst xmlns:a="http://schemas.openxmlformats.org/drawingml/2006/main">
              <a:ext uri="{FF2B5EF4-FFF2-40B4-BE49-F238E27FC236}">
                <a16:creationId xmlns:a16="http://schemas.microsoft.com/office/drawing/2014/main" id="{99CDA422-D7B1-41D8-914A-FAF353F4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21" name="p14-椭圆-0221">
            <a:extLst xmlns:a="http://schemas.openxmlformats.org/drawingml/2006/main">
              <a:ext uri="{FF2B5EF4-FFF2-40B4-BE49-F238E27FC236}">
                <a16:creationId xmlns:a16="http://schemas.microsoft.com/office/drawing/2014/main" id="{C26BC33C-AFD7-4181-9AFF-B20B4FA7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2" name="p14-椭圆-0222">
            <a:extLst xmlns:a="http://schemas.openxmlformats.org/drawingml/2006/main">
              <a:ext uri="{FF2B5EF4-FFF2-40B4-BE49-F238E27FC236}">
                <a16:creationId xmlns:a16="http://schemas.microsoft.com/office/drawing/2014/main" id="{1E29D1BF-29D9-494B-97A8-1B565298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3" name="p14-椭圆-0223">
            <a:extLst xmlns:a="http://schemas.openxmlformats.org/drawingml/2006/main">
              <a:ext uri="{FF2B5EF4-FFF2-40B4-BE49-F238E27FC236}">
                <a16:creationId xmlns:a16="http://schemas.microsoft.com/office/drawing/2014/main" id="{1323AFB4-973E-4CBE-A305-0EFC50B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4" name="p14-椭圆-0224">
            <a:extLst xmlns:a="http://schemas.openxmlformats.org/drawingml/2006/main">
              <a:ext uri="{FF2B5EF4-FFF2-40B4-BE49-F238E27FC236}">
                <a16:creationId xmlns:a16="http://schemas.microsoft.com/office/drawing/2014/main" id="{4F6A9937-69E5-42F8-836E-1928A95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3210743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25" name="p14-椭圆-0225">
            <a:extLst xmlns:a="http://schemas.openxmlformats.org/drawingml/2006/main">
              <a:ext uri="{FF2B5EF4-FFF2-40B4-BE49-F238E27FC236}">
                <a16:creationId xmlns:a16="http://schemas.microsoft.com/office/drawing/2014/main" id="{61280EC6-57AD-497C-92A0-822D3576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749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6" name="p14-椭圆-0226">
            <a:extLst xmlns:a="http://schemas.openxmlformats.org/drawingml/2006/main">
              <a:ext uri="{FF2B5EF4-FFF2-40B4-BE49-F238E27FC236}">
                <a16:creationId xmlns:a16="http://schemas.microsoft.com/office/drawing/2014/main" id="{29B33D12-E988-4165-B4F3-AD78EBA3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22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7" name="p14-椭圆-0227">
            <a:extLst xmlns:a="http://schemas.openxmlformats.org/drawingml/2006/main">
              <a:ext uri="{FF2B5EF4-FFF2-40B4-BE49-F238E27FC236}">
                <a16:creationId xmlns:a16="http://schemas.microsoft.com/office/drawing/2014/main" id="{3EC7F267-15F9-486A-A65B-18A099BA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95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28" name="p14-椭圆-0228">
            <a:extLst xmlns:a="http://schemas.openxmlformats.org/drawingml/2006/main">
              <a:ext uri="{FF2B5EF4-FFF2-40B4-BE49-F238E27FC236}">
                <a16:creationId xmlns:a16="http://schemas.microsoft.com/office/drawing/2014/main" id="{DC30CB86-D4C4-4CCC-8673-56C2870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568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29" name="p14-椭圆-0229">
            <a:extLst xmlns:a="http://schemas.openxmlformats.org/drawingml/2006/main">
              <a:ext uri="{FF2B5EF4-FFF2-40B4-BE49-F238E27FC236}">
                <a16:creationId xmlns:a16="http://schemas.microsoft.com/office/drawing/2014/main" id="{20E8677E-343B-4BCA-87F4-02A875C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42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0" name="p14-椭圆-0230">
            <a:extLst xmlns:a="http://schemas.openxmlformats.org/drawingml/2006/main">
              <a:ext uri="{FF2B5EF4-FFF2-40B4-BE49-F238E27FC236}">
                <a16:creationId xmlns:a16="http://schemas.microsoft.com/office/drawing/2014/main" id="{4BC5641E-4910-48BC-BD89-0991718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15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1" name="p14-椭圆-0231">
            <a:extLst xmlns:a="http://schemas.openxmlformats.org/drawingml/2006/main">
              <a:ext uri="{FF2B5EF4-FFF2-40B4-BE49-F238E27FC236}">
                <a16:creationId xmlns:a16="http://schemas.microsoft.com/office/drawing/2014/main" id="{A546F678-0772-43C2-A854-187079CC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388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2" name="p14-椭圆-0232">
            <a:extLst xmlns:a="http://schemas.openxmlformats.org/drawingml/2006/main">
              <a:ext uri="{FF2B5EF4-FFF2-40B4-BE49-F238E27FC236}">
                <a16:creationId xmlns:a16="http://schemas.microsoft.com/office/drawing/2014/main" id="{D4DAB19E-F2A0-4821-B0BE-D17FE772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61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3" name="p14-椭圆-0233">
            <a:extLst xmlns:a="http://schemas.openxmlformats.org/drawingml/2006/main">
              <a:ext uri="{FF2B5EF4-FFF2-40B4-BE49-F238E27FC236}">
                <a16:creationId xmlns:a16="http://schemas.microsoft.com/office/drawing/2014/main" id="{FCA89C28-B9E2-42DC-A62A-A05A0D50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34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34" name="p14-椭圆-0234">
            <a:extLst xmlns:a="http://schemas.openxmlformats.org/drawingml/2006/main">
              <a:ext uri="{FF2B5EF4-FFF2-40B4-BE49-F238E27FC236}">
                <a16:creationId xmlns:a16="http://schemas.microsoft.com/office/drawing/2014/main" id="{09BD1184-DC0F-4A19-99BE-8B2361A7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207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35" name="p14-椭圆-0235">
            <a:extLst xmlns:a="http://schemas.openxmlformats.org/drawingml/2006/main">
              <a:ext uri="{FF2B5EF4-FFF2-40B4-BE49-F238E27FC236}">
                <a16:creationId xmlns:a16="http://schemas.microsoft.com/office/drawing/2014/main" id="{6DE30B55-2199-421F-B3BC-1399BB2E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80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6" name="p14-椭圆-0236">
            <a:extLst xmlns:a="http://schemas.openxmlformats.org/drawingml/2006/main">
              <a:ext uri="{FF2B5EF4-FFF2-40B4-BE49-F238E27FC236}">
                <a16:creationId xmlns:a16="http://schemas.microsoft.com/office/drawing/2014/main" id="{0A40E6FF-A32A-4EAD-979D-BB97B39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753" y="3400184"/>
            <a:ext cx="154998" cy="154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7" name="p14-文本-0237">
            <a:extLst xmlns:a="http://schemas.openxmlformats.org/drawingml/2006/main">
              <a:ext uri="{FF2B5EF4-FFF2-40B4-BE49-F238E27FC236}">
                <a16:creationId xmlns:a16="http://schemas.microsoft.com/office/drawing/2014/main" id="{31591368-9417-4E0C-9FAA-E9FAEA6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30621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固定样本处理条件</a:t>
            </a:r>
          </a:p>
        </p:txBody>
      </p:sp>
      <p:sp>
        <p:nvSpPr>
          <p:cNvPr id="238" name="p14-文本-0238">
            <a:extLst xmlns:a="http://schemas.openxmlformats.org/drawingml/2006/main">
              <a:ext uri="{FF2B5EF4-FFF2-40B4-BE49-F238E27FC236}">
                <a16:creationId xmlns:a16="http://schemas.microsoft.com/office/drawing/2014/main" id="{9AE92482-D2CC-480D-BCD8-4FDC093D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02096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覆盖选定参数范围</a:t>
            </a:r>
          </a:p>
        </p:txBody>
      </p:sp>
      <p:sp>
        <p:nvSpPr>
          <p:cNvPr id="239" name="p14-文本-0239">
            <a:extLst xmlns:a="http://schemas.openxmlformats.org/drawingml/2006/main">
              <a:ext uri="{FF2B5EF4-FFF2-40B4-BE49-F238E27FC236}">
                <a16:creationId xmlns:a16="http://schemas.microsoft.com/office/drawing/2014/main" id="{EA6FB260-2589-4396-B661-88FA8A11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73571"/>
            <a:ext cx="20198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加入基准与重复测量</a:t>
            </a:r>
          </a:p>
        </p:txBody>
      </p:sp>
      <p:sp>
        <p:nvSpPr>
          <p:cNvPr id="240" name="p14-矩形-0240">
            <a:extLst xmlns:a="http://schemas.openxmlformats.org/drawingml/2006/main">
              <a:ext uri="{FF2B5EF4-FFF2-40B4-BE49-F238E27FC236}">
                <a16:creationId xmlns:a16="http://schemas.microsoft.com/office/drawing/2014/main" id="{0005B0D5-0499-4F2A-865F-4AC860A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410200"/>
            <a:ext cx="3124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1" name="p14-文本-0241">
            <a:extLst xmlns:a="http://schemas.openxmlformats.org/drawingml/2006/main">
              <a:ext uri="{FF2B5EF4-FFF2-40B4-BE49-F238E27FC236}">
                <a16:creationId xmlns:a16="http://schemas.microsoft.com/office/drawing/2014/main" id="{5594C745-2DA4-446E-B8C1-DA03446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84302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比较不同条件的响应模式</a:t>
            </a:r>
          </a:p>
        </p:txBody>
      </p:sp>
      <p:sp>
        <p:nvSpPr>
          <p:cNvPr id="242" name="p14-文本-0242">
            <a:extLst xmlns:a="http://schemas.openxmlformats.org/drawingml/2006/main">
              <a:ext uri="{FF2B5EF4-FFF2-40B4-BE49-F238E27FC236}">
                <a16:creationId xmlns:a16="http://schemas.microsoft.com/office/drawing/2014/main" id="{885D673D-EE89-4D05-AEC0-1DCEA41E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79577"/>
            <a:ext cx="24443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结合测量端点选择候选区域</a:t>
            </a:r>
          </a:p>
        </p:txBody>
      </p:sp>
      <p:sp>
        <p:nvSpPr>
          <p:cNvPr id="243" name="p14-文本-0243">
            <a:extLst xmlns:a="http://schemas.openxmlformats.org/drawingml/2006/main">
              <a:ext uri="{FF2B5EF4-FFF2-40B4-BE49-F238E27FC236}">
                <a16:creationId xmlns:a16="http://schemas.microsoft.com/office/drawing/2014/main" id="{A3B2D808-4FE7-4A0C-A390-D4BB4177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</p:spTree>
    <p:extLst>
      <p:ext uri="{BB962C8B-B14F-4D97-AF65-F5344CB8AC3E}">
        <p14:creationId xmlns:p14="http://schemas.microsoft.com/office/powerpoint/2010/main" val="4126386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p15-矩形-0001">
            <a:extLst xmlns:a="http://schemas.openxmlformats.org/drawingml/2006/main">
              <a:ext uri="{FF2B5EF4-FFF2-40B4-BE49-F238E27FC236}">
                <a16:creationId xmlns:a16="http://schemas.microsoft.com/office/drawing/2014/main" id="{47873921-8893-4283-BBEC-5C413675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5-矩形-0002">
            <a:extLst xmlns:a="http://schemas.openxmlformats.org/drawingml/2006/main">
              <a:ext uri="{FF2B5EF4-FFF2-40B4-BE49-F238E27FC236}">
                <a16:creationId xmlns:a16="http://schemas.microsoft.com/office/drawing/2014/main" id="{B6B09A56-1B40-40DD-85DC-99D7618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5-文本-0003">
            <a:extLst xmlns:a="http://schemas.openxmlformats.org/drawingml/2006/main">
              <a:ext uri="{FF2B5EF4-FFF2-40B4-BE49-F238E27FC236}">
                <a16:creationId xmlns:a16="http://schemas.microsoft.com/office/drawing/2014/main" id="{054D8FD9-66D2-47C9-949A-FB7A4452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用观测训练模型，用独立测量检验推荐</a:t>
            </a:r>
          </a:p>
        </p:txBody>
      </p:sp>
      <p:sp>
        <p:nvSpPr>
          <p:cNvPr id="4" name="p15-文本-0004">
            <a:extLst xmlns:a="http://schemas.openxmlformats.org/drawingml/2006/main">
              <a:ext uri="{FF2B5EF4-FFF2-40B4-BE49-F238E27FC236}">
                <a16:creationId xmlns:a16="http://schemas.microsoft.com/office/drawing/2014/main" id="{0F91A834-84D4-4146-9C0A-73FCF8C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926139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观测确定输入与目标，独立数据评估预测，实验复核推荐条件</a:t>
            </a:r>
          </a:p>
        </p:txBody>
      </p:sp>
      <p:sp>
        <p:nvSpPr>
          <p:cNvPr id="5" name="p15-线-0005">
            <a:extLst xmlns:a="http://schemas.openxmlformats.org/drawingml/2006/main">
              <a:ext uri="{FF2B5EF4-FFF2-40B4-BE49-F238E27FC236}">
                <a16:creationId xmlns:a16="http://schemas.microsoft.com/office/drawing/2014/main" id="{99D78C8E-79CD-462F-9AAD-17DDCE92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5-矩形-0006">
            <a:extLst xmlns:a="http://schemas.openxmlformats.org/drawingml/2006/main">
              <a:ext uri="{FF2B5EF4-FFF2-40B4-BE49-F238E27FC236}">
                <a16:creationId xmlns:a16="http://schemas.microsoft.com/office/drawing/2014/main" id="{9607BE37-D8E0-4879-863A-8EDC8BAC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175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15-文本-0007">
            <a:extLst xmlns:a="http://schemas.openxmlformats.org/drawingml/2006/main">
              <a:ext uri="{FF2B5EF4-FFF2-40B4-BE49-F238E27FC236}">
                <a16:creationId xmlns:a16="http://schemas.microsoft.com/office/drawing/2014/main" id="{00D96338-41A6-4595-83A0-B63E82D3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260" y="142169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观测与特征</a:t>
            </a:r>
          </a:p>
        </p:txBody>
      </p:sp>
      <p:sp>
        <p:nvSpPr>
          <p:cNvPr id="8" name="p15-矩形-0008">
            <a:extLst xmlns:a="http://schemas.openxmlformats.org/drawingml/2006/main">
              <a:ext uri="{FF2B5EF4-FFF2-40B4-BE49-F238E27FC236}">
                <a16:creationId xmlns:a16="http://schemas.microsoft.com/office/drawing/2014/main" id="{514DAB9E-9E70-46F8-8B1E-95C8A4C4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" name="p15-矩形-0009">
            <a:extLst xmlns:a="http://schemas.openxmlformats.org/drawingml/2006/main">
              <a:ext uri="{FF2B5EF4-FFF2-40B4-BE49-F238E27FC236}">
                <a16:creationId xmlns:a16="http://schemas.microsoft.com/office/drawing/2014/main" id="{C1003952-0764-4A66-AA53-90F7965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0" name="p15-矩形-0010">
            <a:extLst xmlns:a="http://schemas.openxmlformats.org/drawingml/2006/main">
              <a:ext uri="{FF2B5EF4-FFF2-40B4-BE49-F238E27FC236}">
                <a16:creationId xmlns:a16="http://schemas.microsoft.com/office/drawing/2014/main" id="{8ED3AFFF-B127-4A8B-BF11-83DFDFD6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1" name="p15-矩形-0011">
            <a:extLst xmlns:a="http://schemas.openxmlformats.org/drawingml/2006/main">
              <a:ext uri="{FF2B5EF4-FFF2-40B4-BE49-F238E27FC236}">
                <a16:creationId xmlns:a16="http://schemas.microsoft.com/office/drawing/2014/main" id="{4367AD49-13B9-4025-8A56-F8C44468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2" name="p15-矩形-0012">
            <a:extLst xmlns:a="http://schemas.openxmlformats.org/drawingml/2006/main">
              <a:ext uri="{FF2B5EF4-FFF2-40B4-BE49-F238E27FC236}">
                <a16:creationId xmlns:a16="http://schemas.microsoft.com/office/drawing/2014/main" id="{DC7A2B58-DAAF-4A43-9F83-1635AFE3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3" name="p15-矩形-0013">
            <a:extLst xmlns:a="http://schemas.openxmlformats.org/drawingml/2006/main">
              <a:ext uri="{FF2B5EF4-FFF2-40B4-BE49-F238E27FC236}">
                <a16:creationId xmlns:a16="http://schemas.microsoft.com/office/drawing/2014/main" id="{B78BFEB9-43F7-432B-8E96-2E41B15D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4" name="p15-矩形-0014">
            <a:extLst xmlns:a="http://schemas.openxmlformats.org/drawingml/2006/main">
              <a:ext uri="{FF2B5EF4-FFF2-40B4-BE49-F238E27FC236}">
                <a16:creationId xmlns:a16="http://schemas.microsoft.com/office/drawing/2014/main" id="{8D382EE4-9559-45D2-90D7-02A27D4D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5" name="p15-矩形-0015">
            <a:extLst xmlns:a="http://schemas.openxmlformats.org/drawingml/2006/main">
              <a:ext uri="{FF2B5EF4-FFF2-40B4-BE49-F238E27FC236}">
                <a16:creationId xmlns:a16="http://schemas.microsoft.com/office/drawing/2014/main" id="{77A61D8F-8AD3-464E-8CD9-B323E8C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6" name="p15-矩形-0016">
            <a:extLst xmlns:a="http://schemas.openxmlformats.org/drawingml/2006/main">
              <a:ext uri="{FF2B5EF4-FFF2-40B4-BE49-F238E27FC236}">
                <a16:creationId xmlns:a16="http://schemas.microsoft.com/office/drawing/2014/main" id="{E2B6AC02-4FDD-4186-888F-22249D6C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7" name="p15-矩形-0017">
            <a:extLst xmlns:a="http://schemas.openxmlformats.org/drawingml/2006/main">
              <a:ext uri="{FF2B5EF4-FFF2-40B4-BE49-F238E27FC236}">
                <a16:creationId xmlns:a16="http://schemas.microsoft.com/office/drawing/2014/main" id="{A6756DDC-0318-41D5-BE4A-959805FB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8" name="p15-矩形-0018">
            <a:extLst xmlns:a="http://schemas.openxmlformats.org/drawingml/2006/main">
              <a:ext uri="{FF2B5EF4-FFF2-40B4-BE49-F238E27FC236}">
                <a16:creationId xmlns:a16="http://schemas.microsoft.com/office/drawing/2014/main" id="{C7BC83B2-223F-4041-9F14-AB61059E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9" name="p15-矩形-0019">
            <a:extLst xmlns:a="http://schemas.openxmlformats.org/drawingml/2006/main">
              <a:ext uri="{FF2B5EF4-FFF2-40B4-BE49-F238E27FC236}">
                <a16:creationId xmlns:a16="http://schemas.microsoft.com/office/drawing/2014/main" id="{32E05C9A-BE24-4178-BDF3-B8B0860F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0" name="p15-矩形-0020">
            <a:extLst xmlns:a="http://schemas.openxmlformats.org/drawingml/2006/main">
              <a:ext uri="{FF2B5EF4-FFF2-40B4-BE49-F238E27FC236}">
                <a16:creationId xmlns:a16="http://schemas.microsoft.com/office/drawing/2014/main" id="{54049D11-AB5F-491D-8572-1846808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1" name="p15-矩形-0021">
            <a:extLst xmlns:a="http://schemas.openxmlformats.org/drawingml/2006/main">
              <a:ext uri="{FF2B5EF4-FFF2-40B4-BE49-F238E27FC236}">
                <a16:creationId xmlns:a16="http://schemas.microsoft.com/office/drawing/2014/main" id="{F0D87BAB-EE6B-4CD8-9F7C-5D8FE93C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2038350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2" name="p15-矩形-0022">
            <a:extLst xmlns:a="http://schemas.openxmlformats.org/drawingml/2006/main">
              <a:ext uri="{FF2B5EF4-FFF2-40B4-BE49-F238E27FC236}">
                <a16:creationId xmlns:a16="http://schemas.microsoft.com/office/drawing/2014/main" id="{F2ABE631-EC57-41E1-8F82-FB24C80A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3" name="p15-矩形-0023">
            <a:extLst xmlns:a="http://schemas.openxmlformats.org/drawingml/2006/main">
              <a:ext uri="{FF2B5EF4-FFF2-40B4-BE49-F238E27FC236}">
                <a16:creationId xmlns:a16="http://schemas.microsoft.com/office/drawing/2014/main" id="{530E7CEE-B2A0-4545-9CCE-28815CDD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4" name="p15-矩形-0024">
            <a:extLst xmlns:a="http://schemas.openxmlformats.org/drawingml/2006/main">
              <a:ext uri="{FF2B5EF4-FFF2-40B4-BE49-F238E27FC236}">
                <a16:creationId xmlns:a16="http://schemas.microsoft.com/office/drawing/2014/main" id="{0607EF09-496D-4D69-ABBA-96AB9E1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5" name="p15-矩形-0025">
            <a:extLst xmlns:a="http://schemas.openxmlformats.org/drawingml/2006/main">
              <a:ext uri="{FF2B5EF4-FFF2-40B4-BE49-F238E27FC236}">
                <a16:creationId xmlns:a16="http://schemas.microsoft.com/office/drawing/2014/main" id="{A101FD29-517A-4585-9CFB-2EF7EA37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6" name="p15-矩形-0026">
            <a:extLst xmlns:a="http://schemas.openxmlformats.org/drawingml/2006/main">
              <a:ext uri="{FF2B5EF4-FFF2-40B4-BE49-F238E27FC236}">
                <a16:creationId xmlns:a16="http://schemas.microsoft.com/office/drawing/2014/main" id="{86283D95-A1F4-4F33-B4E9-85599E7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7" name="p15-矩形-0027">
            <a:extLst xmlns:a="http://schemas.openxmlformats.org/drawingml/2006/main">
              <a:ext uri="{FF2B5EF4-FFF2-40B4-BE49-F238E27FC236}">
                <a16:creationId xmlns:a16="http://schemas.microsoft.com/office/drawing/2014/main" id="{F6BC0F60-51EB-4DA3-AD53-5474ABC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8" name="p15-矩形-0028">
            <a:extLst xmlns:a="http://schemas.openxmlformats.org/drawingml/2006/main">
              <a:ext uri="{FF2B5EF4-FFF2-40B4-BE49-F238E27FC236}">
                <a16:creationId xmlns:a16="http://schemas.microsoft.com/office/drawing/2014/main" id="{AB0A4B00-EFB1-406D-9189-09A70328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" name="p15-矩形-0029">
            <a:extLst xmlns:a="http://schemas.openxmlformats.org/drawingml/2006/main">
              <a:ext uri="{FF2B5EF4-FFF2-40B4-BE49-F238E27FC236}">
                <a16:creationId xmlns:a16="http://schemas.microsoft.com/office/drawing/2014/main" id="{5C44D84E-88D9-46C6-9AC8-1929A1A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" name="p15-矩形-0030">
            <a:extLst xmlns:a="http://schemas.openxmlformats.org/drawingml/2006/main">
              <a:ext uri="{FF2B5EF4-FFF2-40B4-BE49-F238E27FC236}">
                <a16:creationId xmlns:a16="http://schemas.microsoft.com/office/drawing/2014/main" id="{A6A5F311-6817-478C-BE5F-8DCAB050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" name="p15-矩形-0031">
            <a:extLst xmlns:a="http://schemas.openxmlformats.org/drawingml/2006/main">
              <a:ext uri="{FF2B5EF4-FFF2-40B4-BE49-F238E27FC236}">
                <a16:creationId xmlns:a16="http://schemas.microsoft.com/office/drawing/2014/main" id="{CB745CB7-6520-4432-B78B-33FAA60D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" name="p15-矩形-0032">
            <a:extLst xmlns:a="http://schemas.openxmlformats.org/drawingml/2006/main">
              <a:ext uri="{FF2B5EF4-FFF2-40B4-BE49-F238E27FC236}">
                <a16:creationId xmlns:a16="http://schemas.microsoft.com/office/drawing/2014/main" id="{F5B91B79-3CE5-464C-B1F1-AAB20136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" name="p15-矩形-0033">
            <a:extLst xmlns:a="http://schemas.openxmlformats.org/drawingml/2006/main">
              <a:ext uri="{FF2B5EF4-FFF2-40B4-BE49-F238E27FC236}">
                <a16:creationId xmlns:a16="http://schemas.microsoft.com/office/drawing/2014/main" id="{5DDD1DC0-96B4-428C-8B47-F2194542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" name="p15-矩形-0034">
            <a:extLst xmlns:a="http://schemas.openxmlformats.org/drawingml/2006/main">
              <a:ext uri="{FF2B5EF4-FFF2-40B4-BE49-F238E27FC236}">
                <a16:creationId xmlns:a16="http://schemas.microsoft.com/office/drawing/2014/main" id="{031D7B26-8744-4206-88AF-854261E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5" name="p15-矩形-0035">
            <a:extLst xmlns:a="http://schemas.openxmlformats.org/drawingml/2006/main">
              <a:ext uri="{FF2B5EF4-FFF2-40B4-BE49-F238E27FC236}">
                <a16:creationId xmlns:a16="http://schemas.microsoft.com/office/drawing/2014/main" id="{B9BC8CBA-5C92-4546-B7E9-6D562AD8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2244328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" name="p15-矩形-0036">
            <a:extLst xmlns:a="http://schemas.openxmlformats.org/drawingml/2006/main">
              <a:ext uri="{FF2B5EF4-FFF2-40B4-BE49-F238E27FC236}">
                <a16:creationId xmlns:a16="http://schemas.microsoft.com/office/drawing/2014/main" id="{EFB7AD4A-BEA4-4057-BD02-E5E2F47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7" name="p15-矩形-0037">
            <a:extLst xmlns:a="http://schemas.openxmlformats.org/drawingml/2006/main">
              <a:ext uri="{FF2B5EF4-FFF2-40B4-BE49-F238E27FC236}">
                <a16:creationId xmlns:a16="http://schemas.microsoft.com/office/drawing/2014/main" id="{89EA7DB3-195A-4173-B3CA-8E967772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8" name="p15-矩形-0038">
            <a:extLst xmlns:a="http://schemas.openxmlformats.org/drawingml/2006/main">
              <a:ext uri="{FF2B5EF4-FFF2-40B4-BE49-F238E27FC236}">
                <a16:creationId xmlns:a16="http://schemas.microsoft.com/office/drawing/2014/main" id="{83193A80-2DA2-4F3F-AAD1-CD469F81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9" name="p15-矩形-0039">
            <a:extLst xmlns:a="http://schemas.openxmlformats.org/drawingml/2006/main">
              <a:ext uri="{FF2B5EF4-FFF2-40B4-BE49-F238E27FC236}">
                <a16:creationId xmlns:a16="http://schemas.microsoft.com/office/drawing/2014/main" id="{CA41A13E-4912-482A-8A2B-E8D2F069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0" name="p15-矩形-0040">
            <a:extLst xmlns:a="http://schemas.openxmlformats.org/drawingml/2006/main">
              <a:ext uri="{FF2B5EF4-FFF2-40B4-BE49-F238E27FC236}">
                <a16:creationId xmlns:a16="http://schemas.microsoft.com/office/drawing/2014/main" id="{1697FCD2-A182-4942-BDD5-4DDADAF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1" name="p15-矩形-0041">
            <a:extLst xmlns:a="http://schemas.openxmlformats.org/drawingml/2006/main">
              <a:ext uri="{FF2B5EF4-FFF2-40B4-BE49-F238E27FC236}">
                <a16:creationId xmlns:a16="http://schemas.microsoft.com/office/drawing/2014/main" id="{F4674309-866C-4F96-AB7E-A060788C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2" name="p15-矩形-0042">
            <a:extLst xmlns:a="http://schemas.openxmlformats.org/drawingml/2006/main">
              <a:ext uri="{FF2B5EF4-FFF2-40B4-BE49-F238E27FC236}">
                <a16:creationId xmlns:a16="http://schemas.microsoft.com/office/drawing/2014/main" id="{668367FD-D4E3-4312-9FD2-C155A119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3" name="p15-矩形-0043">
            <a:extLst xmlns:a="http://schemas.openxmlformats.org/drawingml/2006/main">
              <a:ext uri="{FF2B5EF4-FFF2-40B4-BE49-F238E27FC236}">
                <a16:creationId xmlns:a16="http://schemas.microsoft.com/office/drawing/2014/main" id="{16F251EF-65E4-43D7-8DAF-A0FA831D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4" name="p15-矩形-0044">
            <a:extLst xmlns:a="http://schemas.openxmlformats.org/drawingml/2006/main">
              <a:ext uri="{FF2B5EF4-FFF2-40B4-BE49-F238E27FC236}">
                <a16:creationId xmlns:a16="http://schemas.microsoft.com/office/drawing/2014/main" id="{17FC0DC6-E6E5-4C59-9645-15B57A0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5" name="p15-矩形-0045">
            <a:extLst xmlns:a="http://schemas.openxmlformats.org/drawingml/2006/main">
              <a:ext uri="{FF2B5EF4-FFF2-40B4-BE49-F238E27FC236}">
                <a16:creationId xmlns:a16="http://schemas.microsoft.com/office/drawing/2014/main" id="{5177B2E3-4973-417C-90B1-B93F93F7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6" name="p15-矩形-0046">
            <a:extLst xmlns:a="http://schemas.openxmlformats.org/drawingml/2006/main">
              <a:ext uri="{FF2B5EF4-FFF2-40B4-BE49-F238E27FC236}">
                <a16:creationId xmlns:a16="http://schemas.microsoft.com/office/drawing/2014/main" id="{6B83F4CE-431D-4C37-BB34-7FE79AC6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7" name="p15-矩形-0047">
            <a:extLst xmlns:a="http://schemas.openxmlformats.org/drawingml/2006/main">
              <a:ext uri="{FF2B5EF4-FFF2-40B4-BE49-F238E27FC236}">
                <a16:creationId xmlns:a16="http://schemas.microsoft.com/office/drawing/2014/main" id="{5128DF20-E781-49B7-978C-5315342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8" name="p15-矩形-0048">
            <a:extLst xmlns:a="http://schemas.openxmlformats.org/drawingml/2006/main">
              <a:ext uri="{FF2B5EF4-FFF2-40B4-BE49-F238E27FC236}">
                <a16:creationId xmlns:a16="http://schemas.microsoft.com/office/drawing/2014/main" id="{4BE833BB-D391-4DD5-ABBF-CDB522A6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9" name="p15-矩形-0049">
            <a:extLst xmlns:a="http://schemas.openxmlformats.org/drawingml/2006/main">
              <a:ext uri="{FF2B5EF4-FFF2-40B4-BE49-F238E27FC236}">
                <a16:creationId xmlns:a16="http://schemas.microsoft.com/office/drawing/2014/main" id="{78A88406-0A71-4773-A113-19B5D88E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2450306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0" name="p15-矩形-0050">
            <a:extLst xmlns:a="http://schemas.openxmlformats.org/drawingml/2006/main">
              <a:ext uri="{FF2B5EF4-FFF2-40B4-BE49-F238E27FC236}">
                <a16:creationId xmlns:a16="http://schemas.microsoft.com/office/drawing/2014/main" id="{49588505-9B52-4F38-B964-CB09B30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1" name="p15-矩形-0051">
            <a:extLst xmlns:a="http://schemas.openxmlformats.org/drawingml/2006/main">
              <a:ext uri="{FF2B5EF4-FFF2-40B4-BE49-F238E27FC236}">
                <a16:creationId xmlns:a16="http://schemas.microsoft.com/office/drawing/2014/main" id="{CB06703B-E1F5-4BC4-ABCC-5E1FF9E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2" name="p15-矩形-0052">
            <a:extLst xmlns:a="http://schemas.openxmlformats.org/drawingml/2006/main">
              <a:ext uri="{FF2B5EF4-FFF2-40B4-BE49-F238E27FC236}">
                <a16:creationId xmlns:a16="http://schemas.microsoft.com/office/drawing/2014/main" id="{1FAA68DF-DC77-464D-9A34-BA049FA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3" name="p15-矩形-0053">
            <a:extLst xmlns:a="http://schemas.openxmlformats.org/drawingml/2006/main">
              <a:ext uri="{FF2B5EF4-FFF2-40B4-BE49-F238E27FC236}">
                <a16:creationId xmlns:a16="http://schemas.microsoft.com/office/drawing/2014/main" id="{C63BEC36-4E32-4A71-B41A-2B78A36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4" name="p15-矩形-0054">
            <a:extLst xmlns:a="http://schemas.openxmlformats.org/drawingml/2006/main">
              <a:ext uri="{FF2B5EF4-FFF2-40B4-BE49-F238E27FC236}">
                <a16:creationId xmlns:a16="http://schemas.microsoft.com/office/drawing/2014/main" id="{9B263D05-0738-4A4B-BCB9-BDC716DD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5" name="p15-矩形-0055">
            <a:extLst xmlns:a="http://schemas.openxmlformats.org/drawingml/2006/main">
              <a:ext uri="{FF2B5EF4-FFF2-40B4-BE49-F238E27FC236}">
                <a16:creationId xmlns:a16="http://schemas.microsoft.com/office/drawing/2014/main" id="{E6260BC1-D3AA-41B2-8FBB-F480DF8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6" name="p15-矩形-0056">
            <a:extLst xmlns:a="http://schemas.openxmlformats.org/drawingml/2006/main">
              <a:ext uri="{FF2B5EF4-FFF2-40B4-BE49-F238E27FC236}">
                <a16:creationId xmlns:a16="http://schemas.microsoft.com/office/drawing/2014/main" id="{B9BA5795-F065-4075-AA2B-BB9B29C9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7" name="p15-矩形-0057">
            <a:extLst xmlns:a="http://schemas.openxmlformats.org/drawingml/2006/main">
              <a:ext uri="{FF2B5EF4-FFF2-40B4-BE49-F238E27FC236}">
                <a16:creationId xmlns:a16="http://schemas.microsoft.com/office/drawing/2014/main" id="{E4FDFB90-B562-4A7A-841F-EB3B4D2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8" name="p15-矩形-0058">
            <a:extLst xmlns:a="http://schemas.openxmlformats.org/drawingml/2006/main">
              <a:ext uri="{FF2B5EF4-FFF2-40B4-BE49-F238E27FC236}">
                <a16:creationId xmlns:a16="http://schemas.microsoft.com/office/drawing/2014/main" id="{2EEB052F-A890-48A2-A142-B831E98D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9" name="p15-矩形-0059">
            <a:extLst xmlns:a="http://schemas.openxmlformats.org/drawingml/2006/main">
              <a:ext uri="{FF2B5EF4-FFF2-40B4-BE49-F238E27FC236}">
                <a16:creationId xmlns:a16="http://schemas.microsoft.com/office/drawing/2014/main" id="{1B05694B-7CF2-4DEB-8277-191717A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0" name="p15-矩形-0060">
            <a:extLst xmlns:a="http://schemas.openxmlformats.org/drawingml/2006/main">
              <a:ext uri="{FF2B5EF4-FFF2-40B4-BE49-F238E27FC236}">
                <a16:creationId xmlns:a16="http://schemas.microsoft.com/office/drawing/2014/main" id="{C97AE63F-B045-40FC-910F-2D921C9E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1" name="p15-矩形-0061">
            <a:extLst xmlns:a="http://schemas.openxmlformats.org/drawingml/2006/main">
              <a:ext uri="{FF2B5EF4-FFF2-40B4-BE49-F238E27FC236}">
                <a16:creationId xmlns:a16="http://schemas.microsoft.com/office/drawing/2014/main" id="{2BFFB8C0-7B85-41B8-AC74-7ADDB5A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2" name="p15-矩形-0062">
            <a:extLst xmlns:a="http://schemas.openxmlformats.org/drawingml/2006/main">
              <a:ext uri="{FF2B5EF4-FFF2-40B4-BE49-F238E27FC236}">
                <a16:creationId xmlns:a16="http://schemas.microsoft.com/office/drawing/2014/main" id="{2CFD7DB9-8E7C-4ADA-BFCA-55BC0D4F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3" name="p15-矩形-0063">
            <a:extLst xmlns:a="http://schemas.openxmlformats.org/drawingml/2006/main">
              <a:ext uri="{FF2B5EF4-FFF2-40B4-BE49-F238E27FC236}">
                <a16:creationId xmlns:a16="http://schemas.microsoft.com/office/drawing/2014/main" id="{4AD14DA7-498E-41C3-B010-075E5AFF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2656284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4" name="p15-矩形-0064">
            <a:extLst xmlns:a="http://schemas.openxmlformats.org/drawingml/2006/main">
              <a:ext uri="{FF2B5EF4-FFF2-40B4-BE49-F238E27FC236}">
                <a16:creationId xmlns:a16="http://schemas.microsoft.com/office/drawing/2014/main" id="{92853FCA-6DA3-4EF8-9A95-EA705AE3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5" name="p15-矩形-0065">
            <a:extLst xmlns:a="http://schemas.openxmlformats.org/drawingml/2006/main">
              <a:ext uri="{FF2B5EF4-FFF2-40B4-BE49-F238E27FC236}">
                <a16:creationId xmlns:a16="http://schemas.microsoft.com/office/drawing/2014/main" id="{8700AE28-01B1-4CD8-B303-640FFF7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6" name="p15-矩形-0066">
            <a:extLst xmlns:a="http://schemas.openxmlformats.org/drawingml/2006/main">
              <a:ext uri="{FF2B5EF4-FFF2-40B4-BE49-F238E27FC236}">
                <a16:creationId xmlns:a16="http://schemas.microsoft.com/office/drawing/2014/main" id="{A3FE5EA0-0693-4B85-827C-367B409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7" name="p15-矩形-0067">
            <a:extLst xmlns:a="http://schemas.openxmlformats.org/drawingml/2006/main">
              <a:ext uri="{FF2B5EF4-FFF2-40B4-BE49-F238E27FC236}">
                <a16:creationId xmlns:a16="http://schemas.microsoft.com/office/drawing/2014/main" id="{F9BB9687-19FA-4843-8AE9-16FCA044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68" name="p15-矩形-0068">
            <a:extLst xmlns:a="http://schemas.openxmlformats.org/drawingml/2006/main">
              <a:ext uri="{FF2B5EF4-FFF2-40B4-BE49-F238E27FC236}">
                <a16:creationId xmlns:a16="http://schemas.microsoft.com/office/drawing/2014/main" id="{7CE988D6-FA17-4CD9-B450-62187D1A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69" name="p15-矩形-0069">
            <a:extLst xmlns:a="http://schemas.openxmlformats.org/drawingml/2006/main">
              <a:ext uri="{FF2B5EF4-FFF2-40B4-BE49-F238E27FC236}">
                <a16:creationId xmlns:a16="http://schemas.microsoft.com/office/drawing/2014/main" id="{E74796E4-2F04-4E35-AF2D-510805C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0" name="p15-矩形-0070">
            <a:extLst xmlns:a="http://schemas.openxmlformats.org/drawingml/2006/main">
              <a:ext uri="{FF2B5EF4-FFF2-40B4-BE49-F238E27FC236}">
                <a16:creationId xmlns:a16="http://schemas.microsoft.com/office/drawing/2014/main" id="{B8EE762A-D660-45AD-879E-F0780B69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1" name="p15-矩形-0071">
            <a:extLst xmlns:a="http://schemas.openxmlformats.org/drawingml/2006/main">
              <a:ext uri="{FF2B5EF4-FFF2-40B4-BE49-F238E27FC236}">
                <a16:creationId xmlns:a16="http://schemas.microsoft.com/office/drawing/2014/main" id="{744F415C-0F06-48F2-963F-95248AE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2" name="p15-矩形-0072">
            <a:extLst xmlns:a="http://schemas.openxmlformats.org/drawingml/2006/main">
              <a:ext uri="{FF2B5EF4-FFF2-40B4-BE49-F238E27FC236}">
                <a16:creationId xmlns:a16="http://schemas.microsoft.com/office/drawing/2014/main" id="{65B4B20D-52D5-4B93-B054-5EB2F60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3" name="p15-矩形-0073">
            <a:extLst xmlns:a="http://schemas.openxmlformats.org/drawingml/2006/main">
              <a:ext uri="{FF2B5EF4-FFF2-40B4-BE49-F238E27FC236}">
                <a16:creationId xmlns:a16="http://schemas.microsoft.com/office/drawing/2014/main" id="{27D6BDDC-E933-426A-914D-F8045D15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4" name="p15-矩形-0074">
            <a:extLst xmlns:a="http://schemas.openxmlformats.org/drawingml/2006/main">
              <a:ext uri="{FF2B5EF4-FFF2-40B4-BE49-F238E27FC236}">
                <a16:creationId xmlns:a16="http://schemas.microsoft.com/office/drawing/2014/main" id="{924DDF7D-4B5B-43C4-B1F4-79EAF149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5" name="p15-矩形-0075">
            <a:extLst xmlns:a="http://schemas.openxmlformats.org/drawingml/2006/main">
              <a:ext uri="{FF2B5EF4-FFF2-40B4-BE49-F238E27FC236}">
                <a16:creationId xmlns:a16="http://schemas.microsoft.com/office/drawing/2014/main" id="{104FAE23-AE46-4E19-BEB3-D0BFC30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6" name="p15-矩形-0076">
            <a:extLst xmlns:a="http://schemas.openxmlformats.org/drawingml/2006/main">
              <a:ext uri="{FF2B5EF4-FFF2-40B4-BE49-F238E27FC236}">
                <a16:creationId xmlns:a16="http://schemas.microsoft.com/office/drawing/2014/main" id="{DAE2A90C-35D5-4965-A91C-DE871584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7" name="p15-矩形-0077">
            <a:extLst xmlns:a="http://schemas.openxmlformats.org/drawingml/2006/main">
              <a:ext uri="{FF2B5EF4-FFF2-40B4-BE49-F238E27FC236}">
                <a16:creationId xmlns:a16="http://schemas.microsoft.com/office/drawing/2014/main" id="{C4F0AB17-B67A-423E-93B4-57BBDEAC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2862263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8" name="p15-矩形-0078">
            <a:extLst xmlns:a="http://schemas.openxmlformats.org/drawingml/2006/main">
              <a:ext uri="{FF2B5EF4-FFF2-40B4-BE49-F238E27FC236}">
                <a16:creationId xmlns:a16="http://schemas.microsoft.com/office/drawing/2014/main" id="{AC718431-33D5-4C4C-8253-18C03FF4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9" name="p15-矩形-0079">
            <a:extLst xmlns:a="http://schemas.openxmlformats.org/drawingml/2006/main">
              <a:ext uri="{FF2B5EF4-FFF2-40B4-BE49-F238E27FC236}">
                <a16:creationId xmlns:a16="http://schemas.microsoft.com/office/drawing/2014/main" id="{F13880A2-A251-4512-A0B8-780D518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0" name="p15-矩形-0080">
            <a:extLst xmlns:a="http://schemas.openxmlformats.org/drawingml/2006/main">
              <a:ext uri="{FF2B5EF4-FFF2-40B4-BE49-F238E27FC236}">
                <a16:creationId xmlns:a16="http://schemas.microsoft.com/office/drawing/2014/main" id="{D6C081AE-BEC1-4E13-B822-2C20E8C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81" name="p15-矩形-0081">
            <a:extLst xmlns:a="http://schemas.openxmlformats.org/drawingml/2006/main">
              <a:ext uri="{FF2B5EF4-FFF2-40B4-BE49-F238E27FC236}">
                <a16:creationId xmlns:a16="http://schemas.microsoft.com/office/drawing/2014/main" id="{E42FC86D-1E90-43FC-9FF9-5245E7E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82" name="p15-矩形-0082">
            <a:extLst xmlns:a="http://schemas.openxmlformats.org/drawingml/2006/main">
              <a:ext uri="{FF2B5EF4-FFF2-40B4-BE49-F238E27FC236}">
                <a16:creationId xmlns:a16="http://schemas.microsoft.com/office/drawing/2014/main" id="{3964E79D-064C-417C-8FDA-62C841DD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83" name="p15-矩形-0083">
            <a:extLst xmlns:a="http://schemas.openxmlformats.org/drawingml/2006/main">
              <a:ext uri="{FF2B5EF4-FFF2-40B4-BE49-F238E27FC236}">
                <a16:creationId xmlns:a16="http://schemas.microsoft.com/office/drawing/2014/main" id="{70ADC1CE-497D-415A-91AC-8C918AF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84" name="p15-矩形-0084">
            <a:extLst xmlns:a="http://schemas.openxmlformats.org/drawingml/2006/main">
              <a:ext uri="{FF2B5EF4-FFF2-40B4-BE49-F238E27FC236}">
                <a16:creationId xmlns:a16="http://schemas.microsoft.com/office/drawing/2014/main" id="{C4A49249-8800-438B-B7D6-1C5612DF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85" name="p15-矩形-0085">
            <a:extLst xmlns:a="http://schemas.openxmlformats.org/drawingml/2006/main">
              <a:ext uri="{FF2B5EF4-FFF2-40B4-BE49-F238E27FC236}">
                <a16:creationId xmlns:a16="http://schemas.microsoft.com/office/drawing/2014/main" id="{B32EFF89-2AC6-447A-8DAC-712B57A9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6" name="p15-矩形-0086">
            <a:extLst xmlns:a="http://schemas.openxmlformats.org/drawingml/2006/main">
              <a:ext uri="{FF2B5EF4-FFF2-40B4-BE49-F238E27FC236}">
                <a16:creationId xmlns:a16="http://schemas.microsoft.com/office/drawing/2014/main" id="{17BC92EB-46A8-4BFA-8102-B30AB1E1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7" name="p15-矩形-0087">
            <a:extLst xmlns:a="http://schemas.openxmlformats.org/drawingml/2006/main">
              <a:ext uri="{FF2B5EF4-FFF2-40B4-BE49-F238E27FC236}">
                <a16:creationId xmlns:a16="http://schemas.microsoft.com/office/drawing/2014/main" id="{1EB077FF-0D9C-4696-B389-3DEC9FC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8" name="p15-矩形-0088">
            <a:extLst xmlns:a="http://schemas.openxmlformats.org/drawingml/2006/main">
              <a:ext uri="{FF2B5EF4-FFF2-40B4-BE49-F238E27FC236}">
                <a16:creationId xmlns:a16="http://schemas.microsoft.com/office/drawing/2014/main" id="{0C2F3754-8A3C-46B8-A830-32AA17CF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9" name="p15-矩形-0089">
            <a:extLst xmlns:a="http://schemas.openxmlformats.org/drawingml/2006/main">
              <a:ext uri="{FF2B5EF4-FFF2-40B4-BE49-F238E27FC236}">
                <a16:creationId xmlns:a16="http://schemas.microsoft.com/office/drawing/2014/main" id="{FF889B87-4B6D-434B-BB18-B8ED449D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0" name="p15-矩形-0090">
            <a:extLst xmlns:a="http://schemas.openxmlformats.org/drawingml/2006/main">
              <a:ext uri="{FF2B5EF4-FFF2-40B4-BE49-F238E27FC236}">
                <a16:creationId xmlns:a16="http://schemas.microsoft.com/office/drawing/2014/main" id="{55D3F6C0-13FA-45EC-A133-D7C6CBC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91" name="p15-矩形-0091">
            <a:extLst xmlns:a="http://schemas.openxmlformats.org/drawingml/2006/main">
              <a:ext uri="{FF2B5EF4-FFF2-40B4-BE49-F238E27FC236}">
                <a16:creationId xmlns:a16="http://schemas.microsoft.com/office/drawing/2014/main" id="{E7BDB41C-B162-4305-BE1A-AEEBD941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3068241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92" name="p15-矩形-0092">
            <a:extLst xmlns:a="http://schemas.openxmlformats.org/drawingml/2006/main">
              <a:ext uri="{FF2B5EF4-FFF2-40B4-BE49-F238E27FC236}">
                <a16:creationId xmlns:a16="http://schemas.microsoft.com/office/drawing/2014/main" id="{EE3A2C06-323D-4164-9645-6EC1D99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3" name="p15-矩形-0093">
            <a:extLst xmlns:a="http://schemas.openxmlformats.org/drawingml/2006/main">
              <a:ext uri="{FF2B5EF4-FFF2-40B4-BE49-F238E27FC236}">
                <a16:creationId xmlns:a16="http://schemas.microsoft.com/office/drawing/2014/main" id="{69BD24EA-71B7-4E10-8546-8716C97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4" name="p15-矩形-0094">
            <a:extLst xmlns:a="http://schemas.openxmlformats.org/drawingml/2006/main">
              <a:ext uri="{FF2B5EF4-FFF2-40B4-BE49-F238E27FC236}">
                <a16:creationId xmlns:a16="http://schemas.microsoft.com/office/drawing/2014/main" id="{5CF3CDE1-CFE5-48CA-9CE2-5C66C1C7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95" name="p15-矩形-0095">
            <a:extLst xmlns:a="http://schemas.openxmlformats.org/drawingml/2006/main">
              <a:ext uri="{FF2B5EF4-FFF2-40B4-BE49-F238E27FC236}">
                <a16:creationId xmlns:a16="http://schemas.microsoft.com/office/drawing/2014/main" id="{C78D8CB9-77E6-48E6-91D3-66B52D25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6" name="p15-矩形-0096">
            <a:extLst xmlns:a="http://schemas.openxmlformats.org/drawingml/2006/main">
              <a:ext uri="{FF2B5EF4-FFF2-40B4-BE49-F238E27FC236}">
                <a16:creationId xmlns:a16="http://schemas.microsoft.com/office/drawing/2014/main" id="{157CB7E6-B152-4C5D-93A4-DB8EC9FF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7" name="p15-矩形-0097">
            <a:extLst xmlns:a="http://schemas.openxmlformats.org/drawingml/2006/main">
              <a:ext uri="{FF2B5EF4-FFF2-40B4-BE49-F238E27FC236}">
                <a16:creationId xmlns:a16="http://schemas.microsoft.com/office/drawing/2014/main" id="{4A18B523-CBBD-4359-A7EE-77763B6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8" name="p15-矩形-0098">
            <a:extLst xmlns:a="http://schemas.openxmlformats.org/drawingml/2006/main">
              <a:ext uri="{FF2B5EF4-FFF2-40B4-BE49-F238E27FC236}">
                <a16:creationId xmlns:a16="http://schemas.microsoft.com/office/drawing/2014/main" id="{6AD1A0E3-DF08-4E3C-AAF6-A29895F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99" name="p15-矩形-0099">
            <a:extLst xmlns:a="http://schemas.openxmlformats.org/drawingml/2006/main">
              <a:ext uri="{FF2B5EF4-FFF2-40B4-BE49-F238E27FC236}">
                <a16:creationId xmlns:a16="http://schemas.microsoft.com/office/drawing/2014/main" id="{15E53282-C0D2-4423-9F60-07049E89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0" name="p15-矩形-0100">
            <a:extLst xmlns:a="http://schemas.openxmlformats.org/drawingml/2006/main">
              <a:ext uri="{FF2B5EF4-FFF2-40B4-BE49-F238E27FC236}">
                <a16:creationId xmlns:a16="http://schemas.microsoft.com/office/drawing/2014/main" id="{5B2CB999-2586-46FC-99E5-5DF7E2DB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1" name="p15-矩形-0101">
            <a:extLst xmlns:a="http://schemas.openxmlformats.org/drawingml/2006/main">
              <a:ext uri="{FF2B5EF4-FFF2-40B4-BE49-F238E27FC236}">
                <a16:creationId xmlns:a16="http://schemas.microsoft.com/office/drawing/2014/main" id="{1CFC5164-6A8F-4833-A216-D0E5702D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2" name="p15-矩形-0102">
            <a:extLst xmlns:a="http://schemas.openxmlformats.org/drawingml/2006/main">
              <a:ext uri="{FF2B5EF4-FFF2-40B4-BE49-F238E27FC236}">
                <a16:creationId xmlns:a16="http://schemas.microsoft.com/office/drawing/2014/main" id="{00932B71-69D0-424A-A601-5481C9F9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3" name="p15-矩形-0103">
            <a:extLst xmlns:a="http://schemas.openxmlformats.org/drawingml/2006/main">
              <a:ext uri="{FF2B5EF4-FFF2-40B4-BE49-F238E27FC236}">
                <a16:creationId xmlns:a16="http://schemas.microsoft.com/office/drawing/2014/main" id="{4C91D7E2-9C14-40E4-89BC-3DF98E9C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4" name="p15-矩形-0104">
            <a:extLst xmlns:a="http://schemas.openxmlformats.org/drawingml/2006/main">
              <a:ext uri="{FF2B5EF4-FFF2-40B4-BE49-F238E27FC236}">
                <a16:creationId xmlns:a16="http://schemas.microsoft.com/office/drawing/2014/main" id="{539ABA5A-9F34-4770-8869-723BE25D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05" name="p15-矩形-0105">
            <a:extLst xmlns:a="http://schemas.openxmlformats.org/drawingml/2006/main">
              <a:ext uri="{FF2B5EF4-FFF2-40B4-BE49-F238E27FC236}">
                <a16:creationId xmlns:a16="http://schemas.microsoft.com/office/drawing/2014/main" id="{2EB02C7E-F056-410F-9ED6-DD278516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3274219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06" name="p15-矩形-0106">
            <a:extLst xmlns:a="http://schemas.openxmlformats.org/drawingml/2006/main">
              <a:ext uri="{FF2B5EF4-FFF2-40B4-BE49-F238E27FC236}">
                <a16:creationId xmlns:a16="http://schemas.microsoft.com/office/drawing/2014/main" id="{D6385E54-D52D-49F0-8479-BDD7069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07" name="p15-矩形-0107">
            <a:extLst xmlns:a="http://schemas.openxmlformats.org/drawingml/2006/main">
              <a:ext uri="{FF2B5EF4-FFF2-40B4-BE49-F238E27FC236}">
                <a16:creationId xmlns:a16="http://schemas.microsoft.com/office/drawing/2014/main" id="{CBB753EB-DFCB-40C4-8CE0-4F772D08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8" name="p15-矩形-0108">
            <a:extLst xmlns:a="http://schemas.openxmlformats.org/drawingml/2006/main">
              <a:ext uri="{FF2B5EF4-FFF2-40B4-BE49-F238E27FC236}">
                <a16:creationId xmlns:a16="http://schemas.microsoft.com/office/drawing/2014/main" id="{3AC9ACA7-A7AB-49FB-8A92-0D08ECD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18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9" name="p15-矩形-0109">
            <a:extLst xmlns:a="http://schemas.openxmlformats.org/drawingml/2006/main">
              <a:ext uri="{FF2B5EF4-FFF2-40B4-BE49-F238E27FC236}">
                <a16:creationId xmlns:a16="http://schemas.microsoft.com/office/drawing/2014/main" id="{2BF25C1A-598F-4F74-9077-97B6B81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27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0" name="p15-矩形-0110">
            <a:extLst xmlns:a="http://schemas.openxmlformats.org/drawingml/2006/main">
              <a:ext uri="{FF2B5EF4-FFF2-40B4-BE49-F238E27FC236}">
                <a16:creationId xmlns:a16="http://schemas.microsoft.com/office/drawing/2014/main" id="{EDEC68A4-3CFF-45C6-BF88-1FCE1F2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6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1" name="p15-矩形-0111">
            <a:extLst xmlns:a="http://schemas.openxmlformats.org/drawingml/2006/main">
              <a:ext uri="{FF2B5EF4-FFF2-40B4-BE49-F238E27FC236}">
                <a16:creationId xmlns:a16="http://schemas.microsoft.com/office/drawing/2014/main" id="{5D9E20FF-C0F1-4CF6-9F36-073ECB3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545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2" name="p15-矩形-0112">
            <a:extLst xmlns:a="http://schemas.openxmlformats.org/drawingml/2006/main">
              <a:ext uri="{FF2B5EF4-FFF2-40B4-BE49-F238E27FC236}">
                <a16:creationId xmlns:a16="http://schemas.microsoft.com/office/drawing/2014/main" id="{D6AAB359-D9E8-469A-9004-F0C15E3D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54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3" name="p15-矩形-0113">
            <a:extLst xmlns:a="http://schemas.openxmlformats.org/drawingml/2006/main">
              <a:ext uri="{FF2B5EF4-FFF2-40B4-BE49-F238E27FC236}">
                <a16:creationId xmlns:a16="http://schemas.microsoft.com/office/drawing/2014/main" id="{F1A93747-F44D-4713-8D9F-5823C68C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4" name="p15-矩形-0114">
            <a:extLst xmlns:a="http://schemas.openxmlformats.org/drawingml/2006/main">
              <a:ext uri="{FF2B5EF4-FFF2-40B4-BE49-F238E27FC236}">
                <a16:creationId xmlns:a16="http://schemas.microsoft.com/office/drawing/2014/main" id="{6CF37630-F512-4D95-927B-5E41394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71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5" name="p15-矩形-0115">
            <a:extLst xmlns:a="http://schemas.openxmlformats.org/drawingml/2006/main">
              <a:ext uri="{FF2B5EF4-FFF2-40B4-BE49-F238E27FC236}">
                <a16:creationId xmlns:a16="http://schemas.microsoft.com/office/drawing/2014/main" id="{CB6D4EF7-B102-4580-AE82-691594C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580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6" name="p15-矩形-0116">
            <a:extLst xmlns:a="http://schemas.openxmlformats.org/drawingml/2006/main">
              <a:ext uri="{FF2B5EF4-FFF2-40B4-BE49-F238E27FC236}">
                <a16:creationId xmlns:a16="http://schemas.microsoft.com/office/drawing/2014/main" id="{022A8DBA-BD8A-44A2-A16D-5B46570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89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7" name="p15-矩形-0117">
            <a:extLst xmlns:a="http://schemas.openxmlformats.org/drawingml/2006/main">
              <a:ext uri="{FF2B5EF4-FFF2-40B4-BE49-F238E27FC236}">
                <a16:creationId xmlns:a16="http://schemas.microsoft.com/office/drawing/2014/main" id="{EC554FD2-B5B1-4BBA-BFE1-13BB9D69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598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8" name="p15-矩形-0118">
            <a:extLst xmlns:a="http://schemas.openxmlformats.org/drawingml/2006/main">
              <a:ext uri="{FF2B5EF4-FFF2-40B4-BE49-F238E27FC236}">
                <a16:creationId xmlns:a16="http://schemas.microsoft.com/office/drawing/2014/main" id="{28C0469A-D801-4664-A650-11CD6CC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07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19" name="p15-矩形-0119">
            <a:extLst xmlns:a="http://schemas.openxmlformats.org/drawingml/2006/main">
              <a:ext uri="{FF2B5EF4-FFF2-40B4-BE49-F238E27FC236}">
                <a16:creationId xmlns:a16="http://schemas.microsoft.com/office/drawing/2014/main" id="{6F00A8BB-5A35-4630-AA57-C50A4C59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616" y="3480197"/>
            <a:ext cx="197984" cy="196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0" name="p15-文本-0120">
            <a:extLst xmlns:a="http://schemas.openxmlformats.org/drawingml/2006/main">
              <a:ext uri="{FF2B5EF4-FFF2-40B4-BE49-F238E27FC236}">
                <a16:creationId xmlns:a16="http://schemas.microsoft.com/office/drawing/2014/main" id="{94A09B8D-04D0-4839-8C88-FCFDC42F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48" y="37568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21" name="p15-文本-0121">
            <a:extLst xmlns:a="http://schemas.openxmlformats.org/drawingml/2006/main">
              <a:ext uri="{FF2B5EF4-FFF2-40B4-BE49-F238E27FC236}">
                <a16:creationId xmlns:a16="http://schemas.microsoft.com/office/drawing/2014/main" id="{8403C09E-7DFD-4D0B-80A5-5B7963D2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11" y="37568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122" name="p15-文本-0122">
            <a:extLst xmlns:a="http://schemas.openxmlformats.org/drawingml/2006/main">
              <a:ext uri="{FF2B5EF4-FFF2-40B4-BE49-F238E27FC236}">
                <a16:creationId xmlns:a16="http://schemas.microsoft.com/office/drawing/2014/main" id="{98C959CA-E36E-4B63-B9F1-DFFDCF45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408" y="3756808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123" name="p15-文本-0123">
            <a:extLst xmlns:a="http://schemas.openxmlformats.org/drawingml/2006/main">
              <a:ext uri="{FF2B5EF4-FFF2-40B4-BE49-F238E27FC236}">
                <a16:creationId xmlns:a16="http://schemas.microsoft.com/office/drawing/2014/main" id="{F74A9A6B-88C6-4CF6-A765-BBCECD5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206601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24" name="p15-文本-0124">
            <a:extLst xmlns:a="http://schemas.openxmlformats.org/drawingml/2006/main">
              <a:ext uri="{FF2B5EF4-FFF2-40B4-BE49-F238E27FC236}">
                <a16:creationId xmlns:a16="http://schemas.microsoft.com/office/drawing/2014/main" id="{BA3E8049-9057-4BE8-94D3-70D128F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3507860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125" name="p15-文本-0125">
            <a:extLst xmlns:a="http://schemas.openxmlformats.org/drawingml/2006/main">
              <a:ext uri="{FF2B5EF4-FFF2-40B4-BE49-F238E27FC236}">
                <a16:creationId xmlns:a16="http://schemas.microsoft.com/office/drawing/2014/main" id="{35E72809-CC14-40C7-8009-F8E1657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747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结构与条件形成输入</a:t>
            </a:r>
          </a:p>
        </p:txBody>
      </p:sp>
      <p:sp>
        <p:nvSpPr>
          <p:cNvPr id="126" name="p15-文本-0126">
            <a:extLst xmlns:a="http://schemas.openxmlformats.org/drawingml/2006/main">
              <a:ext uri="{FF2B5EF4-FFF2-40B4-BE49-F238E27FC236}">
                <a16:creationId xmlns:a16="http://schemas.microsoft.com/office/drawing/2014/main" id="{E05D4106-C965-4E15-9EC7-589CC7DB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037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实验响应作为学习目标</a:t>
            </a:r>
          </a:p>
        </p:txBody>
      </p:sp>
      <p:sp>
        <p:nvSpPr>
          <p:cNvPr id="127" name="p15-文本-0127">
            <a:extLst xmlns:a="http://schemas.openxmlformats.org/drawingml/2006/main">
              <a:ext uri="{FF2B5EF4-FFF2-40B4-BE49-F238E27FC236}">
                <a16:creationId xmlns:a16="http://schemas.microsoft.com/office/drawing/2014/main" id="{73BF03AA-3C77-4577-84F8-79EFE2D7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3277"/>
            <a:ext cx="24443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按样本来源划分训练与验证</a:t>
            </a:r>
          </a:p>
        </p:txBody>
      </p:sp>
      <p:sp>
        <p:nvSpPr>
          <p:cNvPr id="128" name="p15-路径-0128">
            <a:extLst xmlns:a="http://schemas.openxmlformats.org/drawingml/2006/main">
              <a:ext uri="{FF2B5EF4-FFF2-40B4-BE49-F238E27FC236}">
                <a16:creationId xmlns:a16="http://schemas.microsoft.com/office/drawing/2014/main" id="{6A09CAE0-9908-4EAB-920D-E45B66A6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72537"/>
            <a:ext cx="419100" cy="188976"/>
          </a:xfrm>
          <a:custGeom xmlns:a="http://schemas.openxmlformats.org/drawingml/2006/main">
            <a:pathLst>
              <a:path w="419100" h="188976">
                <a:moveTo>
                  <a:pt x="0" y="142113"/>
                </a:moveTo>
                <a:lnTo>
                  <a:pt x="266700" y="142113"/>
                </a:lnTo>
                <a:lnTo>
                  <a:pt x="266700" y="188976"/>
                </a:lnTo>
                <a:lnTo>
                  <a:pt x="419100" y="94488"/>
                </a:lnTo>
                <a:lnTo>
                  <a:pt x="266700" y="0"/>
                </a:lnTo>
                <a:lnTo>
                  <a:pt x="266700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9" name="p15-矩形-0129">
            <a:extLst xmlns:a="http://schemas.openxmlformats.org/drawingml/2006/main">
              <a:ext uri="{FF2B5EF4-FFF2-40B4-BE49-F238E27FC236}">
                <a16:creationId xmlns:a16="http://schemas.microsoft.com/office/drawing/2014/main" id="{3F92EC6F-EBBC-4538-9F81-F00E90A2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00175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0" name="p15-文本-0130">
            <a:extLst xmlns:a="http://schemas.openxmlformats.org/drawingml/2006/main">
              <a:ext uri="{FF2B5EF4-FFF2-40B4-BE49-F238E27FC236}">
                <a16:creationId xmlns:a16="http://schemas.microsoft.com/office/drawing/2014/main" id="{1B46ED00-00BD-45C1-A037-7C8A1F6D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185" y="142169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模型与评估</a:t>
            </a:r>
          </a:p>
        </p:txBody>
      </p:sp>
      <p:sp>
        <p:nvSpPr>
          <p:cNvPr id="131" name="p15-线-0131">
            <a:extLst xmlns:a="http://schemas.openxmlformats.org/drawingml/2006/main">
              <a:ext uri="{FF2B5EF4-FFF2-40B4-BE49-F238E27FC236}">
                <a16:creationId xmlns:a16="http://schemas.microsoft.com/office/drawing/2014/main" id="{66BACC34-20A9-48DD-961E-A96F053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38575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32" name="p15-线-0132">
            <a:extLst xmlns:a="http://schemas.openxmlformats.org/drawingml/2006/main">
              <a:ext uri="{FF2B5EF4-FFF2-40B4-BE49-F238E27FC236}">
                <a16:creationId xmlns:a16="http://schemas.microsoft.com/office/drawing/2014/main" id="{97752E1F-71A0-4A82-9D7D-00592436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00275"/>
            <a:ext cx="95" cy="1638300"/>
          </a:xfrm>
          <a:custGeom xmlns:a="http://schemas.openxmlformats.org/drawingml/2006/main">
            <a:pathLst>
              <a:path w="95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33" name="p15-线-0133">
            <a:extLst xmlns:a="http://schemas.openxmlformats.org/drawingml/2006/main">
              <a:ext uri="{FF2B5EF4-FFF2-40B4-BE49-F238E27FC236}">
                <a16:creationId xmlns:a16="http://schemas.microsoft.com/office/drawing/2014/main" id="{4CB92625-4E2D-4612-81EE-C4E19F9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00275"/>
            <a:ext cx="2381250" cy="1638300"/>
          </a:xfrm>
          <a:custGeom xmlns:a="http://schemas.openxmlformats.org/drawingml/2006/main">
            <a:pathLst>
              <a:path w="2381250" h="1638300">
                <a:moveTo>
                  <a:pt x="0" y="163830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134" name="p15-椭圆-0134">
            <a:extLst xmlns:a="http://schemas.openxmlformats.org/drawingml/2006/main">
              <a:ext uri="{FF2B5EF4-FFF2-40B4-BE49-F238E27FC236}">
                <a16:creationId xmlns:a16="http://schemas.microsoft.com/office/drawing/2014/main" id="{5941EDA9-7BD8-4206-B0E4-EF396AAA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95" y="3758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5" name="p15-椭圆-0135">
            <a:extLst xmlns:a="http://schemas.openxmlformats.org/drawingml/2006/main">
              <a:ext uri="{FF2B5EF4-FFF2-40B4-BE49-F238E27FC236}">
                <a16:creationId xmlns:a16="http://schemas.microsoft.com/office/drawing/2014/main" id="{FA671CF6-9C07-42D1-B541-EDC5C4C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788" y="26189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6" name="p15-椭圆-0136">
            <a:extLst xmlns:a="http://schemas.openxmlformats.org/drawingml/2006/main">
              <a:ext uri="{FF2B5EF4-FFF2-40B4-BE49-F238E27FC236}">
                <a16:creationId xmlns:a16="http://schemas.microsoft.com/office/drawing/2014/main" id="{5AC79B45-BD93-4383-A811-925D079E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232" y="34912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7" name="p15-椭圆-0137">
            <a:extLst xmlns:a="http://schemas.openxmlformats.org/drawingml/2006/main">
              <a:ext uri="{FF2B5EF4-FFF2-40B4-BE49-F238E27FC236}">
                <a16:creationId xmlns:a16="http://schemas.microsoft.com/office/drawing/2014/main" id="{7634DBFF-E871-4E3B-9F28-290C02B1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25" y="25577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8" name="p15-椭圆-0138">
            <a:extLst xmlns:a="http://schemas.openxmlformats.org/drawingml/2006/main">
              <a:ext uri="{FF2B5EF4-FFF2-40B4-BE49-F238E27FC236}">
                <a16:creationId xmlns:a16="http://schemas.microsoft.com/office/drawing/2014/main" id="{CAA38970-8E59-4ADC-B58F-D57722D3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369" y="290571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9" name="p15-椭圆-0139">
            <a:extLst xmlns:a="http://schemas.openxmlformats.org/drawingml/2006/main">
              <a:ext uri="{FF2B5EF4-FFF2-40B4-BE49-F238E27FC236}">
                <a16:creationId xmlns:a16="http://schemas.microsoft.com/office/drawing/2014/main" id="{8ECCC065-07C8-4FA4-9BA7-B7AC9120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812" y="35623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0" name="p15-椭圆-0140">
            <a:extLst xmlns:a="http://schemas.openxmlformats.org/drawingml/2006/main">
              <a:ext uri="{FF2B5EF4-FFF2-40B4-BE49-F238E27FC236}">
                <a16:creationId xmlns:a16="http://schemas.microsoft.com/office/drawing/2014/main" id="{F1DD0D21-8FCD-42F6-9A31-666C57CB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06" y="281549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1" name="p15-椭圆-0141">
            <a:extLst xmlns:a="http://schemas.openxmlformats.org/drawingml/2006/main">
              <a:ext uri="{FF2B5EF4-FFF2-40B4-BE49-F238E27FC236}">
                <a16:creationId xmlns:a16="http://schemas.microsoft.com/office/drawing/2014/main" id="{5EAABBD1-225E-4E78-B5E1-A2A1F4A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949" y="330523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2" name="p15-椭圆-0142">
            <a:extLst xmlns:a="http://schemas.openxmlformats.org/drawingml/2006/main">
              <a:ext uri="{FF2B5EF4-FFF2-40B4-BE49-F238E27FC236}">
                <a16:creationId xmlns:a16="http://schemas.microsoft.com/office/drawing/2014/main" id="{BE62A721-6D80-4133-AA8A-021147D2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642" y="22189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3" name="p15-椭圆-0143">
            <a:extLst xmlns:a="http://schemas.openxmlformats.org/drawingml/2006/main">
              <a:ext uri="{FF2B5EF4-FFF2-40B4-BE49-F238E27FC236}">
                <a16:creationId xmlns:a16="http://schemas.microsoft.com/office/drawing/2014/main" id="{E6E6EBAB-5B76-4D7D-99C1-DED27BB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086" y="292655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4" name="p15-椭圆-0144">
            <a:extLst xmlns:a="http://schemas.openxmlformats.org/drawingml/2006/main">
              <a:ext uri="{FF2B5EF4-FFF2-40B4-BE49-F238E27FC236}">
                <a16:creationId xmlns:a16="http://schemas.microsoft.com/office/drawing/2014/main" id="{8013FEEF-066A-41A8-8F24-7D0FBB0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29" y="36771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5" name="p15-椭圆-0145">
            <a:extLst xmlns:a="http://schemas.openxmlformats.org/drawingml/2006/main">
              <a:ext uri="{FF2B5EF4-FFF2-40B4-BE49-F238E27FC236}">
                <a16:creationId xmlns:a16="http://schemas.microsoft.com/office/drawing/2014/main" id="{9453A443-78FF-49CA-99D1-20667A51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223" y="23953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6" name="p15-椭圆-0146">
            <a:extLst xmlns:a="http://schemas.openxmlformats.org/drawingml/2006/main">
              <a:ext uri="{FF2B5EF4-FFF2-40B4-BE49-F238E27FC236}">
                <a16:creationId xmlns:a16="http://schemas.microsoft.com/office/drawing/2014/main" id="{85DB868C-2FD3-4844-9A9A-DED2D7E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666" y="30029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7" name="p15-椭圆-0147">
            <a:extLst xmlns:a="http://schemas.openxmlformats.org/drawingml/2006/main">
              <a:ext uri="{FF2B5EF4-FFF2-40B4-BE49-F238E27FC236}">
                <a16:creationId xmlns:a16="http://schemas.microsoft.com/office/drawing/2014/main" id="{9D2B1E15-9F7F-4048-8FD8-21124ABA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110" y="3758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8" name="p15-椭圆-0148">
            <a:extLst xmlns:a="http://schemas.openxmlformats.org/drawingml/2006/main">
              <a:ext uri="{FF2B5EF4-FFF2-40B4-BE49-F238E27FC236}">
                <a16:creationId xmlns:a16="http://schemas.microsoft.com/office/drawing/2014/main" id="{F751BD90-B421-4F2E-A7F4-3A80107B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803" y="28014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9" name="p15-椭圆-0149">
            <a:extLst xmlns:a="http://schemas.openxmlformats.org/drawingml/2006/main">
              <a:ext uri="{FF2B5EF4-FFF2-40B4-BE49-F238E27FC236}">
                <a16:creationId xmlns:a16="http://schemas.microsoft.com/office/drawing/2014/main" id="{77AC2065-D8E6-48CE-B1EE-0AC143AB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47" y="31868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0" name="p15-椭圆-0150">
            <a:extLst xmlns:a="http://schemas.openxmlformats.org/drawingml/2006/main">
              <a:ext uri="{FF2B5EF4-FFF2-40B4-BE49-F238E27FC236}">
                <a16:creationId xmlns:a16="http://schemas.microsoft.com/office/drawing/2014/main" id="{FD7514E9-C9EB-48DA-BD1F-4B92DBE8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940" y="23606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1" name="p15-椭圆-0151">
            <a:extLst xmlns:a="http://schemas.openxmlformats.org/drawingml/2006/main">
              <a:ext uri="{FF2B5EF4-FFF2-40B4-BE49-F238E27FC236}">
                <a16:creationId xmlns:a16="http://schemas.microsoft.com/office/drawing/2014/main" id="{829D92DD-40D7-4C68-B7CF-04C3E9F9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383" y="315300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2" name="p15-椭圆-0152">
            <a:extLst xmlns:a="http://schemas.openxmlformats.org/drawingml/2006/main">
              <a:ext uri="{FF2B5EF4-FFF2-40B4-BE49-F238E27FC236}">
                <a16:creationId xmlns:a16="http://schemas.microsoft.com/office/drawing/2014/main" id="{CC76731B-2177-48DA-A858-F641351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827" y="35265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3" name="p15-椭圆-0153">
            <a:extLst xmlns:a="http://schemas.openxmlformats.org/drawingml/2006/main">
              <a:ext uri="{FF2B5EF4-FFF2-40B4-BE49-F238E27FC236}">
                <a16:creationId xmlns:a16="http://schemas.microsoft.com/office/drawing/2014/main" id="{21DB33CD-AF0F-47D7-90B3-5F3905A5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520" y="24472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4" name="p15-椭圆-0154">
            <a:extLst xmlns:a="http://schemas.openxmlformats.org/drawingml/2006/main">
              <a:ext uri="{FF2B5EF4-FFF2-40B4-BE49-F238E27FC236}">
                <a16:creationId xmlns:a16="http://schemas.microsoft.com/office/drawing/2014/main" id="{914F9304-C847-4820-BE17-CD321F9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964" y="33516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5" name="p15-椭圆-0155">
            <a:extLst xmlns:a="http://schemas.openxmlformats.org/drawingml/2006/main">
              <a:ext uri="{FF2B5EF4-FFF2-40B4-BE49-F238E27FC236}">
                <a16:creationId xmlns:a16="http://schemas.microsoft.com/office/drawing/2014/main" id="{15170FAC-81DA-46B9-A010-3D910B8B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657" y="22956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6" name="p15-椭圆-0156">
            <a:extLst xmlns:a="http://schemas.openxmlformats.org/drawingml/2006/main">
              <a:ext uri="{FF2B5EF4-FFF2-40B4-BE49-F238E27FC236}">
                <a16:creationId xmlns:a16="http://schemas.microsoft.com/office/drawing/2014/main" id="{70010610-E3CA-4E61-9CBD-8BA1806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101" y="26599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7" name="p15-椭圆-0157">
            <a:extLst xmlns:a="http://schemas.openxmlformats.org/drawingml/2006/main">
              <a:ext uri="{FF2B5EF4-FFF2-40B4-BE49-F238E27FC236}">
                <a16:creationId xmlns:a16="http://schemas.microsoft.com/office/drawing/2014/main" id="{F0E465D8-2138-4BC2-93A7-2157F59B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44" y="34327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8" name="p15-椭圆-0158">
            <a:extLst xmlns:a="http://schemas.openxmlformats.org/drawingml/2006/main">
              <a:ext uri="{FF2B5EF4-FFF2-40B4-BE49-F238E27FC236}">
                <a16:creationId xmlns:a16="http://schemas.microsoft.com/office/drawing/2014/main" id="{C1044177-D0B1-4EDD-810D-1EE0F823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37" y="26234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9" name="p15-椭圆-0159">
            <a:extLst xmlns:a="http://schemas.openxmlformats.org/drawingml/2006/main">
              <a:ext uri="{FF2B5EF4-FFF2-40B4-BE49-F238E27FC236}">
                <a16:creationId xmlns:a16="http://schemas.microsoft.com/office/drawing/2014/main" id="{686ACCCD-5181-4BA6-A713-6D28DB9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681" y="30217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0" name="p15-椭圆-0160">
            <a:extLst xmlns:a="http://schemas.openxmlformats.org/drawingml/2006/main">
              <a:ext uri="{FF2B5EF4-FFF2-40B4-BE49-F238E27FC236}">
                <a16:creationId xmlns:a16="http://schemas.microsoft.com/office/drawing/2014/main" id="{AB32DD6D-2335-4B1E-8B5D-6BCFC44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24" y="35343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1" name="p15-椭圆-0161">
            <a:extLst xmlns:a="http://schemas.openxmlformats.org/drawingml/2006/main">
              <a:ext uri="{FF2B5EF4-FFF2-40B4-BE49-F238E27FC236}">
                <a16:creationId xmlns:a16="http://schemas.microsoft.com/office/drawing/2014/main" id="{D0E1EB61-FDB9-4B0D-8CED-D915654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18" y="27940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2" name="p15-椭圆-0162">
            <a:extLst xmlns:a="http://schemas.openxmlformats.org/drawingml/2006/main">
              <a:ext uri="{FF2B5EF4-FFF2-40B4-BE49-F238E27FC236}">
                <a16:creationId xmlns:a16="http://schemas.microsoft.com/office/drawing/2014/main" id="{91CAFC7F-31C8-4F5D-98BA-8247A0BC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261" y="34253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3" name="p15-椭圆-0163">
            <a:extLst xmlns:a="http://schemas.openxmlformats.org/drawingml/2006/main">
              <a:ext uri="{FF2B5EF4-FFF2-40B4-BE49-F238E27FC236}">
                <a16:creationId xmlns:a16="http://schemas.microsoft.com/office/drawing/2014/main" id="{395D9825-1457-44AA-A08E-80FA992F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955" y="22189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4" name="p15-椭圆-0164">
            <a:extLst xmlns:a="http://schemas.openxmlformats.org/drawingml/2006/main">
              <a:ext uri="{FF2B5EF4-FFF2-40B4-BE49-F238E27FC236}">
                <a16:creationId xmlns:a16="http://schemas.microsoft.com/office/drawing/2014/main" id="{E83D0EB5-5666-4B27-BD3C-81212E0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398" y="28672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5" name="p15-椭圆-0165">
            <a:extLst xmlns:a="http://schemas.openxmlformats.org/drawingml/2006/main">
              <a:ext uri="{FF2B5EF4-FFF2-40B4-BE49-F238E27FC236}">
                <a16:creationId xmlns:a16="http://schemas.microsoft.com/office/drawing/2014/main" id="{0F3BDCC4-BE9E-4CD8-A4B2-E2071796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842" y="37266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6" name="p15-椭圆-0166">
            <a:extLst xmlns:a="http://schemas.openxmlformats.org/drawingml/2006/main">
              <a:ext uri="{FF2B5EF4-FFF2-40B4-BE49-F238E27FC236}">
                <a16:creationId xmlns:a16="http://schemas.microsoft.com/office/drawing/2014/main" id="{DFD469D2-B51A-49B0-8573-CED32480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5" y="25185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7" name="p15-椭圆-0167">
            <a:extLst xmlns:a="http://schemas.openxmlformats.org/drawingml/2006/main">
              <a:ext uri="{FF2B5EF4-FFF2-40B4-BE49-F238E27FC236}">
                <a16:creationId xmlns:a16="http://schemas.microsoft.com/office/drawing/2014/main" id="{1B17F6F8-BF4E-4C64-A8E8-79B0E297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978" y="29881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8" name="p15-椭圆-0168">
            <a:extLst xmlns:a="http://schemas.openxmlformats.org/drawingml/2006/main">
              <a:ext uri="{FF2B5EF4-FFF2-40B4-BE49-F238E27FC236}">
                <a16:creationId xmlns:a16="http://schemas.microsoft.com/office/drawing/2014/main" id="{78D86D10-50A7-4BA6-94A6-2AEFACE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422" y="3758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9" name="p15-椭圆-0169">
            <a:extLst xmlns:a="http://schemas.openxmlformats.org/drawingml/2006/main">
              <a:ext uri="{FF2B5EF4-FFF2-40B4-BE49-F238E27FC236}">
                <a16:creationId xmlns:a16="http://schemas.microsoft.com/office/drawing/2014/main" id="{FAE04017-CA15-42FC-BDD6-FED89BF3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115" y="29131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0" name="p15-椭圆-0170">
            <a:extLst xmlns:a="http://schemas.openxmlformats.org/drawingml/2006/main">
              <a:ext uri="{FF2B5EF4-FFF2-40B4-BE49-F238E27FC236}">
                <a16:creationId xmlns:a16="http://schemas.microsoft.com/office/drawing/2014/main" id="{5C835038-DBD5-466E-AD33-6513BE3C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59" y="32599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1" name="p15-椭圆-0171">
            <a:extLst xmlns:a="http://schemas.openxmlformats.org/drawingml/2006/main">
              <a:ext uri="{FF2B5EF4-FFF2-40B4-BE49-F238E27FC236}">
                <a16:creationId xmlns:a16="http://schemas.microsoft.com/office/drawing/2014/main" id="{27C2BE0C-39EA-46E7-A040-EE54526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252" y="230349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2" name="p15-椭圆-0172">
            <a:extLst xmlns:a="http://schemas.openxmlformats.org/drawingml/2006/main">
              <a:ext uri="{FF2B5EF4-FFF2-40B4-BE49-F238E27FC236}">
                <a16:creationId xmlns:a16="http://schemas.microsoft.com/office/drawing/2014/main" id="{45FA02B0-EE3C-43F4-949B-88FBAC62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696" y="31860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3" name="p15-椭圆-0173">
            <a:extLst xmlns:a="http://schemas.openxmlformats.org/drawingml/2006/main">
              <a:ext uri="{FF2B5EF4-FFF2-40B4-BE49-F238E27FC236}">
                <a16:creationId xmlns:a16="http://schemas.microsoft.com/office/drawing/2014/main" id="{CCB3D8D9-DA1A-4A86-88E8-5144586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39" y="36541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4" name="p15-椭圆-0174">
            <a:extLst xmlns:a="http://schemas.openxmlformats.org/drawingml/2006/main">
              <a:ext uri="{FF2B5EF4-FFF2-40B4-BE49-F238E27FC236}">
                <a16:creationId xmlns:a16="http://schemas.microsoft.com/office/drawing/2014/main" id="{26374D4A-DD79-4B46-89B8-C3FAFAA6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832" y="24472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5" name="p15-椭圆-0175">
            <a:extLst xmlns:a="http://schemas.openxmlformats.org/drawingml/2006/main">
              <a:ext uri="{FF2B5EF4-FFF2-40B4-BE49-F238E27FC236}">
                <a16:creationId xmlns:a16="http://schemas.microsoft.com/office/drawing/2014/main" id="{F0FA6D6F-158A-4533-87A4-313DC742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276" y="33076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6" name="p15-椭圆-0176">
            <a:extLst xmlns:a="http://schemas.openxmlformats.org/drawingml/2006/main">
              <a:ext uri="{FF2B5EF4-FFF2-40B4-BE49-F238E27FC236}">
                <a16:creationId xmlns:a16="http://schemas.microsoft.com/office/drawing/2014/main" id="{7F2C4F4E-7954-4941-8E70-AD5A5011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969" y="23965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7" name="p15-椭圆-0177">
            <a:extLst xmlns:a="http://schemas.openxmlformats.org/drawingml/2006/main">
              <a:ext uri="{FF2B5EF4-FFF2-40B4-BE49-F238E27FC236}">
                <a16:creationId xmlns:a16="http://schemas.microsoft.com/office/drawing/2014/main" id="{7739818D-2385-40C8-9CCF-133E200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413" y="274760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8" name="p15-椭圆-0178">
            <a:extLst xmlns:a="http://schemas.openxmlformats.org/drawingml/2006/main">
              <a:ext uri="{FF2B5EF4-FFF2-40B4-BE49-F238E27FC236}">
                <a16:creationId xmlns:a16="http://schemas.microsoft.com/office/drawing/2014/main" id="{170CABE7-AD8C-4010-B075-0B6503D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56" y="33806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9" name="p15-文本-0179">
            <a:extLst xmlns:a="http://schemas.openxmlformats.org/drawingml/2006/main">
              <a:ext uri="{FF2B5EF4-FFF2-40B4-BE49-F238E27FC236}">
                <a16:creationId xmlns:a16="http://schemas.microsoft.com/office/drawing/2014/main" id="{63C48F7C-2A5B-418D-A663-DCDB870E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165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80" name="p15-文本-0180">
            <a:extLst xmlns:a="http://schemas.openxmlformats.org/drawingml/2006/main">
              <a:ext uri="{FF2B5EF4-FFF2-40B4-BE49-F238E27FC236}">
                <a16:creationId xmlns:a16="http://schemas.microsoft.com/office/drawing/2014/main" id="{69E4463D-6579-488A-88D8-9823D7F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392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81" name="p15-文本-0181">
            <a:extLst xmlns:a="http://schemas.openxmlformats.org/drawingml/2006/main">
              <a:ext uri="{FF2B5EF4-FFF2-40B4-BE49-F238E27FC236}">
                <a16:creationId xmlns:a16="http://schemas.microsoft.com/office/drawing/2014/main" id="{54FEE5BB-72BF-48C7-BE69-44B355B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22755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比较预测与独立观测</a:t>
            </a:r>
          </a:p>
        </p:txBody>
      </p:sp>
      <p:sp>
        <p:nvSpPr>
          <p:cNvPr id="182" name="p15-文本-0182">
            <a:extLst xmlns:a="http://schemas.openxmlformats.org/drawingml/2006/main">
              <a:ext uri="{FF2B5EF4-FFF2-40B4-BE49-F238E27FC236}">
                <a16:creationId xmlns:a16="http://schemas.microsoft.com/office/drawing/2014/main" id="{A14DACA2-F1FD-42F1-9278-858BB2D1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560931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检查误差随条件的变化</a:t>
            </a:r>
          </a:p>
        </p:txBody>
      </p:sp>
      <p:sp>
        <p:nvSpPr>
          <p:cNvPr id="183" name="p15-文本-0183">
            <a:extLst xmlns:a="http://schemas.openxmlformats.org/drawingml/2006/main">
              <a:ext uri="{FF2B5EF4-FFF2-40B4-BE49-F238E27FC236}">
                <a16:creationId xmlns:a16="http://schemas.microsoft.com/office/drawing/2014/main" id="{D2F83F46-4994-49B5-91BF-8FB4BC7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94306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记录适用范围与不确定性</a:t>
            </a:r>
          </a:p>
        </p:txBody>
      </p:sp>
      <p:sp>
        <p:nvSpPr>
          <p:cNvPr id="184" name="p15-路径-0184">
            <a:extLst xmlns:a="http://schemas.openxmlformats.org/drawingml/2006/main">
              <a:ext uri="{FF2B5EF4-FFF2-40B4-BE49-F238E27FC236}">
                <a16:creationId xmlns:a16="http://schemas.microsoft.com/office/drawing/2014/main" id="{1678C2EB-DF64-4262-9782-22867AC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72537"/>
            <a:ext cx="428625" cy="188976"/>
          </a:xfrm>
          <a:custGeom xmlns:a="http://schemas.openxmlformats.org/drawingml/2006/main">
            <a:pathLst>
              <a:path w="428625" h="188976">
                <a:moveTo>
                  <a:pt x="0" y="142113"/>
                </a:moveTo>
                <a:lnTo>
                  <a:pt x="276225" y="142113"/>
                </a:lnTo>
                <a:lnTo>
                  <a:pt x="276225" y="188976"/>
                </a:lnTo>
                <a:lnTo>
                  <a:pt x="428625" y="94488"/>
                </a:lnTo>
                <a:lnTo>
                  <a:pt x="276225" y="0"/>
                </a:lnTo>
                <a:lnTo>
                  <a:pt x="276225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5" name="p15-矩形-0185">
            <a:extLst xmlns:a="http://schemas.openxmlformats.org/drawingml/2006/main">
              <a:ext uri="{FF2B5EF4-FFF2-40B4-BE49-F238E27FC236}">
                <a16:creationId xmlns:a16="http://schemas.microsoft.com/office/drawing/2014/main" id="{CDFDF0D1-D115-4FC7-9023-4A45F49C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0175"/>
            <a:ext cx="3295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6" name="p15-文本-0186">
            <a:extLst xmlns:a="http://schemas.openxmlformats.org/drawingml/2006/main">
              <a:ext uri="{FF2B5EF4-FFF2-40B4-BE49-F238E27FC236}">
                <a16:creationId xmlns:a16="http://schemas.microsoft.com/office/drawing/2014/main" id="{0E913420-E163-4C3C-90AF-D7936213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860" y="1421699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推荐与检验</a:t>
            </a:r>
          </a:p>
        </p:txBody>
      </p:sp>
      <p:sp>
        <p:nvSpPr>
          <p:cNvPr id="187" name="p15-线-0187">
            <a:extLst xmlns:a="http://schemas.openxmlformats.org/drawingml/2006/main">
              <a:ext uri="{FF2B5EF4-FFF2-40B4-BE49-F238E27FC236}">
                <a16:creationId xmlns:a16="http://schemas.microsoft.com/office/drawing/2014/main" id="{9C0B7E6B-2D91-4B07-89FF-3BD99F8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2571750" cy="95"/>
          </a:xfrm>
          <a:custGeom xmlns:a="http://schemas.openxmlformats.org/drawingml/2006/main">
            <a:pathLst>
              <a:path w="2571750" h="9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88" name="p15-线-0188">
            <a:extLst xmlns:a="http://schemas.openxmlformats.org/drawingml/2006/main">
              <a:ext uri="{FF2B5EF4-FFF2-40B4-BE49-F238E27FC236}">
                <a16:creationId xmlns:a16="http://schemas.microsoft.com/office/drawing/2014/main" id="{0D97B3A9-2A80-4AD7-830D-1966EA1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0275"/>
            <a:ext cx="95" cy="1638300"/>
          </a:xfrm>
          <a:custGeom xmlns:a="http://schemas.openxmlformats.org/drawingml/2006/main">
            <a:pathLst>
              <a:path w="95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89" name="p15-矩形-0189">
            <a:extLst xmlns:a="http://schemas.openxmlformats.org/drawingml/2006/main">
              <a:ext uri="{FF2B5EF4-FFF2-40B4-BE49-F238E27FC236}">
                <a16:creationId xmlns:a16="http://schemas.microsoft.com/office/drawing/2014/main" id="{89D8FA01-ADF7-4C2A-AE53-D17F0CA2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067" y="3216021"/>
            <a:ext cx="321469" cy="622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0" name="p15-线-0190">
            <a:extLst xmlns:a="http://schemas.openxmlformats.org/drawingml/2006/main">
              <a:ext uri="{FF2B5EF4-FFF2-40B4-BE49-F238E27FC236}">
                <a16:creationId xmlns:a16="http://schemas.microsoft.com/office/drawing/2014/main" id="{BE46CC5A-EDE1-479F-89E2-4387E331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801" y="3139821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1" name="p15-线-0191">
            <a:extLst xmlns:a="http://schemas.openxmlformats.org/drawingml/2006/main">
              <a:ext uri="{FF2B5EF4-FFF2-40B4-BE49-F238E27FC236}">
                <a16:creationId xmlns:a16="http://schemas.microsoft.com/office/drawing/2014/main" id="{0831CF4D-BD9B-49DF-98C0-A183780A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651" y="3139821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2" name="p15-文本-0192">
            <a:extLst xmlns:a="http://schemas.openxmlformats.org/drawingml/2006/main">
              <a:ext uri="{FF2B5EF4-FFF2-40B4-BE49-F238E27FC236}">
                <a16:creationId xmlns:a16="http://schemas.microsoft.com/office/drawing/2014/main" id="{3BED4AB2-3E72-4240-ABA6-E1B13FE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02" y="3929295"/>
            <a:ext cx="13439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193" name="p15-矩形-0193">
            <a:extLst xmlns:a="http://schemas.openxmlformats.org/drawingml/2006/main">
              <a:ext uri="{FF2B5EF4-FFF2-40B4-BE49-F238E27FC236}">
                <a16:creationId xmlns:a16="http://schemas.microsoft.com/office/drawing/2014/main" id="{234EF341-8899-4C32-A5D1-78E1E4F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004" y="2675382"/>
            <a:ext cx="321469" cy="1163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194" name="p15-线-0194">
            <a:extLst xmlns:a="http://schemas.openxmlformats.org/drawingml/2006/main">
              <a:ext uri="{FF2B5EF4-FFF2-40B4-BE49-F238E27FC236}">
                <a16:creationId xmlns:a16="http://schemas.microsoft.com/office/drawing/2014/main" id="{989AE534-97BA-4685-A115-06B949D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739" y="2599182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5" name="p15-线-0195">
            <a:extLst xmlns:a="http://schemas.openxmlformats.org/drawingml/2006/main">
              <a:ext uri="{FF2B5EF4-FFF2-40B4-BE49-F238E27FC236}">
                <a16:creationId xmlns:a16="http://schemas.microsoft.com/office/drawing/2014/main" id="{D99362FB-C6B5-49B2-8E3B-466FF73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589" y="2599182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6" name="p15-文本-0196">
            <a:extLst xmlns:a="http://schemas.openxmlformats.org/drawingml/2006/main">
              <a:ext uri="{FF2B5EF4-FFF2-40B4-BE49-F238E27FC236}">
                <a16:creationId xmlns:a16="http://schemas.microsoft.com/office/drawing/2014/main" id="{70096CA9-1F62-48A7-AFDA-02514E4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207" y="3929295"/>
            <a:ext cx="127064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197" name="p15-矩形-0197">
            <a:extLst xmlns:a="http://schemas.openxmlformats.org/drawingml/2006/main">
              <a:ext uri="{FF2B5EF4-FFF2-40B4-BE49-F238E27FC236}">
                <a16:creationId xmlns:a16="http://schemas.microsoft.com/office/drawing/2014/main" id="{FD9D69DF-DC75-4C91-9CBD-24DAF56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942" y="2822829"/>
            <a:ext cx="321469" cy="1015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198" name="p15-线-0198">
            <a:extLst xmlns:a="http://schemas.openxmlformats.org/drawingml/2006/main">
              <a:ext uri="{FF2B5EF4-FFF2-40B4-BE49-F238E27FC236}">
                <a16:creationId xmlns:a16="http://schemas.microsoft.com/office/drawing/2014/main" id="{ECEC2D9C-7701-4592-A419-A73B1E5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76" y="2746629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199" name="p15-线-0199">
            <a:extLst xmlns:a="http://schemas.openxmlformats.org/drawingml/2006/main">
              <a:ext uri="{FF2B5EF4-FFF2-40B4-BE49-F238E27FC236}">
                <a16:creationId xmlns:a16="http://schemas.microsoft.com/office/drawing/2014/main" id="{353DD204-EA96-41BA-8E04-47C74A0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526" y="2746629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200" name="p15-文本-0200">
            <a:extLst xmlns:a="http://schemas.openxmlformats.org/drawingml/2006/main">
              <a:ext uri="{FF2B5EF4-FFF2-40B4-BE49-F238E27FC236}">
                <a16:creationId xmlns:a16="http://schemas.microsoft.com/office/drawing/2014/main" id="{18B19CBF-D567-42D1-98ED-14BFE3C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144" y="3929295"/>
            <a:ext cx="127064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01" name="p15-矩形-0201">
            <a:extLst xmlns:a="http://schemas.openxmlformats.org/drawingml/2006/main">
              <a:ext uri="{FF2B5EF4-FFF2-40B4-BE49-F238E27FC236}">
                <a16:creationId xmlns:a16="http://schemas.microsoft.com/office/drawing/2014/main" id="{62A0A867-8F61-4582-8DEC-8C7D6E91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5879" y="2446020"/>
            <a:ext cx="321469" cy="13925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02" name="p15-线-0202">
            <a:extLst xmlns:a="http://schemas.openxmlformats.org/drawingml/2006/main">
              <a:ext uri="{FF2B5EF4-FFF2-40B4-BE49-F238E27FC236}">
                <a16:creationId xmlns:a16="http://schemas.microsoft.com/office/drawing/2014/main" id="{CCBCF1D2-7AEF-46FD-A3D0-F8D9A3B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614" y="236982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203" name="p15-线-0203">
            <a:extLst xmlns:a="http://schemas.openxmlformats.org/drawingml/2006/main">
              <a:ext uri="{FF2B5EF4-FFF2-40B4-BE49-F238E27FC236}">
                <a16:creationId xmlns:a16="http://schemas.microsoft.com/office/drawing/2014/main" id="{62BD19FB-DC48-4958-928C-938AAE7B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464" y="236982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5344E"/>
            </a:solidFill>
          </a:ln>
        </p:spPr>
      </p:sp>
      <p:sp>
        <p:nvSpPr>
          <p:cNvPr id="204" name="p15-文本-0204">
            <a:extLst xmlns:a="http://schemas.openxmlformats.org/drawingml/2006/main">
              <a:ext uri="{FF2B5EF4-FFF2-40B4-BE49-F238E27FC236}">
                <a16:creationId xmlns:a16="http://schemas.microsoft.com/office/drawing/2014/main" id="{392BF31B-1E36-4E05-9BD3-B61E3D3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415" y="3929295"/>
            <a:ext cx="13439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D</a:t>
            </a:r>
          </a:p>
        </p:txBody>
      </p:sp>
      <p:sp>
        <p:nvSpPr>
          <p:cNvPr id="205" name="p15-文本-0205">
            <a:extLst xmlns:a="http://schemas.openxmlformats.org/drawingml/2006/main">
              <a:ext uri="{FF2B5EF4-FFF2-40B4-BE49-F238E27FC236}">
                <a16:creationId xmlns:a16="http://schemas.microsoft.com/office/drawing/2014/main" id="{4F82D088-B6D2-4A62-AC5E-6876ED2B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392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相对指标</a:t>
            </a:r>
          </a:p>
        </p:txBody>
      </p:sp>
      <p:sp>
        <p:nvSpPr>
          <p:cNvPr id="206" name="p15-文本-0206">
            <a:extLst xmlns:a="http://schemas.openxmlformats.org/drawingml/2006/main">
              <a:ext uri="{FF2B5EF4-FFF2-40B4-BE49-F238E27FC236}">
                <a16:creationId xmlns:a16="http://schemas.microsoft.com/office/drawing/2014/main" id="{B6619F4B-E9EB-4006-AA8F-EF9A4D76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1747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综合目标与约束排序</a:t>
            </a:r>
          </a:p>
        </p:txBody>
      </p:sp>
      <p:sp>
        <p:nvSpPr>
          <p:cNvPr id="207" name="p15-文本-0207">
            <a:extLst xmlns:a="http://schemas.openxmlformats.org/drawingml/2006/main">
              <a:ext uri="{FF2B5EF4-FFF2-40B4-BE49-F238E27FC236}">
                <a16:creationId xmlns:a16="http://schemas.microsoft.com/office/drawing/2014/main" id="{B1FD0E34-12BE-4351-AF07-9894171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6037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选择可验证的候选条件</a:t>
            </a:r>
          </a:p>
        </p:txBody>
      </p:sp>
      <p:sp>
        <p:nvSpPr>
          <p:cNvPr id="208" name="p15-文本-0208">
            <a:extLst xmlns:a="http://schemas.openxmlformats.org/drawingml/2006/main">
              <a:ext uri="{FF2B5EF4-FFF2-40B4-BE49-F238E27FC236}">
                <a16:creationId xmlns:a16="http://schemas.microsoft.com/office/drawing/2014/main" id="{6A68CFC2-4E7B-4FA2-8F6E-4B7F5430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0327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实验结果用于更新模型</a:t>
            </a:r>
          </a:p>
        </p:txBody>
      </p:sp>
      <p:sp>
        <p:nvSpPr>
          <p:cNvPr id="209" name="p15-矩形-0209">
            <a:extLst xmlns:a="http://schemas.openxmlformats.org/drawingml/2006/main">
              <a:ext uri="{FF2B5EF4-FFF2-40B4-BE49-F238E27FC236}">
                <a16:creationId xmlns:a16="http://schemas.microsoft.com/office/drawing/2014/main" id="{722EF759-95FC-41DF-BE37-A628B02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38800"/>
            <a:ext cx="112109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0" name="p15-文本-0210">
            <a:extLst xmlns:a="http://schemas.openxmlformats.org/drawingml/2006/main">
              <a:ext uri="{FF2B5EF4-FFF2-40B4-BE49-F238E27FC236}">
                <a16:creationId xmlns:a16="http://schemas.microsoft.com/office/drawing/2014/main" id="{D72F6235-A768-4904-8990-CF72E08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434" y="5719660"/>
            <a:ext cx="5255133" cy="36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95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预测排序指导实验选择，实验测量决定实际结论</a:t>
            </a:r>
          </a:p>
        </p:txBody>
      </p:sp>
      <p:sp>
        <p:nvSpPr>
          <p:cNvPr id="211" name="p15-文本-0211">
            <a:extLst xmlns:a="http://schemas.openxmlformats.org/drawingml/2006/main">
              <a:ext uri="{FF2B5EF4-FFF2-40B4-BE49-F238E27FC236}">
                <a16:creationId xmlns:a16="http://schemas.microsoft.com/office/drawing/2014/main" id="{ECCABAD8-3237-4A64-9D61-73F97BC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15</a:t>
            </a:r>
          </a:p>
        </p:txBody>
      </p:sp>
    </p:spTree>
    <p:extLst>
      <p:ext uri="{BB962C8B-B14F-4D97-AF65-F5344CB8AC3E}">
        <p14:creationId xmlns:p14="http://schemas.microsoft.com/office/powerpoint/2010/main" val="20035058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p16-矩形-0001">
            <a:extLst xmlns:a="http://schemas.openxmlformats.org/drawingml/2006/main">
              <a:ext uri="{FF2B5EF4-FFF2-40B4-BE49-F238E27FC236}">
                <a16:creationId xmlns:a16="http://schemas.microsoft.com/office/drawing/2014/main" id="{55A51CD5-F954-470E-8283-EE083DE1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6-矩形-0002">
            <a:extLst xmlns:a="http://schemas.openxmlformats.org/drawingml/2006/main">
              <a:ext uri="{FF2B5EF4-FFF2-40B4-BE49-F238E27FC236}">
                <a16:creationId xmlns:a16="http://schemas.microsoft.com/office/drawing/2014/main" id="{7AFC2549-097F-465D-956C-B6BC61B6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6-文本-0003">
            <a:extLst xmlns:a="http://schemas.openxmlformats.org/drawingml/2006/main">
              <a:ext uri="{FF2B5EF4-FFF2-40B4-BE49-F238E27FC236}">
                <a16:creationId xmlns:a16="http://schemas.microsoft.com/office/drawing/2014/main" id="{969EF116-1B7A-4E54-BAB3-86A6159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2243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性能评价同时关注响应变化与跨条件一致性</a:t>
            </a:r>
          </a:p>
        </p:txBody>
      </p:sp>
      <p:sp>
        <p:nvSpPr>
          <p:cNvPr id="4" name="p16-文本-0004">
            <a:extLst xmlns:a="http://schemas.openxmlformats.org/drawingml/2006/main">
              <a:ext uri="{FF2B5EF4-FFF2-40B4-BE49-F238E27FC236}">
                <a16:creationId xmlns:a16="http://schemas.microsoft.com/office/drawing/2014/main" id="{2C9FD5C4-4FAC-4DF5-917C-09A622C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2022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两个证据维度连接动态响应、测量误差与跨条件表现</a:t>
            </a:r>
          </a:p>
        </p:txBody>
      </p:sp>
      <p:sp>
        <p:nvSpPr>
          <p:cNvPr id="5" name="p16-线-0005">
            <a:extLst xmlns:a="http://schemas.openxmlformats.org/drawingml/2006/main">
              <a:ext uri="{FF2B5EF4-FFF2-40B4-BE49-F238E27FC236}">
                <a16:creationId xmlns:a16="http://schemas.microsoft.com/office/drawing/2014/main" id="{F5748FA4-65FC-410A-85EB-443FDB1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6-矩形-0006">
            <a:extLst xmlns:a="http://schemas.openxmlformats.org/drawingml/2006/main">
              <a:ext uri="{FF2B5EF4-FFF2-40B4-BE49-F238E27FC236}">
                <a16:creationId xmlns:a16="http://schemas.microsoft.com/office/drawing/2014/main" id="{74F6EB01-D8BF-4771-A8A2-5897681F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16-文本-0007">
            <a:extLst xmlns:a="http://schemas.openxmlformats.org/drawingml/2006/main">
              <a:ext uri="{FF2B5EF4-FFF2-40B4-BE49-F238E27FC236}">
                <a16:creationId xmlns:a16="http://schemas.microsoft.com/office/drawing/2014/main" id="{C0DD1693-91A6-4AB9-85D2-D2FA91E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010" y="14502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响应特征</a:t>
            </a:r>
          </a:p>
        </p:txBody>
      </p:sp>
      <p:sp>
        <p:nvSpPr>
          <p:cNvPr id="8" name="p16-文本-0008">
            <a:extLst xmlns:a="http://schemas.openxmlformats.org/drawingml/2006/main">
              <a:ext uri="{FF2B5EF4-FFF2-40B4-BE49-F238E27FC236}">
                <a16:creationId xmlns:a16="http://schemas.microsoft.com/office/drawing/2014/main" id="{12B4A989-8F8F-4AC7-B7DC-BA478E90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78227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9" name="p16-线-0009">
            <a:extLst xmlns:a="http://schemas.openxmlformats.org/drawingml/2006/main">
              <a:ext uri="{FF2B5EF4-FFF2-40B4-BE49-F238E27FC236}">
                <a16:creationId xmlns:a16="http://schemas.microsoft.com/office/drawing/2014/main" id="{57CC44F7-79DD-413F-AD2B-41836C2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43475"/>
            <a:ext cx="4124325" cy="95"/>
          </a:xfrm>
          <a:custGeom xmlns:a="http://schemas.openxmlformats.org/drawingml/2006/main">
            <a:pathLst>
              <a:path w="4124325" h="95">
                <a:moveTo>
                  <a:pt x="0" y="0"/>
                </a:move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" name="p16-线-0010">
            <a:extLst xmlns:a="http://schemas.openxmlformats.org/drawingml/2006/main">
              <a:ext uri="{FF2B5EF4-FFF2-40B4-BE49-F238E27FC236}">
                <a16:creationId xmlns:a16="http://schemas.microsoft.com/office/drawing/2014/main" id="{4B5AC5EF-A226-454F-A078-CBBE97C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95" cy="2400300"/>
          </a:xfrm>
          <a:custGeom xmlns:a="http://schemas.openxmlformats.org/drawingml/2006/main">
            <a:pathLst>
              <a:path w="95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1" name="p16-线-0011">
            <a:extLst xmlns:a="http://schemas.openxmlformats.org/drawingml/2006/main">
              <a:ext uri="{FF2B5EF4-FFF2-40B4-BE49-F238E27FC236}">
                <a16:creationId xmlns:a16="http://schemas.microsoft.com/office/drawing/2014/main" id="{4F754591-F806-4CF7-A95D-00D58F37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4124325" cy="95"/>
          </a:xfrm>
          <a:custGeom xmlns:a="http://schemas.openxmlformats.org/drawingml/2006/main">
            <a:pathLst>
              <a:path w="4124325" h="95">
                <a:moveTo>
                  <a:pt x="0" y="0"/>
                </a:move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2" name="p16-线-0012">
            <a:extLst xmlns:a="http://schemas.openxmlformats.org/drawingml/2006/main">
              <a:ext uri="{FF2B5EF4-FFF2-40B4-BE49-F238E27FC236}">
                <a16:creationId xmlns:a16="http://schemas.microsoft.com/office/drawing/2014/main" id="{03103B82-5C47-452F-AADE-EEFFF698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4124325" cy="95"/>
          </a:xfrm>
          <a:custGeom xmlns:a="http://schemas.openxmlformats.org/drawingml/2006/main">
            <a:pathLst>
              <a:path w="4124325" h="95">
                <a:moveTo>
                  <a:pt x="0" y="0"/>
                </a:move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" name="p16-线-0013">
            <a:extLst xmlns:a="http://schemas.openxmlformats.org/drawingml/2006/main">
              <a:ext uri="{FF2B5EF4-FFF2-40B4-BE49-F238E27FC236}">
                <a16:creationId xmlns:a16="http://schemas.microsoft.com/office/drawing/2014/main" id="{EDCD22E9-4579-4E6C-B6A2-DAA7F28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4124325" cy="95"/>
          </a:xfrm>
          <a:custGeom xmlns:a="http://schemas.openxmlformats.org/drawingml/2006/main">
            <a:pathLst>
              <a:path w="4124325" h="95">
                <a:moveTo>
                  <a:pt x="0" y="0"/>
                </a:move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4" name="p16-路径-0014">
            <a:extLst xmlns:a="http://schemas.openxmlformats.org/drawingml/2006/main">
              <a:ext uri="{FF2B5EF4-FFF2-40B4-BE49-F238E27FC236}">
                <a16:creationId xmlns:a16="http://schemas.microsoft.com/office/drawing/2014/main" id="{34332C54-07F0-4CBF-A433-A6AD4DEC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7578"/>
            <a:ext cx="4124325" cy="1178243"/>
          </a:xfrm>
          <a:custGeom xmlns:a="http://schemas.openxmlformats.org/drawingml/2006/main">
            <a:pathLst>
              <a:path w="4124325" h="1178243">
                <a:moveTo>
                  <a:pt x="0" y="1178243"/>
                </a:moveTo>
                <a:lnTo>
                  <a:pt x="137160" y="1027747"/>
                </a:lnTo>
                <a:lnTo>
                  <a:pt x="275273" y="897255"/>
                </a:lnTo>
                <a:lnTo>
                  <a:pt x="412433" y="782002"/>
                </a:lnTo>
                <a:lnTo>
                  <a:pt x="549592" y="681990"/>
                </a:lnTo>
                <a:lnTo>
                  <a:pt x="687705" y="594360"/>
                </a:lnTo>
                <a:lnTo>
                  <a:pt x="824865" y="517207"/>
                </a:lnTo>
                <a:lnTo>
                  <a:pt x="962025" y="449580"/>
                </a:lnTo>
                <a:lnTo>
                  <a:pt x="1100138" y="390525"/>
                </a:lnTo>
                <a:lnTo>
                  <a:pt x="1237298" y="339090"/>
                </a:lnTo>
                <a:lnTo>
                  <a:pt x="1374458" y="294322"/>
                </a:lnTo>
                <a:lnTo>
                  <a:pt x="1512570" y="254317"/>
                </a:lnTo>
                <a:lnTo>
                  <a:pt x="1649730" y="220027"/>
                </a:lnTo>
                <a:lnTo>
                  <a:pt x="1786890" y="189547"/>
                </a:lnTo>
                <a:lnTo>
                  <a:pt x="1925003" y="162877"/>
                </a:lnTo>
                <a:lnTo>
                  <a:pt x="2062163" y="140017"/>
                </a:lnTo>
                <a:lnTo>
                  <a:pt x="2199323" y="120015"/>
                </a:lnTo>
                <a:lnTo>
                  <a:pt x="2337435" y="101917"/>
                </a:lnTo>
                <a:lnTo>
                  <a:pt x="2474595" y="86677"/>
                </a:lnTo>
                <a:lnTo>
                  <a:pt x="2611755" y="73342"/>
                </a:lnTo>
                <a:lnTo>
                  <a:pt x="2749868" y="60960"/>
                </a:lnTo>
                <a:lnTo>
                  <a:pt x="2887028" y="50482"/>
                </a:lnTo>
                <a:lnTo>
                  <a:pt x="3024188" y="41910"/>
                </a:lnTo>
                <a:lnTo>
                  <a:pt x="3162300" y="33338"/>
                </a:lnTo>
                <a:lnTo>
                  <a:pt x="3299460" y="26670"/>
                </a:lnTo>
                <a:lnTo>
                  <a:pt x="3436620" y="20955"/>
                </a:lnTo>
                <a:lnTo>
                  <a:pt x="3574733" y="15240"/>
                </a:lnTo>
                <a:lnTo>
                  <a:pt x="3711893" y="10477"/>
                </a:lnTo>
                <a:lnTo>
                  <a:pt x="3849053" y="6667"/>
                </a:lnTo>
                <a:lnTo>
                  <a:pt x="3987165" y="2857"/>
                </a:ln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15" name="p16-椭圆-0015">
            <a:extLst xmlns:a="http://schemas.openxmlformats.org/drawingml/2006/main">
              <a:ext uri="{FF2B5EF4-FFF2-40B4-BE49-F238E27FC236}">
                <a16:creationId xmlns:a16="http://schemas.microsoft.com/office/drawing/2014/main" id="{412EB1C4-5EB5-41C5-B8F1-62A9DCC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462876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p16-椭圆-0016">
            <a:extLst xmlns:a="http://schemas.openxmlformats.org/drawingml/2006/main">
              <a:ext uri="{FF2B5EF4-FFF2-40B4-BE49-F238E27FC236}">
                <a16:creationId xmlns:a16="http://schemas.microsoft.com/office/drawing/2014/main" id="{15E3EE64-4C4B-4BF9-80AB-28076B4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" y="396788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" name="p16-椭圆-0017">
            <a:extLst xmlns:a="http://schemas.openxmlformats.org/drawingml/2006/main">
              <a:ext uri="{FF2B5EF4-FFF2-40B4-BE49-F238E27FC236}">
                <a16:creationId xmlns:a16="http://schemas.microsoft.com/office/drawing/2014/main" id="{C5DF51E3-43BF-4507-8815-7893F32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367092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" name="p16-椭圆-0018">
            <a:extLst xmlns:a="http://schemas.openxmlformats.org/drawingml/2006/main">
              <a:ext uri="{FF2B5EF4-FFF2-40B4-BE49-F238E27FC236}">
                <a16:creationId xmlns:a16="http://schemas.microsoft.com/office/drawing/2014/main" id="{215E1D41-0F7F-420D-AB87-3C37D4D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3749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16-椭圆-0019">
            <a:extLst xmlns:a="http://schemas.openxmlformats.org/drawingml/2006/main">
              <a:ext uri="{FF2B5EF4-FFF2-40B4-BE49-F238E27FC236}">
                <a16:creationId xmlns:a16="http://schemas.microsoft.com/office/drawing/2014/main" id="{24A454F0-4158-4A10-A080-C20C5B44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915" y="347754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" name="p16-椭圆-0020">
            <a:extLst xmlns:a="http://schemas.openxmlformats.org/drawingml/2006/main">
              <a:ext uri="{FF2B5EF4-FFF2-40B4-BE49-F238E27FC236}">
                <a16:creationId xmlns:a16="http://schemas.microsoft.com/office/drawing/2014/main" id="{84E33AE2-48DA-4272-AE64-705BD8D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45060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" name="p16-路径-0021">
            <a:extLst xmlns:a="http://schemas.openxmlformats.org/drawingml/2006/main">
              <a:ext uri="{FF2B5EF4-FFF2-40B4-BE49-F238E27FC236}">
                <a16:creationId xmlns:a16="http://schemas.microsoft.com/office/drawing/2014/main" id="{60F8E724-55F8-48B9-A4E1-4D3B44F5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8498"/>
            <a:ext cx="4124325" cy="1437323"/>
          </a:xfrm>
          <a:custGeom xmlns:a="http://schemas.openxmlformats.org/drawingml/2006/main">
            <a:pathLst>
              <a:path w="4124325" h="1437323">
                <a:moveTo>
                  <a:pt x="0" y="1437323"/>
                </a:moveTo>
                <a:lnTo>
                  <a:pt x="137160" y="1254443"/>
                </a:lnTo>
                <a:lnTo>
                  <a:pt x="275273" y="1094423"/>
                </a:lnTo>
                <a:lnTo>
                  <a:pt x="412433" y="954405"/>
                </a:lnTo>
                <a:lnTo>
                  <a:pt x="549592" y="831533"/>
                </a:lnTo>
                <a:lnTo>
                  <a:pt x="687705" y="724853"/>
                </a:lnTo>
                <a:lnTo>
                  <a:pt x="824865" y="630555"/>
                </a:lnTo>
                <a:lnTo>
                  <a:pt x="962025" y="548640"/>
                </a:lnTo>
                <a:lnTo>
                  <a:pt x="1100138" y="476250"/>
                </a:lnTo>
                <a:lnTo>
                  <a:pt x="1237298" y="413385"/>
                </a:lnTo>
                <a:lnTo>
                  <a:pt x="1374458" y="359093"/>
                </a:lnTo>
                <a:lnTo>
                  <a:pt x="1512570" y="310515"/>
                </a:lnTo>
                <a:lnTo>
                  <a:pt x="1649730" y="268605"/>
                </a:lnTo>
                <a:lnTo>
                  <a:pt x="1786890" y="231458"/>
                </a:lnTo>
                <a:lnTo>
                  <a:pt x="1925003" y="199073"/>
                </a:lnTo>
                <a:lnTo>
                  <a:pt x="2062163" y="170498"/>
                </a:lnTo>
                <a:lnTo>
                  <a:pt x="2199323" y="145733"/>
                </a:lnTo>
                <a:lnTo>
                  <a:pt x="2337435" y="124778"/>
                </a:lnTo>
                <a:lnTo>
                  <a:pt x="2474595" y="105728"/>
                </a:lnTo>
                <a:lnTo>
                  <a:pt x="2611755" y="88583"/>
                </a:lnTo>
                <a:lnTo>
                  <a:pt x="2749868" y="74295"/>
                </a:lnTo>
                <a:lnTo>
                  <a:pt x="2887028" y="61913"/>
                </a:lnTo>
                <a:lnTo>
                  <a:pt x="3024188" y="50483"/>
                </a:lnTo>
                <a:lnTo>
                  <a:pt x="3162300" y="40958"/>
                </a:lnTo>
                <a:lnTo>
                  <a:pt x="3299460" y="32385"/>
                </a:lnTo>
                <a:lnTo>
                  <a:pt x="3436620" y="24765"/>
                </a:lnTo>
                <a:lnTo>
                  <a:pt x="3574733" y="18098"/>
                </a:lnTo>
                <a:lnTo>
                  <a:pt x="3711893" y="12383"/>
                </a:lnTo>
                <a:lnTo>
                  <a:pt x="3849053" y="7620"/>
                </a:lnTo>
                <a:lnTo>
                  <a:pt x="3987165" y="3810"/>
                </a:ln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2" name="p16-椭圆-0022">
            <a:extLst xmlns:a="http://schemas.openxmlformats.org/drawingml/2006/main">
              <a:ext uri="{FF2B5EF4-FFF2-40B4-BE49-F238E27FC236}">
                <a16:creationId xmlns:a16="http://schemas.microsoft.com/office/drawing/2014/main" id="{556739FA-607B-47CA-8DD6-353A3D22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462876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" name="p16-椭圆-0023">
            <a:extLst xmlns:a="http://schemas.openxmlformats.org/drawingml/2006/main">
              <a:ext uri="{FF2B5EF4-FFF2-40B4-BE49-F238E27FC236}">
                <a16:creationId xmlns:a16="http://schemas.microsoft.com/office/drawing/2014/main" id="{C1EDBBF6-5790-4C4A-84D9-D6E30C0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" y="382248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" name="p16-椭圆-0024">
            <a:extLst xmlns:a="http://schemas.openxmlformats.org/drawingml/2006/main">
              <a:ext uri="{FF2B5EF4-FFF2-40B4-BE49-F238E27FC236}">
                <a16:creationId xmlns:a16="http://schemas.microsoft.com/office/drawing/2014/main" id="{0E137114-F65A-4D31-8BEB-261FF84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346019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" name="p16-椭圆-0025">
            <a:extLst xmlns:a="http://schemas.openxmlformats.org/drawingml/2006/main">
              <a:ext uri="{FF2B5EF4-FFF2-40B4-BE49-F238E27FC236}">
                <a16:creationId xmlns:a16="http://schemas.microsoft.com/office/drawing/2014/main" id="{688BC888-C95B-44D3-B078-6278EAA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741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" name="p16-椭圆-0026">
            <a:extLst xmlns:a="http://schemas.openxmlformats.org/drawingml/2006/main">
              <a:ext uri="{FF2B5EF4-FFF2-40B4-BE49-F238E27FC236}">
                <a16:creationId xmlns:a16="http://schemas.microsoft.com/office/drawing/2014/main" id="{DEF197E4-8D26-4408-B409-B272A82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915" y="322426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" name="p16-椭圆-0027">
            <a:extLst xmlns:a="http://schemas.openxmlformats.org/drawingml/2006/main">
              <a:ext uri="{FF2B5EF4-FFF2-40B4-BE49-F238E27FC236}">
                <a16:creationId xmlns:a16="http://schemas.microsoft.com/office/drawing/2014/main" id="{AA47B2A0-A4F2-4F7F-8F19-00B42372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19140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" name="p16-路径-0028">
            <a:extLst xmlns:a="http://schemas.openxmlformats.org/drawingml/2006/main">
              <a:ext uri="{FF2B5EF4-FFF2-40B4-BE49-F238E27FC236}">
                <a16:creationId xmlns:a16="http://schemas.microsoft.com/office/drawing/2014/main" id="{884AFE92-DCC0-413C-B034-B98AF5F2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8465"/>
            <a:ext cx="4124325" cy="1697355"/>
          </a:xfrm>
          <a:custGeom xmlns:a="http://schemas.openxmlformats.org/drawingml/2006/main">
            <a:pathLst>
              <a:path w="4124325" h="1697355">
                <a:moveTo>
                  <a:pt x="0" y="1697355"/>
                </a:moveTo>
                <a:lnTo>
                  <a:pt x="137160" y="1481138"/>
                </a:lnTo>
                <a:lnTo>
                  <a:pt x="275273" y="1292543"/>
                </a:lnTo>
                <a:lnTo>
                  <a:pt x="412433" y="1126807"/>
                </a:lnTo>
                <a:lnTo>
                  <a:pt x="549592" y="982980"/>
                </a:lnTo>
                <a:lnTo>
                  <a:pt x="687705" y="856297"/>
                </a:lnTo>
                <a:lnTo>
                  <a:pt x="824865" y="744855"/>
                </a:lnTo>
                <a:lnTo>
                  <a:pt x="962025" y="648652"/>
                </a:lnTo>
                <a:lnTo>
                  <a:pt x="1100138" y="563880"/>
                </a:lnTo>
                <a:lnTo>
                  <a:pt x="1237298" y="489585"/>
                </a:lnTo>
                <a:lnTo>
                  <a:pt x="1374458" y="423863"/>
                </a:lnTo>
                <a:lnTo>
                  <a:pt x="1512570" y="367665"/>
                </a:lnTo>
                <a:lnTo>
                  <a:pt x="1649730" y="318135"/>
                </a:lnTo>
                <a:lnTo>
                  <a:pt x="1786890" y="274320"/>
                </a:lnTo>
                <a:lnTo>
                  <a:pt x="1925003" y="236220"/>
                </a:lnTo>
                <a:lnTo>
                  <a:pt x="2062163" y="202882"/>
                </a:lnTo>
                <a:lnTo>
                  <a:pt x="2199323" y="173355"/>
                </a:lnTo>
                <a:lnTo>
                  <a:pt x="2337435" y="147638"/>
                </a:lnTo>
                <a:lnTo>
                  <a:pt x="2474595" y="125730"/>
                </a:lnTo>
                <a:lnTo>
                  <a:pt x="2611755" y="105727"/>
                </a:lnTo>
                <a:lnTo>
                  <a:pt x="2749868" y="88582"/>
                </a:lnTo>
                <a:lnTo>
                  <a:pt x="2887028" y="74295"/>
                </a:lnTo>
                <a:lnTo>
                  <a:pt x="3024188" y="60960"/>
                </a:lnTo>
                <a:lnTo>
                  <a:pt x="3162300" y="49530"/>
                </a:lnTo>
                <a:lnTo>
                  <a:pt x="3299460" y="39052"/>
                </a:lnTo>
                <a:lnTo>
                  <a:pt x="3436620" y="30480"/>
                </a:lnTo>
                <a:lnTo>
                  <a:pt x="3574733" y="22860"/>
                </a:lnTo>
                <a:lnTo>
                  <a:pt x="3711893" y="16192"/>
                </a:lnTo>
                <a:lnTo>
                  <a:pt x="3849053" y="10477"/>
                </a:lnTo>
                <a:lnTo>
                  <a:pt x="3987165" y="4763"/>
                </a:ln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9" name="p16-椭圆-0029">
            <a:extLst xmlns:a="http://schemas.openxmlformats.org/drawingml/2006/main">
              <a:ext uri="{FF2B5EF4-FFF2-40B4-BE49-F238E27FC236}">
                <a16:creationId xmlns:a16="http://schemas.microsoft.com/office/drawing/2014/main" id="{F31EF055-1854-43DE-AC87-185A32D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462876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" name="p16-椭圆-0030">
            <a:extLst xmlns:a="http://schemas.openxmlformats.org/drawingml/2006/main">
              <a:ext uri="{FF2B5EF4-FFF2-40B4-BE49-F238E27FC236}">
                <a16:creationId xmlns:a16="http://schemas.microsoft.com/office/drawing/2014/main" id="{D125ADA2-B6E2-4050-930D-C68AF4DB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" y="367709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1" name="p16-椭圆-0031">
            <a:extLst xmlns:a="http://schemas.openxmlformats.org/drawingml/2006/main">
              <a:ext uri="{FF2B5EF4-FFF2-40B4-BE49-F238E27FC236}">
                <a16:creationId xmlns:a16="http://schemas.microsoft.com/office/drawing/2014/main" id="{15B74C44-CE2D-4A0F-A929-AC30D83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324947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2" name="p16-椭圆-0032">
            <a:extLst xmlns:a="http://schemas.openxmlformats.org/drawingml/2006/main">
              <a:ext uri="{FF2B5EF4-FFF2-40B4-BE49-F238E27FC236}">
                <a16:creationId xmlns:a16="http://schemas.microsoft.com/office/drawing/2014/main" id="{A510FFE3-AED4-43A0-B192-C5E4A11B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5733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3" name="p16-椭圆-0033">
            <a:extLst xmlns:a="http://schemas.openxmlformats.org/drawingml/2006/main">
              <a:ext uri="{FF2B5EF4-FFF2-40B4-BE49-F238E27FC236}">
                <a16:creationId xmlns:a16="http://schemas.microsoft.com/office/drawing/2014/main" id="{3EB00C6D-530D-477F-899A-A1B5496B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915" y="297099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4" name="p16-椭圆-0034">
            <a:extLst xmlns:a="http://schemas.openxmlformats.org/drawingml/2006/main">
              <a:ext uri="{FF2B5EF4-FFF2-40B4-BE49-F238E27FC236}">
                <a16:creationId xmlns:a16="http://schemas.microsoft.com/office/drawing/2014/main" id="{88214820-A067-4B82-9B47-C900922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93220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5" name="p16-文本-0035">
            <a:extLst xmlns:a="http://schemas.openxmlformats.org/drawingml/2006/main">
              <a:ext uri="{FF2B5EF4-FFF2-40B4-BE49-F238E27FC236}">
                <a16:creationId xmlns:a16="http://schemas.microsoft.com/office/drawing/2014/main" id="{D5006CAA-9CFF-4E46-A9C2-D1751BB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5040502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36" name="p16-线-0036">
            <a:extLst xmlns:a="http://schemas.openxmlformats.org/drawingml/2006/main">
              <a:ext uri="{FF2B5EF4-FFF2-40B4-BE49-F238E27FC236}">
                <a16:creationId xmlns:a16="http://schemas.microsoft.com/office/drawing/2014/main" id="{FA6292FC-A718-4CE4-ADFD-D6359A58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37" name="p16-文本-0037">
            <a:extLst xmlns:a="http://schemas.openxmlformats.org/drawingml/2006/main">
              <a:ext uri="{FF2B5EF4-FFF2-40B4-BE49-F238E27FC236}">
                <a16:creationId xmlns:a16="http://schemas.microsoft.com/office/drawing/2014/main" id="{A7E711CD-3305-4CEB-BB2C-9DF57608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008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38" name="p16-线-0038">
            <a:extLst xmlns:a="http://schemas.openxmlformats.org/drawingml/2006/main">
              <a:ext uri="{FF2B5EF4-FFF2-40B4-BE49-F238E27FC236}">
                <a16:creationId xmlns:a16="http://schemas.microsoft.com/office/drawing/2014/main" id="{C972F099-C73C-46E3-8E64-1A87F06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23812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39" name="p16-文本-0039">
            <a:extLst xmlns:a="http://schemas.openxmlformats.org/drawingml/2006/main">
              <a:ext uri="{FF2B5EF4-FFF2-40B4-BE49-F238E27FC236}">
                <a16:creationId xmlns:a16="http://schemas.microsoft.com/office/drawing/2014/main" id="{1E30D3C0-055C-4267-863F-F34E58C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650" y="230900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40" name="p16-线-0040">
            <a:extLst xmlns:a="http://schemas.openxmlformats.org/drawingml/2006/main">
              <a:ext uri="{FF2B5EF4-FFF2-40B4-BE49-F238E27FC236}">
                <a16:creationId xmlns:a16="http://schemas.microsoft.com/office/drawing/2014/main" id="{B5F22FD1-B2A9-40C8-A625-C409A008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825" y="23812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41" name="p16-文本-0041">
            <a:extLst xmlns:a="http://schemas.openxmlformats.org/drawingml/2006/main">
              <a:ext uri="{FF2B5EF4-FFF2-40B4-BE49-F238E27FC236}">
                <a16:creationId xmlns:a16="http://schemas.microsoft.com/office/drawing/2014/main" id="{E912C690-88F0-451B-BC01-DAE8DD74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25" y="2309008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42" name="p16-文本-0042">
            <a:extLst xmlns:a="http://schemas.openxmlformats.org/drawingml/2006/main">
              <a:ext uri="{FF2B5EF4-FFF2-40B4-BE49-F238E27FC236}">
                <a16:creationId xmlns:a16="http://schemas.microsoft.com/office/drawing/2014/main" id="{CDDD6D0A-076E-487E-AF90-1CCDD33F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2774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比较曲线形状与评价区间</a:t>
            </a:r>
          </a:p>
        </p:txBody>
      </p:sp>
      <p:sp>
        <p:nvSpPr>
          <p:cNvPr id="43" name="p16-文本-0043">
            <a:extLst xmlns:a="http://schemas.openxmlformats.org/drawingml/2006/main">
              <a:ext uri="{FF2B5EF4-FFF2-40B4-BE49-F238E27FC236}">
                <a16:creationId xmlns:a16="http://schemas.microsoft.com/office/drawing/2014/main" id="{259FEE2C-B8A2-4AD7-86CF-4F41CF52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6624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分析启动过程与稳态响应</a:t>
            </a:r>
          </a:p>
        </p:txBody>
      </p:sp>
      <p:sp>
        <p:nvSpPr>
          <p:cNvPr id="44" name="p16-矩形-0044">
            <a:extLst xmlns:a="http://schemas.openxmlformats.org/drawingml/2006/main">
              <a:ext uri="{FF2B5EF4-FFF2-40B4-BE49-F238E27FC236}">
                <a16:creationId xmlns:a16="http://schemas.microsoft.com/office/drawing/2014/main" id="{562C454D-515E-40CE-8D44-AB883D0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5" name="p16-文本-0045">
            <a:extLst xmlns:a="http://schemas.openxmlformats.org/drawingml/2006/main">
              <a:ext uri="{FF2B5EF4-FFF2-40B4-BE49-F238E27FC236}">
                <a16:creationId xmlns:a16="http://schemas.microsoft.com/office/drawing/2014/main" id="{F53963E2-FD59-445F-9AE9-44EE4C1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822" y="1450274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测量与预测的一致性</a:t>
            </a:r>
          </a:p>
        </p:txBody>
      </p:sp>
      <p:sp>
        <p:nvSpPr>
          <p:cNvPr id="46" name="p16-线-0046">
            <a:extLst xmlns:a="http://schemas.openxmlformats.org/drawingml/2006/main">
              <a:ext uri="{FF2B5EF4-FFF2-40B4-BE49-F238E27FC236}">
                <a16:creationId xmlns:a16="http://schemas.microsoft.com/office/drawing/2014/main" id="{C386009F-DEFF-49E2-91D9-F254509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933950"/>
            <a:ext cx="4143375" cy="95"/>
          </a:xfrm>
          <a:custGeom xmlns:a="http://schemas.openxmlformats.org/drawingml/2006/main">
            <a:pathLst>
              <a:path w="4143375" h="95">
                <a:moveTo>
                  <a:pt x="0" y="0"/>
                </a:moveTo>
                <a:lnTo>
                  <a:pt x="414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47" name="p16-线-0047">
            <a:extLst xmlns:a="http://schemas.openxmlformats.org/drawingml/2006/main">
              <a:ext uri="{FF2B5EF4-FFF2-40B4-BE49-F238E27FC236}">
                <a16:creationId xmlns:a16="http://schemas.microsoft.com/office/drawing/2014/main" id="{6A68105F-B664-4FA4-BE9E-51841DFB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05050"/>
            <a:ext cx="95" cy="2628900"/>
          </a:xfrm>
          <a:custGeom xmlns:a="http://schemas.openxmlformats.org/drawingml/2006/main">
            <a:pathLst>
              <a:path w="9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48" name="p16-线-0048">
            <a:extLst xmlns:a="http://schemas.openxmlformats.org/drawingml/2006/main">
              <a:ext uri="{FF2B5EF4-FFF2-40B4-BE49-F238E27FC236}">
                <a16:creationId xmlns:a16="http://schemas.microsoft.com/office/drawing/2014/main" id="{10353855-4529-4DF4-BAC5-7A53B143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05050"/>
            <a:ext cx="4143375" cy="2628900"/>
          </a:xfrm>
          <a:custGeom xmlns:a="http://schemas.openxmlformats.org/drawingml/2006/main">
            <a:pathLst>
              <a:path w="4143375" h="2628900">
                <a:moveTo>
                  <a:pt x="0" y="2628900"/>
                </a:moveTo>
                <a:lnTo>
                  <a:pt x="414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49" name="p16-椭圆-0049">
            <a:extLst xmlns:a="http://schemas.openxmlformats.org/drawingml/2006/main">
              <a:ext uri="{FF2B5EF4-FFF2-40B4-BE49-F238E27FC236}">
                <a16:creationId xmlns:a16="http://schemas.microsoft.com/office/drawing/2014/main" id="{723C775B-7C7D-4C71-8D53-3D74A07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045" y="48246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0" name="p16-椭圆-0050">
            <a:extLst xmlns:a="http://schemas.openxmlformats.org/drawingml/2006/main">
              <a:ext uri="{FF2B5EF4-FFF2-40B4-BE49-F238E27FC236}">
                <a16:creationId xmlns:a16="http://schemas.microsoft.com/office/drawing/2014/main" id="{906E0C58-CF2A-4FEA-ADFB-D3D88D2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792" y="29952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" name="p16-椭圆-0051">
            <a:extLst xmlns:a="http://schemas.openxmlformats.org/drawingml/2006/main">
              <a:ext uri="{FF2B5EF4-FFF2-40B4-BE49-F238E27FC236}">
                <a16:creationId xmlns:a16="http://schemas.microsoft.com/office/drawing/2014/main" id="{29BCD0F0-919F-4228-A419-7C2F0827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163" y="439505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2" name="p16-椭圆-0052">
            <a:extLst xmlns:a="http://schemas.openxmlformats.org/drawingml/2006/main">
              <a:ext uri="{FF2B5EF4-FFF2-40B4-BE49-F238E27FC236}">
                <a16:creationId xmlns:a16="http://schemas.microsoft.com/office/drawing/2014/main" id="{8569658C-97B8-4EF0-9EB6-D420A50A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10" y="28971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3" name="p16-椭圆-0053">
            <a:extLst xmlns:a="http://schemas.openxmlformats.org/drawingml/2006/main">
              <a:ext uri="{FF2B5EF4-FFF2-40B4-BE49-F238E27FC236}">
                <a16:creationId xmlns:a16="http://schemas.microsoft.com/office/drawing/2014/main" id="{067ED877-5AA5-4C0E-8EBB-4B4A2758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281" y="345547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4" name="p16-椭圆-0054">
            <a:extLst xmlns:a="http://schemas.openxmlformats.org/drawingml/2006/main">
              <a:ext uri="{FF2B5EF4-FFF2-40B4-BE49-F238E27FC236}">
                <a16:creationId xmlns:a16="http://schemas.microsoft.com/office/drawing/2014/main" id="{7CA32DAD-E5C3-4815-9488-E2EA7E0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653" y="450921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5" name="p16-椭圆-0055">
            <a:extLst xmlns:a="http://schemas.openxmlformats.org/drawingml/2006/main">
              <a:ext uri="{FF2B5EF4-FFF2-40B4-BE49-F238E27FC236}">
                <a16:creationId xmlns:a16="http://schemas.microsoft.com/office/drawing/2014/main" id="{97A815CF-4093-488C-AB85-F9C8ADFE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399" y="33106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6" name="p16-椭圆-0056">
            <a:extLst xmlns:a="http://schemas.openxmlformats.org/drawingml/2006/main">
              <a:ext uri="{FF2B5EF4-FFF2-40B4-BE49-F238E27FC236}">
                <a16:creationId xmlns:a16="http://schemas.microsoft.com/office/drawing/2014/main" id="{A23F6594-567D-447B-AB89-95A7652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71" y="40965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7" name="p16-椭圆-0057">
            <a:extLst xmlns:a="http://schemas.openxmlformats.org/drawingml/2006/main">
              <a:ext uri="{FF2B5EF4-FFF2-40B4-BE49-F238E27FC236}">
                <a16:creationId xmlns:a16="http://schemas.microsoft.com/office/drawing/2014/main" id="{2A809AA7-8BB3-4900-B6E6-DD472982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518" y="235343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8" name="p16-椭圆-0058">
            <a:extLst xmlns:a="http://schemas.openxmlformats.org/drawingml/2006/main">
              <a:ext uri="{FF2B5EF4-FFF2-40B4-BE49-F238E27FC236}">
                <a16:creationId xmlns:a16="http://schemas.microsoft.com/office/drawing/2014/main" id="{B6AC601A-11C3-4D63-8386-2FA67DB0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889" y="348890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9" name="p16-椭圆-0059">
            <a:extLst xmlns:a="http://schemas.openxmlformats.org/drawingml/2006/main">
              <a:ext uri="{FF2B5EF4-FFF2-40B4-BE49-F238E27FC236}">
                <a16:creationId xmlns:a16="http://schemas.microsoft.com/office/drawing/2014/main" id="{776D58CF-6E7C-408B-985E-F5BBC0AB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261" y="46932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0" name="p16-椭圆-0060">
            <a:extLst xmlns:a="http://schemas.openxmlformats.org/drawingml/2006/main">
              <a:ext uri="{FF2B5EF4-FFF2-40B4-BE49-F238E27FC236}">
                <a16:creationId xmlns:a16="http://schemas.microsoft.com/office/drawing/2014/main" id="{09234EA9-2439-40E0-A14F-9F7FF8F9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007" y="26364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1" name="p16-椭圆-0061">
            <a:extLst xmlns:a="http://schemas.openxmlformats.org/drawingml/2006/main">
              <a:ext uri="{FF2B5EF4-FFF2-40B4-BE49-F238E27FC236}">
                <a16:creationId xmlns:a16="http://schemas.microsoft.com/office/drawing/2014/main" id="{F269BCE4-20EE-49F8-8D4A-2D002A71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79" y="36114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2" name="p16-椭圆-0062">
            <a:extLst xmlns:a="http://schemas.openxmlformats.org/drawingml/2006/main">
              <a:ext uri="{FF2B5EF4-FFF2-40B4-BE49-F238E27FC236}">
                <a16:creationId xmlns:a16="http://schemas.microsoft.com/office/drawing/2014/main" id="{7DB7DC1F-AA76-4E81-AEC0-B572383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751" y="48246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3" name="p16-椭圆-0063">
            <a:extLst xmlns:a="http://schemas.openxmlformats.org/drawingml/2006/main">
              <a:ext uri="{FF2B5EF4-FFF2-40B4-BE49-F238E27FC236}">
                <a16:creationId xmlns:a16="http://schemas.microsoft.com/office/drawing/2014/main" id="{1027F833-3BAF-45C1-ABD1-F0028557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97" y="328807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4" name="p16-椭圆-0064">
            <a:extLst xmlns:a="http://schemas.openxmlformats.org/drawingml/2006/main">
              <a:ext uri="{FF2B5EF4-FFF2-40B4-BE49-F238E27FC236}">
                <a16:creationId xmlns:a16="http://schemas.microsoft.com/office/drawing/2014/main" id="{69C70774-AC6F-4964-82A2-143CB3FD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869" y="39065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5" name="p16-椭圆-0065">
            <a:extLst xmlns:a="http://schemas.openxmlformats.org/drawingml/2006/main">
              <a:ext uri="{FF2B5EF4-FFF2-40B4-BE49-F238E27FC236}">
                <a16:creationId xmlns:a16="http://schemas.microsoft.com/office/drawing/2014/main" id="{08E1EF83-EA66-4376-B32F-F11B017D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15" y="25807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6" name="p16-椭圆-0066">
            <a:extLst xmlns:a="http://schemas.openxmlformats.org/drawingml/2006/main">
              <a:ext uri="{FF2B5EF4-FFF2-40B4-BE49-F238E27FC236}">
                <a16:creationId xmlns:a16="http://schemas.microsoft.com/office/drawing/2014/main" id="{F1F25B25-FD46-483F-969C-C9D24E4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987" y="38522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7" name="p16-椭圆-0067">
            <a:extLst xmlns:a="http://schemas.openxmlformats.org/drawingml/2006/main">
              <a:ext uri="{FF2B5EF4-FFF2-40B4-BE49-F238E27FC236}">
                <a16:creationId xmlns:a16="http://schemas.microsoft.com/office/drawing/2014/main" id="{DE2999CD-B379-433D-A34D-5D2BCEF6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58" y="44516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8" name="p16-椭圆-0068">
            <a:extLst xmlns:a="http://schemas.openxmlformats.org/drawingml/2006/main">
              <a:ext uri="{FF2B5EF4-FFF2-40B4-BE49-F238E27FC236}">
                <a16:creationId xmlns:a16="http://schemas.microsoft.com/office/drawing/2014/main" id="{CF36814C-2B73-4BE9-B771-0D9A967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105" y="27197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9" name="p16-椭圆-0069">
            <a:extLst xmlns:a="http://schemas.openxmlformats.org/drawingml/2006/main">
              <a:ext uri="{FF2B5EF4-FFF2-40B4-BE49-F238E27FC236}">
                <a16:creationId xmlns:a16="http://schemas.microsoft.com/office/drawing/2014/main" id="{15EC240C-FAE5-449A-900E-6CE2F10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477" y="41710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0" name="p16-椭圆-0070">
            <a:extLst xmlns:a="http://schemas.openxmlformats.org/drawingml/2006/main">
              <a:ext uri="{FF2B5EF4-FFF2-40B4-BE49-F238E27FC236}">
                <a16:creationId xmlns:a16="http://schemas.microsoft.com/office/drawing/2014/main" id="{C8DC67B9-FC89-4116-A85D-C0D3BF1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23" y="24764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1" name="p16-椭圆-0071">
            <a:extLst xmlns:a="http://schemas.openxmlformats.org/drawingml/2006/main">
              <a:ext uri="{FF2B5EF4-FFF2-40B4-BE49-F238E27FC236}">
                <a16:creationId xmlns:a16="http://schemas.microsoft.com/office/drawing/2014/main" id="{5979049F-2F18-4A98-98F4-05B75DF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595" y="306109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2" name="p16-椭圆-0072">
            <a:extLst xmlns:a="http://schemas.openxmlformats.org/drawingml/2006/main">
              <a:ext uri="{FF2B5EF4-FFF2-40B4-BE49-F238E27FC236}">
                <a16:creationId xmlns:a16="http://schemas.microsoft.com/office/drawing/2014/main" id="{F660FEE4-1D2C-4DEE-9140-F3EB9AE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66" y="43011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3" name="p16-椭圆-0073">
            <a:extLst xmlns:a="http://schemas.openxmlformats.org/drawingml/2006/main">
              <a:ext uri="{FF2B5EF4-FFF2-40B4-BE49-F238E27FC236}">
                <a16:creationId xmlns:a16="http://schemas.microsoft.com/office/drawing/2014/main" id="{E6C42098-6810-43E8-9FBC-8093F2BE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713" y="30025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4" name="p16-椭圆-0074">
            <a:extLst xmlns:a="http://schemas.openxmlformats.org/drawingml/2006/main">
              <a:ext uri="{FF2B5EF4-FFF2-40B4-BE49-F238E27FC236}">
                <a16:creationId xmlns:a16="http://schemas.microsoft.com/office/drawing/2014/main" id="{4567D042-D92B-40FB-9787-81F4C419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4" y="364173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5" name="p16-椭圆-0075">
            <a:extLst xmlns:a="http://schemas.openxmlformats.org/drawingml/2006/main">
              <a:ext uri="{FF2B5EF4-FFF2-40B4-BE49-F238E27FC236}">
                <a16:creationId xmlns:a16="http://schemas.microsoft.com/office/drawing/2014/main" id="{16277C2A-3289-4C7B-BCCB-832F4E37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56" y="446415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6" name="p16-椭圆-0076">
            <a:extLst xmlns:a="http://schemas.openxmlformats.org/drawingml/2006/main">
              <a:ext uri="{FF2B5EF4-FFF2-40B4-BE49-F238E27FC236}">
                <a16:creationId xmlns:a16="http://schemas.microsoft.com/office/drawing/2014/main" id="{D4D2AC34-4AE3-47BB-89D9-0811FCB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203" y="327632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7" name="p16-椭圆-0077">
            <a:extLst xmlns:a="http://schemas.openxmlformats.org/drawingml/2006/main">
              <a:ext uri="{FF2B5EF4-FFF2-40B4-BE49-F238E27FC236}">
                <a16:creationId xmlns:a16="http://schemas.microsoft.com/office/drawing/2014/main" id="{F9012EC5-72CD-417E-8CE1-9F4008F4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574" y="42892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8" name="p16-椭圆-0078">
            <a:extLst xmlns:a="http://schemas.openxmlformats.org/drawingml/2006/main">
              <a:ext uri="{FF2B5EF4-FFF2-40B4-BE49-F238E27FC236}">
                <a16:creationId xmlns:a16="http://schemas.microsoft.com/office/drawing/2014/main" id="{CBB4CA77-FE46-48C8-A6E8-80DC1B4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321" y="235343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9" name="p16-椭圆-0079">
            <a:extLst xmlns:a="http://schemas.openxmlformats.org/drawingml/2006/main">
              <a:ext uri="{FF2B5EF4-FFF2-40B4-BE49-F238E27FC236}">
                <a16:creationId xmlns:a16="http://schemas.microsoft.com/office/drawing/2014/main" id="{FE8A2302-BC1A-4465-8B5F-B97DB92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692" y="33937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0" name="p16-椭圆-0080">
            <a:extLst xmlns:a="http://schemas.openxmlformats.org/drawingml/2006/main">
              <a:ext uri="{FF2B5EF4-FFF2-40B4-BE49-F238E27FC236}">
                <a16:creationId xmlns:a16="http://schemas.microsoft.com/office/drawing/2014/main" id="{8E0A1C94-9F97-45EF-B177-90B3CAFD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064" y="477283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1" name="p16-椭圆-0081">
            <a:extLst xmlns:a="http://schemas.openxmlformats.org/drawingml/2006/main">
              <a:ext uri="{FF2B5EF4-FFF2-40B4-BE49-F238E27FC236}">
                <a16:creationId xmlns:a16="http://schemas.microsoft.com/office/drawing/2014/main" id="{752497E5-ABD0-4447-BEF6-4753DE1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810" y="28342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2" name="p16-椭圆-0082">
            <a:extLst xmlns:a="http://schemas.openxmlformats.org/drawingml/2006/main">
              <a:ext uri="{FF2B5EF4-FFF2-40B4-BE49-F238E27FC236}">
                <a16:creationId xmlns:a16="http://schemas.microsoft.com/office/drawing/2014/main" id="{1A1B1650-7C77-4309-9A20-3866705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82" y="358767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3" name="p16-椭圆-0083">
            <a:extLst xmlns:a="http://schemas.openxmlformats.org/drawingml/2006/main">
              <a:ext uri="{FF2B5EF4-FFF2-40B4-BE49-F238E27FC236}">
                <a16:creationId xmlns:a16="http://schemas.microsoft.com/office/drawing/2014/main" id="{D3FEF898-DB27-4D53-BDFA-F467F4AC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54" y="48246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4" name="p16-椭圆-0084">
            <a:extLst xmlns:a="http://schemas.openxmlformats.org/drawingml/2006/main">
              <a:ext uri="{FF2B5EF4-FFF2-40B4-BE49-F238E27FC236}">
                <a16:creationId xmlns:a16="http://schemas.microsoft.com/office/drawing/2014/main" id="{3C219454-7718-4F98-8CA5-EE8930F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300" y="346735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5" name="p16-椭圆-0085">
            <a:extLst xmlns:a="http://schemas.openxmlformats.org/drawingml/2006/main">
              <a:ext uri="{FF2B5EF4-FFF2-40B4-BE49-F238E27FC236}">
                <a16:creationId xmlns:a16="http://schemas.microsoft.com/office/drawing/2014/main" id="{FC34C675-C7F4-4571-B1C1-9FBACAFE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672" y="402391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6" name="p16-椭圆-0086">
            <a:extLst xmlns:a="http://schemas.openxmlformats.org/drawingml/2006/main">
              <a:ext uri="{FF2B5EF4-FFF2-40B4-BE49-F238E27FC236}">
                <a16:creationId xmlns:a16="http://schemas.microsoft.com/office/drawing/2014/main" id="{749AE300-213C-42BE-AC6F-9C6BD2A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418" y="24891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7" name="p16-椭圆-0087">
            <a:extLst xmlns:a="http://schemas.openxmlformats.org/drawingml/2006/main">
              <a:ext uri="{FF2B5EF4-FFF2-40B4-BE49-F238E27FC236}">
                <a16:creationId xmlns:a16="http://schemas.microsoft.com/office/drawing/2014/main" id="{96CDDA4D-6CD7-46F0-8D65-B615654B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90" y="390526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16-椭圆-0088">
            <a:extLst xmlns:a="http://schemas.openxmlformats.org/drawingml/2006/main">
              <a:ext uri="{FF2B5EF4-FFF2-40B4-BE49-F238E27FC236}">
                <a16:creationId xmlns:a16="http://schemas.microsoft.com/office/drawing/2014/main" id="{5405DA52-E629-4E9D-8274-567DFDC7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162" y="46563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9" name="p16-椭圆-0089">
            <a:extLst xmlns:a="http://schemas.openxmlformats.org/drawingml/2006/main">
              <a:ext uri="{FF2B5EF4-FFF2-40B4-BE49-F238E27FC236}">
                <a16:creationId xmlns:a16="http://schemas.microsoft.com/office/drawing/2014/main" id="{B164B0B5-6B2C-4CA9-8E6A-59B5059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08" y="27197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0" name="p16-椭圆-0090">
            <a:extLst xmlns:a="http://schemas.openxmlformats.org/drawingml/2006/main">
              <a:ext uri="{FF2B5EF4-FFF2-40B4-BE49-F238E27FC236}">
                <a16:creationId xmlns:a16="http://schemas.microsoft.com/office/drawing/2014/main" id="{64CE31AD-E4EF-4CD0-A04B-CC83082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80" y="41003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1" name="p16-椭圆-0091">
            <a:extLst xmlns:a="http://schemas.openxmlformats.org/drawingml/2006/main">
              <a:ext uri="{FF2B5EF4-FFF2-40B4-BE49-F238E27FC236}">
                <a16:creationId xmlns:a16="http://schemas.microsoft.com/office/drawing/2014/main" id="{312A9C48-35BC-4F75-B4B0-8F5632FA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026" y="263850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16-椭圆-0092">
            <a:extLst xmlns:a="http://schemas.openxmlformats.org/drawingml/2006/main">
              <a:ext uri="{FF2B5EF4-FFF2-40B4-BE49-F238E27FC236}">
                <a16:creationId xmlns:a16="http://schemas.microsoft.com/office/drawing/2014/main" id="{6A14C019-9CF2-4DE9-A80C-FA803470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398" y="32017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16-椭圆-0093">
            <a:extLst xmlns:a="http://schemas.openxmlformats.org/drawingml/2006/main">
              <a:ext uri="{FF2B5EF4-FFF2-40B4-BE49-F238E27FC236}">
                <a16:creationId xmlns:a16="http://schemas.microsoft.com/office/drawing/2014/main" id="{B349F541-BDF5-47F5-AF43-D0F6EDE1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769" y="421753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4" name="p16-文本-0094">
            <a:extLst xmlns:a="http://schemas.openxmlformats.org/drawingml/2006/main">
              <a:ext uri="{FF2B5EF4-FFF2-40B4-BE49-F238E27FC236}">
                <a16:creationId xmlns:a16="http://schemas.microsoft.com/office/drawing/2014/main" id="{C3F2F8D7-A7A8-4072-81B2-69F8A685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501192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95" name="p16-文本-0095">
            <a:extLst xmlns:a="http://schemas.openxmlformats.org/drawingml/2006/main">
              <a:ext uri="{FF2B5EF4-FFF2-40B4-BE49-F238E27FC236}">
                <a16:creationId xmlns:a16="http://schemas.microsoft.com/office/drawing/2014/main" id="{F2F2D005-0B9F-48F7-8E26-EB03A83C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687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96" name="p16-文本-0096">
            <a:extLst xmlns:a="http://schemas.openxmlformats.org/drawingml/2006/main">
              <a:ext uri="{FF2B5EF4-FFF2-40B4-BE49-F238E27FC236}">
                <a16:creationId xmlns:a16="http://schemas.microsoft.com/office/drawing/2014/main" id="{0055718B-2F5D-4CB9-95B4-EA31000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02774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观察偏差与条件分布</a:t>
            </a:r>
          </a:p>
        </p:txBody>
      </p:sp>
      <p:sp>
        <p:nvSpPr>
          <p:cNvPr id="97" name="p16-文本-0097">
            <a:extLst xmlns:a="http://schemas.openxmlformats.org/drawingml/2006/main">
              <a:ext uri="{FF2B5EF4-FFF2-40B4-BE49-F238E27FC236}">
                <a16:creationId xmlns:a16="http://schemas.microsoft.com/office/drawing/2014/main" id="{CC527E73-25F7-4BC0-8508-ADD5F7F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626624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按样本条件定位系统偏差</a:t>
            </a:r>
          </a:p>
        </p:txBody>
      </p:sp>
      <p:sp>
        <p:nvSpPr>
          <p:cNvPr id="98" name="p16-文本-0098">
            <a:extLst xmlns:a="http://schemas.openxmlformats.org/drawingml/2006/main">
              <a:ext uri="{FF2B5EF4-FFF2-40B4-BE49-F238E27FC236}">
                <a16:creationId xmlns:a16="http://schemas.microsoft.com/office/drawing/2014/main" id="{4A069628-8BB0-46FA-BF83-B2CF4ACE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316" y="2096723"/>
            <a:ext cx="1260634" cy="21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 / B / C</a:t>
            </a:r>
            <a:r>
              <a:rPr lang="zh-CN"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：比较分组</a:t>
            </a:r>
          </a:p>
        </p:txBody>
      </p:sp>
      <p:sp>
        <p:nvSpPr>
          <p:cNvPr id="99" name="p16-文本-0099">
            <a:extLst xmlns:a="http://schemas.openxmlformats.org/drawingml/2006/main">
              <a:ext uri="{FF2B5EF4-FFF2-40B4-BE49-F238E27FC236}">
                <a16:creationId xmlns:a16="http://schemas.microsoft.com/office/drawing/2014/main" id="{1B36C1CE-9C78-4AE2-A956-E90560A9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96723"/>
            <a:ext cx="1323975" cy="21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每点：一个测量对象</a:t>
            </a:r>
          </a:p>
        </p:txBody>
      </p:sp>
      <p:sp>
        <p:nvSpPr>
          <p:cNvPr id="100" name="p16-文本-0100">
            <a:extLst xmlns:a="http://schemas.openxmlformats.org/drawingml/2006/main">
              <a:ext uri="{FF2B5EF4-FFF2-40B4-BE49-F238E27FC236}">
                <a16:creationId xmlns:a16="http://schemas.microsoft.com/office/drawing/2014/main" id="{D0B97028-F228-4ECE-9591-66EB4DE8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11" y="6062007"/>
            <a:ext cx="62287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统一条件与评价尺度，分别检验响应变化和预测一致性</a:t>
            </a:r>
          </a:p>
        </p:txBody>
      </p:sp>
      <p:sp>
        <p:nvSpPr>
          <p:cNvPr id="101" name="p16-文本-0101">
            <a:extLst xmlns:a="http://schemas.openxmlformats.org/drawingml/2006/main">
              <a:ext uri="{FF2B5EF4-FFF2-40B4-BE49-F238E27FC236}">
                <a16:creationId xmlns:a16="http://schemas.microsoft.com/office/drawing/2014/main" id="{6ACBF2C2-7C61-4FBD-AE0A-FB86DF1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16</a:t>
            </a:r>
          </a:p>
        </p:txBody>
      </p:sp>
    </p:spTree>
    <p:extLst>
      <p:ext uri="{BB962C8B-B14F-4D97-AF65-F5344CB8AC3E}">
        <p14:creationId xmlns:p14="http://schemas.microsoft.com/office/powerpoint/2010/main" val="8231392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p17-矩形-0001">
            <a:extLst xmlns:a="http://schemas.openxmlformats.org/drawingml/2006/main">
              <a:ext uri="{FF2B5EF4-FFF2-40B4-BE49-F238E27FC236}">
                <a16:creationId xmlns:a16="http://schemas.microsoft.com/office/drawing/2014/main" id="{A6E4207C-A79A-439C-80F1-F59232A4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7-矩形-0002">
            <a:extLst xmlns:a="http://schemas.openxmlformats.org/drawingml/2006/main">
              <a:ext uri="{FF2B5EF4-FFF2-40B4-BE49-F238E27FC236}">
                <a16:creationId xmlns:a16="http://schemas.microsoft.com/office/drawing/2014/main" id="{C84F13BD-7907-4FC1-85EF-1BFAB369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7-文本-0003">
            <a:extLst xmlns:a="http://schemas.openxmlformats.org/drawingml/2006/main">
              <a:ext uri="{FF2B5EF4-FFF2-40B4-BE49-F238E27FC236}">
                <a16:creationId xmlns:a16="http://schemas.microsoft.com/office/drawing/2014/main" id="{153BBBE4-8913-4AC1-9A57-D9D47025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从界面传递原理到可测的实验验证</a:t>
            </a:r>
          </a:p>
        </p:txBody>
      </p:sp>
      <p:sp>
        <p:nvSpPr>
          <p:cNvPr id="4" name="p17-文本-0004">
            <a:extLst xmlns:a="http://schemas.openxmlformats.org/drawingml/2006/main">
              <a:ext uri="{FF2B5EF4-FFF2-40B4-BE49-F238E27FC236}">
                <a16:creationId xmlns:a16="http://schemas.microsoft.com/office/drawing/2014/main" id="{687FEB86-7BF5-4800-AAFB-E0F4F4A3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原理</a:t>
            </a:r>
            <a:r>
              <a:rPr lang="en-US"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</a:t>
            </a:r>
            <a:r>
              <a:rPr lang="en-US"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检验：用同一组变量串起机制示意与实验设计</a:t>
            </a:r>
          </a:p>
        </p:txBody>
      </p:sp>
      <p:sp>
        <p:nvSpPr>
          <p:cNvPr id="5" name="p17-线-0005">
            <a:extLst xmlns:a="http://schemas.openxmlformats.org/drawingml/2006/main">
              <a:ext uri="{FF2B5EF4-FFF2-40B4-BE49-F238E27FC236}">
                <a16:creationId xmlns:a16="http://schemas.microsoft.com/office/drawing/2014/main" id="{05B51D45-6D97-438A-8DDB-6EEAABA6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7-文本-0006">
            <a:extLst xmlns:a="http://schemas.openxmlformats.org/drawingml/2006/main">
              <a:ext uri="{FF2B5EF4-FFF2-40B4-BE49-F238E27FC236}">
                <a16:creationId xmlns:a16="http://schemas.microsoft.com/office/drawing/2014/main" id="{F9CBC7A6-BD69-49F8-9FB2-54CE21B1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93302"/>
            <a:ext cx="6440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原理层</a:t>
            </a:r>
          </a:p>
        </p:txBody>
      </p:sp>
      <p:sp>
        <p:nvSpPr>
          <p:cNvPr id="7" name="p17-路径-0007">
            <a:extLst xmlns:a="http://schemas.openxmlformats.org/drawingml/2006/main">
              <a:ext uri="{FF2B5EF4-FFF2-40B4-BE49-F238E27FC236}">
                <a16:creationId xmlns:a16="http://schemas.microsoft.com/office/drawing/2014/main" id="{5AAF29FE-8584-4DD0-A8AD-A8B0743E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667000" cy="371475"/>
          </a:xfrm>
          <a:custGeom xmlns:a="http://schemas.openxmlformats.org/drawingml/2006/main">
            <a:pathLst>
              <a:path w="2667000" h="371475">
                <a:moveTo>
                  <a:pt x="0" y="142875"/>
                </a:moveTo>
                <a:lnTo>
                  <a:pt x="2080260" y="0"/>
                </a:lnTo>
                <a:lnTo>
                  <a:pt x="2667000" y="228600"/>
                </a:lnTo>
                <a:lnTo>
                  <a:pt x="586740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p17-路径-0008">
            <a:extLst xmlns:a="http://schemas.openxmlformats.org/drawingml/2006/main">
              <a:ext uri="{FF2B5EF4-FFF2-40B4-BE49-F238E27FC236}">
                <a16:creationId xmlns:a16="http://schemas.microsoft.com/office/drawing/2014/main" id="{A4C50616-B150-43BD-A67A-C234E1C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441"/>
            <a:ext cx="2667000" cy="371475"/>
          </a:xfrm>
          <a:custGeom xmlns:a="http://schemas.openxmlformats.org/drawingml/2006/main">
            <a:pathLst>
              <a:path w="2667000" h="371475">
                <a:moveTo>
                  <a:pt x="0" y="142875"/>
                </a:moveTo>
                <a:lnTo>
                  <a:pt x="2080260" y="0"/>
                </a:lnTo>
                <a:lnTo>
                  <a:pt x="2667000" y="228600"/>
                </a:lnTo>
                <a:lnTo>
                  <a:pt x="586740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p17-路径-0009">
            <a:extLst xmlns:a="http://schemas.openxmlformats.org/drawingml/2006/main">
              <a:ext uri="{FF2B5EF4-FFF2-40B4-BE49-F238E27FC236}">
                <a16:creationId xmlns:a16="http://schemas.microsoft.com/office/drawing/2014/main" id="{5F143E1E-4DB4-4A84-8248-461E2F0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0758"/>
            <a:ext cx="2667000" cy="371475"/>
          </a:xfrm>
          <a:custGeom xmlns:a="http://schemas.openxmlformats.org/drawingml/2006/main">
            <a:pathLst>
              <a:path w="2667000" h="371475">
                <a:moveTo>
                  <a:pt x="0" y="142875"/>
                </a:moveTo>
                <a:lnTo>
                  <a:pt x="2080260" y="0"/>
                </a:lnTo>
                <a:lnTo>
                  <a:pt x="2667000" y="228600"/>
                </a:lnTo>
                <a:lnTo>
                  <a:pt x="586740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p17-路径-0010">
            <a:extLst xmlns:a="http://schemas.openxmlformats.org/drawingml/2006/main">
              <a:ext uri="{FF2B5EF4-FFF2-40B4-BE49-F238E27FC236}">
                <a16:creationId xmlns:a16="http://schemas.microsoft.com/office/drawing/2014/main" id="{9872F73F-049D-4C38-B1B4-5418BFA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074"/>
            <a:ext cx="2667000" cy="371475"/>
          </a:xfrm>
          <a:custGeom xmlns:a="http://schemas.openxmlformats.org/drawingml/2006/main">
            <a:pathLst>
              <a:path w="2667000" h="371475">
                <a:moveTo>
                  <a:pt x="0" y="142875"/>
                </a:moveTo>
                <a:lnTo>
                  <a:pt x="2080260" y="0"/>
                </a:lnTo>
                <a:lnTo>
                  <a:pt x="2667000" y="228600"/>
                </a:lnTo>
                <a:lnTo>
                  <a:pt x="586740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p17-路径-0011">
            <a:extLst xmlns:a="http://schemas.openxmlformats.org/drawingml/2006/main">
              <a:ext uri="{FF2B5EF4-FFF2-40B4-BE49-F238E27FC236}">
                <a16:creationId xmlns:a16="http://schemas.microsoft.com/office/drawing/2014/main" id="{D5A09A0D-DCA9-4FC8-A859-11259511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6" y="2829401"/>
            <a:ext cx="94488" cy="192881"/>
          </a:xfrm>
          <a:custGeom xmlns:a="http://schemas.openxmlformats.org/drawingml/2006/main">
            <a:pathLst>
              <a:path w="94488" h="192881">
                <a:moveTo>
                  <a:pt x="32956" y="0"/>
                </a:moveTo>
                <a:lnTo>
                  <a:pt x="32956" y="116681"/>
                </a:lnTo>
                <a:lnTo>
                  <a:pt x="0" y="116681"/>
                </a:lnTo>
                <a:lnTo>
                  <a:pt x="47244" y="192881"/>
                </a:lnTo>
                <a:lnTo>
                  <a:pt x="94488" y="116681"/>
                </a:lnTo>
                <a:lnTo>
                  <a:pt x="61531" y="116681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" name="p17-路径-0012">
            <a:extLst xmlns:a="http://schemas.openxmlformats.org/drawingml/2006/main">
              <a:ext uri="{FF2B5EF4-FFF2-40B4-BE49-F238E27FC236}">
                <a16:creationId xmlns:a16="http://schemas.microsoft.com/office/drawing/2014/main" id="{B57E468C-E2DA-4E8A-B9E3-EB0E7DB6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46" y="2829401"/>
            <a:ext cx="94488" cy="192881"/>
          </a:xfrm>
          <a:custGeom xmlns:a="http://schemas.openxmlformats.org/drawingml/2006/main">
            <a:pathLst>
              <a:path w="94488" h="192881">
                <a:moveTo>
                  <a:pt x="32957" y="0"/>
                </a:moveTo>
                <a:lnTo>
                  <a:pt x="32957" y="116681"/>
                </a:lnTo>
                <a:lnTo>
                  <a:pt x="0" y="116681"/>
                </a:lnTo>
                <a:lnTo>
                  <a:pt x="47244" y="192881"/>
                </a:lnTo>
                <a:lnTo>
                  <a:pt x="94488" y="116681"/>
                </a:lnTo>
                <a:lnTo>
                  <a:pt x="61532" y="116681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" name="p17-路径-0013">
            <a:extLst xmlns:a="http://schemas.openxmlformats.org/drawingml/2006/main">
              <a:ext uri="{FF2B5EF4-FFF2-40B4-BE49-F238E27FC236}">
                <a16:creationId xmlns:a16="http://schemas.microsoft.com/office/drawing/2014/main" id="{BC6561FA-1542-4013-83E6-6D8B2B1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886" y="2829401"/>
            <a:ext cx="94488" cy="192881"/>
          </a:xfrm>
          <a:custGeom xmlns:a="http://schemas.openxmlformats.org/drawingml/2006/main">
            <a:pathLst>
              <a:path w="94488" h="192881">
                <a:moveTo>
                  <a:pt x="32956" y="0"/>
                </a:moveTo>
                <a:lnTo>
                  <a:pt x="32956" y="116681"/>
                </a:lnTo>
                <a:lnTo>
                  <a:pt x="0" y="116681"/>
                </a:lnTo>
                <a:lnTo>
                  <a:pt x="47244" y="192881"/>
                </a:lnTo>
                <a:lnTo>
                  <a:pt x="94488" y="116681"/>
                </a:lnTo>
                <a:lnTo>
                  <a:pt x="61531" y="116681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" name="p17-路径-0014">
            <a:extLst xmlns:a="http://schemas.openxmlformats.org/drawingml/2006/main">
              <a:ext uri="{FF2B5EF4-FFF2-40B4-BE49-F238E27FC236}">
                <a16:creationId xmlns:a16="http://schemas.microsoft.com/office/drawing/2014/main" id="{E3265C7A-0A39-4AC3-B0CF-171F691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926" y="2829401"/>
            <a:ext cx="94488" cy="192881"/>
          </a:xfrm>
          <a:custGeom xmlns:a="http://schemas.openxmlformats.org/drawingml/2006/main">
            <a:pathLst>
              <a:path w="94488" h="192881">
                <a:moveTo>
                  <a:pt x="32957" y="0"/>
                </a:moveTo>
                <a:lnTo>
                  <a:pt x="32957" y="116681"/>
                </a:lnTo>
                <a:lnTo>
                  <a:pt x="0" y="116681"/>
                </a:lnTo>
                <a:lnTo>
                  <a:pt x="47244" y="192881"/>
                </a:lnTo>
                <a:lnTo>
                  <a:pt x="94488" y="116681"/>
                </a:lnTo>
                <a:lnTo>
                  <a:pt x="61532" y="116681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" name="p17-路径-0015">
            <a:extLst xmlns:a="http://schemas.openxmlformats.org/drawingml/2006/main">
              <a:ext uri="{FF2B5EF4-FFF2-40B4-BE49-F238E27FC236}">
                <a16:creationId xmlns:a16="http://schemas.microsoft.com/office/drawing/2014/main" id="{48F13306-57EF-49C4-9FFD-1879C4E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966" y="2829401"/>
            <a:ext cx="94488" cy="192881"/>
          </a:xfrm>
          <a:custGeom xmlns:a="http://schemas.openxmlformats.org/drawingml/2006/main">
            <a:pathLst>
              <a:path w="94488" h="192881">
                <a:moveTo>
                  <a:pt x="32957" y="0"/>
                </a:moveTo>
                <a:lnTo>
                  <a:pt x="32957" y="116681"/>
                </a:lnTo>
                <a:lnTo>
                  <a:pt x="0" y="116681"/>
                </a:lnTo>
                <a:lnTo>
                  <a:pt x="47244" y="192881"/>
                </a:lnTo>
                <a:lnTo>
                  <a:pt x="94488" y="116681"/>
                </a:lnTo>
                <a:lnTo>
                  <a:pt x="61531" y="116681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" name="p17-路径-0016">
            <a:extLst xmlns:a="http://schemas.openxmlformats.org/drawingml/2006/main">
              <a:ext uri="{FF2B5EF4-FFF2-40B4-BE49-F238E27FC236}">
                <a16:creationId xmlns:a16="http://schemas.microsoft.com/office/drawing/2014/main" id="{EAA5481E-0C81-442C-911A-AD549DC9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006" y="2829401"/>
            <a:ext cx="94488" cy="192881"/>
          </a:xfrm>
          <a:custGeom xmlns:a="http://schemas.openxmlformats.org/drawingml/2006/main">
            <a:pathLst>
              <a:path w="94488" h="192881">
                <a:moveTo>
                  <a:pt x="32956" y="0"/>
                </a:moveTo>
                <a:lnTo>
                  <a:pt x="32956" y="116681"/>
                </a:lnTo>
                <a:lnTo>
                  <a:pt x="0" y="116681"/>
                </a:lnTo>
                <a:lnTo>
                  <a:pt x="47244" y="192881"/>
                </a:lnTo>
                <a:lnTo>
                  <a:pt x="94488" y="116681"/>
                </a:lnTo>
                <a:lnTo>
                  <a:pt x="61531" y="116681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" name="p17-文本-0017">
            <a:extLst xmlns:a="http://schemas.openxmlformats.org/drawingml/2006/main">
              <a:ext uri="{FF2B5EF4-FFF2-40B4-BE49-F238E27FC236}">
                <a16:creationId xmlns:a16="http://schemas.microsoft.com/office/drawing/2014/main" id="{7943CF87-5CE3-4D98-AC7F-51EFFFD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5506"/>
            <a:ext cx="2327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多层界面调节局部传递路径</a:t>
            </a:r>
          </a:p>
        </p:txBody>
      </p:sp>
      <p:sp>
        <p:nvSpPr>
          <p:cNvPr id="18" name="p17-路径-0018">
            <a:extLst xmlns:a="http://schemas.openxmlformats.org/drawingml/2006/main">
              <a:ext uri="{FF2B5EF4-FFF2-40B4-BE49-F238E27FC236}">
                <a16:creationId xmlns:a16="http://schemas.microsoft.com/office/drawing/2014/main" id="{1F7D2817-A55A-45CC-BBEA-8892F27A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3143"/>
            <a:ext cx="476250" cy="177165"/>
          </a:xfrm>
          <a:custGeom xmlns:a="http://schemas.openxmlformats.org/drawingml/2006/main">
            <a:pathLst>
              <a:path w="476250" h="177165">
                <a:moveTo>
                  <a:pt x="0" y="126683"/>
                </a:moveTo>
                <a:lnTo>
                  <a:pt x="333375" y="126683"/>
                </a:lnTo>
                <a:lnTo>
                  <a:pt x="333375" y="177165"/>
                </a:lnTo>
                <a:lnTo>
                  <a:pt x="476250" y="88583"/>
                </a:lnTo>
                <a:lnTo>
                  <a:pt x="333375" y="0"/>
                </a:lnTo>
                <a:lnTo>
                  <a:pt x="333375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17-矩形-0019">
            <a:extLst xmlns:a="http://schemas.openxmlformats.org/drawingml/2006/main">
              <a:ext uri="{FF2B5EF4-FFF2-40B4-BE49-F238E27FC236}">
                <a16:creationId xmlns:a16="http://schemas.microsoft.com/office/drawing/2014/main" id="{A0AAF2BF-2694-4E3B-9037-6D7A0136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43075"/>
            <a:ext cx="3114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p17-文本-0020">
            <a:extLst xmlns:a="http://schemas.openxmlformats.org/drawingml/2006/main">
              <a:ext uri="{FF2B5EF4-FFF2-40B4-BE49-F238E27FC236}">
                <a16:creationId xmlns:a16="http://schemas.microsoft.com/office/drawing/2014/main" id="{9A3F710E-EA4E-45B2-85FD-B9C158BF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5199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结构变量：层间间距</a:t>
            </a:r>
          </a:p>
        </p:txBody>
      </p:sp>
      <p:sp>
        <p:nvSpPr>
          <p:cNvPr id="21" name="p17-文本-0021">
            <a:extLst xmlns:a="http://schemas.openxmlformats.org/drawingml/2006/main">
              <a:ext uri="{FF2B5EF4-FFF2-40B4-BE49-F238E27FC236}">
                <a16:creationId xmlns:a16="http://schemas.microsoft.com/office/drawing/2014/main" id="{27FA6C0C-69D6-460E-BD31-3E136359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6674"/>
            <a:ext cx="21416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中间过程：扩散与驻留</a:t>
            </a:r>
          </a:p>
        </p:txBody>
      </p:sp>
      <p:sp>
        <p:nvSpPr>
          <p:cNvPr id="22" name="p17-文本-0022">
            <a:extLst xmlns:a="http://schemas.openxmlformats.org/drawingml/2006/main">
              <a:ext uri="{FF2B5EF4-FFF2-40B4-BE49-F238E27FC236}">
                <a16:creationId xmlns:a16="http://schemas.microsoft.com/office/drawing/2014/main" id="{24181F31-3212-4076-9EC9-9BAAC47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88149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可测预测：响应时间改变</a:t>
            </a:r>
          </a:p>
        </p:txBody>
      </p:sp>
      <p:sp>
        <p:nvSpPr>
          <p:cNvPr id="23" name="p17-路径-0023">
            <a:extLst xmlns:a="http://schemas.openxmlformats.org/drawingml/2006/main">
              <a:ext uri="{FF2B5EF4-FFF2-40B4-BE49-F238E27FC236}">
                <a16:creationId xmlns:a16="http://schemas.microsoft.com/office/drawing/2014/main" id="{35DAD54C-C6EF-475F-A4F5-C867A6AD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83143"/>
            <a:ext cx="495300" cy="177165"/>
          </a:xfrm>
          <a:custGeom xmlns:a="http://schemas.openxmlformats.org/drawingml/2006/main">
            <a:pathLst>
              <a:path w="495300" h="177165">
                <a:moveTo>
                  <a:pt x="0" y="126683"/>
                </a:moveTo>
                <a:lnTo>
                  <a:pt x="352425" y="126683"/>
                </a:lnTo>
                <a:lnTo>
                  <a:pt x="352425" y="177165"/>
                </a:lnTo>
                <a:lnTo>
                  <a:pt x="495300" y="88583"/>
                </a:lnTo>
                <a:lnTo>
                  <a:pt x="352425" y="0"/>
                </a:lnTo>
                <a:lnTo>
                  <a:pt x="352425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" name="p17-线-0024">
            <a:extLst xmlns:a="http://schemas.openxmlformats.org/drawingml/2006/main">
              <a:ext uri="{FF2B5EF4-FFF2-40B4-BE49-F238E27FC236}">
                <a16:creationId xmlns:a16="http://schemas.microsoft.com/office/drawing/2014/main" id="{AD9C7D12-D28C-454D-BCFE-F28A1E63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194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25" name="p17-线-0025">
            <a:extLst xmlns:a="http://schemas.openxmlformats.org/drawingml/2006/main">
              <a:ext uri="{FF2B5EF4-FFF2-40B4-BE49-F238E27FC236}">
                <a16:creationId xmlns:a16="http://schemas.microsoft.com/office/drawing/2014/main" id="{CE686BA9-4E81-4EC8-8EDA-D56CFA21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57400"/>
            <a:ext cx="95" cy="762000"/>
          </a:xfrm>
          <a:custGeom xmlns:a="http://schemas.openxmlformats.org/drawingml/2006/main">
            <a:pathLst>
              <a:path w="9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26" name="p17-线-0026">
            <a:extLst xmlns:a="http://schemas.openxmlformats.org/drawingml/2006/main">
              <a:ext uri="{FF2B5EF4-FFF2-40B4-BE49-F238E27FC236}">
                <a16:creationId xmlns:a16="http://schemas.microsoft.com/office/drawing/2014/main" id="{7AD00260-9894-47CC-A884-66098F0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194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7" name="p17-文本-0027">
            <a:extLst xmlns:a="http://schemas.openxmlformats.org/drawingml/2006/main">
              <a:ext uri="{FF2B5EF4-FFF2-40B4-BE49-F238E27FC236}">
                <a16:creationId xmlns:a16="http://schemas.microsoft.com/office/drawing/2014/main" id="{426745E3-5D7D-4C88-B19A-56461AD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819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28" name="p17-线-0028">
            <a:extLst xmlns:a="http://schemas.openxmlformats.org/drawingml/2006/main">
              <a:ext uri="{FF2B5EF4-FFF2-40B4-BE49-F238E27FC236}">
                <a16:creationId xmlns:a16="http://schemas.microsoft.com/office/drawing/2014/main" id="{7ACC3D5D-D2F1-4694-847E-F81374BC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384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9" name="p17-文本-0029">
            <a:extLst xmlns:a="http://schemas.openxmlformats.org/drawingml/2006/main">
              <a:ext uri="{FF2B5EF4-FFF2-40B4-BE49-F238E27FC236}">
                <a16:creationId xmlns:a16="http://schemas.microsoft.com/office/drawing/2014/main" id="{44FDD48D-9481-42A4-99A8-05400C22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2367195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30" name="p17-线-0030">
            <a:extLst xmlns:a="http://schemas.openxmlformats.org/drawingml/2006/main">
              <a:ext uri="{FF2B5EF4-FFF2-40B4-BE49-F238E27FC236}">
                <a16:creationId xmlns:a16="http://schemas.microsoft.com/office/drawing/2014/main" id="{A3900CED-B104-4C8E-9627-4B447BA9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574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31" name="p17-文本-0031">
            <a:extLst xmlns:a="http://schemas.openxmlformats.org/drawingml/2006/main">
              <a:ext uri="{FF2B5EF4-FFF2-40B4-BE49-F238E27FC236}">
                <a16:creationId xmlns:a16="http://schemas.microsoft.com/office/drawing/2014/main" id="{1B9EBDB6-0C22-4794-8613-35D8ACC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619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2" name="p17-路径-0032">
            <a:extLst xmlns:a="http://schemas.openxmlformats.org/drawingml/2006/main">
              <a:ext uri="{FF2B5EF4-FFF2-40B4-BE49-F238E27FC236}">
                <a16:creationId xmlns:a16="http://schemas.microsoft.com/office/drawing/2014/main" id="{AEC174D5-1D54-45A2-9E3A-11EAAD05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64105"/>
            <a:ext cx="2714625" cy="386715"/>
          </a:xfrm>
          <a:custGeom xmlns:a="http://schemas.openxmlformats.org/drawingml/2006/main">
            <a:pathLst>
              <a:path w="2714625" h="386715">
                <a:moveTo>
                  <a:pt x="0" y="386715"/>
                </a:moveTo>
                <a:lnTo>
                  <a:pt x="45720" y="362903"/>
                </a:lnTo>
                <a:lnTo>
                  <a:pt x="90488" y="340995"/>
                </a:lnTo>
                <a:lnTo>
                  <a:pt x="135255" y="320040"/>
                </a:lnTo>
                <a:lnTo>
                  <a:pt x="180975" y="300038"/>
                </a:lnTo>
                <a:lnTo>
                  <a:pt x="226695" y="281940"/>
                </a:lnTo>
                <a:lnTo>
                  <a:pt x="271463" y="263842"/>
                </a:lnTo>
                <a:lnTo>
                  <a:pt x="316230" y="247650"/>
                </a:lnTo>
                <a:lnTo>
                  <a:pt x="361950" y="232410"/>
                </a:lnTo>
                <a:lnTo>
                  <a:pt x="407670" y="218123"/>
                </a:lnTo>
                <a:lnTo>
                  <a:pt x="452438" y="204788"/>
                </a:lnTo>
                <a:lnTo>
                  <a:pt x="497205" y="191453"/>
                </a:lnTo>
                <a:lnTo>
                  <a:pt x="542925" y="179070"/>
                </a:lnTo>
                <a:lnTo>
                  <a:pt x="588645" y="168592"/>
                </a:lnTo>
                <a:lnTo>
                  <a:pt x="633413" y="157163"/>
                </a:lnTo>
                <a:lnTo>
                  <a:pt x="678180" y="147638"/>
                </a:lnTo>
                <a:lnTo>
                  <a:pt x="723900" y="138113"/>
                </a:lnTo>
                <a:lnTo>
                  <a:pt x="769620" y="129540"/>
                </a:lnTo>
                <a:lnTo>
                  <a:pt x="814388" y="120967"/>
                </a:lnTo>
                <a:lnTo>
                  <a:pt x="859155" y="113348"/>
                </a:lnTo>
                <a:lnTo>
                  <a:pt x="904875" y="105728"/>
                </a:lnTo>
                <a:lnTo>
                  <a:pt x="950595" y="99060"/>
                </a:lnTo>
                <a:lnTo>
                  <a:pt x="995363" y="92392"/>
                </a:lnTo>
                <a:lnTo>
                  <a:pt x="1040130" y="86678"/>
                </a:lnTo>
                <a:lnTo>
                  <a:pt x="1085850" y="80963"/>
                </a:lnTo>
                <a:lnTo>
                  <a:pt x="1131570" y="75248"/>
                </a:lnTo>
                <a:lnTo>
                  <a:pt x="1176338" y="70485"/>
                </a:lnTo>
                <a:lnTo>
                  <a:pt x="1221105" y="65723"/>
                </a:lnTo>
                <a:lnTo>
                  <a:pt x="1266825" y="60960"/>
                </a:lnTo>
                <a:lnTo>
                  <a:pt x="1312545" y="57150"/>
                </a:lnTo>
                <a:lnTo>
                  <a:pt x="1357313" y="52388"/>
                </a:lnTo>
                <a:lnTo>
                  <a:pt x="1402080" y="48578"/>
                </a:lnTo>
                <a:lnTo>
                  <a:pt x="1447800" y="45720"/>
                </a:lnTo>
                <a:lnTo>
                  <a:pt x="1493520" y="41910"/>
                </a:lnTo>
                <a:lnTo>
                  <a:pt x="1538288" y="39053"/>
                </a:lnTo>
                <a:lnTo>
                  <a:pt x="1583055" y="36195"/>
                </a:lnTo>
                <a:lnTo>
                  <a:pt x="1628775" y="33338"/>
                </a:lnTo>
                <a:lnTo>
                  <a:pt x="1674495" y="30480"/>
                </a:lnTo>
                <a:lnTo>
                  <a:pt x="1719263" y="28575"/>
                </a:lnTo>
                <a:lnTo>
                  <a:pt x="1764030" y="26670"/>
                </a:lnTo>
                <a:lnTo>
                  <a:pt x="1809750" y="23813"/>
                </a:lnTo>
                <a:lnTo>
                  <a:pt x="1855470" y="21908"/>
                </a:lnTo>
                <a:lnTo>
                  <a:pt x="1900238" y="20003"/>
                </a:lnTo>
                <a:lnTo>
                  <a:pt x="1945005" y="18098"/>
                </a:lnTo>
                <a:lnTo>
                  <a:pt x="1990725" y="17145"/>
                </a:lnTo>
                <a:lnTo>
                  <a:pt x="2036445" y="15240"/>
                </a:lnTo>
                <a:lnTo>
                  <a:pt x="2081213" y="13335"/>
                </a:lnTo>
                <a:lnTo>
                  <a:pt x="2125980" y="12383"/>
                </a:lnTo>
                <a:lnTo>
                  <a:pt x="2171700" y="11430"/>
                </a:lnTo>
                <a:lnTo>
                  <a:pt x="2217420" y="9525"/>
                </a:lnTo>
                <a:lnTo>
                  <a:pt x="2262188" y="8573"/>
                </a:lnTo>
                <a:lnTo>
                  <a:pt x="2306955" y="7620"/>
                </a:lnTo>
                <a:lnTo>
                  <a:pt x="2352675" y="6668"/>
                </a:lnTo>
                <a:lnTo>
                  <a:pt x="2398395" y="5715"/>
                </a:lnTo>
                <a:lnTo>
                  <a:pt x="2443163" y="4763"/>
                </a:lnTo>
                <a:lnTo>
                  <a:pt x="2487930" y="3810"/>
                </a:lnTo>
                <a:lnTo>
                  <a:pt x="2533650" y="2858"/>
                </a:lnTo>
                <a:lnTo>
                  <a:pt x="2579370" y="1905"/>
                </a:lnTo>
                <a:lnTo>
                  <a:pt x="2624138" y="1905"/>
                </a:lnTo>
                <a:lnTo>
                  <a:pt x="2668905" y="953"/>
                </a:ln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33" name="p17-椭圆-0033">
            <a:extLst xmlns:a="http://schemas.openxmlformats.org/drawingml/2006/main">
              <a:ext uri="{FF2B5EF4-FFF2-40B4-BE49-F238E27FC236}">
                <a16:creationId xmlns:a16="http://schemas.microsoft.com/office/drawing/2014/main" id="{DB70906F-6D49-44FD-8C02-522DDB4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198" y="272129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4" name="p17-椭圆-0034">
            <a:extLst xmlns:a="http://schemas.openxmlformats.org/drawingml/2006/main">
              <a:ext uri="{FF2B5EF4-FFF2-40B4-BE49-F238E27FC236}">
                <a16:creationId xmlns:a16="http://schemas.microsoft.com/office/drawing/2014/main" id="{8920125A-2EEA-4EF9-AD49-0890667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123" y="251410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5" name="p17-椭圆-0035">
            <a:extLst xmlns:a="http://schemas.openxmlformats.org/drawingml/2006/main">
              <a:ext uri="{FF2B5EF4-FFF2-40B4-BE49-F238E27FC236}">
                <a16:creationId xmlns:a16="http://schemas.microsoft.com/office/drawing/2014/main" id="{157FD16C-3AE6-4C91-8D29-B22073F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048" y="241525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6" name="p17-椭圆-0036">
            <a:extLst xmlns:a="http://schemas.openxmlformats.org/drawingml/2006/main">
              <a:ext uri="{FF2B5EF4-FFF2-40B4-BE49-F238E27FC236}">
                <a16:creationId xmlns:a16="http://schemas.microsoft.com/office/drawing/2014/main" id="{804AC4AD-CD0A-4CA2-86ED-16B6D9E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973" y="236808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7" name="p17-椭圆-0037">
            <a:extLst xmlns:a="http://schemas.openxmlformats.org/drawingml/2006/main">
              <a:ext uri="{FF2B5EF4-FFF2-40B4-BE49-F238E27FC236}">
                <a16:creationId xmlns:a16="http://schemas.microsoft.com/office/drawing/2014/main" id="{9550991D-B0E4-411B-ABF9-19D6EBA2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898" y="234558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8" name="p17-椭圆-0038">
            <a:extLst xmlns:a="http://schemas.openxmlformats.org/drawingml/2006/main">
              <a:ext uri="{FF2B5EF4-FFF2-40B4-BE49-F238E27FC236}">
                <a16:creationId xmlns:a16="http://schemas.microsoft.com/office/drawing/2014/main" id="{00ED6113-92D4-4EE8-B18E-1452F55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823" y="233484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" name="p17-路径-0039">
            <a:extLst xmlns:a="http://schemas.openxmlformats.org/drawingml/2006/main">
              <a:ext uri="{FF2B5EF4-FFF2-40B4-BE49-F238E27FC236}">
                <a16:creationId xmlns:a16="http://schemas.microsoft.com/office/drawing/2014/main" id="{3E9C1C40-6B1D-47BA-B09B-02A7400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39315"/>
            <a:ext cx="2714625" cy="611505"/>
          </a:xfrm>
          <a:custGeom xmlns:a="http://schemas.openxmlformats.org/drawingml/2006/main">
            <a:pathLst>
              <a:path w="2714625" h="611505">
                <a:moveTo>
                  <a:pt x="0" y="611505"/>
                </a:moveTo>
                <a:lnTo>
                  <a:pt x="45720" y="564832"/>
                </a:lnTo>
                <a:lnTo>
                  <a:pt x="90488" y="521970"/>
                </a:lnTo>
                <a:lnTo>
                  <a:pt x="135255" y="481965"/>
                </a:lnTo>
                <a:lnTo>
                  <a:pt x="180975" y="445770"/>
                </a:lnTo>
                <a:lnTo>
                  <a:pt x="226695" y="411480"/>
                </a:lnTo>
                <a:lnTo>
                  <a:pt x="271463" y="380048"/>
                </a:lnTo>
                <a:lnTo>
                  <a:pt x="316230" y="350520"/>
                </a:lnTo>
                <a:lnTo>
                  <a:pt x="361950" y="323850"/>
                </a:lnTo>
                <a:lnTo>
                  <a:pt x="407670" y="299085"/>
                </a:lnTo>
                <a:lnTo>
                  <a:pt x="452438" y="276225"/>
                </a:lnTo>
                <a:lnTo>
                  <a:pt x="497205" y="255270"/>
                </a:lnTo>
                <a:lnTo>
                  <a:pt x="542925" y="235268"/>
                </a:lnTo>
                <a:lnTo>
                  <a:pt x="588645" y="217170"/>
                </a:lnTo>
                <a:lnTo>
                  <a:pt x="633413" y="200025"/>
                </a:lnTo>
                <a:lnTo>
                  <a:pt x="678180" y="184785"/>
                </a:lnTo>
                <a:lnTo>
                  <a:pt x="723900" y="170498"/>
                </a:lnTo>
                <a:lnTo>
                  <a:pt x="769620" y="157163"/>
                </a:lnTo>
                <a:lnTo>
                  <a:pt x="814388" y="144780"/>
                </a:lnTo>
                <a:lnTo>
                  <a:pt x="859155" y="133350"/>
                </a:lnTo>
                <a:lnTo>
                  <a:pt x="904875" y="122873"/>
                </a:lnTo>
                <a:lnTo>
                  <a:pt x="950595" y="113348"/>
                </a:lnTo>
                <a:lnTo>
                  <a:pt x="995363" y="104775"/>
                </a:lnTo>
                <a:lnTo>
                  <a:pt x="1040130" y="96202"/>
                </a:lnTo>
                <a:lnTo>
                  <a:pt x="1085850" y="88583"/>
                </a:lnTo>
                <a:lnTo>
                  <a:pt x="1131570" y="80963"/>
                </a:lnTo>
                <a:lnTo>
                  <a:pt x="1176338" y="75248"/>
                </a:lnTo>
                <a:lnTo>
                  <a:pt x="1221105" y="68580"/>
                </a:lnTo>
                <a:lnTo>
                  <a:pt x="1266825" y="62865"/>
                </a:lnTo>
                <a:lnTo>
                  <a:pt x="1312545" y="58102"/>
                </a:lnTo>
                <a:lnTo>
                  <a:pt x="1357313" y="53340"/>
                </a:lnTo>
                <a:lnTo>
                  <a:pt x="1402080" y="48577"/>
                </a:lnTo>
                <a:lnTo>
                  <a:pt x="1447800" y="44768"/>
                </a:lnTo>
                <a:lnTo>
                  <a:pt x="1493520" y="40958"/>
                </a:lnTo>
                <a:lnTo>
                  <a:pt x="1538288" y="37148"/>
                </a:lnTo>
                <a:lnTo>
                  <a:pt x="1583055" y="34290"/>
                </a:lnTo>
                <a:lnTo>
                  <a:pt x="1628775" y="31433"/>
                </a:lnTo>
                <a:lnTo>
                  <a:pt x="1674495" y="28575"/>
                </a:lnTo>
                <a:lnTo>
                  <a:pt x="1719263" y="25718"/>
                </a:lnTo>
                <a:lnTo>
                  <a:pt x="1764030" y="23813"/>
                </a:lnTo>
                <a:lnTo>
                  <a:pt x="1809750" y="20955"/>
                </a:lnTo>
                <a:lnTo>
                  <a:pt x="1855470" y="19050"/>
                </a:lnTo>
                <a:lnTo>
                  <a:pt x="1900238" y="17145"/>
                </a:lnTo>
                <a:lnTo>
                  <a:pt x="1945005" y="15240"/>
                </a:lnTo>
                <a:lnTo>
                  <a:pt x="1990725" y="14288"/>
                </a:lnTo>
                <a:lnTo>
                  <a:pt x="2036445" y="12383"/>
                </a:lnTo>
                <a:lnTo>
                  <a:pt x="2081213" y="11430"/>
                </a:lnTo>
                <a:lnTo>
                  <a:pt x="2125980" y="9525"/>
                </a:lnTo>
                <a:lnTo>
                  <a:pt x="2171700" y="8573"/>
                </a:lnTo>
                <a:lnTo>
                  <a:pt x="2217420" y="7620"/>
                </a:lnTo>
                <a:lnTo>
                  <a:pt x="2262188" y="6668"/>
                </a:lnTo>
                <a:lnTo>
                  <a:pt x="2306955" y="5715"/>
                </a:lnTo>
                <a:lnTo>
                  <a:pt x="2352675" y="4763"/>
                </a:lnTo>
                <a:lnTo>
                  <a:pt x="2398395" y="3810"/>
                </a:lnTo>
                <a:lnTo>
                  <a:pt x="2443163" y="2858"/>
                </a:lnTo>
                <a:lnTo>
                  <a:pt x="2487930" y="2858"/>
                </a:lnTo>
                <a:lnTo>
                  <a:pt x="2533650" y="1905"/>
                </a:lnTo>
                <a:lnTo>
                  <a:pt x="2579370" y="952"/>
                </a:lnTo>
                <a:lnTo>
                  <a:pt x="2624138" y="952"/>
                </a:lnTo>
                <a:lnTo>
                  <a:pt x="2668905" y="0"/>
                </a:ln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40" name="p17-椭圆-0040">
            <a:extLst xmlns:a="http://schemas.openxmlformats.org/drawingml/2006/main">
              <a:ext uri="{FF2B5EF4-FFF2-40B4-BE49-F238E27FC236}">
                <a16:creationId xmlns:a16="http://schemas.microsoft.com/office/drawing/2014/main" id="{D78FC46D-9FB6-491C-B63C-3F962C3C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198" y="272129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1" name="p17-椭圆-0041">
            <a:extLst xmlns:a="http://schemas.openxmlformats.org/drawingml/2006/main">
              <a:ext uri="{FF2B5EF4-FFF2-40B4-BE49-F238E27FC236}">
                <a16:creationId xmlns:a16="http://schemas.microsoft.com/office/drawing/2014/main" id="{D50DE325-89B8-4C81-8479-572BDFD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123" y="234517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2" name="p17-椭圆-0042">
            <a:extLst xmlns:a="http://schemas.openxmlformats.org/drawingml/2006/main">
              <a:ext uri="{FF2B5EF4-FFF2-40B4-BE49-F238E27FC236}">
                <a16:creationId xmlns:a16="http://schemas.microsoft.com/office/drawing/2014/main" id="{9C738A1D-B852-4EC0-9B15-41CBC026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048" y="219825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3" name="p17-椭圆-0043">
            <a:extLst xmlns:a="http://schemas.openxmlformats.org/drawingml/2006/main">
              <a:ext uri="{FF2B5EF4-FFF2-40B4-BE49-F238E27FC236}">
                <a16:creationId xmlns:a16="http://schemas.microsoft.com/office/drawing/2014/main" id="{CA5854DA-7F51-4D2A-AB48-7E6FC67C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973" y="214086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4" name="p17-椭圆-0044">
            <a:extLst xmlns:a="http://schemas.openxmlformats.org/drawingml/2006/main">
              <a:ext uri="{FF2B5EF4-FFF2-40B4-BE49-F238E27FC236}">
                <a16:creationId xmlns:a16="http://schemas.microsoft.com/office/drawing/2014/main" id="{CC52762B-AC04-4F86-A0DF-5AC7AC7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898" y="211844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5" name="p17-椭圆-0045">
            <a:extLst xmlns:a="http://schemas.openxmlformats.org/drawingml/2006/main">
              <a:ext uri="{FF2B5EF4-FFF2-40B4-BE49-F238E27FC236}">
                <a16:creationId xmlns:a16="http://schemas.microsoft.com/office/drawing/2014/main" id="{E2479CA5-DF08-4852-BF18-7FF59B3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823" y="210968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6" name="p17-文本-0046">
            <a:extLst xmlns:a="http://schemas.openxmlformats.org/drawingml/2006/main">
              <a:ext uri="{FF2B5EF4-FFF2-40B4-BE49-F238E27FC236}">
                <a16:creationId xmlns:a16="http://schemas.microsoft.com/office/drawing/2014/main" id="{C372A9FC-883C-4A61-AF0B-FB727B4B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48601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47" name="p17-文本-0047">
            <a:extLst xmlns:a="http://schemas.openxmlformats.org/drawingml/2006/main">
              <a:ext uri="{FF2B5EF4-FFF2-40B4-BE49-F238E27FC236}">
                <a16:creationId xmlns:a16="http://schemas.microsoft.com/office/drawing/2014/main" id="{C8065D34-271B-4B54-BF1D-15A826A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24291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归一化时间</a:t>
            </a:r>
          </a:p>
        </p:txBody>
      </p:sp>
      <p:sp>
        <p:nvSpPr>
          <p:cNvPr id="48" name="p17-文本-0048">
            <a:extLst xmlns:a="http://schemas.openxmlformats.org/drawingml/2006/main">
              <a:ext uri="{FF2B5EF4-FFF2-40B4-BE49-F238E27FC236}">
                <a16:creationId xmlns:a16="http://schemas.microsoft.com/office/drawing/2014/main" id="{93695DDA-BB0D-460A-A01F-C6A6913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19" y="28805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49" name="p17-文本-0049">
            <a:extLst xmlns:a="http://schemas.openxmlformats.org/drawingml/2006/main">
              <a:ext uri="{FF2B5EF4-FFF2-40B4-BE49-F238E27FC236}">
                <a16:creationId xmlns:a16="http://schemas.microsoft.com/office/drawing/2014/main" id="{793875B9-506A-4339-A0B7-BBD73BA7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344" y="28805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50" name="p17-线-0050">
            <a:extLst xmlns:a="http://schemas.openxmlformats.org/drawingml/2006/main">
              <a:ext uri="{FF2B5EF4-FFF2-40B4-BE49-F238E27FC236}">
                <a16:creationId xmlns:a16="http://schemas.microsoft.com/office/drawing/2014/main" id="{894F8FAE-8A8B-4074-9F4A-5BADE98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145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51" name="p17-文本-0051">
            <a:extLst xmlns:a="http://schemas.openxmlformats.org/drawingml/2006/main">
              <a:ext uri="{FF2B5EF4-FFF2-40B4-BE49-F238E27FC236}">
                <a16:creationId xmlns:a16="http://schemas.microsoft.com/office/drawing/2014/main" id="{B3B88882-98F4-4455-9165-33D8BC22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0341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疏松层</a:t>
            </a:r>
          </a:p>
        </p:txBody>
      </p:sp>
      <p:sp>
        <p:nvSpPr>
          <p:cNvPr id="52" name="p17-线-0052">
            <a:extLst xmlns:a="http://schemas.openxmlformats.org/drawingml/2006/main">
              <a:ext uri="{FF2B5EF4-FFF2-40B4-BE49-F238E27FC236}">
                <a16:creationId xmlns:a16="http://schemas.microsoft.com/office/drawing/2014/main" id="{F12549E8-0C3A-4DB2-907E-0C869E8C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145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53" name="p17-文本-0053">
            <a:extLst xmlns:a="http://schemas.openxmlformats.org/drawingml/2006/main">
              <a:ext uri="{FF2B5EF4-FFF2-40B4-BE49-F238E27FC236}">
                <a16:creationId xmlns:a16="http://schemas.microsoft.com/office/drawing/2014/main" id="{59360BCB-47C2-48F2-AB1E-E39A541B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00341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致密层</a:t>
            </a:r>
          </a:p>
        </p:txBody>
      </p:sp>
      <p:sp>
        <p:nvSpPr>
          <p:cNvPr id="54" name="p17-文本-0054">
            <a:extLst xmlns:a="http://schemas.openxmlformats.org/drawingml/2006/main">
              <a:ext uri="{FF2B5EF4-FFF2-40B4-BE49-F238E27FC236}">
                <a16:creationId xmlns:a16="http://schemas.microsoft.com/office/drawing/2014/main" id="{3B43F411-41EB-4820-9E2E-E6EDAC5B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9331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预测先于测量设定</a:t>
            </a:r>
          </a:p>
        </p:txBody>
      </p:sp>
      <p:sp>
        <p:nvSpPr>
          <p:cNvPr id="55" name="p17-线-0055">
            <a:extLst xmlns:a="http://schemas.openxmlformats.org/drawingml/2006/main">
              <a:ext uri="{FF2B5EF4-FFF2-40B4-BE49-F238E27FC236}">
                <a16:creationId xmlns:a16="http://schemas.microsoft.com/office/drawing/2014/main" id="{606817C6-856C-4BD9-B2AA-6F2E5724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</a:ln>
        </p:spPr>
      </p:sp>
      <p:sp>
        <p:nvSpPr>
          <p:cNvPr id="56" name="p17-文本-0056">
            <a:extLst xmlns:a="http://schemas.openxmlformats.org/drawingml/2006/main">
              <a:ext uri="{FF2B5EF4-FFF2-40B4-BE49-F238E27FC236}">
                <a16:creationId xmlns:a16="http://schemas.microsoft.com/office/drawing/2014/main" id="{244338D0-33F0-4425-85BA-D678A3EA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9777"/>
            <a:ext cx="6440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验证层</a:t>
            </a:r>
          </a:p>
        </p:txBody>
      </p:sp>
      <p:sp>
        <p:nvSpPr>
          <p:cNvPr id="57" name="p17-矩形-0057">
            <a:extLst xmlns:a="http://schemas.openxmlformats.org/drawingml/2006/main">
              <a:ext uri="{FF2B5EF4-FFF2-40B4-BE49-F238E27FC236}">
                <a16:creationId xmlns:a16="http://schemas.microsoft.com/office/drawing/2014/main" id="{0C2F972B-BBF6-4F82-9129-C664954D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14775"/>
            <a:ext cx="1981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p17-椭圆-0058">
            <a:extLst xmlns:a="http://schemas.openxmlformats.org/drawingml/2006/main">
              <a:ext uri="{FF2B5EF4-FFF2-40B4-BE49-F238E27FC236}">
                <a16:creationId xmlns:a16="http://schemas.microsoft.com/office/drawing/2014/main" id="{6C020E85-2B68-4088-8AC6-68EEA250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9" name="p17-文本-0059">
            <a:extLst xmlns:a="http://schemas.openxmlformats.org/drawingml/2006/main">
              <a:ext uri="{FF2B5EF4-FFF2-40B4-BE49-F238E27FC236}">
                <a16:creationId xmlns:a16="http://schemas.microsoft.com/office/drawing/2014/main" id="{E2E1D4C3-61CE-48C7-9016-3CD7C5F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3" y="4057269"/>
            <a:ext cx="123825" cy="21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60" name="p17-文本-0060">
            <a:extLst xmlns:a="http://schemas.openxmlformats.org/drawingml/2006/main">
              <a:ext uri="{FF2B5EF4-FFF2-40B4-BE49-F238E27FC236}">
                <a16:creationId xmlns:a16="http://schemas.microsoft.com/office/drawing/2014/main" id="{460BAFD8-EBBA-45CE-881B-BF7D0C3E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1800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制备梯度</a:t>
            </a:r>
          </a:p>
        </p:txBody>
      </p:sp>
      <p:sp>
        <p:nvSpPr>
          <p:cNvPr id="61" name="p17-路径-0061">
            <a:extLst xmlns:a="http://schemas.openxmlformats.org/drawingml/2006/main">
              <a:ext uri="{FF2B5EF4-FFF2-40B4-BE49-F238E27FC236}">
                <a16:creationId xmlns:a16="http://schemas.microsoft.com/office/drawing/2014/main" id="{6D2F509C-7162-4B76-BB13-0A75A955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4724400"/>
            <a:ext cx="1173480" cy="242888"/>
          </a:xfrm>
          <a:custGeom xmlns:a="http://schemas.openxmlformats.org/drawingml/2006/main">
            <a:pathLst>
              <a:path w="1173480" h="242888">
                <a:moveTo>
                  <a:pt x="0" y="114300"/>
                </a:moveTo>
                <a:lnTo>
                  <a:pt x="12382" y="136208"/>
                </a:lnTo>
                <a:lnTo>
                  <a:pt x="23813" y="157163"/>
                </a:lnTo>
                <a:lnTo>
                  <a:pt x="36195" y="177165"/>
                </a:lnTo>
                <a:lnTo>
                  <a:pt x="47625" y="194310"/>
                </a:lnTo>
                <a:lnTo>
                  <a:pt x="60007" y="209550"/>
                </a:lnTo>
                <a:lnTo>
                  <a:pt x="71438" y="221932"/>
                </a:lnTo>
                <a:lnTo>
                  <a:pt x="82867" y="230505"/>
                </a:lnTo>
                <a:lnTo>
                  <a:pt x="95250" y="235268"/>
                </a:lnTo>
                <a:lnTo>
                  <a:pt x="106680" y="237172"/>
                </a:lnTo>
                <a:lnTo>
                  <a:pt x="119063" y="235268"/>
                </a:lnTo>
                <a:lnTo>
                  <a:pt x="130492" y="229553"/>
                </a:lnTo>
                <a:lnTo>
                  <a:pt x="142875" y="220980"/>
                </a:lnTo>
                <a:lnTo>
                  <a:pt x="154305" y="210503"/>
                </a:lnTo>
                <a:lnTo>
                  <a:pt x="166688" y="197168"/>
                </a:lnTo>
                <a:lnTo>
                  <a:pt x="178117" y="182880"/>
                </a:lnTo>
                <a:lnTo>
                  <a:pt x="189547" y="168593"/>
                </a:lnTo>
                <a:lnTo>
                  <a:pt x="201930" y="153353"/>
                </a:lnTo>
                <a:lnTo>
                  <a:pt x="213360" y="138113"/>
                </a:lnTo>
                <a:lnTo>
                  <a:pt x="225742" y="123825"/>
                </a:lnTo>
                <a:lnTo>
                  <a:pt x="237172" y="112395"/>
                </a:lnTo>
                <a:lnTo>
                  <a:pt x="249555" y="101917"/>
                </a:lnTo>
                <a:lnTo>
                  <a:pt x="260985" y="93345"/>
                </a:lnTo>
                <a:lnTo>
                  <a:pt x="272415" y="87630"/>
                </a:lnTo>
                <a:lnTo>
                  <a:pt x="284797" y="84772"/>
                </a:lnTo>
                <a:lnTo>
                  <a:pt x="296227" y="83820"/>
                </a:lnTo>
                <a:lnTo>
                  <a:pt x="308610" y="85725"/>
                </a:lnTo>
                <a:lnTo>
                  <a:pt x="320040" y="89535"/>
                </a:lnTo>
                <a:lnTo>
                  <a:pt x="332422" y="94297"/>
                </a:lnTo>
                <a:lnTo>
                  <a:pt x="343852" y="100965"/>
                </a:lnTo>
                <a:lnTo>
                  <a:pt x="355282" y="107633"/>
                </a:lnTo>
                <a:lnTo>
                  <a:pt x="367665" y="114300"/>
                </a:lnTo>
                <a:lnTo>
                  <a:pt x="379095" y="120967"/>
                </a:lnTo>
                <a:lnTo>
                  <a:pt x="391477" y="126683"/>
                </a:lnTo>
                <a:lnTo>
                  <a:pt x="402907" y="130492"/>
                </a:lnTo>
                <a:lnTo>
                  <a:pt x="415290" y="133350"/>
                </a:lnTo>
                <a:lnTo>
                  <a:pt x="426720" y="133350"/>
                </a:lnTo>
                <a:lnTo>
                  <a:pt x="439102" y="131445"/>
                </a:lnTo>
                <a:lnTo>
                  <a:pt x="450532" y="126683"/>
                </a:lnTo>
                <a:lnTo>
                  <a:pt x="461963" y="119063"/>
                </a:lnTo>
                <a:lnTo>
                  <a:pt x="474345" y="110490"/>
                </a:lnTo>
                <a:lnTo>
                  <a:pt x="485775" y="99060"/>
                </a:lnTo>
                <a:lnTo>
                  <a:pt x="498157" y="86678"/>
                </a:lnTo>
                <a:lnTo>
                  <a:pt x="509588" y="73342"/>
                </a:lnTo>
                <a:lnTo>
                  <a:pt x="521970" y="60008"/>
                </a:lnTo>
                <a:lnTo>
                  <a:pt x="533400" y="45720"/>
                </a:lnTo>
                <a:lnTo>
                  <a:pt x="544830" y="33338"/>
                </a:lnTo>
                <a:lnTo>
                  <a:pt x="557213" y="21908"/>
                </a:lnTo>
                <a:lnTo>
                  <a:pt x="568642" y="12383"/>
                </a:lnTo>
                <a:lnTo>
                  <a:pt x="581025" y="4763"/>
                </a:lnTo>
                <a:lnTo>
                  <a:pt x="592455" y="953"/>
                </a:lnTo>
                <a:lnTo>
                  <a:pt x="604838" y="0"/>
                </a:lnTo>
                <a:lnTo>
                  <a:pt x="616267" y="2858"/>
                </a:lnTo>
                <a:lnTo>
                  <a:pt x="628650" y="8572"/>
                </a:lnTo>
                <a:lnTo>
                  <a:pt x="640080" y="18097"/>
                </a:lnTo>
                <a:lnTo>
                  <a:pt x="651510" y="30480"/>
                </a:lnTo>
                <a:lnTo>
                  <a:pt x="663892" y="46672"/>
                </a:lnTo>
                <a:lnTo>
                  <a:pt x="675323" y="64770"/>
                </a:lnTo>
                <a:lnTo>
                  <a:pt x="687705" y="84772"/>
                </a:lnTo>
                <a:lnTo>
                  <a:pt x="699135" y="105728"/>
                </a:lnTo>
                <a:lnTo>
                  <a:pt x="711517" y="127635"/>
                </a:lnTo>
                <a:lnTo>
                  <a:pt x="722948" y="148590"/>
                </a:lnTo>
                <a:lnTo>
                  <a:pt x="734378" y="169545"/>
                </a:lnTo>
                <a:lnTo>
                  <a:pt x="746760" y="188595"/>
                </a:lnTo>
                <a:lnTo>
                  <a:pt x="758190" y="205740"/>
                </a:lnTo>
                <a:lnTo>
                  <a:pt x="770573" y="220028"/>
                </a:lnTo>
                <a:lnTo>
                  <a:pt x="782003" y="231457"/>
                </a:lnTo>
                <a:lnTo>
                  <a:pt x="794385" y="239078"/>
                </a:lnTo>
                <a:lnTo>
                  <a:pt x="805815" y="242888"/>
                </a:lnTo>
                <a:lnTo>
                  <a:pt x="818198" y="242888"/>
                </a:lnTo>
                <a:lnTo>
                  <a:pt x="829628" y="240030"/>
                </a:lnTo>
                <a:lnTo>
                  <a:pt x="841057" y="233363"/>
                </a:lnTo>
                <a:lnTo>
                  <a:pt x="853440" y="223838"/>
                </a:lnTo>
                <a:lnTo>
                  <a:pt x="864870" y="211455"/>
                </a:lnTo>
                <a:lnTo>
                  <a:pt x="877253" y="197168"/>
                </a:lnTo>
                <a:lnTo>
                  <a:pt x="888682" y="180975"/>
                </a:lnTo>
                <a:lnTo>
                  <a:pt x="901065" y="164782"/>
                </a:lnTo>
                <a:lnTo>
                  <a:pt x="912495" y="148590"/>
                </a:lnTo>
                <a:lnTo>
                  <a:pt x="923925" y="132397"/>
                </a:lnTo>
                <a:lnTo>
                  <a:pt x="936307" y="117158"/>
                </a:lnTo>
                <a:lnTo>
                  <a:pt x="947738" y="103822"/>
                </a:lnTo>
                <a:lnTo>
                  <a:pt x="960120" y="92392"/>
                </a:lnTo>
                <a:lnTo>
                  <a:pt x="971550" y="82867"/>
                </a:lnTo>
                <a:lnTo>
                  <a:pt x="983932" y="77153"/>
                </a:lnTo>
                <a:lnTo>
                  <a:pt x="995363" y="73342"/>
                </a:lnTo>
                <a:lnTo>
                  <a:pt x="1006792" y="71438"/>
                </a:lnTo>
                <a:lnTo>
                  <a:pt x="1019175" y="73342"/>
                </a:lnTo>
                <a:lnTo>
                  <a:pt x="1030605" y="76200"/>
                </a:lnTo>
                <a:lnTo>
                  <a:pt x="1042988" y="80963"/>
                </a:lnTo>
                <a:lnTo>
                  <a:pt x="1054418" y="87630"/>
                </a:lnTo>
                <a:lnTo>
                  <a:pt x="1066800" y="95250"/>
                </a:lnTo>
                <a:lnTo>
                  <a:pt x="1078230" y="101917"/>
                </a:lnTo>
                <a:lnTo>
                  <a:pt x="1090613" y="109538"/>
                </a:lnTo>
                <a:lnTo>
                  <a:pt x="1102043" y="115253"/>
                </a:lnTo>
                <a:lnTo>
                  <a:pt x="1113473" y="120015"/>
                </a:lnTo>
                <a:lnTo>
                  <a:pt x="1125855" y="123825"/>
                </a:lnTo>
                <a:lnTo>
                  <a:pt x="1137285" y="124778"/>
                </a:lnTo>
                <a:lnTo>
                  <a:pt x="1149668" y="123825"/>
                </a:lnTo>
                <a:lnTo>
                  <a:pt x="1161098" y="120015"/>
                </a:lnTo>
                <a:lnTo>
                  <a:pt x="117348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62" name="p17-路径-0062">
            <a:extLst xmlns:a="http://schemas.openxmlformats.org/drawingml/2006/main">
              <a:ext uri="{FF2B5EF4-FFF2-40B4-BE49-F238E27FC236}">
                <a16:creationId xmlns:a16="http://schemas.microsoft.com/office/drawing/2014/main" id="{9400C18D-519C-474A-AADA-49D84013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4747260"/>
            <a:ext cx="1173480" cy="229553"/>
          </a:xfrm>
          <a:custGeom xmlns:a="http://schemas.openxmlformats.org/drawingml/2006/main">
            <a:pathLst>
              <a:path w="1173480" h="229553">
                <a:moveTo>
                  <a:pt x="0" y="229553"/>
                </a:moveTo>
                <a:lnTo>
                  <a:pt x="12382" y="228600"/>
                </a:lnTo>
                <a:lnTo>
                  <a:pt x="23813" y="224790"/>
                </a:lnTo>
                <a:lnTo>
                  <a:pt x="36195" y="217170"/>
                </a:lnTo>
                <a:lnTo>
                  <a:pt x="47625" y="205740"/>
                </a:lnTo>
                <a:lnTo>
                  <a:pt x="60007" y="191453"/>
                </a:lnTo>
                <a:lnTo>
                  <a:pt x="71438" y="175260"/>
                </a:lnTo>
                <a:lnTo>
                  <a:pt x="82867" y="157163"/>
                </a:lnTo>
                <a:lnTo>
                  <a:pt x="95250" y="137160"/>
                </a:lnTo>
                <a:lnTo>
                  <a:pt x="106680" y="118110"/>
                </a:lnTo>
                <a:lnTo>
                  <a:pt x="119063" y="98108"/>
                </a:lnTo>
                <a:lnTo>
                  <a:pt x="130492" y="79058"/>
                </a:lnTo>
                <a:lnTo>
                  <a:pt x="142875" y="61913"/>
                </a:lnTo>
                <a:lnTo>
                  <a:pt x="154305" y="46673"/>
                </a:lnTo>
                <a:lnTo>
                  <a:pt x="166688" y="34290"/>
                </a:lnTo>
                <a:lnTo>
                  <a:pt x="178117" y="23813"/>
                </a:lnTo>
                <a:lnTo>
                  <a:pt x="189547" y="17145"/>
                </a:lnTo>
                <a:lnTo>
                  <a:pt x="201930" y="13335"/>
                </a:lnTo>
                <a:lnTo>
                  <a:pt x="213360" y="12383"/>
                </a:lnTo>
                <a:lnTo>
                  <a:pt x="225742" y="14288"/>
                </a:lnTo>
                <a:lnTo>
                  <a:pt x="237172" y="19050"/>
                </a:lnTo>
                <a:lnTo>
                  <a:pt x="249555" y="24765"/>
                </a:lnTo>
                <a:lnTo>
                  <a:pt x="260985" y="33338"/>
                </a:lnTo>
                <a:lnTo>
                  <a:pt x="272415" y="41910"/>
                </a:lnTo>
                <a:lnTo>
                  <a:pt x="284797" y="52388"/>
                </a:lnTo>
                <a:lnTo>
                  <a:pt x="296227" y="61913"/>
                </a:lnTo>
                <a:lnTo>
                  <a:pt x="308610" y="70485"/>
                </a:lnTo>
                <a:lnTo>
                  <a:pt x="320040" y="78105"/>
                </a:lnTo>
                <a:lnTo>
                  <a:pt x="332422" y="84773"/>
                </a:lnTo>
                <a:lnTo>
                  <a:pt x="343852" y="88583"/>
                </a:lnTo>
                <a:lnTo>
                  <a:pt x="355282" y="91440"/>
                </a:lnTo>
                <a:lnTo>
                  <a:pt x="367665" y="91440"/>
                </a:lnTo>
                <a:lnTo>
                  <a:pt x="379095" y="89535"/>
                </a:lnTo>
                <a:lnTo>
                  <a:pt x="391477" y="84773"/>
                </a:lnTo>
                <a:lnTo>
                  <a:pt x="402907" y="79058"/>
                </a:lnTo>
                <a:lnTo>
                  <a:pt x="415290" y="71438"/>
                </a:lnTo>
                <a:lnTo>
                  <a:pt x="426720" y="62865"/>
                </a:lnTo>
                <a:lnTo>
                  <a:pt x="439102" y="54293"/>
                </a:lnTo>
                <a:lnTo>
                  <a:pt x="450532" y="45720"/>
                </a:lnTo>
                <a:lnTo>
                  <a:pt x="461963" y="37148"/>
                </a:lnTo>
                <a:lnTo>
                  <a:pt x="474345" y="30480"/>
                </a:lnTo>
                <a:lnTo>
                  <a:pt x="485775" y="24765"/>
                </a:lnTo>
                <a:lnTo>
                  <a:pt x="498157" y="20955"/>
                </a:lnTo>
                <a:lnTo>
                  <a:pt x="509588" y="20955"/>
                </a:lnTo>
                <a:lnTo>
                  <a:pt x="521970" y="22860"/>
                </a:lnTo>
                <a:lnTo>
                  <a:pt x="533400" y="27623"/>
                </a:lnTo>
                <a:lnTo>
                  <a:pt x="544830" y="35243"/>
                </a:lnTo>
                <a:lnTo>
                  <a:pt x="557213" y="45720"/>
                </a:lnTo>
                <a:lnTo>
                  <a:pt x="568642" y="59055"/>
                </a:lnTo>
                <a:lnTo>
                  <a:pt x="581025" y="75248"/>
                </a:lnTo>
                <a:lnTo>
                  <a:pt x="592455" y="92393"/>
                </a:lnTo>
                <a:lnTo>
                  <a:pt x="604838" y="111443"/>
                </a:lnTo>
                <a:lnTo>
                  <a:pt x="616267" y="130493"/>
                </a:lnTo>
                <a:lnTo>
                  <a:pt x="628650" y="149543"/>
                </a:lnTo>
                <a:lnTo>
                  <a:pt x="640080" y="167640"/>
                </a:lnTo>
                <a:lnTo>
                  <a:pt x="651510" y="184785"/>
                </a:lnTo>
                <a:lnTo>
                  <a:pt x="663892" y="200025"/>
                </a:lnTo>
                <a:lnTo>
                  <a:pt x="675323" y="211455"/>
                </a:lnTo>
                <a:lnTo>
                  <a:pt x="687705" y="220980"/>
                </a:lnTo>
                <a:lnTo>
                  <a:pt x="699135" y="226695"/>
                </a:lnTo>
                <a:lnTo>
                  <a:pt x="711517" y="228600"/>
                </a:lnTo>
                <a:lnTo>
                  <a:pt x="722948" y="226695"/>
                </a:lnTo>
                <a:lnTo>
                  <a:pt x="734378" y="221933"/>
                </a:lnTo>
                <a:lnTo>
                  <a:pt x="746760" y="212408"/>
                </a:lnTo>
                <a:lnTo>
                  <a:pt x="758190" y="200025"/>
                </a:lnTo>
                <a:lnTo>
                  <a:pt x="770573" y="184785"/>
                </a:lnTo>
                <a:lnTo>
                  <a:pt x="782003" y="166688"/>
                </a:lnTo>
                <a:lnTo>
                  <a:pt x="794385" y="147638"/>
                </a:lnTo>
                <a:lnTo>
                  <a:pt x="805815" y="127635"/>
                </a:lnTo>
                <a:lnTo>
                  <a:pt x="818198" y="106680"/>
                </a:lnTo>
                <a:lnTo>
                  <a:pt x="829628" y="86678"/>
                </a:lnTo>
                <a:lnTo>
                  <a:pt x="841057" y="66675"/>
                </a:lnTo>
                <a:lnTo>
                  <a:pt x="853440" y="49530"/>
                </a:lnTo>
                <a:lnTo>
                  <a:pt x="864870" y="34290"/>
                </a:lnTo>
                <a:lnTo>
                  <a:pt x="877253" y="20955"/>
                </a:lnTo>
                <a:lnTo>
                  <a:pt x="888682" y="11430"/>
                </a:lnTo>
                <a:lnTo>
                  <a:pt x="901065" y="4763"/>
                </a:lnTo>
                <a:lnTo>
                  <a:pt x="912495" y="953"/>
                </a:lnTo>
                <a:lnTo>
                  <a:pt x="923925" y="0"/>
                </a:lnTo>
                <a:lnTo>
                  <a:pt x="936307" y="2858"/>
                </a:lnTo>
                <a:lnTo>
                  <a:pt x="947738" y="7620"/>
                </a:lnTo>
                <a:lnTo>
                  <a:pt x="960120" y="15240"/>
                </a:lnTo>
                <a:lnTo>
                  <a:pt x="971550" y="24765"/>
                </a:lnTo>
                <a:lnTo>
                  <a:pt x="983932" y="34290"/>
                </a:lnTo>
                <a:lnTo>
                  <a:pt x="995363" y="45720"/>
                </a:lnTo>
                <a:lnTo>
                  <a:pt x="1006792" y="56198"/>
                </a:lnTo>
                <a:lnTo>
                  <a:pt x="1019175" y="66675"/>
                </a:lnTo>
                <a:lnTo>
                  <a:pt x="1030605" y="75248"/>
                </a:lnTo>
                <a:lnTo>
                  <a:pt x="1042988" y="82868"/>
                </a:lnTo>
                <a:lnTo>
                  <a:pt x="1054418" y="89535"/>
                </a:lnTo>
                <a:lnTo>
                  <a:pt x="1066800" y="92393"/>
                </a:lnTo>
                <a:lnTo>
                  <a:pt x="1078230" y="94298"/>
                </a:lnTo>
                <a:lnTo>
                  <a:pt x="1090613" y="93345"/>
                </a:lnTo>
                <a:lnTo>
                  <a:pt x="1102043" y="90488"/>
                </a:lnTo>
                <a:lnTo>
                  <a:pt x="1113473" y="85725"/>
                </a:lnTo>
                <a:lnTo>
                  <a:pt x="1125855" y="80010"/>
                </a:lnTo>
                <a:lnTo>
                  <a:pt x="1137285" y="72390"/>
                </a:lnTo>
                <a:lnTo>
                  <a:pt x="1149668" y="64770"/>
                </a:lnTo>
                <a:lnTo>
                  <a:pt x="1161098" y="56198"/>
                </a:lnTo>
                <a:lnTo>
                  <a:pt x="1173480" y="48578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43434"/>
            </a:solidFill>
          </a:ln>
        </p:spPr>
      </p:sp>
      <p:sp>
        <p:nvSpPr>
          <p:cNvPr id="63" name="p17-椭圆-0063">
            <a:extLst xmlns:a="http://schemas.openxmlformats.org/drawingml/2006/main">
              <a:ext uri="{FF2B5EF4-FFF2-40B4-BE49-F238E27FC236}">
                <a16:creationId xmlns:a16="http://schemas.microsoft.com/office/drawing/2014/main" id="{8566B799-C6FC-4A73-B66E-124DEEC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4" name="p17-椭圆-0064">
            <a:extLst xmlns:a="http://schemas.openxmlformats.org/drawingml/2006/main">
              <a:ext uri="{FF2B5EF4-FFF2-40B4-BE49-F238E27FC236}">
                <a16:creationId xmlns:a16="http://schemas.microsoft.com/office/drawing/2014/main" id="{5B7AE26B-E8CE-4058-A03C-06A55C9C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" y="486590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5" name="p17-椭圆-0065">
            <a:extLst xmlns:a="http://schemas.openxmlformats.org/drawingml/2006/main">
              <a:ext uri="{FF2B5EF4-FFF2-40B4-BE49-F238E27FC236}">
                <a16:creationId xmlns:a16="http://schemas.microsoft.com/office/drawing/2014/main" id="{4A8631D1-245B-4313-AFBD-F8F88899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" y="48704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6" name="p17-椭圆-0066">
            <a:extLst xmlns:a="http://schemas.openxmlformats.org/drawingml/2006/main">
              <a:ext uri="{FF2B5EF4-FFF2-40B4-BE49-F238E27FC236}">
                <a16:creationId xmlns:a16="http://schemas.microsoft.com/office/drawing/2014/main" id="{08D2E5E9-658D-498C-B027-82D97178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1948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7" name="p17-椭圆-0067">
            <a:extLst xmlns:a="http://schemas.openxmlformats.org/drawingml/2006/main">
              <a:ext uri="{FF2B5EF4-FFF2-40B4-BE49-F238E27FC236}">
                <a16:creationId xmlns:a16="http://schemas.microsoft.com/office/drawing/2014/main" id="{2EBFDF24-5AE7-42C5-8644-E6309BCF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" y="475995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8" name="p17-椭圆-0068">
            <a:extLst xmlns:a="http://schemas.openxmlformats.org/drawingml/2006/main">
              <a:ext uri="{FF2B5EF4-FFF2-40B4-BE49-F238E27FC236}">
                <a16:creationId xmlns:a16="http://schemas.microsoft.com/office/drawing/2014/main" id="{11B30BA6-C0B3-47BB-8229-8958F33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" y="474655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9" name="p17-椭圆-0069">
            <a:extLst xmlns:a="http://schemas.openxmlformats.org/drawingml/2006/main">
              <a:ext uri="{FF2B5EF4-FFF2-40B4-BE49-F238E27FC236}">
                <a16:creationId xmlns:a16="http://schemas.microsoft.com/office/drawing/2014/main" id="{22315201-DE65-4098-A815-B4B012E2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479160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0" name="p17-文本-0070">
            <a:extLst xmlns:a="http://schemas.openxmlformats.org/drawingml/2006/main">
              <a:ext uri="{FF2B5EF4-FFF2-40B4-BE49-F238E27FC236}">
                <a16:creationId xmlns:a16="http://schemas.microsoft.com/office/drawing/2014/main" id="{9C5AF170-DD7A-4EEE-AEAB-F0CAF3E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7863"/>
            <a:ext cx="12382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仅改变层间条件</a:t>
            </a:r>
          </a:p>
        </p:txBody>
      </p:sp>
      <p:sp>
        <p:nvSpPr>
          <p:cNvPr id="71" name="p17-文本-0071">
            <a:extLst xmlns:a="http://schemas.openxmlformats.org/drawingml/2006/main">
              <a:ext uri="{FF2B5EF4-FFF2-40B4-BE49-F238E27FC236}">
                <a16:creationId xmlns:a16="http://schemas.microsoft.com/office/drawing/2014/main" id="{A8622D7E-5AF1-499A-81D8-2BE8ABBA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5988"/>
            <a:ext cx="12382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固定组分与负载</a:t>
            </a:r>
          </a:p>
        </p:txBody>
      </p:sp>
      <p:sp>
        <p:nvSpPr>
          <p:cNvPr id="72" name="p17-路径-0072">
            <a:extLst xmlns:a="http://schemas.openxmlformats.org/drawingml/2006/main">
              <a:ext uri="{FF2B5EF4-FFF2-40B4-BE49-F238E27FC236}">
                <a16:creationId xmlns:a16="http://schemas.microsoft.com/office/drawing/2014/main" id="{0DD777EA-65A1-42FA-9D84-5721860E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03470"/>
            <a:ext cx="171450" cy="118110"/>
          </a:xfrm>
          <a:custGeom xmlns:a="http://schemas.openxmlformats.org/drawingml/2006/main">
            <a:pathLst>
              <a:path w="171450" h="118110">
                <a:moveTo>
                  <a:pt x="0" y="82868"/>
                </a:moveTo>
                <a:lnTo>
                  <a:pt x="76200" y="82868"/>
                </a:lnTo>
                <a:lnTo>
                  <a:pt x="76200" y="118110"/>
                </a:lnTo>
                <a:lnTo>
                  <a:pt x="171450" y="59055"/>
                </a:lnTo>
                <a:lnTo>
                  <a:pt x="76200" y="0"/>
                </a:lnTo>
                <a:lnTo>
                  <a:pt x="76200" y="35243"/>
                </a:lnTo>
                <a:lnTo>
                  <a:pt x="0" y="3524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3" name="p17-矩形-0073">
            <a:extLst xmlns:a="http://schemas.openxmlformats.org/drawingml/2006/main">
              <a:ext uri="{FF2B5EF4-FFF2-40B4-BE49-F238E27FC236}">
                <a16:creationId xmlns:a16="http://schemas.microsoft.com/office/drawing/2014/main" id="{F76AB217-9A1A-423D-86FA-E5154B9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14775"/>
            <a:ext cx="1981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" name="p17-椭圆-0074">
            <a:extLst xmlns:a="http://schemas.openxmlformats.org/drawingml/2006/main">
              <a:ext uri="{FF2B5EF4-FFF2-40B4-BE49-F238E27FC236}">
                <a16:creationId xmlns:a16="http://schemas.microsoft.com/office/drawing/2014/main" id="{0917C13A-25A8-4389-8BC9-5E0F65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5" name="p17-文本-0075">
            <a:extLst xmlns:a="http://schemas.openxmlformats.org/drawingml/2006/main">
              <a:ext uri="{FF2B5EF4-FFF2-40B4-BE49-F238E27FC236}">
                <a16:creationId xmlns:a16="http://schemas.microsoft.com/office/drawing/2014/main" id="{85AC4FE9-0817-46EA-B788-EE0EE2D3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4057269"/>
            <a:ext cx="123825" cy="21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2</a:t>
            </a:r>
          </a:p>
        </p:txBody>
      </p:sp>
      <p:sp>
        <p:nvSpPr>
          <p:cNvPr id="76" name="p17-文本-0076">
            <a:extLst xmlns:a="http://schemas.openxmlformats.org/drawingml/2006/main">
              <a:ext uri="{FF2B5EF4-FFF2-40B4-BE49-F238E27FC236}">
                <a16:creationId xmlns:a16="http://schemas.microsoft.com/office/drawing/2014/main" id="{39A258D2-2A5C-4468-8F48-0AAA4C9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800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结构核验</a:t>
            </a:r>
          </a:p>
        </p:txBody>
      </p:sp>
      <p:sp>
        <p:nvSpPr>
          <p:cNvPr id="77" name="p17-路径-0077">
            <a:extLst xmlns:a="http://schemas.openxmlformats.org/drawingml/2006/main">
              <a:ext uri="{FF2B5EF4-FFF2-40B4-BE49-F238E27FC236}">
                <a16:creationId xmlns:a16="http://schemas.microsoft.com/office/drawing/2014/main" id="{23989DBB-33B9-41B0-B7B6-BC9AEF5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62475"/>
            <a:ext cx="1543050" cy="371475"/>
          </a:xfrm>
          <a:custGeom xmlns:a="http://schemas.openxmlformats.org/drawingml/2006/main">
            <a:pathLst>
              <a:path w="1543050" h="371475">
                <a:moveTo>
                  <a:pt x="0" y="142875"/>
                </a:moveTo>
                <a:lnTo>
                  <a:pt x="1203579" y="0"/>
                </a:lnTo>
                <a:lnTo>
                  <a:pt x="1543050" y="228600"/>
                </a:lnTo>
                <a:lnTo>
                  <a:pt x="339471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p17-路径-0078">
            <a:extLst xmlns:a="http://schemas.openxmlformats.org/drawingml/2006/main">
              <a:ext uri="{FF2B5EF4-FFF2-40B4-BE49-F238E27FC236}">
                <a16:creationId xmlns:a16="http://schemas.microsoft.com/office/drawing/2014/main" id="{B24D586F-952C-4E6F-A28E-B12A9467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67441"/>
            <a:ext cx="1543050" cy="371475"/>
          </a:xfrm>
          <a:custGeom xmlns:a="http://schemas.openxmlformats.org/drawingml/2006/main">
            <a:pathLst>
              <a:path w="1543050" h="371475">
                <a:moveTo>
                  <a:pt x="0" y="142875"/>
                </a:moveTo>
                <a:lnTo>
                  <a:pt x="1203579" y="0"/>
                </a:lnTo>
                <a:lnTo>
                  <a:pt x="1543050" y="228600"/>
                </a:lnTo>
                <a:lnTo>
                  <a:pt x="339471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p17-路径-0079">
            <a:extLst xmlns:a="http://schemas.openxmlformats.org/drawingml/2006/main">
              <a:ext uri="{FF2B5EF4-FFF2-40B4-BE49-F238E27FC236}">
                <a16:creationId xmlns:a16="http://schemas.microsoft.com/office/drawing/2014/main" id="{0A9DAF62-57BC-4723-BAF2-636B6668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72406"/>
            <a:ext cx="1543050" cy="371475"/>
          </a:xfrm>
          <a:custGeom xmlns:a="http://schemas.openxmlformats.org/drawingml/2006/main">
            <a:pathLst>
              <a:path w="1543050" h="371475">
                <a:moveTo>
                  <a:pt x="0" y="142875"/>
                </a:moveTo>
                <a:lnTo>
                  <a:pt x="1203579" y="0"/>
                </a:lnTo>
                <a:lnTo>
                  <a:pt x="1543050" y="228600"/>
                </a:lnTo>
                <a:lnTo>
                  <a:pt x="339471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p17-路径-0080">
            <a:extLst xmlns:a="http://schemas.openxmlformats.org/drawingml/2006/main">
              <a:ext uri="{FF2B5EF4-FFF2-40B4-BE49-F238E27FC236}">
                <a16:creationId xmlns:a16="http://schemas.microsoft.com/office/drawing/2014/main" id="{CC50512D-2A1F-4FC9-AC07-2FECD0FF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7371"/>
            <a:ext cx="1543050" cy="371475"/>
          </a:xfrm>
          <a:custGeom xmlns:a="http://schemas.openxmlformats.org/drawingml/2006/main">
            <a:pathLst>
              <a:path w="1543050" h="371475">
                <a:moveTo>
                  <a:pt x="0" y="142875"/>
                </a:moveTo>
                <a:lnTo>
                  <a:pt x="1203579" y="0"/>
                </a:lnTo>
                <a:lnTo>
                  <a:pt x="1543050" y="228600"/>
                </a:lnTo>
                <a:lnTo>
                  <a:pt x="339471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p17-路径-0081">
            <a:extLst xmlns:a="http://schemas.openxmlformats.org/drawingml/2006/main">
              <a:ext uri="{FF2B5EF4-FFF2-40B4-BE49-F238E27FC236}">
                <a16:creationId xmlns:a16="http://schemas.microsoft.com/office/drawing/2014/main" id="{11422CCD-7730-4F82-83F4-C46BB016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97" y="5021009"/>
            <a:ext cx="61722" cy="82868"/>
          </a:xfrm>
          <a:custGeom xmlns:a="http://schemas.openxmlformats.org/drawingml/2006/main">
            <a:pathLst>
              <a:path w="61722" h="82868">
                <a:moveTo>
                  <a:pt x="16574" y="0"/>
                </a:moveTo>
                <a:lnTo>
                  <a:pt x="16574" y="33147"/>
                </a:lnTo>
                <a:lnTo>
                  <a:pt x="0" y="33147"/>
                </a:lnTo>
                <a:lnTo>
                  <a:pt x="30861" y="82868"/>
                </a:lnTo>
                <a:lnTo>
                  <a:pt x="61722" y="33147"/>
                </a:lnTo>
                <a:lnTo>
                  <a:pt x="45149" y="33147"/>
                </a:lnTo>
                <a:lnTo>
                  <a:pt x="45149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2" name="p17-路径-0082">
            <a:extLst xmlns:a="http://schemas.openxmlformats.org/drawingml/2006/main">
              <a:ext uri="{FF2B5EF4-FFF2-40B4-BE49-F238E27FC236}">
                <a16:creationId xmlns:a16="http://schemas.microsoft.com/office/drawing/2014/main" id="{DC18E633-527B-43CC-8473-701902BA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5021009"/>
            <a:ext cx="61722" cy="82868"/>
          </a:xfrm>
          <a:custGeom xmlns:a="http://schemas.openxmlformats.org/drawingml/2006/main">
            <a:pathLst>
              <a:path w="61722" h="82868">
                <a:moveTo>
                  <a:pt x="16574" y="0"/>
                </a:moveTo>
                <a:lnTo>
                  <a:pt x="16574" y="33147"/>
                </a:lnTo>
                <a:lnTo>
                  <a:pt x="0" y="33147"/>
                </a:lnTo>
                <a:lnTo>
                  <a:pt x="30861" y="82868"/>
                </a:lnTo>
                <a:lnTo>
                  <a:pt x="61722" y="33147"/>
                </a:lnTo>
                <a:lnTo>
                  <a:pt x="45149" y="33147"/>
                </a:lnTo>
                <a:lnTo>
                  <a:pt x="45149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3" name="p17-路径-0083">
            <a:extLst xmlns:a="http://schemas.openxmlformats.org/drawingml/2006/main">
              <a:ext uri="{FF2B5EF4-FFF2-40B4-BE49-F238E27FC236}">
                <a16:creationId xmlns:a16="http://schemas.microsoft.com/office/drawing/2014/main" id="{E031F3F4-7792-4D4F-9AE6-0F7A4FD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829" y="5021009"/>
            <a:ext cx="61722" cy="82868"/>
          </a:xfrm>
          <a:custGeom xmlns:a="http://schemas.openxmlformats.org/drawingml/2006/main">
            <a:pathLst>
              <a:path w="61722" h="82868">
                <a:moveTo>
                  <a:pt x="16574" y="0"/>
                </a:moveTo>
                <a:lnTo>
                  <a:pt x="16574" y="33147"/>
                </a:lnTo>
                <a:lnTo>
                  <a:pt x="0" y="33147"/>
                </a:lnTo>
                <a:lnTo>
                  <a:pt x="30861" y="82868"/>
                </a:lnTo>
                <a:lnTo>
                  <a:pt x="61722" y="33147"/>
                </a:lnTo>
                <a:lnTo>
                  <a:pt x="45149" y="33147"/>
                </a:lnTo>
                <a:lnTo>
                  <a:pt x="45149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4" name="p17-路径-0084">
            <a:extLst xmlns:a="http://schemas.openxmlformats.org/drawingml/2006/main">
              <a:ext uri="{FF2B5EF4-FFF2-40B4-BE49-F238E27FC236}">
                <a16:creationId xmlns:a16="http://schemas.microsoft.com/office/drawing/2014/main" id="{8803EE13-357E-4C24-B951-AC1C37DB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995" y="5021009"/>
            <a:ext cx="61722" cy="82868"/>
          </a:xfrm>
          <a:custGeom xmlns:a="http://schemas.openxmlformats.org/drawingml/2006/main">
            <a:pathLst>
              <a:path w="61722" h="82868">
                <a:moveTo>
                  <a:pt x="16574" y="0"/>
                </a:moveTo>
                <a:lnTo>
                  <a:pt x="16574" y="33147"/>
                </a:lnTo>
                <a:lnTo>
                  <a:pt x="0" y="33147"/>
                </a:lnTo>
                <a:lnTo>
                  <a:pt x="30861" y="82868"/>
                </a:lnTo>
                <a:lnTo>
                  <a:pt x="61722" y="33147"/>
                </a:lnTo>
                <a:lnTo>
                  <a:pt x="45149" y="33147"/>
                </a:lnTo>
                <a:lnTo>
                  <a:pt x="45149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5" name="p17-路径-0085">
            <a:extLst xmlns:a="http://schemas.openxmlformats.org/drawingml/2006/main">
              <a:ext uri="{FF2B5EF4-FFF2-40B4-BE49-F238E27FC236}">
                <a16:creationId xmlns:a16="http://schemas.microsoft.com/office/drawing/2014/main" id="{F8AA8FC1-647F-42F2-9078-CECE696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61" y="5021009"/>
            <a:ext cx="61722" cy="82868"/>
          </a:xfrm>
          <a:custGeom xmlns:a="http://schemas.openxmlformats.org/drawingml/2006/main">
            <a:pathLst>
              <a:path w="61722" h="82868">
                <a:moveTo>
                  <a:pt x="16574" y="0"/>
                </a:moveTo>
                <a:lnTo>
                  <a:pt x="16574" y="33147"/>
                </a:lnTo>
                <a:lnTo>
                  <a:pt x="0" y="33147"/>
                </a:lnTo>
                <a:lnTo>
                  <a:pt x="30861" y="82868"/>
                </a:lnTo>
                <a:lnTo>
                  <a:pt x="61722" y="33147"/>
                </a:lnTo>
                <a:lnTo>
                  <a:pt x="45149" y="33147"/>
                </a:lnTo>
                <a:lnTo>
                  <a:pt x="45149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6" name="p17-路径-0086">
            <a:extLst xmlns:a="http://schemas.openxmlformats.org/drawingml/2006/main">
              <a:ext uri="{FF2B5EF4-FFF2-40B4-BE49-F238E27FC236}">
                <a16:creationId xmlns:a16="http://schemas.microsoft.com/office/drawing/2014/main" id="{E14310EF-967A-44DD-8082-57E8A4F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327" y="5021009"/>
            <a:ext cx="61722" cy="82868"/>
          </a:xfrm>
          <a:custGeom xmlns:a="http://schemas.openxmlformats.org/drawingml/2006/main">
            <a:pathLst>
              <a:path w="61722" h="82868">
                <a:moveTo>
                  <a:pt x="16574" y="0"/>
                </a:moveTo>
                <a:lnTo>
                  <a:pt x="16574" y="33147"/>
                </a:lnTo>
                <a:lnTo>
                  <a:pt x="0" y="33147"/>
                </a:lnTo>
                <a:lnTo>
                  <a:pt x="30861" y="82868"/>
                </a:lnTo>
                <a:lnTo>
                  <a:pt x="61722" y="33147"/>
                </a:lnTo>
                <a:lnTo>
                  <a:pt x="45149" y="33147"/>
                </a:lnTo>
                <a:lnTo>
                  <a:pt x="45149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7" name="p17-文本-0087">
            <a:extLst xmlns:a="http://schemas.openxmlformats.org/drawingml/2006/main">
              <a:ext uri="{FF2B5EF4-FFF2-40B4-BE49-F238E27FC236}">
                <a16:creationId xmlns:a16="http://schemas.microsoft.com/office/drawing/2014/main" id="{CEEC1630-7CF2-42EA-A238-9C0EFC33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47863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确认层状结构</a:t>
            </a:r>
          </a:p>
        </p:txBody>
      </p:sp>
      <p:sp>
        <p:nvSpPr>
          <p:cNvPr id="88" name="p17-文本-0088">
            <a:extLst xmlns:a="http://schemas.openxmlformats.org/drawingml/2006/main">
              <a:ext uri="{FF2B5EF4-FFF2-40B4-BE49-F238E27FC236}">
                <a16:creationId xmlns:a16="http://schemas.microsoft.com/office/drawing/2014/main" id="{350884D6-7290-4876-B356-9145F616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685988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剔除破损样本</a:t>
            </a:r>
          </a:p>
        </p:txBody>
      </p:sp>
      <p:sp>
        <p:nvSpPr>
          <p:cNvPr id="89" name="p17-路径-0089">
            <a:extLst xmlns:a="http://schemas.openxmlformats.org/drawingml/2006/main">
              <a:ext uri="{FF2B5EF4-FFF2-40B4-BE49-F238E27FC236}">
                <a16:creationId xmlns:a16="http://schemas.microsoft.com/office/drawing/2014/main" id="{112F76FB-B4D8-4691-85C4-9A08528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03470"/>
            <a:ext cx="171450" cy="118110"/>
          </a:xfrm>
          <a:custGeom xmlns:a="http://schemas.openxmlformats.org/drawingml/2006/main">
            <a:pathLst>
              <a:path w="171450" h="118110">
                <a:moveTo>
                  <a:pt x="0" y="82868"/>
                </a:moveTo>
                <a:lnTo>
                  <a:pt x="76200" y="82868"/>
                </a:lnTo>
                <a:lnTo>
                  <a:pt x="76200" y="118110"/>
                </a:lnTo>
                <a:lnTo>
                  <a:pt x="171450" y="59055"/>
                </a:lnTo>
                <a:lnTo>
                  <a:pt x="76200" y="0"/>
                </a:lnTo>
                <a:lnTo>
                  <a:pt x="76200" y="35243"/>
                </a:lnTo>
                <a:lnTo>
                  <a:pt x="0" y="3524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0" name="p17-矩形-0090">
            <a:extLst xmlns:a="http://schemas.openxmlformats.org/drawingml/2006/main">
              <a:ext uri="{FF2B5EF4-FFF2-40B4-BE49-F238E27FC236}">
                <a16:creationId xmlns:a16="http://schemas.microsoft.com/office/drawing/2014/main" id="{F7FDAAB3-8473-440A-8625-7CC972D2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14775"/>
            <a:ext cx="1981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p17-椭圆-0091">
            <a:extLst xmlns:a="http://schemas.openxmlformats.org/drawingml/2006/main">
              <a:ext uri="{FF2B5EF4-FFF2-40B4-BE49-F238E27FC236}">
                <a16:creationId xmlns:a16="http://schemas.microsoft.com/office/drawing/2014/main" id="{C3724ED0-9927-4C97-B6B7-8D17EC2A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17-文本-0092">
            <a:extLst xmlns:a="http://schemas.openxmlformats.org/drawingml/2006/main">
              <a:ext uri="{FF2B5EF4-FFF2-40B4-BE49-F238E27FC236}">
                <a16:creationId xmlns:a16="http://schemas.microsoft.com/office/drawing/2014/main" id="{D551659D-6FE6-407D-B72B-67FCFC5A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63" y="4057269"/>
            <a:ext cx="123825" cy="21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3</a:t>
            </a:r>
          </a:p>
        </p:txBody>
      </p:sp>
      <p:sp>
        <p:nvSpPr>
          <p:cNvPr id="93" name="p17-文本-0093">
            <a:extLst xmlns:a="http://schemas.openxmlformats.org/drawingml/2006/main">
              <a:ext uri="{FF2B5EF4-FFF2-40B4-BE49-F238E27FC236}">
                <a16:creationId xmlns:a16="http://schemas.microsoft.com/office/drawing/2014/main" id="{431CDB5B-12DF-4471-B2D8-54B553F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01800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动态测量</a:t>
            </a:r>
          </a:p>
        </p:txBody>
      </p:sp>
      <p:sp>
        <p:nvSpPr>
          <p:cNvPr id="94" name="p17-矩形-0094">
            <a:extLst xmlns:a="http://schemas.openxmlformats.org/drawingml/2006/main">
              <a:ext uri="{FF2B5EF4-FFF2-40B4-BE49-F238E27FC236}">
                <a16:creationId xmlns:a16="http://schemas.microsoft.com/office/drawing/2014/main" id="{A2222702-E6A5-407E-BBE5-61650E31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933" y="4617720"/>
            <a:ext cx="1080135" cy="4309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95" name="p17-矩形-0095">
            <a:extLst xmlns:a="http://schemas.openxmlformats.org/drawingml/2006/main">
              <a:ext uri="{FF2B5EF4-FFF2-40B4-BE49-F238E27FC236}">
                <a16:creationId xmlns:a16="http://schemas.microsoft.com/office/drawing/2014/main" id="{CE33E8F1-0A4E-432F-B476-9C7B2EF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377" y="4672965"/>
            <a:ext cx="694373" cy="99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17-矩形-0096">
            <a:extLst xmlns:a="http://schemas.openxmlformats.org/drawingml/2006/main">
              <a:ext uri="{FF2B5EF4-FFF2-40B4-BE49-F238E27FC236}">
                <a16:creationId xmlns:a16="http://schemas.microsoft.com/office/drawing/2014/main" id="{6EAEE14A-CE7E-422A-9CD5-0DCADA91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377" y="4816602"/>
            <a:ext cx="740664" cy="1491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97" name="p17-线-0097">
            <a:extLst xmlns:a="http://schemas.openxmlformats.org/drawingml/2006/main">
              <a:ext uri="{FF2B5EF4-FFF2-40B4-BE49-F238E27FC236}">
                <a16:creationId xmlns:a16="http://schemas.microsoft.com/office/drawing/2014/main" id="{687C485D-FF3F-4E85-8EA5-F1CA72F8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390" y="4987862"/>
            <a:ext cx="493776" cy="95"/>
          </a:xfrm>
          <a:custGeom xmlns:a="http://schemas.openxmlformats.org/drawingml/2006/main">
            <a:pathLst>
              <a:path w="493776" h="95">
                <a:moveTo>
                  <a:pt x="0" y="0"/>
                </a:moveTo>
                <a:lnTo>
                  <a:pt x="4937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555555"/>
            </a:solidFill>
          </a:ln>
        </p:spPr>
      </p:sp>
      <p:sp>
        <p:nvSpPr>
          <p:cNvPr id="98" name="p17-文本-0098">
            <a:extLst xmlns:a="http://schemas.openxmlformats.org/drawingml/2006/main">
              <a:ext uri="{FF2B5EF4-FFF2-40B4-BE49-F238E27FC236}">
                <a16:creationId xmlns:a16="http://schemas.microsoft.com/office/drawing/2014/main" id="{E0DC8DDA-2987-46E9-97A2-925B044C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47863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记录完整时序</a:t>
            </a:r>
          </a:p>
        </p:txBody>
      </p:sp>
      <p:sp>
        <p:nvSpPr>
          <p:cNvPr id="99" name="p17-文本-0099">
            <a:extLst xmlns:a="http://schemas.openxmlformats.org/drawingml/2006/main">
              <a:ext uri="{FF2B5EF4-FFF2-40B4-BE49-F238E27FC236}">
                <a16:creationId xmlns:a16="http://schemas.microsoft.com/office/drawing/2014/main" id="{49FB964F-CC4A-4D5F-846D-CBE67D8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85988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设置空白参照</a:t>
            </a:r>
          </a:p>
        </p:txBody>
      </p:sp>
      <p:sp>
        <p:nvSpPr>
          <p:cNvPr id="100" name="p17-路径-0100">
            <a:extLst xmlns:a="http://schemas.openxmlformats.org/drawingml/2006/main">
              <a:ext uri="{FF2B5EF4-FFF2-40B4-BE49-F238E27FC236}">
                <a16:creationId xmlns:a16="http://schemas.microsoft.com/office/drawing/2014/main" id="{738315F2-8028-46F3-A866-784FA73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03470"/>
            <a:ext cx="171450" cy="118110"/>
          </a:xfrm>
          <a:custGeom xmlns:a="http://schemas.openxmlformats.org/drawingml/2006/main">
            <a:pathLst>
              <a:path w="171450" h="118110">
                <a:moveTo>
                  <a:pt x="0" y="82868"/>
                </a:moveTo>
                <a:lnTo>
                  <a:pt x="76200" y="82868"/>
                </a:lnTo>
                <a:lnTo>
                  <a:pt x="76200" y="118110"/>
                </a:lnTo>
                <a:lnTo>
                  <a:pt x="171450" y="59055"/>
                </a:lnTo>
                <a:lnTo>
                  <a:pt x="76200" y="0"/>
                </a:lnTo>
                <a:lnTo>
                  <a:pt x="76200" y="35243"/>
                </a:lnTo>
                <a:lnTo>
                  <a:pt x="0" y="3524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1" name="p17-矩形-0101">
            <a:extLst xmlns:a="http://schemas.openxmlformats.org/drawingml/2006/main">
              <a:ext uri="{FF2B5EF4-FFF2-40B4-BE49-F238E27FC236}">
                <a16:creationId xmlns:a16="http://schemas.microsoft.com/office/drawing/2014/main" id="{CE36CC4F-E1D7-4569-BEF9-B6824B7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14775"/>
            <a:ext cx="1981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2" name="p17-椭圆-0102">
            <a:extLst xmlns:a="http://schemas.openxmlformats.org/drawingml/2006/main">
              <a:ext uri="{FF2B5EF4-FFF2-40B4-BE49-F238E27FC236}">
                <a16:creationId xmlns:a16="http://schemas.microsoft.com/office/drawing/2014/main" id="{92211951-D9D4-497C-AD80-CCB9D7E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3" name="p17-文本-0103">
            <a:extLst xmlns:a="http://schemas.openxmlformats.org/drawingml/2006/main">
              <a:ext uri="{FF2B5EF4-FFF2-40B4-BE49-F238E27FC236}">
                <a16:creationId xmlns:a16="http://schemas.microsoft.com/office/drawing/2014/main" id="{5D97B43C-A8A2-4F02-8456-F1FB13C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4057269"/>
            <a:ext cx="123825" cy="21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4</a:t>
            </a:r>
          </a:p>
        </p:txBody>
      </p:sp>
      <p:sp>
        <p:nvSpPr>
          <p:cNvPr id="104" name="p17-文本-0104">
            <a:extLst xmlns:a="http://schemas.openxmlformats.org/drawingml/2006/main">
              <a:ext uri="{FF2B5EF4-FFF2-40B4-BE49-F238E27FC236}">
                <a16:creationId xmlns:a16="http://schemas.microsoft.com/office/drawing/2014/main" id="{4A04C227-BD7A-4798-9D3C-43DB804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800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联合拟合</a:t>
            </a:r>
          </a:p>
        </p:txBody>
      </p:sp>
      <p:sp>
        <p:nvSpPr>
          <p:cNvPr id="105" name="p17-线-0105">
            <a:extLst xmlns:a="http://schemas.openxmlformats.org/drawingml/2006/main">
              <a:ext uri="{FF2B5EF4-FFF2-40B4-BE49-F238E27FC236}">
                <a16:creationId xmlns:a16="http://schemas.microsoft.com/office/drawing/2014/main" id="{DC5D2349-5551-488E-A2FE-32349B92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14925"/>
            <a:ext cx="1543050" cy="95"/>
          </a:xfrm>
          <a:custGeom xmlns:a="http://schemas.openxmlformats.org/drawingml/2006/main">
            <a:pathLst>
              <a:path w="1543050" h="95">
                <a:moveTo>
                  <a:pt x="0" y="0"/>
                </a:move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06" name="p17-路径-0106">
            <a:extLst xmlns:a="http://schemas.openxmlformats.org/drawingml/2006/main">
              <a:ext uri="{FF2B5EF4-FFF2-40B4-BE49-F238E27FC236}">
                <a16:creationId xmlns:a16="http://schemas.microsoft.com/office/drawing/2014/main" id="{A54DC7A9-172F-4104-851A-46D3D51B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48225"/>
            <a:ext cx="1543050" cy="200025"/>
          </a:xfrm>
          <a:custGeom xmlns:a="http://schemas.openxmlformats.org/drawingml/2006/main">
            <a:pathLst>
              <a:path w="1543050" h="200025">
                <a:moveTo>
                  <a:pt x="0" y="200025"/>
                </a:moveTo>
                <a:lnTo>
                  <a:pt x="10478" y="200025"/>
                </a:lnTo>
                <a:lnTo>
                  <a:pt x="20955" y="200025"/>
                </a:lnTo>
                <a:lnTo>
                  <a:pt x="30480" y="200025"/>
                </a:lnTo>
                <a:lnTo>
                  <a:pt x="40957" y="200025"/>
                </a:lnTo>
                <a:lnTo>
                  <a:pt x="51435" y="200025"/>
                </a:lnTo>
                <a:lnTo>
                  <a:pt x="61913" y="200025"/>
                </a:lnTo>
                <a:lnTo>
                  <a:pt x="72390" y="200025"/>
                </a:lnTo>
                <a:lnTo>
                  <a:pt x="81915" y="200025"/>
                </a:lnTo>
                <a:lnTo>
                  <a:pt x="92393" y="200025"/>
                </a:lnTo>
                <a:lnTo>
                  <a:pt x="102870" y="200025"/>
                </a:lnTo>
                <a:lnTo>
                  <a:pt x="113347" y="200025"/>
                </a:lnTo>
                <a:lnTo>
                  <a:pt x="123825" y="200025"/>
                </a:lnTo>
                <a:lnTo>
                  <a:pt x="133350" y="200025"/>
                </a:lnTo>
                <a:lnTo>
                  <a:pt x="143828" y="200025"/>
                </a:lnTo>
                <a:lnTo>
                  <a:pt x="154305" y="200025"/>
                </a:lnTo>
                <a:lnTo>
                  <a:pt x="164782" y="200025"/>
                </a:lnTo>
                <a:lnTo>
                  <a:pt x="175260" y="200025"/>
                </a:lnTo>
                <a:lnTo>
                  <a:pt x="184785" y="200025"/>
                </a:lnTo>
                <a:lnTo>
                  <a:pt x="195263" y="200025"/>
                </a:lnTo>
                <a:lnTo>
                  <a:pt x="205740" y="200025"/>
                </a:lnTo>
                <a:lnTo>
                  <a:pt x="216218" y="200025"/>
                </a:lnTo>
                <a:lnTo>
                  <a:pt x="226695" y="200025"/>
                </a:lnTo>
                <a:lnTo>
                  <a:pt x="236220" y="200025"/>
                </a:lnTo>
                <a:lnTo>
                  <a:pt x="246697" y="200025"/>
                </a:lnTo>
                <a:lnTo>
                  <a:pt x="257175" y="200025"/>
                </a:lnTo>
                <a:lnTo>
                  <a:pt x="267653" y="197168"/>
                </a:lnTo>
                <a:lnTo>
                  <a:pt x="278130" y="182880"/>
                </a:lnTo>
                <a:lnTo>
                  <a:pt x="287655" y="144780"/>
                </a:lnTo>
                <a:lnTo>
                  <a:pt x="298132" y="90488"/>
                </a:lnTo>
                <a:lnTo>
                  <a:pt x="308610" y="61913"/>
                </a:lnTo>
                <a:lnTo>
                  <a:pt x="319088" y="90488"/>
                </a:lnTo>
                <a:lnTo>
                  <a:pt x="329565" y="144780"/>
                </a:lnTo>
                <a:lnTo>
                  <a:pt x="339090" y="182880"/>
                </a:lnTo>
                <a:lnTo>
                  <a:pt x="349568" y="197168"/>
                </a:lnTo>
                <a:lnTo>
                  <a:pt x="360045" y="200025"/>
                </a:lnTo>
                <a:lnTo>
                  <a:pt x="370522" y="200025"/>
                </a:lnTo>
                <a:lnTo>
                  <a:pt x="381000" y="200025"/>
                </a:lnTo>
                <a:lnTo>
                  <a:pt x="390525" y="200025"/>
                </a:lnTo>
                <a:lnTo>
                  <a:pt x="401003" y="200025"/>
                </a:lnTo>
                <a:lnTo>
                  <a:pt x="411480" y="200025"/>
                </a:lnTo>
                <a:lnTo>
                  <a:pt x="421957" y="200025"/>
                </a:lnTo>
                <a:lnTo>
                  <a:pt x="432435" y="200025"/>
                </a:lnTo>
                <a:lnTo>
                  <a:pt x="441960" y="200025"/>
                </a:lnTo>
                <a:lnTo>
                  <a:pt x="452438" y="200025"/>
                </a:lnTo>
                <a:lnTo>
                  <a:pt x="462915" y="200025"/>
                </a:lnTo>
                <a:lnTo>
                  <a:pt x="473393" y="200025"/>
                </a:lnTo>
                <a:lnTo>
                  <a:pt x="483870" y="200025"/>
                </a:lnTo>
                <a:lnTo>
                  <a:pt x="493395" y="200025"/>
                </a:lnTo>
                <a:lnTo>
                  <a:pt x="503872" y="200025"/>
                </a:lnTo>
                <a:lnTo>
                  <a:pt x="514350" y="200025"/>
                </a:lnTo>
                <a:lnTo>
                  <a:pt x="524828" y="200025"/>
                </a:lnTo>
                <a:lnTo>
                  <a:pt x="535305" y="200025"/>
                </a:lnTo>
                <a:lnTo>
                  <a:pt x="544830" y="200025"/>
                </a:lnTo>
                <a:lnTo>
                  <a:pt x="555307" y="200025"/>
                </a:lnTo>
                <a:lnTo>
                  <a:pt x="565785" y="200025"/>
                </a:lnTo>
                <a:lnTo>
                  <a:pt x="576263" y="200025"/>
                </a:lnTo>
                <a:lnTo>
                  <a:pt x="586740" y="200025"/>
                </a:lnTo>
                <a:lnTo>
                  <a:pt x="596265" y="200025"/>
                </a:lnTo>
                <a:lnTo>
                  <a:pt x="606743" y="200025"/>
                </a:lnTo>
                <a:lnTo>
                  <a:pt x="617220" y="198120"/>
                </a:lnTo>
                <a:lnTo>
                  <a:pt x="627697" y="194310"/>
                </a:lnTo>
                <a:lnTo>
                  <a:pt x="638175" y="184785"/>
                </a:lnTo>
                <a:lnTo>
                  <a:pt x="647700" y="162878"/>
                </a:lnTo>
                <a:lnTo>
                  <a:pt x="658178" y="127635"/>
                </a:lnTo>
                <a:lnTo>
                  <a:pt x="668655" y="79057"/>
                </a:lnTo>
                <a:lnTo>
                  <a:pt x="679132" y="31432"/>
                </a:lnTo>
                <a:lnTo>
                  <a:pt x="689610" y="0"/>
                </a:lnTo>
                <a:lnTo>
                  <a:pt x="699135" y="0"/>
                </a:lnTo>
                <a:lnTo>
                  <a:pt x="709613" y="31432"/>
                </a:lnTo>
                <a:lnTo>
                  <a:pt x="720090" y="79057"/>
                </a:lnTo>
                <a:lnTo>
                  <a:pt x="730568" y="127635"/>
                </a:lnTo>
                <a:lnTo>
                  <a:pt x="741045" y="162878"/>
                </a:lnTo>
                <a:lnTo>
                  <a:pt x="750570" y="184785"/>
                </a:lnTo>
                <a:lnTo>
                  <a:pt x="761047" y="194310"/>
                </a:lnTo>
                <a:lnTo>
                  <a:pt x="771525" y="198120"/>
                </a:lnTo>
                <a:lnTo>
                  <a:pt x="782003" y="200025"/>
                </a:lnTo>
                <a:lnTo>
                  <a:pt x="792480" y="200025"/>
                </a:lnTo>
                <a:lnTo>
                  <a:pt x="802005" y="200025"/>
                </a:lnTo>
                <a:lnTo>
                  <a:pt x="812482" y="200025"/>
                </a:lnTo>
                <a:lnTo>
                  <a:pt x="822960" y="200025"/>
                </a:lnTo>
                <a:lnTo>
                  <a:pt x="833438" y="200025"/>
                </a:lnTo>
                <a:lnTo>
                  <a:pt x="843915" y="200025"/>
                </a:lnTo>
                <a:lnTo>
                  <a:pt x="853440" y="200025"/>
                </a:lnTo>
                <a:lnTo>
                  <a:pt x="863918" y="200025"/>
                </a:lnTo>
                <a:lnTo>
                  <a:pt x="874395" y="200025"/>
                </a:lnTo>
                <a:lnTo>
                  <a:pt x="884872" y="200025"/>
                </a:lnTo>
                <a:lnTo>
                  <a:pt x="895350" y="200025"/>
                </a:lnTo>
                <a:lnTo>
                  <a:pt x="904875" y="200025"/>
                </a:lnTo>
                <a:lnTo>
                  <a:pt x="915353" y="200025"/>
                </a:lnTo>
                <a:lnTo>
                  <a:pt x="925830" y="200025"/>
                </a:lnTo>
                <a:lnTo>
                  <a:pt x="936307" y="200025"/>
                </a:lnTo>
                <a:lnTo>
                  <a:pt x="946785" y="200025"/>
                </a:lnTo>
                <a:lnTo>
                  <a:pt x="956310" y="200025"/>
                </a:lnTo>
                <a:lnTo>
                  <a:pt x="966788" y="200025"/>
                </a:lnTo>
                <a:lnTo>
                  <a:pt x="977265" y="200025"/>
                </a:lnTo>
                <a:lnTo>
                  <a:pt x="987743" y="200025"/>
                </a:lnTo>
                <a:lnTo>
                  <a:pt x="998220" y="200025"/>
                </a:lnTo>
                <a:lnTo>
                  <a:pt x="1007745" y="200025"/>
                </a:lnTo>
                <a:lnTo>
                  <a:pt x="1018222" y="200025"/>
                </a:lnTo>
                <a:lnTo>
                  <a:pt x="1028700" y="200025"/>
                </a:lnTo>
                <a:lnTo>
                  <a:pt x="1039178" y="200025"/>
                </a:lnTo>
                <a:lnTo>
                  <a:pt x="1049655" y="200025"/>
                </a:lnTo>
                <a:lnTo>
                  <a:pt x="1059180" y="200025"/>
                </a:lnTo>
                <a:lnTo>
                  <a:pt x="1069657" y="193357"/>
                </a:lnTo>
                <a:lnTo>
                  <a:pt x="1080135" y="158115"/>
                </a:lnTo>
                <a:lnTo>
                  <a:pt x="1090613" y="96203"/>
                </a:lnTo>
                <a:lnTo>
                  <a:pt x="1101090" y="96203"/>
                </a:lnTo>
                <a:lnTo>
                  <a:pt x="1110615" y="158115"/>
                </a:lnTo>
                <a:lnTo>
                  <a:pt x="1121093" y="193357"/>
                </a:lnTo>
                <a:lnTo>
                  <a:pt x="1131570" y="200025"/>
                </a:lnTo>
                <a:lnTo>
                  <a:pt x="1142047" y="200025"/>
                </a:lnTo>
                <a:lnTo>
                  <a:pt x="1152525" y="200025"/>
                </a:lnTo>
                <a:lnTo>
                  <a:pt x="1162050" y="200025"/>
                </a:lnTo>
                <a:lnTo>
                  <a:pt x="1172528" y="200025"/>
                </a:lnTo>
                <a:lnTo>
                  <a:pt x="1183005" y="200025"/>
                </a:lnTo>
                <a:lnTo>
                  <a:pt x="1193482" y="200025"/>
                </a:lnTo>
                <a:lnTo>
                  <a:pt x="1203960" y="200025"/>
                </a:lnTo>
                <a:lnTo>
                  <a:pt x="1213485" y="200025"/>
                </a:lnTo>
                <a:lnTo>
                  <a:pt x="1223963" y="200025"/>
                </a:lnTo>
                <a:lnTo>
                  <a:pt x="1234440" y="200025"/>
                </a:lnTo>
                <a:lnTo>
                  <a:pt x="1244918" y="200025"/>
                </a:lnTo>
                <a:lnTo>
                  <a:pt x="1255395" y="200025"/>
                </a:lnTo>
                <a:lnTo>
                  <a:pt x="1264920" y="200025"/>
                </a:lnTo>
                <a:lnTo>
                  <a:pt x="1275397" y="200025"/>
                </a:lnTo>
                <a:lnTo>
                  <a:pt x="1285875" y="199072"/>
                </a:lnTo>
                <a:lnTo>
                  <a:pt x="1296353" y="195263"/>
                </a:lnTo>
                <a:lnTo>
                  <a:pt x="1306830" y="184785"/>
                </a:lnTo>
                <a:lnTo>
                  <a:pt x="1316355" y="164782"/>
                </a:lnTo>
                <a:lnTo>
                  <a:pt x="1326832" y="140018"/>
                </a:lnTo>
                <a:lnTo>
                  <a:pt x="1337310" y="120015"/>
                </a:lnTo>
                <a:lnTo>
                  <a:pt x="1347788" y="120015"/>
                </a:lnTo>
                <a:lnTo>
                  <a:pt x="1358265" y="140018"/>
                </a:lnTo>
                <a:lnTo>
                  <a:pt x="1367790" y="164782"/>
                </a:lnTo>
                <a:lnTo>
                  <a:pt x="1378268" y="184785"/>
                </a:lnTo>
                <a:lnTo>
                  <a:pt x="1388745" y="195263"/>
                </a:lnTo>
                <a:lnTo>
                  <a:pt x="1399222" y="199072"/>
                </a:lnTo>
                <a:lnTo>
                  <a:pt x="1409700" y="200025"/>
                </a:lnTo>
                <a:lnTo>
                  <a:pt x="1419225" y="200025"/>
                </a:lnTo>
                <a:lnTo>
                  <a:pt x="1429703" y="200025"/>
                </a:lnTo>
                <a:lnTo>
                  <a:pt x="1440180" y="200025"/>
                </a:lnTo>
                <a:lnTo>
                  <a:pt x="1450657" y="200025"/>
                </a:lnTo>
                <a:lnTo>
                  <a:pt x="1461135" y="200025"/>
                </a:lnTo>
                <a:lnTo>
                  <a:pt x="1470660" y="200025"/>
                </a:lnTo>
                <a:lnTo>
                  <a:pt x="1481138" y="200025"/>
                </a:lnTo>
                <a:lnTo>
                  <a:pt x="1491615" y="200025"/>
                </a:lnTo>
                <a:lnTo>
                  <a:pt x="1502093" y="200025"/>
                </a:lnTo>
                <a:lnTo>
                  <a:pt x="1512570" y="200025"/>
                </a:lnTo>
                <a:lnTo>
                  <a:pt x="1522095" y="200025"/>
                </a:lnTo>
                <a:lnTo>
                  <a:pt x="1532572" y="200025"/>
                </a:lnTo>
                <a:lnTo>
                  <a:pt x="154305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107" name="p17-路径-0107">
            <a:extLst xmlns:a="http://schemas.openxmlformats.org/drawingml/2006/main">
              <a:ext uri="{FF2B5EF4-FFF2-40B4-BE49-F238E27FC236}">
                <a16:creationId xmlns:a16="http://schemas.microsoft.com/office/drawing/2014/main" id="{7C02FD0D-8D9A-4BA7-8814-CEA02535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7738"/>
            <a:ext cx="1543050" cy="202882"/>
          </a:xfrm>
          <a:custGeom xmlns:a="http://schemas.openxmlformats.org/drawingml/2006/main">
            <a:pathLst>
              <a:path w="1543050" h="202882">
                <a:moveTo>
                  <a:pt x="0" y="202882"/>
                </a:moveTo>
                <a:lnTo>
                  <a:pt x="10478" y="202882"/>
                </a:lnTo>
                <a:lnTo>
                  <a:pt x="20955" y="202882"/>
                </a:lnTo>
                <a:lnTo>
                  <a:pt x="30480" y="202882"/>
                </a:lnTo>
                <a:lnTo>
                  <a:pt x="40957" y="202882"/>
                </a:lnTo>
                <a:lnTo>
                  <a:pt x="51435" y="202882"/>
                </a:lnTo>
                <a:lnTo>
                  <a:pt x="61913" y="202882"/>
                </a:lnTo>
                <a:lnTo>
                  <a:pt x="72390" y="202882"/>
                </a:lnTo>
                <a:lnTo>
                  <a:pt x="81915" y="202882"/>
                </a:lnTo>
                <a:lnTo>
                  <a:pt x="92393" y="202882"/>
                </a:lnTo>
                <a:lnTo>
                  <a:pt x="102870" y="202882"/>
                </a:lnTo>
                <a:lnTo>
                  <a:pt x="113347" y="202882"/>
                </a:lnTo>
                <a:lnTo>
                  <a:pt x="123825" y="202882"/>
                </a:lnTo>
                <a:lnTo>
                  <a:pt x="133350" y="202882"/>
                </a:lnTo>
                <a:lnTo>
                  <a:pt x="143828" y="202882"/>
                </a:lnTo>
                <a:lnTo>
                  <a:pt x="154305" y="202882"/>
                </a:lnTo>
                <a:lnTo>
                  <a:pt x="164782" y="202882"/>
                </a:lnTo>
                <a:lnTo>
                  <a:pt x="175260" y="202882"/>
                </a:lnTo>
                <a:lnTo>
                  <a:pt x="184785" y="202882"/>
                </a:lnTo>
                <a:lnTo>
                  <a:pt x="195263" y="202882"/>
                </a:lnTo>
                <a:lnTo>
                  <a:pt x="205740" y="202882"/>
                </a:lnTo>
                <a:lnTo>
                  <a:pt x="216218" y="202882"/>
                </a:lnTo>
                <a:lnTo>
                  <a:pt x="226695" y="202882"/>
                </a:lnTo>
                <a:lnTo>
                  <a:pt x="236220" y="202882"/>
                </a:lnTo>
                <a:lnTo>
                  <a:pt x="246697" y="202882"/>
                </a:lnTo>
                <a:lnTo>
                  <a:pt x="257175" y="202882"/>
                </a:lnTo>
                <a:lnTo>
                  <a:pt x="267653" y="201930"/>
                </a:lnTo>
                <a:lnTo>
                  <a:pt x="278130" y="200025"/>
                </a:lnTo>
                <a:lnTo>
                  <a:pt x="287655" y="188595"/>
                </a:lnTo>
                <a:lnTo>
                  <a:pt x="298132" y="156210"/>
                </a:lnTo>
                <a:lnTo>
                  <a:pt x="308610" y="102870"/>
                </a:lnTo>
                <a:lnTo>
                  <a:pt x="319088" y="65722"/>
                </a:lnTo>
                <a:lnTo>
                  <a:pt x="329565" y="82867"/>
                </a:lnTo>
                <a:lnTo>
                  <a:pt x="339090" y="136207"/>
                </a:lnTo>
                <a:lnTo>
                  <a:pt x="349568" y="179070"/>
                </a:lnTo>
                <a:lnTo>
                  <a:pt x="360045" y="197168"/>
                </a:lnTo>
                <a:lnTo>
                  <a:pt x="370522" y="201930"/>
                </a:lnTo>
                <a:lnTo>
                  <a:pt x="381000" y="202882"/>
                </a:lnTo>
                <a:lnTo>
                  <a:pt x="390525" y="202882"/>
                </a:lnTo>
                <a:lnTo>
                  <a:pt x="401003" y="202882"/>
                </a:lnTo>
                <a:lnTo>
                  <a:pt x="411480" y="202882"/>
                </a:lnTo>
                <a:lnTo>
                  <a:pt x="421957" y="202882"/>
                </a:lnTo>
                <a:lnTo>
                  <a:pt x="432435" y="202882"/>
                </a:lnTo>
                <a:lnTo>
                  <a:pt x="441960" y="202882"/>
                </a:lnTo>
                <a:lnTo>
                  <a:pt x="452438" y="202882"/>
                </a:lnTo>
                <a:lnTo>
                  <a:pt x="462915" y="202882"/>
                </a:lnTo>
                <a:lnTo>
                  <a:pt x="473393" y="202882"/>
                </a:lnTo>
                <a:lnTo>
                  <a:pt x="483870" y="202882"/>
                </a:lnTo>
                <a:lnTo>
                  <a:pt x="493395" y="202882"/>
                </a:lnTo>
                <a:lnTo>
                  <a:pt x="503872" y="202882"/>
                </a:lnTo>
                <a:lnTo>
                  <a:pt x="514350" y="202882"/>
                </a:lnTo>
                <a:lnTo>
                  <a:pt x="524828" y="202882"/>
                </a:lnTo>
                <a:lnTo>
                  <a:pt x="535305" y="202882"/>
                </a:lnTo>
                <a:lnTo>
                  <a:pt x="544830" y="202882"/>
                </a:lnTo>
                <a:lnTo>
                  <a:pt x="555307" y="202882"/>
                </a:lnTo>
                <a:lnTo>
                  <a:pt x="565785" y="202882"/>
                </a:lnTo>
                <a:lnTo>
                  <a:pt x="576263" y="202882"/>
                </a:lnTo>
                <a:lnTo>
                  <a:pt x="586740" y="202882"/>
                </a:lnTo>
                <a:lnTo>
                  <a:pt x="596265" y="202882"/>
                </a:lnTo>
                <a:lnTo>
                  <a:pt x="606743" y="202882"/>
                </a:lnTo>
                <a:lnTo>
                  <a:pt x="617220" y="201930"/>
                </a:lnTo>
                <a:lnTo>
                  <a:pt x="627697" y="200978"/>
                </a:lnTo>
                <a:lnTo>
                  <a:pt x="638175" y="198120"/>
                </a:lnTo>
                <a:lnTo>
                  <a:pt x="647700" y="189547"/>
                </a:lnTo>
                <a:lnTo>
                  <a:pt x="658178" y="170497"/>
                </a:lnTo>
                <a:lnTo>
                  <a:pt x="668655" y="138113"/>
                </a:lnTo>
                <a:lnTo>
                  <a:pt x="679132" y="91440"/>
                </a:lnTo>
                <a:lnTo>
                  <a:pt x="689610" y="41910"/>
                </a:lnTo>
                <a:lnTo>
                  <a:pt x="699135" y="6667"/>
                </a:lnTo>
                <a:lnTo>
                  <a:pt x="709613" y="0"/>
                </a:lnTo>
                <a:lnTo>
                  <a:pt x="720090" y="24765"/>
                </a:lnTo>
                <a:lnTo>
                  <a:pt x="730568" y="71438"/>
                </a:lnTo>
                <a:lnTo>
                  <a:pt x="741045" y="120968"/>
                </a:lnTo>
                <a:lnTo>
                  <a:pt x="750570" y="159068"/>
                </a:lnTo>
                <a:lnTo>
                  <a:pt x="761047" y="182880"/>
                </a:lnTo>
                <a:lnTo>
                  <a:pt x="771525" y="195263"/>
                </a:lnTo>
                <a:lnTo>
                  <a:pt x="782003" y="200025"/>
                </a:lnTo>
                <a:lnTo>
                  <a:pt x="792480" y="201930"/>
                </a:lnTo>
                <a:lnTo>
                  <a:pt x="802005" y="201930"/>
                </a:lnTo>
                <a:lnTo>
                  <a:pt x="812482" y="202882"/>
                </a:lnTo>
                <a:lnTo>
                  <a:pt x="822960" y="202882"/>
                </a:lnTo>
                <a:lnTo>
                  <a:pt x="833438" y="202882"/>
                </a:lnTo>
                <a:lnTo>
                  <a:pt x="843915" y="202882"/>
                </a:lnTo>
                <a:lnTo>
                  <a:pt x="853440" y="202882"/>
                </a:lnTo>
                <a:lnTo>
                  <a:pt x="863918" y="202882"/>
                </a:lnTo>
                <a:lnTo>
                  <a:pt x="874395" y="202882"/>
                </a:lnTo>
                <a:lnTo>
                  <a:pt x="884872" y="202882"/>
                </a:lnTo>
                <a:lnTo>
                  <a:pt x="895350" y="202882"/>
                </a:lnTo>
                <a:lnTo>
                  <a:pt x="904875" y="202882"/>
                </a:lnTo>
                <a:lnTo>
                  <a:pt x="915353" y="202882"/>
                </a:lnTo>
                <a:lnTo>
                  <a:pt x="925830" y="202882"/>
                </a:lnTo>
                <a:lnTo>
                  <a:pt x="936307" y="202882"/>
                </a:lnTo>
                <a:lnTo>
                  <a:pt x="946785" y="202882"/>
                </a:lnTo>
                <a:lnTo>
                  <a:pt x="956310" y="202882"/>
                </a:lnTo>
                <a:lnTo>
                  <a:pt x="966788" y="202882"/>
                </a:lnTo>
                <a:lnTo>
                  <a:pt x="977265" y="202882"/>
                </a:lnTo>
                <a:lnTo>
                  <a:pt x="987743" y="202882"/>
                </a:lnTo>
                <a:lnTo>
                  <a:pt x="998220" y="202882"/>
                </a:lnTo>
                <a:lnTo>
                  <a:pt x="1007745" y="202882"/>
                </a:lnTo>
                <a:lnTo>
                  <a:pt x="1018222" y="202882"/>
                </a:lnTo>
                <a:lnTo>
                  <a:pt x="1028700" y="202882"/>
                </a:lnTo>
                <a:lnTo>
                  <a:pt x="1039178" y="202882"/>
                </a:lnTo>
                <a:lnTo>
                  <a:pt x="1049655" y="202882"/>
                </a:lnTo>
                <a:lnTo>
                  <a:pt x="1059180" y="202882"/>
                </a:lnTo>
                <a:lnTo>
                  <a:pt x="1069657" y="201930"/>
                </a:lnTo>
                <a:lnTo>
                  <a:pt x="1080135" y="198120"/>
                </a:lnTo>
                <a:lnTo>
                  <a:pt x="1090613" y="170497"/>
                </a:lnTo>
                <a:lnTo>
                  <a:pt x="1101090" y="109538"/>
                </a:lnTo>
                <a:lnTo>
                  <a:pt x="1110615" y="91440"/>
                </a:lnTo>
                <a:lnTo>
                  <a:pt x="1121093" y="147638"/>
                </a:lnTo>
                <a:lnTo>
                  <a:pt x="1131570" y="191453"/>
                </a:lnTo>
                <a:lnTo>
                  <a:pt x="1142047" y="201930"/>
                </a:lnTo>
                <a:lnTo>
                  <a:pt x="1152525" y="202882"/>
                </a:lnTo>
                <a:lnTo>
                  <a:pt x="1162050" y="202882"/>
                </a:lnTo>
                <a:lnTo>
                  <a:pt x="1172528" y="202882"/>
                </a:lnTo>
                <a:lnTo>
                  <a:pt x="1183005" y="202882"/>
                </a:lnTo>
                <a:lnTo>
                  <a:pt x="1193482" y="202882"/>
                </a:lnTo>
                <a:lnTo>
                  <a:pt x="1203960" y="202882"/>
                </a:lnTo>
                <a:lnTo>
                  <a:pt x="1213485" y="202882"/>
                </a:lnTo>
                <a:lnTo>
                  <a:pt x="1223963" y="202882"/>
                </a:lnTo>
                <a:lnTo>
                  <a:pt x="1234440" y="202882"/>
                </a:lnTo>
                <a:lnTo>
                  <a:pt x="1244918" y="202882"/>
                </a:lnTo>
                <a:lnTo>
                  <a:pt x="1255395" y="202882"/>
                </a:lnTo>
                <a:lnTo>
                  <a:pt x="1264920" y="202882"/>
                </a:lnTo>
                <a:lnTo>
                  <a:pt x="1275397" y="202882"/>
                </a:lnTo>
                <a:lnTo>
                  <a:pt x="1285875" y="201930"/>
                </a:lnTo>
                <a:lnTo>
                  <a:pt x="1296353" y="201930"/>
                </a:lnTo>
                <a:lnTo>
                  <a:pt x="1306830" y="198120"/>
                </a:lnTo>
                <a:lnTo>
                  <a:pt x="1316355" y="189547"/>
                </a:lnTo>
                <a:lnTo>
                  <a:pt x="1326832" y="172403"/>
                </a:lnTo>
                <a:lnTo>
                  <a:pt x="1337310" y="146685"/>
                </a:lnTo>
                <a:lnTo>
                  <a:pt x="1347788" y="124778"/>
                </a:lnTo>
                <a:lnTo>
                  <a:pt x="1358265" y="120968"/>
                </a:lnTo>
                <a:lnTo>
                  <a:pt x="1367790" y="137160"/>
                </a:lnTo>
                <a:lnTo>
                  <a:pt x="1378268" y="161925"/>
                </a:lnTo>
                <a:lnTo>
                  <a:pt x="1388745" y="183832"/>
                </a:lnTo>
                <a:lnTo>
                  <a:pt x="1399222" y="196215"/>
                </a:lnTo>
                <a:lnTo>
                  <a:pt x="1409700" y="200978"/>
                </a:lnTo>
                <a:lnTo>
                  <a:pt x="1419225" y="201930"/>
                </a:lnTo>
                <a:lnTo>
                  <a:pt x="1429703" y="202882"/>
                </a:lnTo>
                <a:lnTo>
                  <a:pt x="1440180" y="202882"/>
                </a:lnTo>
                <a:lnTo>
                  <a:pt x="1450657" y="202882"/>
                </a:lnTo>
                <a:lnTo>
                  <a:pt x="1461135" y="202882"/>
                </a:lnTo>
                <a:lnTo>
                  <a:pt x="1470660" y="202882"/>
                </a:lnTo>
                <a:lnTo>
                  <a:pt x="1481138" y="202882"/>
                </a:lnTo>
                <a:lnTo>
                  <a:pt x="1491615" y="202882"/>
                </a:lnTo>
                <a:lnTo>
                  <a:pt x="1502093" y="202882"/>
                </a:lnTo>
                <a:lnTo>
                  <a:pt x="1512570" y="202882"/>
                </a:lnTo>
                <a:lnTo>
                  <a:pt x="1522095" y="202882"/>
                </a:lnTo>
                <a:lnTo>
                  <a:pt x="1532572" y="202882"/>
                </a:lnTo>
                <a:lnTo>
                  <a:pt x="1543050" y="20288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108" name="p17-路径-0108">
            <a:extLst xmlns:a="http://schemas.openxmlformats.org/drawingml/2006/main">
              <a:ext uri="{FF2B5EF4-FFF2-40B4-BE49-F238E27FC236}">
                <a16:creationId xmlns:a16="http://schemas.microsoft.com/office/drawing/2014/main" id="{EF78094B-8139-4F1F-9F7A-7E83A64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0"/>
            <a:ext cx="1543050" cy="204788"/>
          </a:xfrm>
          <a:custGeom xmlns:a="http://schemas.openxmlformats.org/drawingml/2006/main">
            <a:pathLst>
              <a:path w="1543050" h="204788">
                <a:moveTo>
                  <a:pt x="0" y="204788"/>
                </a:moveTo>
                <a:lnTo>
                  <a:pt x="10478" y="204788"/>
                </a:lnTo>
                <a:lnTo>
                  <a:pt x="20955" y="204788"/>
                </a:lnTo>
                <a:lnTo>
                  <a:pt x="30480" y="204788"/>
                </a:lnTo>
                <a:lnTo>
                  <a:pt x="40957" y="204788"/>
                </a:lnTo>
                <a:lnTo>
                  <a:pt x="51435" y="204788"/>
                </a:lnTo>
                <a:lnTo>
                  <a:pt x="61913" y="204788"/>
                </a:lnTo>
                <a:lnTo>
                  <a:pt x="72390" y="204788"/>
                </a:lnTo>
                <a:lnTo>
                  <a:pt x="81915" y="204788"/>
                </a:lnTo>
                <a:lnTo>
                  <a:pt x="92393" y="204788"/>
                </a:lnTo>
                <a:lnTo>
                  <a:pt x="102870" y="204788"/>
                </a:lnTo>
                <a:lnTo>
                  <a:pt x="113347" y="204788"/>
                </a:lnTo>
                <a:lnTo>
                  <a:pt x="123825" y="204788"/>
                </a:lnTo>
                <a:lnTo>
                  <a:pt x="133350" y="204788"/>
                </a:lnTo>
                <a:lnTo>
                  <a:pt x="143828" y="204788"/>
                </a:lnTo>
                <a:lnTo>
                  <a:pt x="154305" y="204788"/>
                </a:lnTo>
                <a:lnTo>
                  <a:pt x="164782" y="204788"/>
                </a:lnTo>
                <a:lnTo>
                  <a:pt x="175260" y="204788"/>
                </a:lnTo>
                <a:lnTo>
                  <a:pt x="184785" y="204788"/>
                </a:lnTo>
                <a:lnTo>
                  <a:pt x="195263" y="204788"/>
                </a:lnTo>
                <a:lnTo>
                  <a:pt x="205740" y="204788"/>
                </a:lnTo>
                <a:lnTo>
                  <a:pt x="216218" y="204788"/>
                </a:lnTo>
                <a:lnTo>
                  <a:pt x="226695" y="204788"/>
                </a:lnTo>
                <a:lnTo>
                  <a:pt x="236220" y="204788"/>
                </a:lnTo>
                <a:lnTo>
                  <a:pt x="246697" y="204788"/>
                </a:lnTo>
                <a:lnTo>
                  <a:pt x="257175" y="204788"/>
                </a:lnTo>
                <a:lnTo>
                  <a:pt x="267653" y="204788"/>
                </a:lnTo>
                <a:lnTo>
                  <a:pt x="278130" y="204788"/>
                </a:lnTo>
                <a:lnTo>
                  <a:pt x="287655" y="202883"/>
                </a:lnTo>
                <a:lnTo>
                  <a:pt x="298132" y="194310"/>
                </a:lnTo>
                <a:lnTo>
                  <a:pt x="308610" y="167640"/>
                </a:lnTo>
                <a:lnTo>
                  <a:pt x="319088" y="116205"/>
                </a:lnTo>
                <a:lnTo>
                  <a:pt x="329565" y="71438"/>
                </a:lnTo>
                <a:lnTo>
                  <a:pt x="339090" y="77153"/>
                </a:lnTo>
                <a:lnTo>
                  <a:pt x="349568" y="127635"/>
                </a:lnTo>
                <a:lnTo>
                  <a:pt x="360045" y="174308"/>
                </a:lnTo>
                <a:lnTo>
                  <a:pt x="370522" y="197167"/>
                </a:lnTo>
                <a:lnTo>
                  <a:pt x="381000" y="203835"/>
                </a:lnTo>
                <a:lnTo>
                  <a:pt x="390525" y="204788"/>
                </a:lnTo>
                <a:lnTo>
                  <a:pt x="401003" y="204788"/>
                </a:lnTo>
                <a:lnTo>
                  <a:pt x="411480" y="204788"/>
                </a:lnTo>
                <a:lnTo>
                  <a:pt x="421957" y="204788"/>
                </a:lnTo>
                <a:lnTo>
                  <a:pt x="432435" y="204788"/>
                </a:lnTo>
                <a:lnTo>
                  <a:pt x="441960" y="204788"/>
                </a:lnTo>
                <a:lnTo>
                  <a:pt x="452438" y="204788"/>
                </a:lnTo>
                <a:lnTo>
                  <a:pt x="462915" y="204788"/>
                </a:lnTo>
                <a:lnTo>
                  <a:pt x="473393" y="204788"/>
                </a:lnTo>
                <a:lnTo>
                  <a:pt x="483870" y="204788"/>
                </a:lnTo>
                <a:lnTo>
                  <a:pt x="493395" y="204788"/>
                </a:lnTo>
                <a:lnTo>
                  <a:pt x="503872" y="204788"/>
                </a:lnTo>
                <a:lnTo>
                  <a:pt x="514350" y="204788"/>
                </a:lnTo>
                <a:lnTo>
                  <a:pt x="524828" y="204788"/>
                </a:lnTo>
                <a:lnTo>
                  <a:pt x="535305" y="204788"/>
                </a:lnTo>
                <a:lnTo>
                  <a:pt x="544830" y="204788"/>
                </a:lnTo>
                <a:lnTo>
                  <a:pt x="555307" y="204788"/>
                </a:lnTo>
                <a:lnTo>
                  <a:pt x="565785" y="204788"/>
                </a:lnTo>
                <a:lnTo>
                  <a:pt x="576263" y="204788"/>
                </a:lnTo>
                <a:lnTo>
                  <a:pt x="586740" y="204788"/>
                </a:lnTo>
                <a:lnTo>
                  <a:pt x="596265" y="204788"/>
                </a:lnTo>
                <a:lnTo>
                  <a:pt x="606743" y="204788"/>
                </a:lnTo>
                <a:lnTo>
                  <a:pt x="617220" y="204788"/>
                </a:lnTo>
                <a:lnTo>
                  <a:pt x="627697" y="204788"/>
                </a:lnTo>
                <a:lnTo>
                  <a:pt x="638175" y="203835"/>
                </a:lnTo>
                <a:lnTo>
                  <a:pt x="647700" y="200978"/>
                </a:lnTo>
                <a:lnTo>
                  <a:pt x="658178" y="193358"/>
                </a:lnTo>
                <a:lnTo>
                  <a:pt x="668655" y="177165"/>
                </a:lnTo>
                <a:lnTo>
                  <a:pt x="679132" y="147638"/>
                </a:lnTo>
                <a:lnTo>
                  <a:pt x="689610" y="103822"/>
                </a:lnTo>
                <a:lnTo>
                  <a:pt x="699135" y="53340"/>
                </a:lnTo>
                <a:lnTo>
                  <a:pt x="709613" y="13335"/>
                </a:lnTo>
                <a:lnTo>
                  <a:pt x="720090" y="0"/>
                </a:lnTo>
                <a:lnTo>
                  <a:pt x="730568" y="20003"/>
                </a:lnTo>
                <a:lnTo>
                  <a:pt x="741045" y="63817"/>
                </a:lnTo>
                <a:lnTo>
                  <a:pt x="750570" y="113347"/>
                </a:lnTo>
                <a:lnTo>
                  <a:pt x="761047" y="155258"/>
                </a:lnTo>
                <a:lnTo>
                  <a:pt x="771525" y="181928"/>
                </a:lnTo>
                <a:lnTo>
                  <a:pt x="782003" y="195263"/>
                </a:lnTo>
                <a:lnTo>
                  <a:pt x="792480" y="201930"/>
                </a:lnTo>
                <a:lnTo>
                  <a:pt x="802005" y="203835"/>
                </a:lnTo>
                <a:lnTo>
                  <a:pt x="812482" y="204788"/>
                </a:lnTo>
                <a:lnTo>
                  <a:pt x="822960" y="204788"/>
                </a:lnTo>
                <a:lnTo>
                  <a:pt x="833438" y="204788"/>
                </a:lnTo>
                <a:lnTo>
                  <a:pt x="843915" y="204788"/>
                </a:lnTo>
                <a:lnTo>
                  <a:pt x="853440" y="204788"/>
                </a:lnTo>
                <a:lnTo>
                  <a:pt x="863918" y="204788"/>
                </a:lnTo>
                <a:lnTo>
                  <a:pt x="874395" y="204788"/>
                </a:lnTo>
                <a:lnTo>
                  <a:pt x="884872" y="204788"/>
                </a:lnTo>
                <a:lnTo>
                  <a:pt x="895350" y="204788"/>
                </a:lnTo>
                <a:lnTo>
                  <a:pt x="904875" y="204788"/>
                </a:lnTo>
                <a:lnTo>
                  <a:pt x="915353" y="204788"/>
                </a:lnTo>
                <a:lnTo>
                  <a:pt x="925830" y="204788"/>
                </a:lnTo>
                <a:lnTo>
                  <a:pt x="936307" y="204788"/>
                </a:lnTo>
                <a:lnTo>
                  <a:pt x="946785" y="204788"/>
                </a:lnTo>
                <a:lnTo>
                  <a:pt x="956310" y="204788"/>
                </a:lnTo>
                <a:lnTo>
                  <a:pt x="966788" y="204788"/>
                </a:lnTo>
                <a:lnTo>
                  <a:pt x="977265" y="204788"/>
                </a:lnTo>
                <a:lnTo>
                  <a:pt x="987743" y="204788"/>
                </a:lnTo>
                <a:lnTo>
                  <a:pt x="998220" y="204788"/>
                </a:lnTo>
                <a:lnTo>
                  <a:pt x="1007745" y="204788"/>
                </a:lnTo>
                <a:lnTo>
                  <a:pt x="1018222" y="204788"/>
                </a:lnTo>
                <a:lnTo>
                  <a:pt x="1028700" y="204788"/>
                </a:lnTo>
                <a:lnTo>
                  <a:pt x="1039178" y="204788"/>
                </a:lnTo>
                <a:lnTo>
                  <a:pt x="1049655" y="204788"/>
                </a:lnTo>
                <a:lnTo>
                  <a:pt x="1059180" y="204788"/>
                </a:lnTo>
                <a:lnTo>
                  <a:pt x="1069657" y="204788"/>
                </a:lnTo>
                <a:lnTo>
                  <a:pt x="1080135" y="204788"/>
                </a:lnTo>
                <a:lnTo>
                  <a:pt x="1090613" y="201930"/>
                </a:lnTo>
                <a:lnTo>
                  <a:pt x="1101090" y="180975"/>
                </a:lnTo>
                <a:lnTo>
                  <a:pt x="1110615" y="123825"/>
                </a:lnTo>
                <a:lnTo>
                  <a:pt x="1121093" y="89535"/>
                </a:lnTo>
                <a:lnTo>
                  <a:pt x="1131570" y="137160"/>
                </a:lnTo>
                <a:lnTo>
                  <a:pt x="1142047" y="188595"/>
                </a:lnTo>
                <a:lnTo>
                  <a:pt x="1152525" y="202883"/>
                </a:lnTo>
                <a:lnTo>
                  <a:pt x="1162050" y="204788"/>
                </a:lnTo>
                <a:lnTo>
                  <a:pt x="1172528" y="204788"/>
                </a:lnTo>
                <a:lnTo>
                  <a:pt x="1183005" y="204788"/>
                </a:lnTo>
                <a:lnTo>
                  <a:pt x="1193482" y="204788"/>
                </a:lnTo>
                <a:lnTo>
                  <a:pt x="1203960" y="204788"/>
                </a:lnTo>
                <a:lnTo>
                  <a:pt x="1213485" y="204788"/>
                </a:lnTo>
                <a:lnTo>
                  <a:pt x="1223963" y="204788"/>
                </a:lnTo>
                <a:lnTo>
                  <a:pt x="1234440" y="204788"/>
                </a:lnTo>
                <a:lnTo>
                  <a:pt x="1244918" y="204788"/>
                </a:lnTo>
                <a:lnTo>
                  <a:pt x="1255395" y="204788"/>
                </a:lnTo>
                <a:lnTo>
                  <a:pt x="1264920" y="204788"/>
                </a:lnTo>
                <a:lnTo>
                  <a:pt x="1275397" y="204788"/>
                </a:lnTo>
                <a:lnTo>
                  <a:pt x="1285875" y="204788"/>
                </a:lnTo>
                <a:lnTo>
                  <a:pt x="1296353" y="204788"/>
                </a:lnTo>
                <a:lnTo>
                  <a:pt x="1306830" y="203835"/>
                </a:lnTo>
                <a:lnTo>
                  <a:pt x="1316355" y="201930"/>
                </a:lnTo>
                <a:lnTo>
                  <a:pt x="1326832" y="194310"/>
                </a:lnTo>
                <a:lnTo>
                  <a:pt x="1337310" y="178117"/>
                </a:lnTo>
                <a:lnTo>
                  <a:pt x="1347788" y="154305"/>
                </a:lnTo>
                <a:lnTo>
                  <a:pt x="1358265" y="130492"/>
                </a:lnTo>
                <a:lnTo>
                  <a:pt x="1367790" y="121920"/>
                </a:lnTo>
                <a:lnTo>
                  <a:pt x="1378268" y="134303"/>
                </a:lnTo>
                <a:lnTo>
                  <a:pt x="1388745" y="159067"/>
                </a:lnTo>
                <a:lnTo>
                  <a:pt x="1399222" y="182880"/>
                </a:lnTo>
                <a:lnTo>
                  <a:pt x="1409700" y="196215"/>
                </a:lnTo>
                <a:lnTo>
                  <a:pt x="1419225" y="201930"/>
                </a:lnTo>
                <a:lnTo>
                  <a:pt x="1429703" y="203835"/>
                </a:lnTo>
                <a:lnTo>
                  <a:pt x="1440180" y="204788"/>
                </a:lnTo>
                <a:lnTo>
                  <a:pt x="1450657" y="204788"/>
                </a:lnTo>
                <a:lnTo>
                  <a:pt x="1461135" y="204788"/>
                </a:lnTo>
                <a:lnTo>
                  <a:pt x="1470660" y="204788"/>
                </a:lnTo>
                <a:lnTo>
                  <a:pt x="1481138" y="204788"/>
                </a:lnTo>
                <a:lnTo>
                  <a:pt x="1491615" y="204788"/>
                </a:lnTo>
                <a:lnTo>
                  <a:pt x="1502093" y="204788"/>
                </a:lnTo>
                <a:lnTo>
                  <a:pt x="1512570" y="204788"/>
                </a:lnTo>
                <a:lnTo>
                  <a:pt x="1522095" y="204788"/>
                </a:lnTo>
                <a:lnTo>
                  <a:pt x="1532572" y="204788"/>
                </a:lnTo>
                <a:lnTo>
                  <a:pt x="1543050" y="204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109" name="p17-文本-0109">
            <a:extLst xmlns:a="http://schemas.openxmlformats.org/drawingml/2006/main">
              <a:ext uri="{FF2B5EF4-FFF2-40B4-BE49-F238E27FC236}">
                <a16:creationId xmlns:a16="http://schemas.microsoft.com/office/drawing/2014/main" id="{9ED91F3A-01EC-4AC6-AD1A-1DDB734D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888" y="5164327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110" name="p17-文本-0110">
            <a:extLst xmlns:a="http://schemas.openxmlformats.org/drawingml/2006/main">
              <a:ext uri="{FF2B5EF4-FFF2-40B4-BE49-F238E27FC236}">
                <a16:creationId xmlns:a16="http://schemas.microsoft.com/office/drawing/2014/main" id="{2E3C88F8-51D2-4EDD-AF48-EB7A3EC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447863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估计响应参数</a:t>
            </a:r>
          </a:p>
        </p:txBody>
      </p:sp>
      <p:sp>
        <p:nvSpPr>
          <p:cNvPr id="111" name="p17-文本-0111">
            <a:extLst xmlns:a="http://schemas.openxmlformats.org/drawingml/2006/main">
              <a:ext uri="{FF2B5EF4-FFF2-40B4-BE49-F238E27FC236}">
                <a16:creationId xmlns:a16="http://schemas.microsoft.com/office/drawing/2014/main" id="{87D4D755-2838-45E3-8787-C20FF6C8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685988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检查残差形态</a:t>
            </a:r>
          </a:p>
        </p:txBody>
      </p:sp>
      <p:sp>
        <p:nvSpPr>
          <p:cNvPr id="112" name="p17-路径-0112">
            <a:extLst xmlns:a="http://schemas.openxmlformats.org/drawingml/2006/main">
              <a:ext uri="{FF2B5EF4-FFF2-40B4-BE49-F238E27FC236}">
                <a16:creationId xmlns:a16="http://schemas.microsoft.com/office/drawing/2014/main" id="{CA76F841-ECDD-493B-8437-CE56F6C1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03470"/>
            <a:ext cx="171450" cy="118110"/>
          </a:xfrm>
          <a:custGeom xmlns:a="http://schemas.openxmlformats.org/drawingml/2006/main">
            <a:pathLst>
              <a:path w="171450" h="118110">
                <a:moveTo>
                  <a:pt x="0" y="82868"/>
                </a:moveTo>
                <a:lnTo>
                  <a:pt x="76200" y="82868"/>
                </a:lnTo>
                <a:lnTo>
                  <a:pt x="76200" y="118110"/>
                </a:lnTo>
                <a:lnTo>
                  <a:pt x="171450" y="59055"/>
                </a:lnTo>
                <a:lnTo>
                  <a:pt x="76200" y="0"/>
                </a:lnTo>
                <a:lnTo>
                  <a:pt x="76200" y="35243"/>
                </a:lnTo>
                <a:lnTo>
                  <a:pt x="0" y="3524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3" name="p17-矩形-0113">
            <a:extLst xmlns:a="http://schemas.openxmlformats.org/drawingml/2006/main">
              <a:ext uri="{FF2B5EF4-FFF2-40B4-BE49-F238E27FC236}">
                <a16:creationId xmlns:a16="http://schemas.microsoft.com/office/drawing/2014/main" id="{57D37F59-1F29-4FAF-B86B-4D401253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14775"/>
            <a:ext cx="1981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4" name="p17-椭圆-0114">
            <a:extLst xmlns:a="http://schemas.openxmlformats.org/drawingml/2006/main">
              <a:ext uri="{FF2B5EF4-FFF2-40B4-BE49-F238E27FC236}">
                <a16:creationId xmlns:a16="http://schemas.microsoft.com/office/drawing/2014/main" id="{30913B7D-2069-4403-A0F1-DB42D668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5" name="p17-文本-0115">
            <a:extLst xmlns:a="http://schemas.openxmlformats.org/drawingml/2006/main">
              <a:ext uri="{FF2B5EF4-FFF2-40B4-BE49-F238E27FC236}">
                <a16:creationId xmlns:a16="http://schemas.microsoft.com/office/drawing/2014/main" id="{B90C7E5E-5286-4F66-BDAF-2081607C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713" y="4057269"/>
            <a:ext cx="123825" cy="21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116" name="p17-文本-0116">
            <a:extLst xmlns:a="http://schemas.openxmlformats.org/drawingml/2006/main">
              <a:ext uri="{FF2B5EF4-FFF2-40B4-BE49-F238E27FC236}">
                <a16:creationId xmlns:a16="http://schemas.microsoft.com/office/drawing/2014/main" id="{F3B5A826-13FF-46D6-95D1-5594553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1800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交叉验证</a:t>
            </a:r>
          </a:p>
        </p:txBody>
      </p:sp>
      <p:sp>
        <p:nvSpPr>
          <p:cNvPr id="117" name="p17-线-0117">
            <a:extLst xmlns:a="http://schemas.openxmlformats.org/drawingml/2006/main">
              <a:ext uri="{FF2B5EF4-FFF2-40B4-BE49-F238E27FC236}">
                <a16:creationId xmlns:a16="http://schemas.microsoft.com/office/drawing/2014/main" id="{3790222E-2CCA-4921-A5CE-2573BC98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14925"/>
            <a:ext cx="1543050" cy="95"/>
          </a:xfrm>
          <a:custGeom xmlns:a="http://schemas.openxmlformats.org/drawingml/2006/main">
            <a:pathLst>
              <a:path w="1543050" h="95">
                <a:moveTo>
                  <a:pt x="0" y="0"/>
                </a:move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8" name="p17-线-0118">
            <a:extLst xmlns:a="http://schemas.openxmlformats.org/drawingml/2006/main">
              <a:ext uri="{FF2B5EF4-FFF2-40B4-BE49-F238E27FC236}">
                <a16:creationId xmlns:a16="http://schemas.microsoft.com/office/drawing/2014/main" id="{66725951-A498-477F-B2C9-A4D0860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62475"/>
            <a:ext cx="95" cy="552450"/>
          </a:xfrm>
          <a:custGeom xmlns:a="http://schemas.openxmlformats.org/drawingml/2006/main">
            <a:pathLst>
              <a:path w="9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19" name="p17-线-0119">
            <a:extLst xmlns:a="http://schemas.openxmlformats.org/drawingml/2006/main">
              <a:ext uri="{FF2B5EF4-FFF2-40B4-BE49-F238E27FC236}">
                <a16:creationId xmlns:a16="http://schemas.microsoft.com/office/drawing/2014/main" id="{E52976CC-B4D5-49C3-8804-37736968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62475"/>
            <a:ext cx="1543050" cy="552450"/>
          </a:xfrm>
          <a:custGeom xmlns:a="http://schemas.openxmlformats.org/drawingml/2006/main">
            <a:pathLst>
              <a:path w="1543050" h="552450">
                <a:moveTo>
                  <a:pt x="0" y="552450"/>
                </a:move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120" name="p17-椭圆-0120">
            <a:extLst xmlns:a="http://schemas.openxmlformats.org/drawingml/2006/main">
              <a:ext uri="{FF2B5EF4-FFF2-40B4-BE49-F238E27FC236}">
                <a16:creationId xmlns:a16="http://schemas.microsoft.com/office/drawing/2014/main" id="{6A57BD72-CED6-4566-8D84-7F8CDD16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145" y="50678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1" name="p17-椭圆-0121">
            <a:extLst xmlns:a="http://schemas.openxmlformats.org/drawingml/2006/main">
              <a:ext uri="{FF2B5EF4-FFF2-40B4-BE49-F238E27FC236}">
                <a16:creationId xmlns:a16="http://schemas.microsoft.com/office/drawing/2014/main" id="{46E59CB7-CB49-4697-A130-60A1D23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6802" y="46834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2" name="p17-椭圆-0122">
            <a:extLst xmlns:a="http://schemas.openxmlformats.org/drawingml/2006/main">
              <a:ext uri="{FF2B5EF4-FFF2-40B4-BE49-F238E27FC236}">
                <a16:creationId xmlns:a16="http://schemas.microsoft.com/office/drawing/2014/main" id="{B5E9E4EB-8D08-40EC-9466-62F0AF2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410" y="497760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3" name="p17-椭圆-0123">
            <a:extLst xmlns:a="http://schemas.openxmlformats.org/drawingml/2006/main">
              <a:ext uri="{FF2B5EF4-FFF2-40B4-BE49-F238E27FC236}">
                <a16:creationId xmlns:a16="http://schemas.microsoft.com/office/drawing/2014/main" id="{CF9F3C77-A882-49DC-A01B-9C280167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067" y="46628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4" name="p17-椭圆-0124">
            <a:extLst xmlns:a="http://schemas.openxmlformats.org/drawingml/2006/main">
              <a:ext uri="{FF2B5EF4-FFF2-40B4-BE49-F238E27FC236}">
                <a16:creationId xmlns:a16="http://schemas.microsoft.com/office/drawing/2014/main" id="{5E57DD5C-9398-4919-9FF4-2C3E41EA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674" y="478015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5" name="p17-椭圆-0125">
            <a:extLst xmlns:a="http://schemas.openxmlformats.org/drawingml/2006/main">
              <a:ext uri="{FF2B5EF4-FFF2-40B4-BE49-F238E27FC236}">
                <a16:creationId xmlns:a16="http://schemas.microsoft.com/office/drawing/2014/main" id="{C4562E0A-19BD-4E4C-94A9-E5BFFE3C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282" y="500159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6" name="p17-椭圆-0126">
            <a:extLst xmlns:a="http://schemas.openxmlformats.org/drawingml/2006/main">
              <a:ext uri="{FF2B5EF4-FFF2-40B4-BE49-F238E27FC236}">
                <a16:creationId xmlns:a16="http://schemas.microsoft.com/office/drawing/2014/main" id="{C1B30DB5-B54C-4BD6-908B-B20EBA2B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939" y="474973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7" name="p17-椭圆-0127">
            <a:extLst xmlns:a="http://schemas.openxmlformats.org/drawingml/2006/main">
              <a:ext uri="{FF2B5EF4-FFF2-40B4-BE49-F238E27FC236}">
                <a16:creationId xmlns:a16="http://schemas.microsoft.com/office/drawing/2014/main" id="{2C94C66B-C773-4E3C-9A55-E79BD8A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546" y="49148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8" name="p17-椭圆-0128">
            <a:extLst xmlns:a="http://schemas.openxmlformats.org/drawingml/2006/main">
              <a:ext uri="{FF2B5EF4-FFF2-40B4-BE49-F238E27FC236}">
                <a16:creationId xmlns:a16="http://schemas.microsoft.com/office/drawing/2014/main" id="{8FD0C4AB-A87E-4524-BDC5-C1EBC975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204" y="45485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9" name="p17-椭圆-0129">
            <a:extLst xmlns:a="http://schemas.openxmlformats.org/drawingml/2006/main">
              <a:ext uri="{FF2B5EF4-FFF2-40B4-BE49-F238E27FC236}">
                <a16:creationId xmlns:a16="http://schemas.microsoft.com/office/drawing/2014/main" id="{37516A09-3BA3-444F-824E-0EAB594E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811" y="47871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0" name="p17-椭圆-0130">
            <a:extLst xmlns:a="http://schemas.openxmlformats.org/drawingml/2006/main">
              <a:ext uri="{FF2B5EF4-FFF2-40B4-BE49-F238E27FC236}">
                <a16:creationId xmlns:a16="http://schemas.microsoft.com/office/drawing/2014/main" id="{E190F5D4-EDA2-4FEC-9ED7-99A72E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418" y="50402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1" name="p17-椭圆-0131">
            <a:extLst xmlns:a="http://schemas.openxmlformats.org/drawingml/2006/main">
              <a:ext uri="{FF2B5EF4-FFF2-40B4-BE49-F238E27FC236}">
                <a16:creationId xmlns:a16="http://schemas.microsoft.com/office/drawing/2014/main" id="{2803F4DA-EA68-4926-95C6-E251B236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076" y="46080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2" name="p17-椭圆-0132">
            <a:extLst xmlns:a="http://schemas.openxmlformats.org/drawingml/2006/main">
              <a:ext uri="{FF2B5EF4-FFF2-40B4-BE49-F238E27FC236}">
                <a16:creationId xmlns:a16="http://schemas.microsoft.com/office/drawing/2014/main" id="{124788D3-3FDE-4B3E-80B5-C40C2BA3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683" y="48129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3" name="p17-椭圆-0133">
            <a:extLst xmlns:a="http://schemas.openxmlformats.org/drawingml/2006/main">
              <a:ext uri="{FF2B5EF4-FFF2-40B4-BE49-F238E27FC236}">
                <a16:creationId xmlns:a16="http://schemas.microsoft.com/office/drawing/2014/main" id="{F0F01E66-96B6-4EF5-8E0F-4BA9FE93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291" y="50678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4" name="p17-椭圆-0134">
            <a:extLst xmlns:a="http://schemas.openxmlformats.org/drawingml/2006/main">
              <a:ext uri="{FF2B5EF4-FFF2-40B4-BE49-F238E27FC236}">
                <a16:creationId xmlns:a16="http://schemas.microsoft.com/office/drawing/2014/main" id="{68EAB95A-814A-48B9-979A-8F0669F9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8" y="474497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5" name="p17-椭圆-0135">
            <a:extLst xmlns:a="http://schemas.openxmlformats.org/drawingml/2006/main">
              <a:ext uri="{FF2B5EF4-FFF2-40B4-BE49-F238E27FC236}">
                <a16:creationId xmlns:a16="http://schemas.microsoft.com/office/drawing/2014/main" id="{8F05CD14-4DB0-42F9-A8A4-4140200D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555" y="48749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6" name="p17-椭圆-0136">
            <a:extLst xmlns:a="http://schemas.openxmlformats.org/drawingml/2006/main">
              <a:ext uri="{FF2B5EF4-FFF2-40B4-BE49-F238E27FC236}">
                <a16:creationId xmlns:a16="http://schemas.microsoft.com/office/drawing/2014/main" id="{3D101726-4243-4F5B-9791-E71B5529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213" y="45963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7" name="p17-椭圆-0137">
            <a:extLst xmlns:a="http://schemas.openxmlformats.org/drawingml/2006/main">
              <a:ext uri="{FF2B5EF4-FFF2-40B4-BE49-F238E27FC236}">
                <a16:creationId xmlns:a16="http://schemas.microsoft.com/office/drawing/2014/main" id="{872213A8-6C0E-47F4-AB4F-0CB295D6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820" y="48635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8" name="p17-椭圆-0138">
            <a:extLst xmlns:a="http://schemas.openxmlformats.org/drawingml/2006/main">
              <a:ext uri="{FF2B5EF4-FFF2-40B4-BE49-F238E27FC236}">
                <a16:creationId xmlns:a16="http://schemas.microsoft.com/office/drawing/2014/main" id="{30A23F1E-8777-4C6D-83C2-AD27323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427" y="49894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9" name="p17-椭圆-0139">
            <a:extLst xmlns:a="http://schemas.openxmlformats.org/drawingml/2006/main">
              <a:ext uri="{FF2B5EF4-FFF2-40B4-BE49-F238E27FC236}">
                <a16:creationId xmlns:a16="http://schemas.microsoft.com/office/drawing/2014/main" id="{5549A3F4-EDC3-4E90-BFE8-B7FEDDA8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085" y="46255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0" name="p17-椭圆-0140">
            <a:extLst xmlns:a="http://schemas.openxmlformats.org/drawingml/2006/main">
              <a:ext uri="{FF2B5EF4-FFF2-40B4-BE49-F238E27FC236}">
                <a16:creationId xmlns:a16="http://schemas.microsoft.com/office/drawing/2014/main" id="{D12B2D20-78D3-4EE0-9749-124B9CDE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692" y="49305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1" name="p17-椭圆-0141">
            <a:extLst xmlns:a="http://schemas.openxmlformats.org/drawingml/2006/main">
              <a:ext uri="{FF2B5EF4-FFF2-40B4-BE49-F238E27FC236}">
                <a16:creationId xmlns:a16="http://schemas.microsoft.com/office/drawing/2014/main" id="{56BD80C0-0D6F-420C-8D5A-879C449C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3349" y="45744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2" name="p17-椭圆-0142">
            <a:extLst xmlns:a="http://schemas.openxmlformats.org/drawingml/2006/main">
              <a:ext uri="{FF2B5EF4-FFF2-40B4-BE49-F238E27FC236}">
                <a16:creationId xmlns:a16="http://schemas.microsoft.com/office/drawing/2014/main" id="{5FDACF41-FE87-4D6C-9B34-4653F504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957" y="469727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3" name="p17-椭圆-0143">
            <a:extLst xmlns:a="http://schemas.openxmlformats.org/drawingml/2006/main">
              <a:ext uri="{FF2B5EF4-FFF2-40B4-BE49-F238E27FC236}">
                <a16:creationId xmlns:a16="http://schemas.microsoft.com/office/drawing/2014/main" id="{C72E3493-7FE1-434A-84E8-32D397DD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564" y="49578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4" name="p17-椭圆-0144">
            <a:extLst xmlns:a="http://schemas.openxmlformats.org/drawingml/2006/main">
              <a:ext uri="{FF2B5EF4-FFF2-40B4-BE49-F238E27FC236}">
                <a16:creationId xmlns:a16="http://schemas.microsoft.com/office/drawing/2014/main" id="{F9680C82-5C49-4323-9AB2-8BCA548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221" y="46849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5" name="p17-椭圆-0145">
            <a:extLst xmlns:a="http://schemas.openxmlformats.org/drawingml/2006/main">
              <a:ext uri="{FF2B5EF4-FFF2-40B4-BE49-F238E27FC236}">
                <a16:creationId xmlns:a16="http://schemas.microsoft.com/office/drawing/2014/main" id="{AE17C1B4-E2D1-4F1A-ACF8-532A471C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829" y="48192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6" name="p17-椭圆-0146">
            <a:extLst xmlns:a="http://schemas.openxmlformats.org/drawingml/2006/main">
              <a:ext uri="{FF2B5EF4-FFF2-40B4-BE49-F238E27FC236}">
                <a16:creationId xmlns:a16="http://schemas.microsoft.com/office/drawing/2014/main" id="{132C7EF5-3DD6-4362-B870-626B7414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436" y="499212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7" name="p17-椭圆-0147">
            <a:extLst xmlns:a="http://schemas.openxmlformats.org/drawingml/2006/main">
              <a:ext uri="{FF2B5EF4-FFF2-40B4-BE49-F238E27FC236}">
                <a16:creationId xmlns:a16="http://schemas.microsoft.com/office/drawing/2014/main" id="{88F04779-C9D4-4A74-BD5D-90CA34B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093" y="47425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8" name="p17-椭圆-0148">
            <a:extLst xmlns:a="http://schemas.openxmlformats.org/drawingml/2006/main">
              <a:ext uri="{FF2B5EF4-FFF2-40B4-BE49-F238E27FC236}">
                <a16:creationId xmlns:a16="http://schemas.microsoft.com/office/drawing/2014/main" id="{69871B53-0D36-431E-8B98-9C98EAF7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701" y="49553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9" name="p17-椭圆-0149">
            <a:extLst xmlns:a="http://schemas.openxmlformats.org/drawingml/2006/main">
              <a:ext uri="{FF2B5EF4-FFF2-40B4-BE49-F238E27FC236}">
                <a16:creationId xmlns:a16="http://schemas.microsoft.com/office/drawing/2014/main" id="{82B91B21-47D1-42C9-AE96-147CE1C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358" y="45485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0" name="p17-椭圆-0150">
            <a:extLst xmlns:a="http://schemas.openxmlformats.org/drawingml/2006/main">
              <a:ext uri="{FF2B5EF4-FFF2-40B4-BE49-F238E27FC236}">
                <a16:creationId xmlns:a16="http://schemas.microsoft.com/office/drawing/2014/main" id="{AEBC83A7-7791-402E-A37F-2BC5593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965" y="47671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1" name="p17-椭圆-0151">
            <a:extLst xmlns:a="http://schemas.openxmlformats.org/drawingml/2006/main">
              <a:ext uri="{FF2B5EF4-FFF2-40B4-BE49-F238E27FC236}">
                <a16:creationId xmlns:a16="http://schemas.microsoft.com/office/drawing/2014/main" id="{60DAF24F-F519-411D-9D59-14DB5E65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573" y="50569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2" name="p17-椭圆-0152">
            <a:extLst xmlns:a="http://schemas.openxmlformats.org/drawingml/2006/main">
              <a:ext uri="{FF2B5EF4-FFF2-40B4-BE49-F238E27FC236}">
                <a16:creationId xmlns:a16="http://schemas.microsoft.com/office/drawing/2014/main" id="{3BA0A6E8-5A72-4F3E-BE1A-6CB3249E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230" y="46496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3" name="p17-椭圆-0153">
            <a:extLst xmlns:a="http://schemas.openxmlformats.org/drawingml/2006/main">
              <a:ext uri="{FF2B5EF4-FFF2-40B4-BE49-F238E27FC236}">
                <a16:creationId xmlns:a16="http://schemas.microsoft.com/office/drawing/2014/main" id="{E597214D-2CE2-4090-92A3-5DC9634C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837" y="480793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4" name="p17-椭圆-0154">
            <a:extLst xmlns:a="http://schemas.openxmlformats.org/drawingml/2006/main">
              <a:ext uri="{FF2B5EF4-FFF2-40B4-BE49-F238E27FC236}">
                <a16:creationId xmlns:a16="http://schemas.microsoft.com/office/drawing/2014/main" id="{38A9AFF6-D30F-4644-B259-A61E605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445" y="50678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5" name="p17-椭圆-0155">
            <a:extLst xmlns:a="http://schemas.openxmlformats.org/drawingml/2006/main">
              <a:ext uri="{FF2B5EF4-FFF2-40B4-BE49-F238E27FC236}">
                <a16:creationId xmlns:a16="http://schemas.microsoft.com/office/drawing/2014/main" id="{1DF90AB5-462B-4BD1-82F2-4E421810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102" y="47826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6" name="p17-椭圆-0156">
            <a:extLst xmlns:a="http://schemas.openxmlformats.org/drawingml/2006/main">
              <a:ext uri="{FF2B5EF4-FFF2-40B4-BE49-F238E27FC236}">
                <a16:creationId xmlns:a16="http://schemas.microsoft.com/office/drawing/2014/main" id="{926D5BD5-500F-47C7-AD50-1424E26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709" y="48996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7" name="p17-椭圆-0157">
            <a:extLst xmlns:a="http://schemas.openxmlformats.org/drawingml/2006/main">
              <a:ext uri="{FF2B5EF4-FFF2-40B4-BE49-F238E27FC236}">
                <a16:creationId xmlns:a16="http://schemas.microsoft.com/office/drawing/2014/main" id="{56EE0798-160F-4564-A9B0-7916745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367" y="457708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8" name="p17-椭圆-0158">
            <a:extLst xmlns:a="http://schemas.openxmlformats.org/drawingml/2006/main">
              <a:ext uri="{FF2B5EF4-FFF2-40B4-BE49-F238E27FC236}">
                <a16:creationId xmlns:a16="http://schemas.microsoft.com/office/drawing/2014/main" id="{A6BE7370-6CB2-4C1D-AF79-60D94C4F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974" y="48746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9" name="p17-椭圆-0159">
            <a:extLst xmlns:a="http://schemas.openxmlformats.org/drawingml/2006/main">
              <a:ext uri="{FF2B5EF4-FFF2-40B4-BE49-F238E27FC236}">
                <a16:creationId xmlns:a16="http://schemas.microsoft.com/office/drawing/2014/main" id="{226F6EBA-1121-42F1-8BD8-8A587817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582" y="50325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0" name="p17-椭圆-0160">
            <a:extLst xmlns:a="http://schemas.openxmlformats.org/drawingml/2006/main">
              <a:ext uri="{FF2B5EF4-FFF2-40B4-BE49-F238E27FC236}">
                <a16:creationId xmlns:a16="http://schemas.microsoft.com/office/drawing/2014/main" id="{50C929CF-BF92-4A35-B9A5-D4B339D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39" y="46255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1" name="p17-椭圆-0161">
            <a:extLst xmlns:a="http://schemas.openxmlformats.org/drawingml/2006/main">
              <a:ext uri="{FF2B5EF4-FFF2-40B4-BE49-F238E27FC236}">
                <a16:creationId xmlns:a16="http://schemas.microsoft.com/office/drawing/2014/main" id="{05BAEABA-0D33-458E-BF6A-A8136DEE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846" y="49156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2" name="p17-椭圆-0162">
            <a:extLst xmlns:a="http://schemas.openxmlformats.org/drawingml/2006/main">
              <a:ext uri="{FF2B5EF4-FFF2-40B4-BE49-F238E27FC236}">
                <a16:creationId xmlns:a16="http://schemas.microsoft.com/office/drawing/2014/main" id="{B18E80A2-8C32-4793-A0B3-69066B78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0504" y="46084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3" name="p17-椭圆-0163">
            <a:extLst xmlns:a="http://schemas.openxmlformats.org/drawingml/2006/main">
              <a:ext uri="{FF2B5EF4-FFF2-40B4-BE49-F238E27FC236}">
                <a16:creationId xmlns:a16="http://schemas.microsoft.com/office/drawing/2014/main" id="{E35EC5AA-7D6F-4EB4-BB4B-32637E49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111" y="472683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4" name="p17-椭圆-0164">
            <a:extLst xmlns:a="http://schemas.openxmlformats.org/drawingml/2006/main">
              <a:ext uri="{FF2B5EF4-FFF2-40B4-BE49-F238E27FC236}">
                <a16:creationId xmlns:a16="http://schemas.microsoft.com/office/drawing/2014/main" id="{23053A92-8A73-4D07-A7B6-67C8C78E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718" y="494029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5" name="p17-文本-0165">
            <a:extLst xmlns:a="http://schemas.openxmlformats.org/drawingml/2006/main">
              <a:ext uri="{FF2B5EF4-FFF2-40B4-BE49-F238E27FC236}">
                <a16:creationId xmlns:a16="http://schemas.microsoft.com/office/drawing/2014/main" id="{7C359152-582D-4377-BBB2-40F04CCB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1929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66" name="p17-文本-0166">
            <a:extLst xmlns:a="http://schemas.openxmlformats.org/drawingml/2006/main">
              <a:ext uri="{FF2B5EF4-FFF2-40B4-BE49-F238E27FC236}">
                <a16:creationId xmlns:a16="http://schemas.microsoft.com/office/drawing/2014/main" id="{40C57C71-206C-4D45-92FB-CACCC93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2612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67" name="p17-文本-0167">
            <a:extLst xmlns:a="http://schemas.openxmlformats.org/drawingml/2006/main">
              <a:ext uri="{FF2B5EF4-FFF2-40B4-BE49-F238E27FC236}">
                <a16:creationId xmlns:a16="http://schemas.microsoft.com/office/drawing/2014/main" id="{845549A6-86CF-4EC8-B7BB-BA113629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47863"/>
            <a:ext cx="8953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换批次复测</a:t>
            </a:r>
          </a:p>
        </p:txBody>
      </p:sp>
      <p:sp>
        <p:nvSpPr>
          <p:cNvPr id="168" name="p17-文本-0168">
            <a:extLst xmlns:a="http://schemas.openxmlformats.org/drawingml/2006/main">
              <a:ext uri="{FF2B5EF4-FFF2-40B4-BE49-F238E27FC236}">
                <a16:creationId xmlns:a16="http://schemas.microsoft.com/office/drawing/2014/main" id="{25C80B1F-0556-4D55-82CE-F45DE56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5988"/>
            <a:ext cx="10668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核对预测方向</a:t>
            </a:r>
          </a:p>
        </p:txBody>
      </p:sp>
      <p:sp>
        <p:nvSpPr>
          <p:cNvPr id="169" name="p17-文本-0169">
            <a:extLst xmlns:a="http://schemas.openxmlformats.org/drawingml/2006/main">
              <a:ext uri="{FF2B5EF4-FFF2-40B4-BE49-F238E27FC236}">
                <a16:creationId xmlns:a16="http://schemas.microsoft.com/office/drawing/2014/main" id="{B4B41564-800A-4636-A7BC-EB372BFD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98" y="6062007"/>
            <a:ext cx="59716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验证对象是“结构改变能否引起预期的动力学变化”</a:t>
            </a:r>
          </a:p>
        </p:txBody>
      </p:sp>
      <p:sp>
        <p:nvSpPr>
          <p:cNvPr id="170" name="p17-文本-0170">
            <a:extLst xmlns:a="http://schemas.openxmlformats.org/drawingml/2006/main">
              <a:ext uri="{FF2B5EF4-FFF2-40B4-BE49-F238E27FC236}">
                <a16:creationId xmlns:a16="http://schemas.microsoft.com/office/drawing/2014/main" id="{F21C3AC3-BDFE-4582-A886-F54BE22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17</a:t>
            </a:r>
          </a:p>
        </p:txBody>
      </p:sp>
    </p:spTree>
    <p:extLst>
      <p:ext uri="{BB962C8B-B14F-4D97-AF65-F5344CB8AC3E}">
        <p14:creationId xmlns:p14="http://schemas.microsoft.com/office/powerpoint/2010/main" val="4779052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p18-矩形-0001">
            <a:extLst xmlns:a="http://schemas.openxmlformats.org/drawingml/2006/main">
              <a:ext uri="{FF2B5EF4-FFF2-40B4-BE49-F238E27FC236}">
                <a16:creationId xmlns:a16="http://schemas.microsoft.com/office/drawing/2014/main" id="{E7290C54-A4CD-4650-B715-9ED924D6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8-矩形-0002">
            <a:extLst xmlns:a="http://schemas.openxmlformats.org/drawingml/2006/main">
              <a:ext uri="{FF2B5EF4-FFF2-40B4-BE49-F238E27FC236}">
                <a16:creationId xmlns:a16="http://schemas.microsoft.com/office/drawing/2014/main" id="{C11018B7-7172-485C-93E7-233E33F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8-文本-0003">
            <a:extLst xmlns:a="http://schemas.openxmlformats.org/drawingml/2006/main">
              <a:ext uri="{FF2B5EF4-FFF2-40B4-BE49-F238E27FC236}">
                <a16:creationId xmlns:a16="http://schemas.microsoft.com/office/drawing/2014/main" id="{313011A2-3E48-4761-B7FC-D220DDF7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2812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结构稳定性需要四类互补证据</a:t>
            </a:r>
          </a:p>
        </p:txBody>
      </p:sp>
      <p:sp>
        <p:nvSpPr>
          <p:cNvPr id="4" name="p18-文本-0004">
            <a:extLst xmlns:a="http://schemas.openxmlformats.org/drawingml/2006/main">
              <a:ext uri="{FF2B5EF4-FFF2-40B4-BE49-F238E27FC236}">
                <a16:creationId xmlns:a16="http://schemas.microsoft.com/office/drawing/2014/main" id="{CB7E75EA-063D-4C06-B70B-7EFD331C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5107114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共同问题：循环测量后的信号保留，是否伴随结构与组分保持？</a:t>
            </a:r>
          </a:p>
        </p:txBody>
      </p:sp>
      <p:sp>
        <p:nvSpPr>
          <p:cNvPr id="5" name="p18-线-0005">
            <a:extLst xmlns:a="http://schemas.openxmlformats.org/drawingml/2006/main">
              <a:ext uri="{FF2B5EF4-FFF2-40B4-BE49-F238E27FC236}">
                <a16:creationId xmlns:a16="http://schemas.microsoft.com/office/drawing/2014/main" id="{9AB967A8-3616-4A15-86F6-537DE4B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8-矩形-0006">
            <a:extLst xmlns:a="http://schemas.openxmlformats.org/drawingml/2006/main">
              <a:ext uri="{FF2B5EF4-FFF2-40B4-BE49-F238E27FC236}">
                <a16:creationId xmlns:a16="http://schemas.microsoft.com/office/drawing/2014/main" id="{5A7584E4-D1DC-4AC9-BA8A-00149828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467350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" name="p18-矩形-0007">
            <a:extLst xmlns:a="http://schemas.openxmlformats.org/drawingml/2006/main">
              <a:ext uri="{FF2B5EF4-FFF2-40B4-BE49-F238E27FC236}">
                <a16:creationId xmlns:a16="http://schemas.microsoft.com/office/drawing/2014/main" id="{D550734C-5D9C-46EB-8CB3-EDADFE2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p18-文本-0008">
            <a:extLst xmlns:a="http://schemas.openxmlformats.org/drawingml/2006/main">
              <a:ext uri="{FF2B5EF4-FFF2-40B4-BE49-F238E27FC236}">
                <a16:creationId xmlns:a16="http://schemas.microsoft.com/office/drawing/2014/main" id="{46711211-86F1-4561-82E7-2086854A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785" y="1402649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形貌：空间分布是否改变</a:t>
            </a:r>
          </a:p>
        </p:txBody>
      </p:sp>
      <p:sp>
        <p:nvSpPr>
          <p:cNvPr id="9" name="p18-矩形-0009">
            <a:extLst xmlns:a="http://schemas.openxmlformats.org/drawingml/2006/main">
              <a:ext uri="{FF2B5EF4-FFF2-40B4-BE49-F238E27FC236}">
                <a16:creationId xmlns:a16="http://schemas.microsoft.com/office/drawing/2014/main" id="{E50AE2CB-1E22-46ED-9C42-CB6D7FB4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47850"/>
            <a:ext cx="21145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3"/>
          </a:solidFill>
          <a:ln xmlns:a="http://schemas.openxmlformats.org/drawingml/2006/main" w="0">
            <a:noFill/>
          </a:ln>
        </p:spPr>
      </p:sp>
      <p:sp>
        <p:nvSpPr>
          <p:cNvPr id="10" name="p18-椭圆-0010">
            <a:extLst xmlns:a="http://schemas.openxmlformats.org/drawingml/2006/main">
              <a:ext uri="{FF2B5EF4-FFF2-40B4-BE49-F238E27FC236}">
                <a16:creationId xmlns:a16="http://schemas.microsoft.com/office/drawing/2014/main" id="{84C56D25-A11C-4FD5-8771-1B1ACA31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191452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1" name="p18-椭圆-0011">
            <a:extLst xmlns:a="http://schemas.openxmlformats.org/drawingml/2006/main">
              <a:ext uri="{FF2B5EF4-FFF2-40B4-BE49-F238E27FC236}">
                <a16:creationId xmlns:a16="http://schemas.microsoft.com/office/drawing/2014/main" id="{C73DC133-E4ED-42DE-9025-828EF8C3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384" y="239245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2" name="p18-椭圆-0012">
            <a:extLst xmlns:a="http://schemas.openxmlformats.org/drawingml/2006/main">
              <a:ext uri="{FF2B5EF4-FFF2-40B4-BE49-F238E27FC236}">
                <a16:creationId xmlns:a16="http://schemas.microsoft.com/office/drawing/2014/main" id="{2A31EFDF-8AEA-4F4C-A356-4627266D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55" y="2870391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3" name="p18-椭圆-0013">
            <a:extLst xmlns:a="http://schemas.openxmlformats.org/drawingml/2006/main">
              <a:ext uri="{FF2B5EF4-FFF2-40B4-BE49-F238E27FC236}">
                <a16:creationId xmlns:a16="http://schemas.microsoft.com/office/drawing/2014/main" id="{B6A82B07-78B4-4016-B8D7-CCDC6335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76" y="215769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4" name="p18-椭圆-0014">
            <a:extLst xmlns:a="http://schemas.openxmlformats.org/drawingml/2006/main">
              <a:ext uri="{FF2B5EF4-FFF2-40B4-BE49-F238E27FC236}">
                <a16:creationId xmlns:a16="http://schemas.microsoft.com/office/drawing/2014/main" id="{2D5F5593-F7CC-4B3C-B45B-1F3CFB3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47" y="263563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5" name="p18-椭圆-0015">
            <a:extLst xmlns:a="http://schemas.openxmlformats.org/drawingml/2006/main">
              <a:ext uri="{FF2B5EF4-FFF2-40B4-BE49-F238E27FC236}">
                <a16:creationId xmlns:a16="http://schemas.microsoft.com/office/drawing/2014/main" id="{8788B665-068E-4402-B0C2-2AAD870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19" y="199914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6" name="p18-椭圆-0016">
            <a:extLst xmlns:a="http://schemas.openxmlformats.org/drawingml/2006/main">
              <a:ext uri="{FF2B5EF4-FFF2-40B4-BE49-F238E27FC236}">
                <a16:creationId xmlns:a16="http://schemas.microsoft.com/office/drawing/2014/main" id="{4D3C5D2B-6FB4-4574-A72B-8DCCD188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40" y="247707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7" name="p18-椭圆-0017">
            <a:extLst xmlns:a="http://schemas.openxmlformats.org/drawingml/2006/main">
              <a:ext uri="{FF2B5EF4-FFF2-40B4-BE49-F238E27FC236}">
                <a16:creationId xmlns:a16="http://schemas.microsoft.com/office/drawing/2014/main" id="{C9E415A0-DF9E-4EAF-BF63-05AA9C32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11" y="2955006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8" name="p18-椭圆-0018">
            <a:extLst xmlns:a="http://schemas.openxmlformats.org/drawingml/2006/main">
              <a:ext uri="{FF2B5EF4-FFF2-40B4-BE49-F238E27FC236}">
                <a16:creationId xmlns:a16="http://schemas.microsoft.com/office/drawing/2014/main" id="{D40ADB65-1914-469F-9B0D-46A31FE7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932" y="224231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9" name="p18-椭圆-0019">
            <a:extLst xmlns:a="http://schemas.openxmlformats.org/drawingml/2006/main">
              <a:ext uri="{FF2B5EF4-FFF2-40B4-BE49-F238E27FC236}">
                <a16:creationId xmlns:a16="http://schemas.microsoft.com/office/drawing/2014/main" id="{F3C99CA3-12B9-47BD-8791-8EF3642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03" y="2720247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0" name="p18-椭圆-0020">
            <a:extLst xmlns:a="http://schemas.openxmlformats.org/drawingml/2006/main">
              <a:ext uri="{FF2B5EF4-FFF2-40B4-BE49-F238E27FC236}">
                <a16:creationId xmlns:a16="http://schemas.microsoft.com/office/drawing/2014/main" id="{FC48A708-6D9F-4372-B3F7-F8FC9A7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75" y="208375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1" name="p18-椭圆-0021">
            <a:extLst xmlns:a="http://schemas.openxmlformats.org/drawingml/2006/main">
              <a:ext uri="{FF2B5EF4-FFF2-40B4-BE49-F238E27FC236}">
                <a16:creationId xmlns:a16="http://schemas.microsoft.com/office/drawing/2014/main" id="{30F8C05C-4EC8-4972-AE99-E6862B5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496" y="256168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2" name="p18-椭圆-0022">
            <a:extLst xmlns:a="http://schemas.openxmlformats.org/drawingml/2006/main">
              <a:ext uri="{FF2B5EF4-FFF2-40B4-BE49-F238E27FC236}">
                <a16:creationId xmlns:a16="http://schemas.microsoft.com/office/drawing/2014/main" id="{17662442-5B9F-4477-9437-30633A43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267" y="3039621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3" name="p18-椭圆-0023">
            <a:extLst xmlns:a="http://schemas.openxmlformats.org/drawingml/2006/main">
              <a:ext uri="{FF2B5EF4-FFF2-40B4-BE49-F238E27FC236}">
                <a16:creationId xmlns:a16="http://schemas.microsoft.com/office/drawing/2014/main" id="{1A065DB3-9515-49EC-973C-F503EEC6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38" y="232692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4" name="p18-椭圆-0024">
            <a:extLst xmlns:a="http://schemas.openxmlformats.org/drawingml/2006/main">
              <a:ext uri="{FF2B5EF4-FFF2-40B4-BE49-F238E27FC236}">
                <a16:creationId xmlns:a16="http://schemas.microsoft.com/office/drawing/2014/main" id="{4BC0882F-FD38-424A-9B31-12482DE9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759" y="280486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5" name="p18-椭圆-0025">
            <a:extLst xmlns:a="http://schemas.openxmlformats.org/drawingml/2006/main">
              <a:ext uri="{FF2B5EF4-FFF2-40B4-BE49-F238E27FC236}">
                <a16:creationId xmlns:a16="http://schemas.microsoft.com/office/drawing/2014/main" id="{CB2CD94C-25BC-497D-90F3-5846994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31" y="216837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6" name="p18-椭圆-0026">
            <a:extLst xmlns:a="http://schemas.openxmlformats.org/drawingml/2006/main">
              <a:ext uri="{FF2B5EF4-FFF2-40B4-BE49-F238E27FC236}">
                <a16:creationId xmlns:a16="http://schemas.microsoft.com/office/drawing/2014/main" id="{481FD3CD-4430-409B-891B-0DA4F1B8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552" y="264630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7" name="p18-椭圆-0027">
            <a:extLst xmlns:a="http://schemas.openxmlformats.org/drawingml/2006/main">
              <a:ext uri="{FF2B5EF4-FFF2-40B4-BE49-F238E27FC236}">
                <a16:creationId xmlns:a16="http://schemas.microsoft.com/office/drawing/2014/main" id="{9CA79DDB-3335-4382-8B94-29B94D6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23" y="1933611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8" name="p18-椭圆-0028">
            <a:extLst xmlns:a="http://schemas.openxmlformats.org/drawingml/2006/main">
              <a:ext uri="{FF2B5EF4-FFF2-40B4-BE49-F238E27FC236}">
                <a16:creationId xmlns:a16="http://schemas.microsoft.com/office/drawing/2014/main" id="{54CD4C76-8086-4B32-85F5-66DCB71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94" y="241154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9" name="p18-椭圆-0029">
            <a:extLst xmlns:a="http://schemas.openxmlformats.org/drawingml/2006/main">
              <a:ext uri="{FF2B5EF4-FFF2-40B4-BE49-F238E27FC236}">
                <a16:creationId xmlns:a16="http://schemas.microsoft.com/office/drawing/2014/main" id="{6754E982-0407-4EE6-9C4C-371417DE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815" y="2889477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0" name="p18-椭圆-0030">
            <a:extLst xmlns:a="http://schemas.openxmlformats.org/drawingml/2006/main">
              <a:ext uri="{FF2B5EF4-FFF2-40B4-BE49-F238E27FC236}">
                <a16:creationId xmlns:a16="http://schemas.microsoft.com/office/drawing/2014/main" id="{47A79727-5214-4C74-9614-4F4657A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887" y="225298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1" name="p18-椭圆-0031">
            <a:extLst xmlns:a="http://schemas.openxmlformats.org/drawingml/2006/main">
              <a:ext uri="{FF2B5EF4-FFF2-40B4-BE49-F238E27FC236}">
                <a16:creationId xmlns:a16="http://schemas.microsoft.com/office/drawing/2014/main" id="{C20DFBFE-5D15-47C2-BC6A-33327197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608" y="273091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2" name="p18-椭圆-0032">
            <a:extLst xmlns:a="http://schemas.openxmlformats.org/drawingml/2006/main">
              <a:ext uri="{FF2B5EF4-FFF2-40B4-BE49-F238E27FC236}">
                <a16:creationId xmlns:a16="http://schemas.microsoft.com/office/drawing/2014/main" id="{22CE4FBF-D8B2-4D74-B8BD-8DEB266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79" y="2018226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3" name="p18-椭圆-0033">
            <a:extLst xmlns:a="http://schemas.openxmlformats.org/drawingml/2006/main">
              <a:ext uri="{FF2B5EF4-FFF2-40B4-BE49-F238E27FC236}">
                <a16:creationId xmlns:a16="http://schemas.microsoft.com/office/drawing/2014/main" id="{300CA50E-23B3-490A-A00E-444C091F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50" y="249615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4" name="p18-椭圆-0034">
            <a:extLst xmlns:a="http://schemas.openxmlformats.org/drawingml/2006/main">
              <a:ext uri="{FF2B5EF4-FFF2-40B4-BE49-F238E27FC236}">
                <a16:creationId xmlns:a16="http://schemas.microsoft.com/office/drawing/2014/main" id="{8C2E6BA6-3B48-4DB3-829E-07DF5F6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71" y="297409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5" name="p18-椭圆-0035">
            <a:extLst xmlns:a="http://schemas.openxmlformats.org/drawingml/2006/main">
              <a:ext uri="{FF2B5EF4-FFF2-40B4-BE49-F238E27FC236}">
                <a16:creationId xmlns:a16="http://schemas.microsoft.com/office/drawing/2014/main" id="{1C1C0A89-F399-4F61-A0EF-490BE6BD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943" y="233760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6" name="p18-椭圆-0036">
            <a:extLst xmlns:a="http://schemas.openxmlformats.org/drawingml/2006/main">
              <a:ext uri="{FF2B5EF4-FFF2-40B4-BE49-F238E27FC236}">
                <a16:creationId xmlns:a16="http://schemas.microsoft.com/office/drawing/2014/main" id="{A301F7F1-0554-4F27-ADCF-66F92D2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14" y="281553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7" name="p18-椭圆-0037">
            <a:extLst xmlns:a="http://schemas.openxmlformats.org/drawingml/2006/main">
              <a:ext uri="{FF2B5EF4-FFF2-40B4-BE49-F238E27FC236}">
                <a16:creationId xmlns:a16="http://schemas.microsoft.com/office/drawing/2014/main" id="{66042C75-D442-4D15-9939-0DF69319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435" y="210284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8" name="p18-椭圆-0038">
            <a:extLst xmlns:a="http://schemas.openxmlformats.org/drawingml/2006/main">
              <a:ext uri="{FF2B5EF4-FFF2-40B4-BE49-F238E27FC236}">
                <a16:creationId xmlns:a16="http://schemas.microsoft.com/office/drawing/2014/main" id="{CACB61A3-8846-4C83-A181-1CAFA12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06" y="2580775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9" name="p18-椭圆-0039">
            <a:extLst xmlns:a="http://schemas.openxmlformats.org/drawingml/2006/main">
              <a:ext uri="{FF2B5EF4-FFF2-40B4-BE49-F238E27FC236}">
                <a16:creationId xmlns:a16="http://schemas.microsoft.com/office/drawing/2014/main" id="{80DCDAAA-E29B-4425-BD25-718D9942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927" y="186808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0" name="p18-椭圆-0040">
            <a:extLst xmlns:a="http://schemas.openxmlformats.org/drawingml/2006/main">
              <a:ext uri="{FF2B5EF4-FFF2-40B4-BE49-F238E27FC236}">
                <a16:creationId xmlns:a16="http://schemas.microsoft.com/office/drawing/2014/main" id="{13D6CF16-CCAF-4459-B5C8-CF30B00F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999" y="2422216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1" name="p18-椭圆-0041">
            <a:extLst xmlns:a="http://schemas.openxmlformats.org/drawingml/2006/main">
              <a:ext uri="{FF2B5EF4-FFF2-40B4-BE49-F238E27FC236}">
                <a16:creationId xmlns:a16="http://schemas.microsoft.com/office/drawing/2014/main" id="{05D0447C-E68A-41A5-A408-429BCCD2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70" y="2900149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2" name="p18-椭圆-0042">
            <a:extLst xmlns:a="http://schemas.openxmlformats.org/drawingml/2006/main">
              <a:ext uri="{FF2B5EF4-FFF2-40B4-BE49-F238E27FC236}">
                <a16:creationId xmlns:a16="http://schemas.microsoft.com/office/drawing/2014/main" id="{642D4DED-3B72-4FFE-8D6D-D35A3F95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491" y="2187457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3" name="p18-椭圆-0043">
            <a:extLst xmlns:a="http://schemas.openxmlformats.org/drawingml/2006/main">
              <a:ext uri="{FF2B5EF4-FFF2-40B4-BE49-F238E27FC236}">
                <a16:creationId xmlns:a16="http://schemas.microsoft.com/office/drawing/2014/main" id="{FDAE9F08-0413-4DC8-A6A2-51C4EAE7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62" y="2665390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4" name="p18-椭圆-0044">
            <a:extLst xmlns:a="http://schemas.openxmlformats.org/drawingml/2006/main">
              <a:ext uri="{FF2B5EF4-FFF2-40B4-BE49-F238E27FC236}">
                <a16:creationId xmlns:a16="http://schemas.microsoft.com/office/drawing/2014/main" id="{BDBC7634-1BF9-4C3C-B2AD-64DDE33A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33" y="1952698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5" name="p18-椭圆-0045">
            <a:extLst xmlns:a="http://schemas.openxmlformats.org/drawingml/2006/main">
              <a:ext uri="{FF2B5EF4-FFF2-40B4-BE49-F238E27FC236}">
                <a16:creationId xmlns:a16="http://schemas.microsoft.com/office/drawing/2014/main" id="{19C09BE2-5760-4198-AE04-BE3C1F4E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55" y="2506831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6" name="p18-椭圆-0046">
            <a:extLst xmlns:a="http://schemas.openxmlformats.org/drawingml/2006/main">
              <a:ext uri="{FF2B5EF4-FFF2-40B4-BE49-F238E27FC236}">
                <a16:creationId xmlns:a16="http://schemas.microsoft.com/office/drawing/2014/main" id="{31F57595-CDF1-4EB5-8D80-B059FEF1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826" y="298476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7" name="p18-椭圆-0047">
            <a:extLst xmlns:a="http://schemas.openxmlformats.org/drawingml/2006/main">
              <a:ext uri="{FF2B5EF4-FFF2-40B4-BE49-F238E27FC236}">
                <a16:creationId xmlns:a16="http://schemas.microsoft.com/office/drawing/2014/main" id="{3E65FC28-30EA-4E60-997E-8F9723A9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547" y="227207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8" name="p18-线-0048">
            <a:extLst xmlns:a="http://schemas.openxmlformats.org/drawingml/2006/main">
              <a:ext uri="{FF2B5EF4-FFF2-40B4-BE49-F238E27FC236}">
                <a16:creationId xmlns:a16="http://schemas.microsoft.com/office/drawing/2014/main" id="{3D3D5504-78F4-4F84-BDB2-BE28F97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476250" cy="95"/>
          </a:xfrm>
          <a:custGeom xmlns:a="http://schemas.openxmlformats.org/drawingml/2006/main">
            <a:pathLst>
              <a:path w="476250" h="9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9" name="p18-文本-0049">
            <a:extLst xmlns:a="http://schemas.openxmlformats.org/drawingml/2006/main">
              <a:ext uri="{FF2B5EF4-FFF2-40B4-BE49-F238E27FC236}">
                <a16:creationId xmlns:a16="http://schemas.microsoft.com/office/drawing/2014/main" id="{2E222784-3CE5-4F3D-8EB4-8CD01CE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98359"/>
            <a:ext cx="495300" cy="16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形貌示意</a:t>
            </a:r>
          </a:p>
        </p:txBody>
      </p:sp>
      <p:sp>
        <p:nvSpPr>
          <p:cNvPr id="50" name="p18-文本-0050">
            <a:extLst xmlns:a="http://schemas.openxmlformats.org/drawingml/2006/main">
              <a:ext uri="{FF2B5EF4-FFF2-40B4-BE49-F238E27FC236}">
                <a16:creationId xmlns:a16="http://schemas.microsoft.com/office/drawing/2014/main" id="{A3E383DA-E415-4E46-B6DF-5D3C514D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3622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观察颗粒与孔隙</a:t>
            </a:r>
          </a:p>
        </p:txBody>
      </p:sp>
      <p:sp>
        <p:nvSpPr>
          <p:cNvPr id="51" name="p18-文本-0051">
            <a:extLst xmlns:a="http://schemas.openxmlformats.org/drawingml/2006/main">
              <a:ext uri="{FF2B5EF4-FFF2-40B4-BE49-F238E27FC236}">
                <a16:creationId xmlns:a16="http://schemas.microsoft.com/office/drawing/2014/main" id="{D56E3E42-5B45-48A5-B827-FA6DE430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17227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比较前后分布范围</a:t>
            </a:r>
          </a:p>
        </p:txBody>
      </p:sp>
      <p:sp>
        <p:nvSpPr>
          <p:cNvPr id="52" name="p18-文本-0052">
            <a:extLst xmlns:a="http://schemas.openxmlformats.org/drawingml/2006/main">
              <a:ext uri="{FF2B5EF4-FFF2-40B4-BE49-F238E27FC236}">
                <a16:creationId xmlns:a16="http://schemas.microsoft.com/office/drawing/2014/main" id="{17FD0E50-AB7D-4201-B1F2-C0F9F7A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98227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保留同一采集尺度</a:t>
            </a:r>
          </a:p>
        </p:txBody>
      </p:sp>
      <p:sp>
        <p:nvSpPr>
          <p:cNvPr id="53" name="p18-文本-0053">
            <a:extLst xmlns:a="http://schemas.openxmlformats.org/drawingml/2006/main">
              <a:ext uri="{FF2B5EF4-FFF2-40B4-BE49-F238E27FC236}">
                <a16:creationId xmlns:a16="http://schemas.microsoft.com/office/drawing/2014/main" id="{FDB1B587-30DC-4709-8BF5-5D301575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940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对应结构完整性</a:t>
            </a:r>
          </a:p>
        </p:txBody>
      </p:sp>
      <p:sp>
        <p:nvSpPr>
          <p:cNvPr id="54" name="p18-矩形-0054">
            <a:extLst xmlns:a="http://schemas.openxmlformats.org/drawingml/2006/main">
              <a:ext uri="{FF2B5EF4-FFF2-40B4-BE49-F238E27FC236}">
                <a16:creationId xmlns:a16="http://schemas.microsoft.com/office/drawing/2014/main" id="{0BB5BE9D-36DF-4A36-9B6D-53DB97E2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47687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55" name="p18-矩形-0055">
            <a:extLst xmlns:a="http://schemas.openxmlformats.org/drawingml/2006/main">
              <a:ext uri="{FF2B5EF4-FFF2-40B4-BE49-F238E27FC236}">
                <a16:creationId xmlns:a16="http://schemas.microsoft.com/office/drawing/2014/main" id="{8DFA053B-EF91-4735-AF8B-1BBA9FB9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47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6" name="p18-文本-0056">
            <a:extLst xmlns:a="http://schemas.openxmlformats.org/drawingml/2006/main">
              <a:ext uri="{FF2B5EF4-FFF2-40B4-BE49-F238E27FC236}">
                <a16:creationId xmlns:a16="http://schemas.microsoft.com/office/drawing/2014/main" id="{BAC283A5-6788-4F11-B968-22E28C4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2" y="1402649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化学：特征信号是否保留</a:t>
            </a:r>
          </a:p>
        </p:txBody>
      </p:sp>
      <p:sp>
        <p:nvSpPr>
          <p:cNvPr id="57" name="p18-线-0057">
            <a:extLst xmlns:a="http://schemas.openxmlformats.org/drawingml/2006/main">
              <a:ext uri="{FF2B5EF4-FFF2-40B4-BE49-F238E27FC236}">
                <a16:creationId xmlns:a16="http://schemas.microsoft.com/office/drawing/2014/main" id="{A0DD356F-30FF-4D80-94BF-38C1BA5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2343150" cy="95"/>
          </a:xfrm>
          <a:custGeom xmlns:a="http://schemas.openxmlformats.org/drawingml/2006/main">
            <a:pathLst>
              <a:path w="2343150" h="9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8" name="p18-路径-0058">
            <a:extLst xmlns:a="http://schemas.openxmlformats.org/drawingml/2006/main">
              <a:ext uri="{FF2B5EF4-FFF2-40B4-BE49-F238E27FC236}">
                <a16:creationId xmlns:a16="http://schemas.microsoft.com/office/drawing/2014/main" id="{4785343D-6910-4495-B0A3-0A7CA8D4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9363"/>
            <a:ext cx="2343150" cy="397192"/>
          </a:xfrm>
          <a:custGeom xmlns:a="http://schemas.openxmlformats.org/drawingml/2006/main">
            <a:pathLst>
              <a:path w="2343150" h="397192">
                <a:moveTo>
                  <a:pt x="0" y="397192"/>
                </a:moveTo>
                <a:lnTo>
                  <a:pt x="15240" y="397192"/>
                </a:lnTo>
                <a:lnTo>
                  <a:pt x="31432" y="397192"/>
                </a:lnTo>
                <a:lnTo>
                  <a:pt x="46672" y="397192"/>
                </a:lnTo>
                <a:lnTo>
                  <a:pt x="62865" y="397192"/>
                </a:lnTo>
                <a:lnTo>
                  <a:pt x="78105" y="397192"/>
                </a:lnTo>
                <a:lnTo>
                  <a:pt x="93345" y="397192"/>
                </a:lnTo>
                <a:lnTo>
                  <a:pt x="109538" y="397192"/>
                </a:lnTo>
                <a:lnTo>
                  <a:pt x="124778" y="397192"/>
                </a:lnTo>
                <a:lnTo>
                  <a:pt x="140970" y="397192"/>
                </a:lnTo>
                <a:lnTo>
                  <a:pt x="156210" y="397192"/>
                </a:lnTo>
                <a:lnTo>
                  <a:pt x="171450" y="397192"/>
                </a:lnTo>
                <a:lnTo>
                  <a:pt x="187643" y="397192"/>
                </a:lnTo>
                <a:lnTo>
                  <a:pt x="202882" y="397192"/>
                </a:lnTo>
                <a:lnTo>
                  <a:pt x="219075" y="397192"/>
                </a:lnTo>
                <a:lnTo>
                  <a:pt x="234315" y="397192"/>
                </a:lnTo>
                <a:lnTo>
                  <a:pt x="249555" y="397192"/>
                </a:lnTo>
                <a:lnTo>
                  <a:pt x="265747" y="397192"/>
                </a:lnTo>
                <a:lnTo>
                  <a:pt x="280988" y="397192"/>
                </a:lnTo>
                <a:lnTo>
                  <a:pt x="297180" y="397192"/>
                </a:lnTo>
                <a:lnTo>
                  <a:pt x="312420" y="397192"/>
                </a:lnTo>
                <a:lnTo>
                  <a:pt x="327660" y="397192"/>
                </a:lnTo>
                <a:lnTo>
                  <a:pt x="343853" y="397192"/>
                </a:lnTo>
                <a:lnTo>
                  <a:pt x="359093" y="397192"/>
                </a:lnTo>
                <a:lnTo>
                  <a:pt x="375285" y="397192"/>
                </a:lnTo>
                <a:lnTo>
                  <a:pt x="390525" y="396240"/>
                </a:lnTo>
                <a:lnTo>
                  <a:pt x="405765" y="389572"/>
                </a:lnTo>
                <a:lnTo>
                  <a:pt x="421957" y="361950"/>
                </a:lnTo>
                <a:lnTo>
                  <a:pt x="437197" y="286703"/>
                </a:lnTo>
                <a:lnTo>
                  <a:pt x="453390" y="179070"/>
                </a:lnTo>
                <a:lnTo>
                  <a:pt x="468630" y="122872"/>
                </a:lnTo>
                <a:lnTo>
                  <a:pt x="483870" y="179070"/>
                </a:lnTo>
                <a:lnTo>
                  <a:pt x="500063" y="286703"/>
                </a:lnTo>
                <a:lnTo>
                  <a:pt x="515303" y="361950"/>
                </a:lnTo>
                <a:lnTo>
                  <a:pt x="531495" y="389572"/>
                </a:lnTo>
                <a:lnTo>
                  <a:pt x="546735" y="396240"/>
                </a:lnTo>
                <a:lnTo>
                  <a:pt x="561975" y="397192"/>
                </a:lnTo>
                <a:lnTo>
                  <a:pt x="578168" y="397192"/>
                </a:lnTo>
                <a:lnTo>
                  <a:pt x="593407" y="397192"/>
                </a:lnTo>
                <a:lnTo>
                  <a:pt x="609600" y="397192"/>
                </a:lnTo>
                <a:lnTo>
                  <a:pt x="624840" y="397192"/>
                </a:lnTo>
                <a:lnTo>
                  <a:pt x="640080" y="397192"/>
                </a:lnTo>
                <a:lnTo>
                  <a:pt x="656272" y="397192"/>
                </a:lnTo>
                <a:lnTo>
                  <a:pt x="671513" y="397192"/>
                </a:lnTo>
                <a:lnTo>
                  <a:pt x="687705" y="397192"/>
                </a:lnTo>
                <a:lnTo>
                  <a:pt x="702945" y="397192"/>
                </a:lnTo>
                <a:lnTo>
                  <a:pt x="718185" y="397192"/>
                </a:lnTo>
                <a:lnTo>
                  <a:pt x="734378" y="397192"/>
                </a:lnTo>
                <a:lnTo>
                  <a:pt x="749618" y="397192"/>
                </a:lnTo>
                <a:lnTo>
                  <a:pt x="765810" y="397192"/>
                </a:lnTo>
                <a:lnTo>
                  <a:pt x="781050" y="397192"/>
                </a:lnTo>
                <a:lnTo>
                  <a:pt x="796290" y="397192"/>
                </a:lnTo>
                <a:lnTo>
                  <a:pt x="812482" y="397192"/>
                </a:lnTo>
                <a:lnTo>
                  <a:pt x="827722" y="397192"/>
                </a:lnTo>
                <a:lnTo>
                  <a:pt x="843915" y="397192"/>
                </a:lnTo>
                <a:lnTo>
                  <a:pt x="859155" y="397192"/>
                </a:lnTo>
                <a:lnTo>
                  <a:pt x="874395" y="397192"/>
                </a:lnTo>
                <a:lnTo>
                  <a:pt x="890588" y="397192"/>
                </a:lnTo>
                <a:lnTo>
                  <a:pt x="905828" y="397192"/>
                </a:lnTo>
                <a:lnTo>
                  <a:pt x="922020" y="396240"/>
                </a:lnTo>
                <a:lnTo>
                  <a:pt x="937260" y="393383"/>
                </a:lnTo>
                <a:lnTo>
                  <a:pt x="952500" y="385763"/>
                </a:lnTo>
                <a:lnTo>
                  <a:pt x="968693" y="364808"/>
                </a:lnTo>
                <a:lnTo>
                  <a:pt x="983932" y="322897"/>
                </a:lnTo>
                <a:lnTo>
                  <a:pt x="1000125" y="252413"/>
                </a:lnTo>
                <a:lnTo>
                  <a:pt x="1015365" y="157163"/>
                </a:lnTo>
                <a:lnTo>
                  <a:pt x="1030605" y="61913"/>
                </a:lnTo>
                <a:lnTo>
                  <a:pt x="1046797" y="0"/>
                </a:lnTo>
                <a:lnTo>
                  <a:pt x="1062038" y="0"/>
                </a:lnTo>
                <a:lnTo>
                  <a:pt x="1078230" y="61913"/>
                </a:lnTo>
                <a:lnTo>
                  <a:pt x="1093470" y="157163"/>
                </a:lnTo>
                <a:lnTo>
                  <a:pt x="1108710" y="252413"/>
                </a:lnTo>
                <a:lnTo>
                  <a:pt x="1124903" y="322897"/>
                </a:lnTo>
                <a:lnTo>
                  <a:pt x="1140143" y="364808"/>
                </a:lnTo>
                <a:lnTo>
                  <a:pt x="1156335" y="385763"/>
                </a:lnTo>
                <a:lnTo>
                  <a:pt x="1171575" y="393383"/>
                </a:lnTo>
                <a:lnTo>
                  <a:pt x="1186815" y="396240"/>
                </a:lnTo>
                <a:lnTo>
                  <a:pt x="1203007" y="397192"/>
                </a:lnTo>
                <a:lnTo>
                  <a:pt x="1218247" y="397192"/>
                </a:lnTo>
                <a:lnTo>
                  <a:pt x="1234440" y="397192"/>
                </a:lnTo>
                <a:lnTo>
                  <a:pt x="1249680" y="397192"/>
                </a:lnTo>
                <a:lnTo>
                  <a:pt x="1264920" y="397192"/>
                </a:lnTo>
                <a:lnTo>
                  <a:pt x="1281113" y="397192"/>
                </a:lnTo>
                <a:lnTo>
                  <a:pt x="1296353" y="397192"/>
                </a:lnTo>
                <a:lnTo>
                  <a:pt x="1312545" y="397192"/>
                </a:lnTo>
                <a:lnTo>
                  <a:pt x="1327785" y="397192"/>
                </a:lnTo>
                <a:lnTo>
                  <a:pt x="1343025" y="397192"/>
                </a:lnTo>
                <a:lnTo>
                  <a:pt x="1359218" y="397192"/>
                </a:lnTo>
                <a:lnTo>
                  <a:pt x="1374457" y="397192"/>
                </a:lnTo>
                <a:lnTo>
                  <a:pt x="1390650" y="397192"/>
                </a:lnTo>
                <a:lnTo>
                  <a:pt x="1405890" y="397192"/>
                </a:lnTo>
                <a:lnTo>
                  <a:pt x="1421130" y="397192"/>
                </a:lnTo>
                <a:lnTo>
                  <a:pt x="1437322" y="397192"/>
                </a:lnTo>
                <a:lnTo>
                  <a:pt x="1452563" y="397192"/>
                </a:lnTo>
                <a:lnTo>
                  <a:pt x="1468755" y="397192"/>
                </a:lnTo>
                <a:lnTo>
                  <a:pt x="1483995" y="397192"/>
                </a:lnTo>
                <a:lnTo>
                  <a:pt x="1499235" y="397192"/>
                </a:lnTo>
                <a:lnTo>
                  <a:pt x="1515428" y="397192"/>
                </a:lnTo>
                <a:lnTo>
                  <a:pt x="1530668" y="397192"/>
                </a:lnTo>
                <a:lnTo>
                  <a:pt x="1546860" y="397192"/>
                </a:lnTo>
                <a:lnTo>
                  <a:pt x="1562100" y="397192"/>
                </a:lnTo>
                <a:lnTo>
                  <a:pt x="1577340" y="397192"/>
                </a:lnTo>
                <a:lnTo>
                  <a:pt x="1593532" y="397192"/>
                </a:lnTo>
                <a:lnTo>
                  <a:pt x="1608772" y="396240"/>
                </a:lnTo>
                <a:lnTo>
                  <a:pt x="1624965" y="382905"/>
                </a:lnTo>
                <a:lnTo>
                  <a:pt x="1640205" y="312420"/>
                </a:lnTo>
                <a:lnTo>
                  <a:pt x="1655445" y="191453"/>
                </a:lnTo>
                <a:lnTo>
                  <a:pt x="1671638" y="191453"/>
                </a:lnTo>
                <a:lnTo>
                  <a:pt x="1686878" y="312420"/>
                </a:lnTo>
                <a:lnTo>
                  <a:pt x="1703070" y="382905"/>
                </a:lnTo>
                <a:lnTo>
                  <a:pt x="1718310" y="396240"/>
                </a:lnTo>
                <a:lnTo>
                  <a:pt x="1733550" y="397192"/>
                </a:lnTo>
                <a:lnTo>
                  <a:pt x="1749743" y="397192"/>
                </a:lnTo>
                <a:lnTo>
                  <a:pt x="1764982" y="397192"/>
                </a:lnTo>
                <a:lnTo>
                  <a:pt x="1781175" y="397192"/>
                </a:lnTo>
                <a:lnTo>
                  <a:pt x="1796415" y="397192"/>
                </a:lnTo>
                <a:lnTo>
                  <a:pt x="1811655" y="397192"/>
                </a:lnTo>
                <a:lnTo>
                  <a:pt x="1827847" y="397192"/>
                </a:lnTo>
                <a:lnTo>
                  <a:pt x="1843088" y="397192"/>
                </a:lnTo>
                <a:lnTo>
                  <a:pt x="1859280" y="397192"/>
                </a:lnTo>
                <a:lnTo>
                  <a:pt x="1874520" y="397192"/>
                </a:lnTo>
                <a:lnTo>
                  <a:pt x="1889760" y="397192"/>
                </a:lnTo>
                <a:lnTo>
                  <a:pt x="1905953" y="397192"/>
                </a:lnTo>
                <a:lnTo>
                  <a:pt x="1921193" y="397192"/>
                </a:lnTo>
                <a:lnTo>
                  <a:pt x="1937385" y="396240"/>
                </a:lnTo>
                <a:lnTo>
                  <a:pt x="1952625" y="394335"/>
                </a:lnTo>
                <a:lnTo>
                  <a:pt x="1967865" y="386715"/>
                </a:lnTo>
                <a:lnTo>
                  <a:pt x="1984057" y="366713"/>
                </a:lnTo>
                <a:lnTo>
                  <a:pt x="1999297" y="327660"/>
                </a:lnTo>
                <a:lnTo>
                  <a:pt x="2015490" y="276225"/>
                </a:lnTo>
                <a:lnTo>
                  <a:pt x="2030730" y="238125"/>
                </a:lnTo>
                <a:lnTo>
                  <a:pt x="2045970" y="238125"/>
                </a:lnTo>
                <a:lnTo>
                  <a:pt x="2062163" y="276225"/>
                </a:lnTo>
                <a:lnTo>
                  <a:pt x="2077403" y="327660"/>
                </a:lnTo>
                <a:lnTo>
                  <a:pt x="2093595" y="366713"/>
                </a:lnTo>
                <a:lnTo>
                  <a:pt x="2108835" y="386715"/>
                </a:lnTo>
                <a:lnTo>
                  <a:pt x="2124075" y="394335"/>
                </a:lnTo>
                <a:lnTo>
                  <a:pt x="2140268" y="396240"/>
                </a:lnTo>
                <a:lnTo>
                  <a:pt x="2155507" y="397192"/>
                </a:lnTo>
                <a:lnTo>
                  <a:pt x="2171700" y="397192"/>
                </a:lnTo>
                <a:lnTo>
                  <a:pt x="2186940" y="397192"/>
                </a:lnTo>
                <a:lnTo>
                  <a:pt x="2202180" y="397192"/>
                </a:lnTo>
                <a:lnTo>
                  <a:pt x="2218373" y="397192"/>
                </a:lnTo>
                <a:lnTo>
                  <a:pt x="2233613" y="397192"/>
                </a:lnTo>
                <a:lnTo>
                  <a:pt x="2249805" y="397192"/>
                </a:lnTo>
                <a:lnTo>
                  <a:pt x="2265045" y="397192"/>
                </a:lnTo>
                <a:lnTo>
                  <a:pt x="2280285" y="397192"/>
                </a:lnTo>
                <a:lnTo>
                  <a:pt x="2296478" y="397192"/>
                </a:lnTo>
                <a:lnTo>
                  <a:pt x="2311718" y="397192"/>
                </a:lnTo>
                <a:lnTo>
                  <a:pt x="2327910" y="397192"/>
                </a:lnTo>
                <a:lnTo>
                  <a:pt x="2343150" y="39719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59" name="p18-路径-0059">
            <a:extLst xmlns:a="http://schemas.openxmlformats.org/drawingml/2006/main">
              <a:ext uri="{FF2B5EF4-FFF2-40B4-BE49-F238E27FC236}">
                <a16:creationId xmlns:a16="http://schemas.microsoft.com/office/drawing/2014/main" id="{4AD06EA5-8A75-4C1F-9D9A-114A321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9340"/>
            <a:ext cx="2343150" cy="401955"/>
          </a:xfrm>
          <a:custGeom xmlns:a="http://schemas.openxmlformats.org/drawingml/2006/main">
            <a:pathLst>
              <a:path w="2343150" h="401955">
                <a:moveTo>
                  <a:pt x="0" y="401955"/>
                </a:moveTo>
                <a:lnTo>
                  <a:pt x="15240" y="401955"/>
                </a:lnTo>
                <a:lnTo>
                  <a:pt x="31432" y="401955"/>
                </a:lnTo>
                <a:lnTo>
                  <a:pt x="46672" y="401955"/>
                </a:lnTo>
                <a:lnTo>
                  <a:pt x="62865" y="401955"/>
                </a:lnTo>
                <a:lnTo>
                  <a:pt x="78105" y="401955"/>
                </a:lnTo>
                <a:lnTo>
                  <a:pt x="93345" y="401955"/>
                </a:lnTo>
                <a:lnTo>
                  <a:pt x="109538" y="401955"/>
                </a:lnTo>
                <a:lnTo>
                  <a:pt x="124778" y="401955"/>
                </a:lnTo>
                <a:lnTo>
                  <a:pt x="140970" y="401955"/>
                </a:lnTo>
                <a:lnTo>
                  <a:pt x="156210" y="401955"/>
                </a:lnTo>
                <a:lnTo>
                  <a:pt x="171450" y="401955"/>
                </a:lnTo>
                <a:lnTo>
                  <a:pt x="187643" y="401955"/>
                </a:lnTo>
                <a:lnTo>
                  <a:pt x="202882" y="401955"/>
                </a:lnTo>
                <a:lnTo>
                  <a:pt x="219075" y="401955"/>
                </a:lnTo>
                <a:lnTo>
                  <a:pt x="234315" y="401955"/>
                </a:lnTo>
                <a:lnTo>
                  <a:pt x="249555" y="401955"/>
                </a:lnTo>
                <a:lnTo>
                  <a:pt x="265747" y="401955"/>
                </a:lnTo>
                <a:lnTo>
                  <a:pt x="280988" y="401955"/>
                </a:lnTo>
                <a:lnTo>
                  <a:pt x="297180" y="401955"/>
                </a:lnTo>
                <a:lnTo>
                  <a:pt x="312420" y="401955"/>
                </a:lnTo>
                <a:lnTo>
                  <a:pt x="327660" y="401955"/>
                </a:lnTo>
                <a:lnTo>
                  <a:pt x="343853" y="401955"/>
                </a:lnTo>
                <a:lnTo>
                  <a:pt x="359093" y="401955"/>
                </a:lnTo>
                <a:lnTo>
                  <a:pt x="375285" y="401955"/>
                </a:lnTo>
                <a:lnTo>
                  <a:pt x="390525" y="401955"/>
                </a:lnTo>
                <a:lnTo>
                  <a:pt x="405765" y="401002"/>
                </a:lnTo>
                <a:lnTo>
                  <a:pt x="421957" y="397193"/>
                </a:lnTo>
                <a:lnTo>
                  <a:pt x="437197" y="375285"/>
                </a:lnTo>
                <a:lnTo>
                  <a:pt x="453390" y="310515"/>
                </a:lnTo>
                <a:lnTo>
                  <a:pt x="468630" y="204788"/>
                </a:lnTo>
                <a:lnTo>
                  <a:pt x="483870" y="130493"/>
                </a:lnTo>
                <a:lnTo>
                  <a:pt x="500063" y="164782"/>
                </a:lnTo>
                <a:lnTo>
                  <a:pt x="515303" y="270510"/>
                </a:lnTo>
                <a:lnTo>
                  <a:pt x="531495" y="355282"/>
                </a:lnTo>
                <a:lnTo>
                  <a:pt x="546735" y="391477"/>
                </a:lnTo>
                <a:lnTo>
                  <a:pt x="561975" y="400050"/>
                </a:lnTo>
                <a:lnTo>
                  <a:pt x="578168" y="401955"/>
                </a:lnTo>
                <a:lnTo>
                  <a:pt x="593407" y="401955"/>
                </a:lnTo>
                <a:lnTo>
                  <a:pt x="609600" y="401955"/>
                </a:lnTo>
                <a:lnTo>
                  <a:pt x="624840" y="401955"/>
                </a:lnTo>
                <a:lnTo>
                  <a:pt x="640080" y="401955"/>
                </a:lnTo>
                <a:lnTo>
                  <a:pt x="656272" y="401955"/>
                </a:lnTo>
                <a:lnTo>
                  <a:pt x="671513" y="401955"/>
                </a:lnTo>
                <a:lnTo>
                  <a:pt x="687705" y="401955"/>
                </a:lnTo>
                <a:lnTo>
                  <a:pt x="702945" y="401955"/>
                </a:lnTo>
                <a:lnTo>
                  <a:pt x="718185" y="401955"/>
                </a:lnTo>
                <a:lnTo>
                  <a:pt x="734378" y="401955"/>
                </a:lnTo>
                <a:lnTo>
                  <a:pt x="749618" y="401955"/>
                </a:lnTo>
                <a:lnTo>
                  <a:pt x="765810" y="401955"/>
                </a:lnTo>
                <a:lnTo>
                  <a:pt x="781050" y="401955"/>
                </a:lnTo>
                <a:lnTo>
                  <a:pt x="796290" y="401955"/>
                </a:lnTo>
                <a:lnTo>
                  <a:pt x="812482" y="401955"/>
                </a:lnTo>
                <a:lnTo>
                  <a:pt x="827722" y="401955"/>
                </a:lnTo>
                <a:lnTo>
                  <a:pt x="843915" y="401955"/>
                </a:lnTo>
                <a:lnTo>
                  <a:pt x="859155" y="401955"/>
                </a:lnTo>
                <a:lnTo>
                  <a:pt x="874395" y="401955"/>
                </a:lnTo>
                <a:lnTo>
                  <a:pt x="890588" y="401955"/>
                </a:lnTo>
                <a:lnTo>
                  <a:pt x="905828" y="401955"/>
                </a:lnTo>
                <a:lnTo>
                  <a:pt x="922020" y="401955"/>
                </a:lnTo>
                <a:lnTo>
                  <a:pt x="937260" y="401002"/>
                </a:lnTo>
                <a:lnTo>
                  <a:pt x="952500" y="399098"/>
                </a:lnTo>
                <a:lnTo>
                  <a:pt x="968693" y="392430"/>
                </a:lnTo>
                <a:lnTo>
                  <a:pt x="983932" y="375285"/>
                </a:lnTo>
                <a:lnTo>
                  <a:pt x="1000125" y="338138"/>
                </a:lnTo>
                <a:lnTo>
                  <a:pt x="1015365" y="273368"/>
                </a:lnTo>
                <a:lnTo>
                  <a:pt x="1030605" y="181927"/>
                </a:lnTo>
                <a:lnTo>
                  <a:pt x="1046797" y="83820"/>
                </a:lnTo>
                <a:lnTo>
                  <a:pt x="1062038" y="13335"/>
                </a:lnTo>
                <a:lnTo>
                  <a:pt x="1078230" y="0"/>
                </a:lnTo>
                <a:lnTo>
                  <a:pt x="1093470" y="50483"/>
                </a:lnTo>
                <a:lnTo>
                  <a:pt x="1108710" y="141923"/>
                </a:lnTo>
                <a:lnTo>
                  <a:pt x="1124903" y="240030"/>
                </a:lnTo>
                <a:lnTo>
                  <a:pt x="1140143" y="316230"/>
                </a:lnTo>
                <a:lnTo>
                  <a:pt x="1156335" y="363855"/>
                </a:lnTo>
                <a:lnTo>
                  <a:pt x="1171575" y="387668"/>
                </a:lnTo>
                <a:lnTo>
                  <a:pt x="1186815" y="397193"/>
                </a:lnTo>
                <a:lnTo>
                  <a:pt x="1203007" y="401002"/>
                </a:lnTo>
                <a:lnTo>
                  <a:pt x="1218247" y="401955"/>
                </a:lnTo>
                <a:lnTo>
                  <a:pt x="1234440" y="401955"/>
                </a:lnTo>
                <a:lnTo>
                  <a:pt x="1249680" y="401955"/>
                </a:lnTo>
                <a:lnTo>
                  <a:pt x="1264920" y="401955"/>
                </a:lnTo>
                <a:lnTo>
                  <a:pt x="1281113" y="401955"/>
                </a:lnTo>
                <a:lnTo>
                  <a:pt x="1296353" y="401955"/>
                </a:lnTo>
                <a:lnTo>
                  <a:pt x="1312545" y="401955"/>
                </a:lnTo>
                <a:lnTo>
                  <a:pt x="1327785" y="401955"/>
                </a:lnTo>
                <a:lnTo>
                  <a:pt x="1343025" y="401955"/>
                </a:lnTo>
                <a:lnTo>
                  <a:pt x="1359218" y="401955"/>
                </a:lnTo>
                <a:lnTo>
                  <a:pt x="1374457" y="401955"/>
                </a:lnTo>
                <a:lnTo>
                  <a:pt x="1390650" y="401955"/>
                </a:lnTo>
                <a:lnTo>
                  <a:pt x="1405890" y="401955"/>
                </a:lnTo>
                <a:lnTo>
                  <a:pt x="1421130" y="401955"/>
                </a:lnTo>
                <a:lnTo>
                  <a:pt x="1437322" y="401955"/>
                </a:lnTo>
                <a:lnTo>
                  <a:pt x="1452563" y="401955"/>
                </a:lnTo>
                <a:lnTo>
                  <a:pt x="1468755" y="401955"/>
                </a:lnTo>
                <a:lnTo>
                  <a:pt x="1483995" y="401955"/>
                </a:lnTo>
                <a:lnTo>
                  <a:pt x="1499235" y="401955"/>
                </a:lnTo>
                <a:lnTo>
                  <a:pt x="1515428" y="401955"/>
                </a:lnTo>
                <a:lnTo>
                  <a:pt x="1530668" y="401955"/>
                </a:lnTo>
                <a:lnTo>
                  <a:pt x="1546860" y="401955"/>
                </a:lnTo>
                <a:lnTo>
                  <a:pt x="1562100" y="401955"/>
                </a:lnTo>
                <a:lnTo>
                  <a:pt x="1577340" y="401955"/>
                </a:lnTo>
                <a:lnTo>
                  <a:pt x="1593532" y="401955"/>
                </a:lnTo>
                <a:lnTo>
                  <a:pt x="1608772" y="401955"/>
                </a:lnTo>
                <a:lnTo>
                  <a:pt x="1624965" y="401002"/>
                </a:lnTo>
                <a:lnTo>
                  <a:pt x="1640205" y="393382"/>
                </a:lnTo>
                <a:lnTo>
                  <a:pt x="1655445" y="338138"/>
                </a:lnTo>
                <a:lnTo>
                  <a:pt x="1671638" y="217170"/>
                </a:lnTo>
                <a:lnTo>
                  <a:pt x="1686878" y="180975"/>
                </a:lnTo>
                <a:lnTo>
                  <a:pt x="1703070" y="293370"/>
                </a:lnTo>
                <a:lnTo>
                  <a:pt x="1718310" y="380048"/>
                </a:lnTo>
                <a:lnTo>
                  <a:pt x="1733550" y="400050"/>
                </a:lnTo>
                <a:lnTo>
                  <a:pt x="1749743" y="401955"/>
                </a:lnTo>
                <a:lnTo>
                  <a:pt x="1764982" y="401955"/>
                </a:lnTo>
                <a:lnTo>
                  <a:pt x="1781175" y="401955"/>
                </a:lnTo>
                <a:lnTo>
                  <a:pt x="1796415" y="401955"/>
                </a:lnTo>
                <a:lnTo>
                  <a:pt x="1811655" y="401955"/>
                </a:lnTo>
                <a:lnTo>
                  <a:pt x="1827847" y="401955"/>
                </a:lnTo>
                <a:lnTo>
                  <a:pt x="1843088" y="401955"/>
                </a:lnTo>
                <a:lnTo>
                  <a:pt x="1859280" y="401955"/>
                </a:lnTo>
                <a:lnTo>
                  <a:pt x="1874520" y="401955"/>
                </a:lnTo>
                <a:lnTo>
                  <a:pt x="1889760" y="401955"/>
                </a:lnTo>
                <a:lnTo>
                  <a:pt x="1905953" y="401955"/>
                </a:lnTo>
                <a:lnTo>
                  <a:pt x="1921193" y="401955"/>
                </a:lnTo>
                <a:lnTo>
                  <a:pt x="1937385" y="401955"/>
                </a:lnTo>
                <a:lnTo>
                  <a:pt x="1952625" y="401955"/>
                </a:lnTo>
                <a:lnTo>
                  <a:pt x="1967865" y="400050"/>
                </a:lnTo>
                <a:lnTo>
                  <a:pt x="1984057" y="394335"/>
                </a:lnTo>
                <a:lnTo>
                  <a:pt x="1999297" y="377190"/>
                </a:lnTo>
                <a:lnTo>
                  <a:pt x="2015490" y="341948"/>
                </a:lnTo>
                <a:lnTo>
                  <a:pt x="2030730" y="291465"/>
                </a:lnTo>
                <a:lnTo>
                  <a:pt x="2045970" y="248602"/>
                </a:lnTo>
                <a:lnTo>
                  <a:pt x="2062163" y="240030"/>
                </a:lnTo>
                <a:lnTo>
                  <a:pt x="2077403" y="271463"/>
                </a:lnTo>
                <a:lnTo>
                  <a:pt x="2093595" y="322898"/>
                </a:lnTo>
                <a:lnTo>
                  <a:pt x="2108835" y="364807"/>
                </a:lnTo>
                <a:lnTo>
                  <a:pt x="2124075" y="388620"/>
                </a:lnTo>
                <a:lnTo>
                  <a:pt x="2140268" y="398145"/>
                </a:lnTo>
                <a:lnTo>
                  <a:pt x="2155507" y="401002"/>
                </a:lnTo>
                <a:lnTo>
                  <a:pt x="2171700" y="401955"/>
                </a:lnTo>
                <a:lnTo>
                  <a:pt x="2186940" y="401955"/>
                </a:lnTo>
                <a:lnTo>
                  <a:pt x="2202180" y="401955"/>
                </a:lnTo>
                <a:lnTo>
                  <a:pt x="2218373" y="401955"/>
                </a:lnTo>
                <a:lnTo>
                  <a:pt x="2233613" y="401955"/>
                </a:lnTo>
                <a:lnTo>
                  <a:pt x="2249805" y="401955"/>
                </a:lnTo>
                <a:lnTo>
                  <a:pt x="2265045" y="401955"/>
                </a:lnTo>
                <a:lnTo>
                  <a:pt x="2280285" y="401955"/>
                </a:lnTo>
                <a:lnTo>
                  <a:pt x="2296478" y="401955"/>
                </a:lnTo>
                <a:lnTo>
                  <a:pt x="2311718" y="401955"/>
                </a:lnTo>
                <a:lnTo>
                  <a:pt x="2327910" y="401955"/>
                </a:lnTo>
                <a:lnTo>
                  <a:pt x="2343150" y="40195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60" name="p18-路径-0060">
            <a:extLst xmlns:a="http://schemas.openxmlformats.org/drawingml/2006/main">
              <a:ext uri="{FF2B5EF4-FFF2-40B4-BE49-F238E27FC236}">
                <a16:creationId xmlns:a16="http://schemas.microsoft.com/office/drawing/2014/main" id="{0EB1E0DF-20E9-453E-8433-AF19B16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1223"/>
            <a:ext cx="2343150" cy="404812"/>
          </a:xfrm>
          <a:custGeom xmlns:a="http://schemas.openxmlformats.org/drawingml/2006/main">
            <a:pathLst>
              <a:path w="2343150" h="404812">
                <a:moveTo>
                  <a:pt x="0" y="404812"/>
                </a:moveTo>
                <a:lnTo>
                  <a:pt x="15240" y="404812"/>
                </a:lnTo>
                <a:lnTo>
                  <a:pt x="31432" y="404812"/>
                </a:lnTo>
                <a:lnTo>
                  <a:pt x="46672" y="404812"/>
                </a:lnTo>
                <a:lnTo>
                  <a:pt x="62865" y="404812"/>
                </a:lnTo>
                <a:lnTo>
                  <a:pt x="78105" y="404812"/>
                </a:lnTo>
                <a:lnTo>
                  <a:pt x="93345" y="404812"/>
                </a:lnTo>
                <a:lnTo>
                  <a:pt x="109538" y="404812"/>
                </a:lnTo>
                <a:lnTo>
                  <a:pt x="124778" y="404812"/>
                </a:lnTo>
                <a:lnTo>
                  <a:pt x="140970" y="404812"/>
                </a:lnTo>
                <a:lnTo>
                  <a:pt x="156210" y="404812"/>
                </a:lnTo>
                <a:lnTo>
                  <a:pt x="171450" y="404812"/>
                </a:lnTo>
                <a:lnTo>
                  <a:pt x="187643" y="404812"/>
                </a:lnTo>
                <a:lnTo>
                  <a:pt x="202882" y="404812"/>
                </a:lnTo>
                <a:lnTo>
                  <a:pt x="219075" y="404812"/>
                </a:lnTo>
                <a:lnTo>
                  <a:pt x="234315" y="404812"/>
                </a:lnTo>
                <a:lnTo>
                  <a:pt x="249555" y="404812"/>
                </a:lnTo>
                <a:lnTo>
                  <a:pt x="265747" y="404812"/>
                </a:lnTo>
                <a:lnTo>
                  <a:pt x="280988" y="404812"/>
                </a:lnTo>
                <a:lnTo>
                  <a:pt x="297180" y="404812"/>
                </a:lnTo>
                <a:lnTo>
                  <a:pt x="312420" y="404812"/>
                </a:lnTo>
                <a:lnTo>
                  <a:pt x="327660" y="404812"/>
                </a:lnTo>
                <a:lnTo>
                  <a:pt x="343853" y="404812"/>
                </a:lnTo>
                <a:lnTo>
                  <a:pt x="359093" y="404812"/>
                </a:lnTo>
                <a:lnTo>
                  <a:pt x="375285" y="404812"/>
                </a:lnTo>
                <a:lnTo>
                  <a:pt x="390525" y="404812"/>
                </a:lnTo>
                <a:lnTo>
                  <a:pt x="405765" y="404812"/>
                </a:lnTo>
                <a:lnTo>
                  <a:pt x="421957" y="404812"/>
                </a:lnTo>
                <a:lnTo>
                  <a:pt x="437197" y="401002"/>
                </a:lnTo>
                <a:lnTo>
                  <a:pt x="453390" y="384810"/>
                </a:lnTo>
                <a:lnTo>
                  <a:pt x="468630" y="330518"/>
                </a:lnTo>
                <a:lnTo>
                  <a:pt x="483870" y="229552"/>
                </a:lnTo>
                <a:lnTo>
                  <a:pt x="500063" y="140970"/>
                </a:lnTo>
                <a:lnTo>
                  <a:pt x="515303" y="152400"/>
                </a:lnTo>
                <a:lnTo>
                  <a:pt x="531495" y="251460"/>
                </a:lnTo>
                <a:lnTo>
                  <a:pt x="546735" y="345757"/>
                </a:lnTo>
                <a:lnTo>
                  <a:pt x="561975" y="390525"/>
                </a:lnTo>
                <a:lnTo>
                  <a:pt x="578168" y="402907"/>
                </a:lnTo>
                <a:lnTo>
                  <a:pt x="593407" y="404812"/>
                </a:lnTo>
                <a:lnTo>
                  <a:pt x="609600" y="404812"/>
                </a:lnTo>
                <a:lnTo>
                  <a:pt x="624840" y="404812"/>
                </a:lnTo>
                <a:lnTo>
                  <a:pt x="640080" y="404812"/>
                </a:lnTo>
                <a:lnTo>
                  <a:pt x="656272" y="404812"/>
                </a:lnTo>
                <a:lnTo>
                  <a:pt x="671513" y="404812"/>
                </a:lnTo>
                <a:lnTo>
                  <a:pt x="687705" y="404812"/>
                </a:lnTo>
                <a:lnTo>
                  <a:pt x="702945" y="404812"/>
                </a:lnTo>
                <a:lnTo>
                  <a:pt x="718185" y="404812"/>
                </a:lnTo>
                <a:lnTo>
                  <a:pt x="734378" y="404812"/>
                </a:lnTo>
                <a:lnTo>
                  <a:pt x="749618" y="404812"/>
                </a:lnTo>
                <a:lnTo>
                  <a:pt x="765810" y="404812"/>
                </a:lnTo>
                <a:lnTo>
                  <a:pt x="781050" y="404812"/>
                </a:lnTo>
                <a:lnTo>
                  <a:pt x="796290" y="404812"/>
                </a:lnTo>
                <a:lnTo>
                  <a:pt x="812482" y="404812"/>
                </a:lnTo>
                <a:lnTo>
                  <a:pt x="827722" y="404812"/>
                </a:lnTo>
                <a:lnTo>
                  <a:pt x="843915" y="404812"/>
                </a:lnTo>
                <a:lnTo>
                  <a:pt x="859155" y="404812"/>
                </a:lnTo>
                <a:lnTo>
                  <a:pt x="874395" y="404812"/>
                </a:lnTo>
                <a:lnTo>
                  <a:pt x="890588" y="404812"/>
                </a:lnTo>
                <a:lnTo>
                  <a:pt x="905828" y="404812"/>
                </a:lnTo>
                <a:lnTo>
                  <a:pt x="922020" y="404812"/>
                </a:lnTo>
                <a:lnTo>
                  <a:pt x="937260" y="404812"/>
                </a:lnTo>
                <a:lnTo>
                  <a:pt x="952500" y="403860"/>
                </a:lnTo>
                <a:lnTo>
                  <a:pt x="968693" y="402907"/>
                </a:lnTo>
                <a:lnTo>
                  <a:pt x="983932" y="397193"/>
                </a:lnTo>
                <a:lnTo>
                  <a:pt x="1000125" y="382905"/>
                </a:lnTo>
                <a:lnTo>
                  <a:pt x="1015365" y="350520"/>
                </a:lnTo>
                <a:lnTo>
                  <a:pt x="1030605" y="291465"/>
                </a:lnTo>
                <a:lnTo>
                  <a:pt x="1046797" y="204788"/>
                </a:lnTo>
                <a:lnTo>
                  <a:pt x="1062038" y="105727"/>
                </a:lnTo>
                <a:lnTo>
                  <a:pt x="1078230" y="25717"/>
                </a:lnTo>
                <a:lnTo>
                  <a:pt x="1093470" y="0"/>
                </a:lnTo>
                <a:lnTo>
                  <a:pt x="1108710" y="39052"/>
                </a:lnTo>
                <a:lnTo>
                  <a:pt x="1124903" y="124777"/>
                </a:lnTo>
                <a:lnTo>
                  <a:pt x="1140143" y="223838"/>
                </a:lnTo>
                <a:lnTo>
                  <a:pt x="1156335" y="305752"/>
                </a:lnTo>
                <a:lnTo>
                  <a:pt x="1171575" y="359093"/>
                </a:lnTo>
                <a:lnTo>
                  <a:pt x="1186815" y="386715"/>
                </a:lnTo>
                <a:lnTo>
                  <a:pt x="1203007" y="399098"/>
                </a:lnTo>
                <a:lnTo>
                  <a:pt x="1218247" y="402907"/>
                </a:lnTo>
                <a:lnTo>
                  <a:pt x="1234440" y="404812"/>
                </a:lnTo>
                <a:lnTo>
                  <a:pt x="1249680" y="404812"/>
                </a:lnTo>
                <a:lnTo>
                  <a:pt x="1264920" y="404812"/>
                </a:lnTo>
                <a:lnTo>
                  <a:pt x="1281113" y="404812"/>
                </a:lnTo>
                <a:lnTo>
                  <a:pt x="1296353" y="404812"/>
                </a:lnTo>
                <a:lnTo>
                  <a:pt x="1312545" y="404812"/>
                </a:lnTo>
                <a:lnTo>
                  <a:pt x="1327785" y="404812"/>
                </a:lnTo>
                <a:lnTo>
                  <a:pt x="1343025" y="404812"/>
                </a:lnTo>
                <a:lnTo>
                  <a:pt x="1359218" y="404812"/>
                </a:lnTo>
                <a:lnTo>
                  <a:pt x="1374457" y="404812"/>
                </a:lnTo>
                <a:lnTo>
                  <a:pt x="1390650" y="404812"/>
                </a:lnTo>
                <a:lnTo>
                  <a:pt x="1405890" y="404812"/>
                </a:lnTo>
                <a:lnTo>
                  <a:pt x="1421130" y="404812"/>
                </a:lnTo>
                <a:lnTo>
                  <a:pt x="1437322" y="404812"/>
                </a:lnTo>
                <a:lnTo>
                  <a:pt x="1452563" y="404812"/>
                </a:lnTo>
                <a:lnTo>
                  <a:pt x="1468755" y="404812"/>
                </a:lnTo>
                <a:lnTo>
                  <a:pt x="1483995" y="404812"/>
                </a:lnTo>
                <a:lnTo>
                  <a:pt x="1499235" y="404812"/>
                </a:lnTo>
                <a:lnTo>
                  <a:pt x="1515428" y="404812"/>
                </a:lnTo>
                <a:lnTo>
                  <a:pt x="1530668" y="404812"/>
                </a:lnTo>
                <a:lnTo>
                  <a:pt x="1546860" y="404812"/>
                </a:lnTo>
                <a:lnTo>
                  <a:pt x="1562100" y="404812"/>
                </a:lnTo>
                <a:lnTo>
                  <a:pt x="1577340" y="404812"/>
                </a:lnTo>
                <a:lnTo>
                  <a:pt x="1593532" y="404812"/>
                </a:lnTo>
                <a:lnTo>
                  <a:pt x="1608772" y="404812"/>
                </a:lnTo>
                <a:lnTo>
                  <a:pt x="1624965" y="404812"/>
                </a:lnTo>
                <a:lnTo>
                  <a:pt x="1640205" y="404812"/>
                </a:lnTo>
                <a:lnTo>
                  <a:pt x="1655445" y="399098"/>
                </a:lnTo>
                <a:lnTo>
                  <a:pt x="1671638" y="358140"/>
                </a:lnTo>
                <a:lnTo>
                  <a:pt x="1686878" y="244792"/>
                </a:lnTo>
                <a:lnTo>
                  <a:pt x="1703070" y="176213"/>
                </a:lnTo>
                <a:lnTo>
                  <a:pt x="1718310" y="270510"/>
                </a:lnTo>
                <a:lnTo>
                  <a:pt x="1733550" y="372427"/>
                </a:lnTo>
                <a:lnTo>
                  <a:pt x="1749743" y="401955"/>
                </a:lnTo>
                <a:lnTo>
                  <a:pt x="1764982" y="404812"/>
                </a:lnTo>
                <a:lnTo>
                  <a:pt x="1781175" y="404812"/>
                </a:lnTo>
                <a:lnTo>
                  <a:pt x="1796415" y="404812"/>
                </a:lnTo>
                <a:lnTo>
                  <a:pt x="1811655" y="404812"/>
                </a:lnTo>
                <a:lnTo>
                  <a:pt x="1827847" y="404812"/>
                </a:lnTo>
                <a:lnTo>
                  <a:pt x="1843088" y="404812"/>
                </a:lnTo>
                <a:lnTo>
                  <a:pt x="1859280" y="404812"/>
                </a:lnTo>
                <a:lnTo>
                  <a:pt x="1874520" y="404812"/>
                </a:lnTo>
                <a:lnTo>
                  <a:pt x="1889760" y="404812"/>
                </a:lnTo>
                <a:lnTo>
                  <a:pt x="1905953" y="404812"/>
                </a:lnTo>
                <a:lnTo>
                  <a:pt x="1921193" y="404812"/>
                </a:lnTo>
                <a:lnTo>
                  <a:pt x="1937385" y="404812"/>
                </a:lnTo>
                <a:lnTo>
                  <a:pt x="1952625" y="404812"/>
                </a:lnTo>
                <a:lnTo>
                  <a:pt x="1967865" y="404812"/>
                </a:lnTo>
                <a:lnTo>
                  <a:pt x="1984057" y="403860"/>
                </a:lnTo>
                <a:lnTo>
                  <a:pt x="1999297" y="399098"/>
                </a:lnTo>
                <a:lnTo>
                  <a:pt x="2015490" y="384810"/>
                </a:lnTo>
                <a:lnTo>
                  <a:pt x="2030730" y="353377"/>
                </a:lnTo>
                <a:lnTo>
                  <a:pt x="2045970" y="304800"/>
                </a:lnTo>
                <a:lnTo>
                  <a:pt x="2062163" y="258127"/>
                </a:lnTo>
                <a:lnTo>
                  <a:pt x="2077403" y="240982"/>
                </a:lnTo>
                <a:lnTo>
                  <a:pt x="2093595" y="265748"/>
                </a:lnTo>
                <a:lnTo>
                  <a:pt x="2108835" y="315277"/>
                </a:lnTo>
                <a:lnTo>
                  <a:pt x="2124075" y="360998"/>
                </a:lnTo>
                <a:lnTo>
                  <a:pt x="2140268" y="388620"/>
                </a:lnTo>
                <a:lnTo>
                  <a:pt x="2155507" y="400050"/>
                </a:lnTo>
                <a:lnTo>
                  <a:pt x="2171700" y="403860"/>
                </a:lnTo>
                <a:lnTo>
                  <a:pt x="2186940" y="404812"/>
                </a:lnTo>
                <a:lnTo>
                  <a:pt x="2202180" y="404812"/>
                </a:lnTo>
                <a:lnTo>
                  <a:pt x="2218373" y="404812"/>
                </a:lnTo>
                <a:lnTo>
                  <a:pt x="2233613" y="404812"/>
                </a:lnTo>
                <a:lnTo>
                  <a:pt x="2249805" y="404812"/>
                </a:lnTo>
                <a:lnTo>
                  <a:pt x="2265045" y="404812"/>
                </a:lnTo>
                <a:lnTo>
                  <a:pt x="2280285" y="404812"/>
                </a:lnTo>
                <a:lnTo>
                  <a:pt x="2296478" y="404812"/>
                </a:lnTo>
                <a:lnTo>
                  <a:pt x="2311718" y="404812"/>
                </a:lnTo>
                <a:lnTo>
                  <a:pt x="2327910" y="404812"/>
                </a:lnTo>
                <a:lnTo>
                  <a:pt x="2343150" y="4048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61" name="p18-文本-0061">
            <a:extLst xmlns:a="http://schemas.openxmlformats.org/drawingml/2006/main">
              <a:ext uri="{FF2B5EF4-FFF2-40B4-BE49-F238E27FC236}">
                <a16:creationId xmlns:a16="http://schemas.microsoft.com/office/drawing/2014/main" id="{D3F9961B-FB33-4129-9E77-4233C8A0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788" y="3097402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62" name="p18-线-0062">
            <a:extLst xmlns:a="http://schemas.openxmlformats.org/drawingml/2006/main">
              <a:ext uri="{FF2B5EF4-FFF2-40B4-BE49-F238E27FC236}">
                <a16:creationId xmlns:a16="http://schemas.microsoft.com/office/drawing/2014/main" id="{0D29507D-25F2-42FC-B71F-59DD1740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528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63" name="p18-文本-0063">
            <a:extLst xmlns:a="http://schemas.openxmlformats.org/drawingml/2006/main">
              <a:ext uri="{FF2B5EF4-FFF2-40B4-BE49-F238E27FC236}">
                <a16:creationId xmlns:a16="http://schemas.microsoft.com/office/drawing/2014/main" id="{742BF03D-6D21-44D3-8A76-64B2610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3861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初始</a:t>
            </a:r>
          </a:p>
        </p:txBody>
      </p:sp>
      <p:sp>
        <p:nvSpPr>
          <p:cNvPr id="64" name="p18-线-0064">
            <a:extLst xmlns:a="http://schemas.openxmlformats.org/drawingml/2006/main">
              <a:ext uri="{FF2B5EF4-FFF2-40B4-BE49-F238E27FC236}">
                <a16:creationId xmlns:a16="http://schemas.microsoft.com/office/drawing/2014/main" id="{0DBCDFBC-25A1-453B-B2BC-FEAC7069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65" name="p18-文本-0065">
            <a:extLst xmlns:a="http://schemas.openxmlformats.org/drawingml/2006/main">
              <a:ext uri="{FF2B5EF4-FFF2-40B4-BE49-F238E27FC236}">
                <a16:creationId xmlns:a16="http://schemas.microsoft.com/office/drawing/2014/main" id="{5C45CD52-0BCB-46D9-88CA-8C973424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616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循环中</a:t>
            </a:r>
          </a:p>
        </p:txBody>
      </p:sp>
      <p:sp>
        <p:nvSpPr>
          <p:cNvPr id="66" name="p18-线-0066">
            <a:extLst xmlns:a="http://schemas.openxmlformats.org/drawingml/2006/main">
              <a:ext uri="{FF2B5EF4-FFF2-40B4-BE49-F238E27FC236}">
                <a16:creationId xmlns:a16="http://schemas.microsoft.com/office/drawing/2014/main" id="{5A3F7388-91F0-4F0A-AD2A-36FC2F7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528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67" name="p18-文本-0067">
            <a:extLst xmlns:a="http://schemas.openxmlformats.org/drawingml/2006/main">
              <a:ext uri="{FF2B5EF4-FFF2-40B4-BE49-F238E27FC236}">
                <a16:creationId xmlns:a16="http://schemas.microsoft.com/office/drawing/2014/main" id="{9CCC95C9-998A-4D2D-A1C5-B2785646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38616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循环后</a:t>
            </a:r>
          </a:p>
        </p:txBody>
      </p:sp>
      <p:sp>
        <p:nvSpPr>
          <p:cNvPr id="68" name="p18-文本-0068">
            <a:extLst xmlns:a="http://schemas.openxmlformats.org/drawingml/2006/main">
              <a:ext uri="{FF2B5EF4-FFF2-40B4-BE49-F238E27FC236}">
                <a16:creationId xmlns:a16="http://schemas.microsoft.com/office/drawing/2014/main" id="{6B06E9B4-15C7-4022-94E8-3A34885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362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核对主峰位置</a:t>
            </a:r>
          </a:p>
        </p:txBody>
      </p:sp>
      <p:sp>
        <p:nvSpPr>
          <p:cNvPr id="69" name="p18-文本-0069">
            <a:extLst xmlns:a="http://schemas.openxmlformats.org/drawingml/2006/main">
              <a:ext uri="{FF2B5EF4-FFF2-40B4-BE49-F238E27FC236}">
                <a16:creationId xmlns:a16="http://schemas.microsoft.com/office/drawing/2014/main" id="{B41E4AC6-938D-4730-AACE-B31BA9EB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172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关注新增肩峰</a:t>
            </a:r>
          </a:p>
        </p:txBody>
      </p:sp>
      <p:sp>
        <p:nvSpPr>
          <p:cNvPr id="70" name="p18-文本-0070">
            <a:extLst xmlns:a="http://schemas.openxmlformats.org/drawingml/2006/main">
              <a:ext uri="{FF2B5EF4-FFF2-40B4-BE49-F238E27FC236}">
                <a16:creationId xmlns:a16="http://schemas.microsoft.com/office/drawing/2014/main" id="{90C9E20D-1322-4F02-B05C-AE8B994B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982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结合参照样本</a:t>
            </a:r>
          </a:p>
        </p:txBody>
      </p:sp>
      <p:sp>
        <p:nvSpPr>
          <p:cNvPr id="71" name="p18-矩形-0071">
            <a:extLst xmlns:a="http://schemas.openxmlformats.org/drawingml/2006/main">
              <a:ext uri="{FF2B5EF4-FFF2-40B4-BE49-F238E27FC236}">
                <a16:creationId xmlns:a16="http://schemas.microsoft.com/office/drawing/2014/main" id="{6D033339-F1C3-4732-A51D-88DF192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5467350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2" name="p18-矩形-0072">
            <a:extLst xmlns:a="http://schemas.openxmlformats.org/drawingml/2006/main">
              <a:ext uri="{FF2B5EF4-FFF2-40B4-BE49-F238E27FC236}">
                <a16:creationId xmlns:a16="http://schemas.microsoft.com/office/drawing/2014/main" id="{E2787A3E-964D-47BA-8AC2-286ED48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3" name="p18-文本-0073">
            <a:extLst xmlns:a="http://schemas.openxmlformats.org/drawingml/2006/main">
              <a:ext uri="{FF2B5EF4-FFF2-40B4-BE49-F238E27FC236}">
                <a16:creationId xmlns:a16="http://schemas.microsoft.com/office/drawing/2014/main" id="{2215FA78-7558-48E1-9F5A-E23F599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72" y="3812474"/>
            <a:ext cx="24443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重复性：批次偏差是否可控</a:t>
            </a:r>
          </a:p>
        </p:txBody>
      </p:sp>
      <p:sp>
        <p:nvSpPr>
          <p:cNvPr id="74" name="p18-线-0074">
            <a:extLst xmlns:a="http://schemas.openxmlformats.org/drawingml/2006/main">
              <a:ext uri="{FF2B5EF4-FFF2-40B4-BE49-F238E27FC236}">
                <a16:creationId xmlns:a16="http://schemas.microsoft.com/office/drawing/2014/main" id="{A3F3A13E-3B31-4A35-8D5D-8A8CEDB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105025" cy="95"/>
          </a:xfrm>
          <a:custGeom xmlns:a="http://schemas.openxmlformats.org/drawingml/2006/main">
            <a:pathLst>
              <a:path w="2105025" h="9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75" name="p18-线-0075">
            <a:extLst xmlns:a="http://schemas.openxmlformats.org/drawingml/2006/main">
              <a:ext uri="{FF2B5EF4-FFF2-40B4-BE49-F238E27FC236}">
                <a16:creationId xmlns:a16="http://schemas.microsoft.com/office/drawing/2014/main" id="{5F1E11EC-193E-49F9-B899-56BF988A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95" cy="1181100"/>
          </a:xfrm>
          <a:custGeom xmlns:a="http://schemas.openxmlformats.org/drawingml/2006/main">
            <a:pathLst>
              <a:path w="95"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76" name="p18-线-0076">
            <a:extLst xmlns:a="http://schemas.openxmlformats.org/drawingml/2006/main">
              <a:ext uri="{FF2B5EF4-FFF2-40B4-BE49-F238E27FC236}">
                <a16:creationId xmlns:a16="http://schemas.microsoft.com/office/drawing/2014/main" id="{E45CF722-DBE0-4E35-A6CE-F2D5EBFB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2105025" cy="1181100"/>
          </a:xfrm>
          <a:custGeom xmlns:a="http://schemas.openxmlformats.org/drawingml/2006/main">
            <a:pathLst>
              <a:path w="2105025" h="1181100">
                <a:moveTo>
                  <a:pt x="0" y="118110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77" name="p18-椭圆-0077">
            <a:extLst xmlns:a="http://schemas.openxmlformats.org/drawingml/2006/main">
              <a:ext uri="{FF2B5EF4-FFF2-40B4-BE49-F238E27FC236}">
                <a16:creationId xmlns:a16="http://schemas.microsoft.com/office/drawing/2014/main" id="{F1CF3715-A6B1-4D1E-9E01-F87CA71B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252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8" name="p18-椭圆-0078">
            <a:extLst xmlns:a="http://schemas.openxmlformats.org/drawingml/2006/main">
              <a:ext uri="{FF2B5EF4-FFF2-40B4-BE49-F238E27FC236}">
                <a16:creationId xmlns:a16="http://schemas.microsoft.com/office/drawing/2014/main" id="{0BE17BF2-344B-4269-ABDC-1EFA1BE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497" y="47033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9" name="p18-椭圆-0079">
            <a:extLst xmlns:a="http://schemas.openxmlformats.org/drawingml/2006/main">
              <a:ext uri="{FF2B5EF4-FFF2-40B4-BE49-F238E27FC236}">
                <a16:creationId xmlns:a16="http://schemas.microsoft.com/office/drawing/2014/main" id="{E8B774C1-0AAD-4486-9F5A-EFA45BF4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49" y="53322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0" name="p18-椭圆-0080">
            <a:extLst xmlns:a="http://schemas.openxmlformats.org/drawingml/2006/main">
              <a:ext uri="{FF2B5EF4-FFF2-40B4-BE49-F238E27FC236}">
                <a16:creationId xmlns:a16="http://schemas.microsoft.com/office/drawing/2014/main" id="{4C4C4DAD-5E82-477E-B9CE-DF2DB161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426" y="46593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1" name="p18-椭圆-0081">
            <a:extLst xmlns:a="http://schemas.openxmlformats.org/drawingml/2006/main">
              <a:ext uri="{FF2B5EF4-FFF2-40B4-BE49-F238E27FC236}">
                <a16:creationId xmlns:a16="http://schemas.microsoft.com/office/drawing/2014/main" id="{1BDD6FE1-B7EF-4832-A90D-C7D6347E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378" y="49101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2" name="p18-椭圆-0082">
            <a:extLst xmlns:a="http://schemas.openxmlformats.org/drawingml/2006/main">
              <a:ext uri="{FF2B5EF4-FFF2-40B4-BE49-F238E27FC236}">
                <a16:creationId xmlns:a16="http://schemas.microsoft.com/office/drawing/2014/main" id="{5FD74D5D-7DFB-4D7B-A9A7-77ACD5FF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30" y="53835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3" name="p18-椭圆-0083">
            <a:extLst xmlns:a="http://schemas.openxmlformats.org/drawingml/2006/main">
              <a:ext uri="{FF2B5EF4-FFF2-40B4-BE49-F238E27FC236}">
                <a16:creationId xmlns:a16="http://schemas.microsoft.com/office/drawing/2014/main" id="{F02306D1-A5AE-4CF9-AD2F-19E7115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307" y="48451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4" name="p18-椭圆-0084">
            <a:extLst xmlns:a="http://schemas.openxmlformats.org/drawingml/2006/main">
              <a:ext uri="{FF2B5EF4-FFF2-40B4-BE49-F238E27FC236}">
                <a16:creationId xmlns:a16="http://schemas.microsoft.com/office/drawing/2014/main" id="{2BBD47C6-41C4-462B-A70D-96F3B693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59" y="51981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5" name="p18-椭圆-0085">
            <a:extLst xmlns:a="http://schemas.openxmlformats.org/drawingml/2006/main">
              <a:ext uri="{FF2B5EF4-FFF2-40B4-BE49-F238E27FC236}">
                <a16:creationId xmlns:a16="http://schemas.microsoft.com/office/drawing/2014/main" id="{3DE9E886-834E-499D-921F-1D6EA49F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236" y="44150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6" name="p18-椭圆-0086">
            <a:extLst xmlns:a="http://schemas.openxmlformats.org/drawingml/2006/main">
              <a:ext uri="{FF2B5EF4-FFF2-40B4-BE49-F238E27FC236}">
                <a16:creationId xmlns:a16="http://schemas.microsoft.com/office/drawing/2014/main" id="{24989779-F7EA-439C-8AA8-E2C5DDF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188" y="49251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7" name="p18-椭圆-0087">
            <a:extLst xmlns:a="http://schemas.openxmlformats.org/drawingml/2006/main">
              <a:ext uri="{FF2B5EF4-FFF2-40B4-BE49-F238E27FC236}">
                <a16:creationId xmlns:a16="http://schemas.microsoft.com/office/drawing/2014/main" id="{995049CB-DE8C-4900-B5BA-EF513ED6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40" y="54662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18-椭圆-0088">
            <a:extLst xmlns:a="http://schemas.openxmlformats.org/drawingml/2006/main">
              <a:ext uri="{FF2B5EF4-FFF2-40B4-BE49-F238E27FC236}">
                <a16:creationId xmlns:a16="http://schemas.microsoft.com/office/drawing/2014/main" id="{3E8A7CE1-3163-44D5-A1B5-75AF0BEA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117" y="45422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9" name="p18-椭圆-0089">
            <a:extLst xmlns:a="http://schemas.openxmlformats.org/drawingml/2006/main">
              <a:ext uri="{FF2B5EF4-FFF2-40B4-BE49-F238E27FC236}">
                <a16:creationId xmlns:a16="http://schemas.microsoft.com/office/drawing/2014/main" id="{2EA2120F-1225-4457-8747-3150445A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69" y="49802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0" name="p18-椭圆-0090">
            <a:extLst xmlns:a="http://schemas.openxmlformats.org/drawingml/2006/main">
              <a:ext uri="{FF2B5EF4-FFF2-40B4-BE49-F238E27FC236}">
                <a16:creationId xmlns:a16="http://schemas.microsoft.com/office/drawing/2014/main" id="{123C1798-EB3C-49FE-B668-AE2F56E9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21" y="55252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1" name="p18-椭圆-0091">
            <a:extLst xmlns:a="http://schemas.openxmlformats.org/drawingml/2006/main">
              <a:ext uri="{FF2B5EF4-FFF2-40B4-BE49-F238E27FC236}">
                <a16:creationId xmlns:a16="http://schemas.microsoft.com/office/drawing/2014/main" id="{0671A60D-686C-4412-B4B4-25872CA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8" y="48349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18-椭圆-0092">
            <a:extLst xmlns:a="http://schemas.openxmlformats.org/drawingml/2006/main">
              <a:ext uri="{FF2B5EF4-FFF2-40B4-BE49-F238E27FC236}">
                <a16:creationId xmlns:a16="http://schemas.microsoft.com/office/drawing/2014/main" id="{233F50B4-CF9F-47BC-BA89-45E42BA0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950" y="51128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18-椭圆-0093">
            <a:extLst xmlns:a="http://schemas.openxmlformats.org/drawingml/2006/main">
              <a:ext uri="{FF2B5EF4-FFF2-40B4-BE49-F238E27FC236}">
                <a16:creationId xmlns:a16="http://schemas.microsoft.com/office/drawing/2014/main" id="{C738B80C-BB67-481B-80A0-227F9E9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27" y="45171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4" name="p18-椭圆-0094">
            <a:extLst xmlns:a="http://schemas.openxmlformats.org/drawingml/2006/main">
              <a:ext uri="{FF2B5EF4-FFF2-40B4-BE49-F238E27FC236}">
                <a16:creationId xmlns:a16="http://schemas.microsoft.com/office/drawing/2014/main" id="{1D65A8BE-A77A-49BC-98B5-66FBE3B1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79" y="50884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5" name="p18-椭圆-0095">
            <a:extLst xmlns:a="http://schemas.openxmlformats.org/drawingml/2006/main">
              <a:ext uri="{FF2B5EF4-FFF2-40B4-BE49-F238E27FC236}">
                <a16:creationId xmlns:a16="http://schemas.microsoft.com/office/drawing/2014/main" id="{EF955CDE-DA6E-4125-B999-4D5A2A1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31" y="53576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18-椭圆-0096">
            <a:extLst xmlns:a="http://schemas.openxmlformats.org/drawingml/2006/main">
              <a:ext uri="{FF2B5EF4-FFF2-40B4-BE49-F238E27FC236}">
                <a16:creationId xmlns:a16="http://schemas.microsoft.com/office/drawing/2014/main" id="{21444E1B-7C48-4891-8A08-AEAEC34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808" y="45796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7" name="p18-椭圆-0097">
            <a:extLst xmlns:a="http://schemas.openxmlformats.org/drawingml/2006/main">
              <a:ext uri="{FF2B5EF4-FFF2-40B4-BE49-F238E27FC236}">
                <a16:creationId xmlns:a16="http://schemas.microsoft.com/office/drawing/2014/main" id="{1AD9E169-C25A-4053-A580-A4B8812B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760" y="52316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8" name="p18-椭圆-0098">
            <a:extLst xmlns:a="http://schemas.openxmlformats.org/drawingml/2006/main">
              <a:ext uri="{FF2B5EF4-FFF2-40B4-BE49-F238E27FC236}">
                <a16:creationId xmlns:a16="http://schemas.microsoft.com/office/drawing/2014/main" id="{635D1841-84C7-451C-88D0-8242F3C1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37" y="44703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9" name="p18-椭圆-0099">
            <a:extLst xmlns:a="http://schemas.openxmlformats.org/drawingml/2006/main">
              <a:ext uri="{FF2B5EF4-FFF2-40B4-BE49-F238E27FC236}">
                <a16:creationId xmlns:a16="http://schemas.microsoft.com/office/drawing/2014/main" id="{996CB05A-15B3-475C-BDE4-2AE2164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689" y="47329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18-椭圆-0100">
            <a:extLst xmlns:a="http://schemas.openxmlformats.org/drawingml/2006/main">
              <a:ext uri="{FF2B5EF4-FFF2-40B4-BE49-F238E27FC236}">
                <a16:creationId xmlns:a16="http://schemas.microsoft.com/office/drawing/2014/main" id="{66EDFAEE-67D9-45F1-AC26-13B7345B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41" y="52900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1" name="p18-椭圆-0101">
            <a:extLst xmlns:a="http://schemas.openxmlformats.org/drawingml/2006/main">
              <a:ext uri="{FF2B5EF4-FFF2-40B4-BE49-F238E27FC236}">
                <a16:creationId xmlns:a16="http://schemas.microsoft.com/office/drawing/2014/main" id="{D246B481-DB9D-4BA7-846C-EC754B2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618" y="47066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2" name="p18-椭圆-0102">
            <a:extLst xmlns:a="http://schemas.openxmlformats.org/drawingml/2006/main">
              <a:ext uri="{FF2B5EF4-FFF2-40B4-BE49-F238E27FC236}">
                <a16:creationId xmlns:a16="http://schemas.microsoft.com/office/drawing/2014/main" id="{EC32EE60-8D6F-40D3-AE9C-C074601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570" y="49938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3" name="p18-椭圆-0103">
            <a:extLst xmlns:a="http://schemas.openxmlformats.org/drawingml/2006/main">
              <a:ext uri="{FF2B5EF4-FFF2-40B4-BE49-F238E27FC236}">
                <a16:creationId xmlns:a16="http://schemas.microsoft.com/office/drawing/2014/main" id="{6A4910C7-44BA-4811-A8C8-5EB30F70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22" y="53633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4" name="p18-椭圆-0104">
            <a:extLst xmlns:a="http://schemas.openxmlformats.org/drawingml/2006/main">
              <a:ext uri="{FF2B5EF4-FFF2-40B4-BE49-F238E27FC236}">
                <a16:creationId xmlns:a16="http://schemas.microsoft.com/office/drawing/2014/main" id="{1D9CEC97-8635-4699-85B9-54EFED16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99" y="48296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5" name="p18-椭圆-0105">
            <a:extLst xmlns:a="http://schemas.openxmlformats.org/drawingml/2006/main">
              <a:ext uri="{FF2B5EF4-FFF2-40B4-BE49-F238E27FC236}">
                <a16:creationId xmlns:a16="http://schemas.microsoft.com/office/drawing/2014/main" id="{A85BC482-DB5E-4E68-B7D1-A7623B8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51" y="528475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6" name="p18-椭圆-0106">
            <a:extLst xmlns:a="http://schemas.openxmlformats.org/drawingml/2006/main">
              <a:ext uri="{FF2B5EF4-FFF2-40B4-BE49-F238E27FC236}">
                <a16:creationId xmlns:a16="http://schemas.microsoft.com/office/drawing/2014/main" id="{1B0DC540-B0D9-4369-8F25-D60A40E9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428" y="44150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7" name="p18-椭圆-0107">
            <a:extLst xmlns:a="http://schemas.openxmlformats.org/drawingml/2006/main">
              <a:ext uri="{FF2B5EF4-FFF2-40B4-BE49-F238E27FC236}">
                <a16:creationId xmlns:a16="http://schemas.microsoft.com/office/drawing/2014/main" id="{DF6185C8-033C-49A7-8AE4-D51F463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80" y="488242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8" name="p18-椭圆-0108">
            <a:extLst xmlns:a="http://schemas.openxmlformats.org/drawingml/2006/main">
              <a:ext uri="{FF2B5EF4-FFF2-40B4-BE49-F238E27FC236}">
                <a16:creationId xmlns:a16="http://schemas.microsoft.com/office/drawing/2014/main" id="{47BC2995-1E3D-429D-8180-66492B3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32" y="55020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9" name="p18-椭圆-0109">
            <a:extLst xmlns:a="http://schemas.openxmlformats.org/drawingml/2006/main">
              <a:ext uri="{FF2B5EF4-FFF2-40B4-BE49-F238E27FC236}">
                <a16:creationId xmlns:a16="http://schemas.microsoft.com/office/drawing/2014/main" id="{1FE0072F-DB38-44A1-B100-5C71E9B5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309" y="46310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0" name="p18-椭圆-0110">
            <a:extLst xmlns:a="http://schemas.openxmlformats.org/drawingml/2006/main">
              <a:ext uri="{FF2B5EF4-FFF2-40B4-BE49-F238E27FC236}">
                <a16:creationId xmlns:a16="http://schemas.microsoft.com/office/drawing/2014/main" id="{089A9C2C-A806-4FCA-B04C-A1C9D24C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261" y="49695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1" name="p18-椭圆-0111">
            <a:extLst xmlns:a="http://schemas.openxmlformats.org/drawingml/2006/main">
              <a:ext uri="{FF2B5EF4-FFF2-40B4-BE49-F238E27FC236}">
                <a16:creationId xmlns:a16="http://schemas.microsoft.com/office/drawing/2014/main" id="{321A75B4-F0B6-4887-9172-8E28AB9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13" y="55252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2" name="p18-椭圆-0112">
            <a:extLst xmlns:a="http://schemas.openxmlformats.org/drawingml/2006/main">
              <a:ext uri="{FF2B5EF4-FFF2-40B4-BE49-F238E27FC236}">
                <a16:creationId xmlns:a16="http://schemas.microsoft.com/office/drawing/2014/main" id="{4D0C8D30-4A84-4F30-B156-323F2485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190" y="491548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3" name="p18-椭圆-0113">
            <a:extLst xmlns:a="http://schemas.openxmlformats.org/drawingml/2006/main">
              <a:ext uri="{FF2B5EF4-FFF2-40B4-BE49-F238E27FC236}">
                <a16:creationId xmlns:a16="http://schemas.microsoft.com/office/drawing/2014/main" id="{31FF4A34-8B72-43F0-AC55-3D1B902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142" y="516553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4" name="p18-椭圆-0114">
            <a:extLst xmlns:a="http://schemas.openxmlformats.org/drawingml/2006/main">
              <a:ext uri="{FF2B5EF4-FFF2-40B4-BE49-F238E27FC236}">
                <a16:creationId xmlns:a16="http://schemas.microsoft.com/office/drawing/2014/main" id="{8C275682-0063-49AF-96EB-7D9C9C76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119" y="44759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5" name="p18-椭圆-0115">
            <a:extLst xmlns:a="http://schemas.openxmlformats.org/drawingml/2006/main">
              <a:ext uri="{FF2B5EF4-FFF2-40B4-BE49-F238E27FC236}">
                <a16:creationId xmlns:a16="http://schemas.microsoft.com/office/drawing/2014/main" id="{59BCC34D-235F-459E-BB70-25ABD98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071" y="511222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6" name="p18-椭圆-0116">
            <a:extLst xmlns:a="http://schemas.openxmlformats.org/drawingml/2006/main">
              <a:ext uri="{FF2B5EF4-FFF2-40B4-BE49-F238E27FC236}">
                <a16:creationId xmlns:a16="http://schemas.microsoft.com/office/drawing/2014/main" id="{36F1BCF7-520A-4D93-94A2-C2159840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3" y="54496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7" name="p18-椭圆-0117">
            <a:extLst xmlns:a="http://schemas.openxmlformats.org/drawingml/2006/main">
              <a:ext uri="{FF2B5EF4-FFF2-40B4-BE49-F238E27FC236}">
                <a16:creationId xmlns:a16="http://schemas.microsoft.com/office/drawing/2014/main" id="{56BAAC3E-EA74-4C03-B49C-0C40511C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00" y="45796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8" name="p18-椭圆-0118">
            <a:extLst xmlns:a="http://schemas.openxmlformats.org/drawingml/2006/main">
              <a:ext uri="{FF2B5EF4-FFF2-40B4-BE49-F238E27FC236}">
                <a16:creationId xmlns:a16="http://schemas.microsoft.com/office/drawing/2014/main" id="{557BC660-1F40-491D-81FC-E510455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52" y="51998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9" name="p18-椭圆-0119">
            <a:extLst xmlns:a="http://schemas.openxmlformats.org/drawingml/2006/main">
              <a:ext uri="{FF2B5EF4-FFF2-40B4-BE49-F238E27FC236}">
                <a16:creationId xmlns:a16="http://schemas.microsoft.com/office/drawing/2014/main" id="{70874C82-58D2-44EB-AABE-68C2A0ED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929" y="45431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0" name="p18-椭圆-0120">
            <a:extLst xmlns:a="http://schemas.openxmlformats.org/drawingml/2006/main">
              <a:ext uri="{FF2B5EF4-FFF2-40B4-BE49-F238E27FC236}">
                <a16:creationId xmlns:a16="http://schemas.microsoft.com/office/drawing/2014/main" id="{10CF919C-14D1-42D6-B84C-DC097E75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81" y="47961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1" name="p18-椭圆-0121">
            <a:extLst xmlns:a="http://schemas.openxmlformats.org/drawingml/2006/main">
              <a:ext uri="{FF2B5EF4-FFF2-40B4-BE49-F238E27FC236}">
                <a16:creationId xmlns:a16="http://schemas.microsoft.com/office/drawing/2014/main" id="{933DF85B-EBA7-4E4F-B469-E3449F7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833" y="52525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2" name="p18-文本-0122">
            <a:extLst xmlns:a="http://schemas.openxmlformats.org/drawingml/2006/main">
              <a:ext uri="{FF2B5EF4-FFF2-40B4-BE49-F238E27FC236}">
                <a16:creationId xmlns:a16="http://schemas.microsoft.com/office/drawing/2014/main" id="{7031788F-2948-42F2-8228-613827D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56691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23" name="p18-文本-0123">
            <a:extLst xmlns:a="http://schemas.openxmlformats.org/drawingml/2006/main">
              <a:ext uri="{FF2B5EF4-FFF2-40B4-BE49-F238E27FC236}">
                <a16:creationId xmlns:a16="http://schemas.microsoft.com/office/drawing/2014/main" id="{BF743E0D-4EA3-443D-B0FF-E4B1E72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372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24" name="p18-文本-0124">
            <a:extLst xmlns:a="http://schemas.openxmlformats.org/drawingml/2006/main">
              <a:ext uri="{FF2B5EF4-FFF2-40B4-BE49-F238E27FC236}">
                <a16:creationId xmlns:a16="http://schemas.microsoft.com/office/drawing/2014/main" id="{E8C919A8-4404-4664-AC9C-B2B071D1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9367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对角线表示一致</a:t>
            </a:r>
          </a:p>
        </p:txBody>
      </p:sp>
      <p:sp>
        <p:nvSpPr>
          <p:cNvPr id="125" name="p18-文本-0125">
            <a:extLst xmlns:a="http://schemas.openxmlformats.org/drawingml/2006/main">
              <a:ext uri="{FF2B5EF4-FFF2-40B4-BE49-F238E27FC236}">
                <a16:creationId xmlns:a16="http://schemas.microsoft.com/office/drawing/2014/main" id="{B1089C65-204E-4189-87E0-7DE90D8A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74677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散点对应独立批次</a:t>
            </a:r>
          </a:p>
        </p:txBody>
      </p:sp>
      <p:sp>
        <p:nvSpPr>
          <p:cNvPr id="126" name="p18-文本-0126">
            <a:extLst xmlns:a="http://schemas.openxmlformats.org/drawingml/2006/main">
              <a:ext uri="{FF2B5EF4-FFF2-40B4-BE49-F238E27FC236}">
                <a16:creationId xmlns:a16="http://schemas.microsoft.com/office/drawing/2014/main" id="{B4EF563F-5E68-435B-89EF-F7E95C4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5567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异常点回查制备</a:t>
            </a:r>
          </a:p>
        </p:txBody>
      </p:sp>
      <p:sp>
        <p:nvSpPr>
          <p:cNvPr id="127" name="p18-矩形-0127">
            <a:extLst xmlns:a="http://schemas.openxmlformats.org/drawingml/2006/main">
              <a:ext uri="{FF2B5EF4-FFF2-40B4-BE49-F238E27FC236}">
                <a16:creationId xmlns:a16="http://schemas.microsoft.com/office/drawing/2014/main" id="{2E524FB9-B94A-41BD-B344-5CF8055F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90950"/>
            <a:ext cx="547687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28" name="p18-矩形-0128">
            <a:extLst xmlns:a="http://schemas.openxmlformats.org/drawingml/2006/main">
              <a:ext uri="{FF2B5EF4-FFF2-40B4-BE49-F238E27FC236}">
                <a16:creationId xmlns:a16="http://schemas.microsoft.com/office/drawing/2014/main" id="{6501338C-E52F-477D-8AC7-9C21361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90950"/>
            <a:ext cx="547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9" name="p18-文本-0129">
            <a:extLst xmlns:a="http://schemas.openxmlformats.org/drawingml/2006/main">
              <a:ext uri="{FF2B5EF4-FFF2-40B4-BE49-F238E27FC236}">
                <a16:creationId xmlns:a16="http://schemas.microsoft.com/office/drawing/2014/main" id="{24CAA1B7-99E1-4EF9-8D5E-790EF36F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2" y="3812474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功能：循环响应是否维持</a:t>
            </a:r>
          </a:p>
        </p:txBody>
      </p:sp>
      <p:sp>
        <p:nvSpPr>
          <p:cNvPr id="130" name="p18-线-0130">
            <a:extLst xmlns:a="http://schemas.openxmlformats.org/drawingml/2006/main">
              <a:ext uri="{FF2B5EF4-FFF2-40B4-BE49-F238E27FC236}">
                <a16:creationId xmlns:a16="http://schemas.microsoft.com/office/drawing/2014/main" id="{47B2AB6A-74F9-4175-8A39-D985521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76875"/>
            <a:ext cx="2190750" cy="95"/>
          </a:xfrm>
          <a:custGeom xmlns:a="http://schemas.openxmlformats.org/drawingml/2006/main">
            <a:pathLst>
              <a:path w="2190750" h="9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31" name="p18-线-0131">
            <a:extLst xmlns:a="http://schemas.openxmlformats.org/drawingml/2006/main">
              <a:ext uri="{FF2B5EF4-FFF2-40B4-BE49-F238E27FC236}">
                <a16:creationId xmlns:a16="http://schemas.microsoft.com/office/drawing/2014/main" id="{8B46DA47-2504-4EF5-A19A-584B076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14875"/>
            <a:ext cx="95" cy="762000"/>
          </a:xfrm>
          <a:custGeom xmlns:a="http://schemas.openxmlformats.org/drawingml/2006/main">
            <a:pathLst>
              <a:path w="9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32" name="p18-线-0132">
            <a:extLst xmlns:a="http://schemas.openxmlformats.org/drawingml/2006/main">
              <a:ext uri="{FF2B5EF4-FFF2-40B4-BE49-F238E27FC236}">
                <a16:creationId xmlns:a16="http://schemas.microsoft.com/office/drawing/2014/main" id="{67FB1617-E15E-42DF-AE56-C46D62C8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76875"/>
            <a:ext cx="2190750" cy="95"/>
          </a:xfrm>
          <a:custGeom xmlns:a="http://schemas.openxmlformats.org/drawingml/2006/main">
            <a:pathLst>
              <a:path w="2190750" h="9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3" name="p18-文本-0133">
            <a:extLst xmlns:a="http://schemas.openxmlformats.org/drawingml/2006/main">
              <a:ext uri="{FF2B5EF4-FFF2-40B4-BE49-F238E27FC236}">
                <a16:creationId xmlns:a16="http://schemas.microsoft.com/office/drawing/2014/main" id="{8168A72D-FF90-4A69-A41F-6A347F3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0567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34" name="p18-线-0134">
            <a:extLst xmlns:a="http://schemas.openxmlformats.org/drawingml/2006/main">
              <a:ext uri="{FF2B5EF4-FFF2-40B4-BE49-F238E27FC236}">
                <a16:creationId xmlns:a16="http://schemas.microsoft.com/office/drawing/2014/main" id="{ECDEF0E2-397C-45DD-8534-E0D667F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95875"/>
            <a:ext cx="2190750" cy="95"/>
          </a:xfrm>
          <a:custGeom xmlns:a="http://schemas.openxmlformats.org/drawingml/2006/main">
            <a:pathLst>
              <a:path w="2190750" h="9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5" name="p18-文本-0135">
            <a:extLst xmlns:a="http://schemas.openxmlformats.org/drawingml/2006/main">
              <a:ext uri="{FF2B5EF4-FFF2-40B4-BE49-F238E27FC236}">
                <a16:creationId xmlns:a16="http://schemas.microsoft.com/office/drawing/2014/main" id="{E29E5F37-4222-452A-BA73-445D2F2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5024670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136" name="p18-线-0136">
            <a:extLst xmlns:a="http://schemas.openxmlformats.org/drawingml/2006/main">
              <a:ext uri="{FF2B5EF4-FFF2-40B4-BE49-F238E27FC236}">
                <a16:creationId xmlns:a16="http://schemas.microsoft.com/office/drawing/2014/main" id="{630DA8BC-F9F6-42F2-AA3C-5EB0274C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14875"/>
            <a:ext cx="2190750" cy="95"/>
          </a:xfrm>
          <a:custGeom xmlns:a="http://schemas.openxmlformats.org/drawingml/2006/main">
            <a:pathLst>
              <a:path w="2190750" h="9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7" name="p18-文本-0137">
            <a:extLst xmlns:a="http://schemas.openxmlformats.org/drawingml/2006/main">
              <a:ext uri="{FF2B5EF4-FFF2-40B4-BE49-F238E27FC236}">
                <a16:creationId xmlns:a16="http://schemas.microsoft.com/office/drawing/2014/main" id="{6C293D2F-3C19-4C0F-A359-AE4F6D93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4367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38" name="p18-路径-0138">
            <a:extLst xmlns:a="http://schemas.openxmlformats.org/drawingml/2006/main">
              <a:ext uri="{FF2B5EF4-FFF2-40B4-BE49-F238E27FC236}">
                <a16:creationId xmlns:a16="http://schemas.microsoft.com/office/drawing/2014/main" id="{F984323D-2A60-4885-B1DC-44264A8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1078"/>
            <a:ext cx="2190750" cy="300038"/>
          </a:xfrm>
          <a:custGeom xmlns:a="http://schemas.openxmlformats.org/drawingml/2006/main">
            <a:pathLst>
              <a:path w="2190750" h="300038">
                <a:moveTo>
                  <a:pt x="0" y="2857"/>
                </a:moveTo>
                <a:lnTo>
                  <a:pt x="36195" y="952"/>
                </a:lnTo>
                <a:lnTo>
                  <a:pt x="73343" y="0"/>
                </a:lnTo>
                <a:lnTo>
                  <a:pt x="109538" y="952"/>
                </a:lnTo>
                <a:lnTo>
                  <a:pt x="145732" y="4763"/>
                </a:lnTo>
                <a:lnTo>
                  <a:pt x="182880" y="11430"/>
                </a:lnTo>
                <a:lnTo>
                  <a:pt x="219075" y="20002"/>
                </a:lnTo>
                <a:lnTo>
                  <a:pt x="255270" y="30480"/>
                </a:lnTo>
                <a:lnTo>
                  <a:pt x="292418" y="40957"/>
                </a:lnTo>
                <a:lnTo>
                  <a:pt x="328613" y="52388"/>
                </a:lnTo>
                <a:lnTo>
                  <a:pt x="364807" y="62865"/>
                </a:lnTo>
                <a:lnTo>
                  <a:pt x="401955" y="70485"/>
                </a:lnTo>
                <a:lnTo>
                  <a:pt x="438150" y="76200"/>
                </a:lnTo>
                <a:lnTo>
                  <a:pt x="474345" y="79057"/>
                </a:lnTo>
                <a:lnTo>
                  <a:pt x="511493" y="79057"/>
                </a:lnTo>
                <a:lnTo>
                  <a:pt x="547688" y="78105"/>
                </a:lnTo>
                <a:lnTo>
                  <a:pt x="583882" y="76200"/>
                </a:lnTo>
                <a:lnTo>
                  <a:pt x="621030" y="74295"/>
                </a:lnTo>
                <a:lnTo>
                  <a:pt x="657225" y="74295"/>
                </a:lnTo>
                <a:lnTo>
                  <a:pt x="693420" y="76200"/>
                </a:lnTo>
                <a:lnTo>
                  <a:pt x="730568" y="80010"/>
                </a:lnTo>
                <a:lnTo>
                  <a:pt x="766763" y="87630"/>
                </a:lnTo>
                <a:lnTo>
                  <a:pt x="802957" y="96203"/>
                </a:lnTo>
                <a:lnTo>
                  <a:pt x="840105" y="107632"/>
                </a:lnTo>
                <a:lnTo>
                  <a:pt x="876300" y="118110"/>
                </a:lnTo>
                <a:lnTo>
                  <a:pt x="912495" y="129540"/>
                </a:lnTo>
                <a:lnTo>
                  <a:pt x="949643" y="139065"/>
                </a:lnTo>
                <a:lnTo>
                  <a:pt x="985838" y="145732"/>
                </a:lnTo>
                <a:lnTo>
                  <a:pt x="1022032" y="150495"/>
                </a:lnTo>
                <a:lnTo>
                  <a:pt x="1059180" y="153353"/>
                </a:lnTo>
                <a:lnTo>
                  <a:pt x="1095375" y="152400"/>
                </a:lnTo>
                <a:lnTo>
                  <a:pt x="1131570" y="151447"/>
                </a:lnTo>
                <a:lnTo>
                  <a:pt x="1168718" y="149542"/>
                </a:lnTo>
                <a:lnTo>
                  <a:pt x="1204913" y="147638"/>
                </a:lnTo>
                <a:lnTo>
                  <a:pt x="1241107" y="148590"/>
                </a:lnTo>
                <a:lnTo>
                  <a:pt x="1278255" y="150495"/>
                </a:lnTo>
                <a:lnTo>
                  <a:pt x="1314450" y="156210"/>
                </a:lnTo>
                <a:lnTo>
                  <a:pt x="1350645" y="163830"/>
                </a:lnTo>
                <a:lnTo>
                  <a:pt x="1387793" y="173355"/>
                </a:lnTo>
                <a:lnTo>
                  <a:pt x="1423988" y="184785"/>
                </a:lnTo>
                <a:lnTo>
                  <a:pt x="1460182" y="195263"/>
                </a:lnTo>
                <a:lnTo>
                  <a:pt x="1497330" y="205740"/>
                </a:lnTo>
                <a:lnTo>
                  <a:pt x="1533525" y="215265"/>
                </a:lnTo>
                <a:lnTo>
                  <a:pt x="1569720" y="221932"/>
                </a:lnTo>
                <a:lnTo>
                  <a:pt x="1606868" y="225742"/>
                </a:lnTo>
                <a:lnTo>
                  <a:pt x="1643063" y="226695"/>
                </a:lnTo>
                <a:lnTo>
                  <a:pt x="1679257" y="226695"/>
                </a:lnTo>
                <a:lnTo>
                  <a:pt x="1716405" y="224790"/>
                </a:lnTo>
                <a:lnTo>
                  <a:pt x="1752600" y="222885"/>
                </a:lnTo>
                <a:lnTo>
                  <a:pt x="1788795" y="221932"/>
                </a:lnTo>
                <a:lnTo>
                  <a:pt x="1825943" y="222885"/>
                </a:lnTo>
                <a:lnTo>
                  <a:pt x="1862138" y="225742"/>
                </a:lnTo>
                <a:lnTo>
                  <a:pt x="1898332" y="231457"/>
                </a:lnTo>
                <a:lnTo>
                  <a:pt x="1935480" y="240030"/>
                </a:lnTo>
                <a:lnTo>
                  <a:pt x="1971675" y="250507"/>
                </a:lnTo>
                <a:lnTo>
                  <a:pt x="2007870" y="260985"/>
                </a:lnTo>
                <a:lnTo>
                  <a:pt x="2045018" y="272415"/>
                </a:lnTo>
                <a:lnTo>
                  <a:pt x="2081213" y="282892"/>
                </a:lnTo>
                <a:lnTo>
                  <a:pt x="2117407" y="291465"/>
                </a:lnTo>
                <a:lnTo>
                  <a:pt x="2154555" y="297180"/>
                </a:lnTo>
                <a:lnTo>
                  <a:pt x="219075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139" name="p18-椭圆-0139">
            <a:extLst xmlns:a="http://schemas.openxmlformats.org/drawingml/2006/main">
              <a:ext uri="{FF2B5EF4-FFF2-40B4-BE49-F238E27FC236}">
                <a16:creationId xmlns:a16="http://schemas.microsoft.com/office/drawing/2014/main" id="{F9C54086-E4A2-4816-B68F-A68B34A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47844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0" name="p18-椭圆-0140">
            <a:extLst xmlns:a="http://schemas.openxmlformats.org/drawingml/2006/main">
              <a:ext uri="{FF2B5EF4-FFF2-40B4-BE49-F238E27FC236}">
                <a16:creationId xmlns:a16="http://schemas.microsoft.com/office/drawing/2014/main" id="{60A81E61-E0E8-499C-8E73-A64ECE62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973" y="485749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1" name="p18-椭圆-0141">
            <a:extLst xmlns:a="http://schemas.openxmlformats.org/drawingml/2006/main">
              <a:ext uri="{FF2B5EF4-FFF2-40B4-BE49-F238E27FC236}">
                <a16:creationId xmlns:a16="http://schemas.microsoft.com/office/drawing/2014/main" id="{18B40AD2-D07E-4911-9D0B-6CF0AAD6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123" y="490010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2" name="p18-椭圆-0142">
            <a:extLst xmlns:a="http://schemas.openxmlformats.org/drawingml/2006/main">
              <a:ext uri="{FF2B5EF4-FFF2-40B4-BE49-F238E27FC236}">
                <a16:creationId xmlns:a16="http://schemas.microsoft.com/office/drawing/2014/main" id="{2BD8244B-A1A3-4770-9094-EF27AAF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93738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3" name="p18-椭圆-0143">
            <a:extLst xmlns:a="http://schemas.openxmlformats.org/drawingml/2006/main">
              <a:ext uri="{FF2B5EF4-FFF2-40B4-BE49-F238E27FC236}">
                <a16:creationId xmlns:a16="http://schemas.microsoft.com/office/drawing/2014/main" id="{F45C79FB-6562-416C-9650-A5F3E51F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00420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4" name="p18-椭圆-0144">
            <a:extLst xmlns:a="http://schemas.openxmlformats.org/drawingml/2006/main">
              <a:ext uri="{FF2B5EF4-FFF2-40B4-BE49-F238E27FC236}">
                <a16:creationId xmlns:a16="http://schemas.microsoft.com/office/drawing/2014/main" id="{5C7E8501-2C76-47FB-9F37-7BC27E33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573" y="508152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5" name="p18-路径-0145">
            <a:extLst xmlns:a="http://schemas.openxmlformats.org/drawingml/2006/main">
              <a:ext uri="{FF2B5EF4-FFF2-40B4-BE49-F238E27FC236}">
                <a16:creationId xmlns:a16="http://schemas.microsoft.com/office/drawing/2014/main" id="{C7CD36DC-E327-4067-87D2-8776652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2190750" cy="82868"/>
          </a:xfrm>
          <a:custGeom xmlns:a="http://schemas.openxmlformats.org/drawingml/2006/main">
            <a:pathLst>
              <a:path w="2190750" h="82868">
                <a:moveTo>
                  <a:pt x="0" y="13335"/>
                </a:moveTo>
                <a:lnTo>
                  <a:pt x="36195" y="7620"/>
                </a:lnTo>
                <a:lnTo>
                  <a:pt x="73343" y="2858"/>
                </a:lnTo>
                <a:lnTo>
                  <a:pt x="109538" y="0"/>
                </a:lnTo>
                <a:lnTo>
                  <a:pt x="145732" y="0"/>
                </a:lnTo>
                <a:lnTo>
                  <a:pt x="182880" y="2858"/>
                </a:lnTo>
                <a:lnTo>
                  <a:pt x="219075" y="7620"/>
                </a:lnTo>
                <a:lnTo>
                  <a:pt x="255270" y="14288"/>
                </a:lnTo>
                <a:lnTo>
                  <a:pt x="292418" y="20955"/>
                </a:lnTo>
                <a:lnTo>
                  <a:pt x="328613" y="28575"/>
                </a:lnTo>
                <a:lnTo>
                  <a:pt x="364807" y="35242"/>
                </a:lnTo>
                <a:lnTo>
                  <a:pt x="401955" y="39053"/>
                </a:lnTo>
                <a:lnTo>
                  <a:pt x="438150" y="40958"/>
                </a:lnTo>
                <a:lnTo>
                  <a:pt x="474345" y="40005"/>
                </a:lnTo>
                <a:lnTo>
                  <a:pt x="511493" y="36195"/>
                </a:lnTo>
                <a:lnTo>
                  <a:pt x="547688" y="31433"/>
                </a:lnTo>
                <a:lnTo>
                  <a:pt x="583882" y="25717"/>
                </a:lnTo>
                <a:lnTo>
                  <a:pt x="621030" y="20003"/>
                </a:lnTo>
                <a:lnTo>
                  <a:pt x="657225" y="16192"/>
                </a:lnTo>
                <a:lnTo>
                  <a:pt x="693420" y="14288"/>
                </a:lnTo>
                <a:lnTo>
                  <a:pt x="730568" y="14288"/>
                </a:lnTo>
                <a:lnTo>
                  <a:pt x="766763" y="18097"/>
                </a:lnTo>
                <a:lnTo>
                  <a:pt x="802957" y="22860"/>
                </a:lnTo>
                <a:lnTo>
                  <a:pt x="840105" y="30480"/>
                </a:lnTo>
                <a:lnTo>
                  <a:pt x="876300" y="37147"/>
                </a:lnTo>
                <a:lnTo>
                  <a:pt x="912495" y="44767"/>
                </a:lnTo>
                <a:lnTo>
                  <a:pt x="949643" y="50483"/>
                </a:lnTo>
                <a:lnTo>
                  <a:pt x="985838" y="53340"/>
                </a:lnTo>
                <a:lnTo>
                  <a:pt x="1022032" y="54292"/>
                </a:lnTo>
                <a:lnTo>
                  <a:pt x="1059180" y="53340"/>
                </a:lnTo>
                <a:lnTo>
                  <a:pt x="1095375" y="48578"/>
                </a:lnTo>
                <a:lnTo>
                  <a:pt x="1131570" y="43815"/>
                </a:lnTo>
                <a:lnTo>
                  <a:pt x="1168718" y="38100"/>
                </a:lnTo>
                <a:lnTo>
                  <a:pt x="1204913" y="32385"/>
                </a:lnTo>
                <a:lnTo>
                  <a:pt x="1241107" y="29528"/>
                </a:lnTo>
                <a:lnTo>
                  <a:pt x="1278255" y="27622"/>
                </a:lnTo>
                <a:lnTo>
                  <a:pt x="1314450" y="29528"/>
                </a:lnTo>
                <a:lnTo>
                  <a:pt x="1350645" y="33338"/>
                </a:lnTo>
                <a:lnTo>
                  <a:pt x="1387793" y="39053"/>
                </a:lnTo>
                <a:lnTo>
                  <a:pt x="1423988" y="46672"/>
                </a:lnTo>
                <a:lnTo>
                  <a:pt x="1460182" y="53340"/>
                </a:lnTo>
                <a:lnTo>
                  <a:pt x="1497330" y="60008"/>
                </a:lnTo>
                <a:lnTo>
                  <a:pt x="1533525" y="65722"/>
                </a:lnTo>
                <a:lnTo>
                  <a:pt x="1569720" y="68580"/>
                </a:lnTo>
                <a:lnTo>
                  <a:pt x="1606868" y="68580"/>
                </a:lnTo>
                <a:lnTo>
                  <a:pt x="1643063" y="65722"/>
                </a:lnTo>
                <a:lnTo>
                  <a:pt x="1679257" y="61913"/>
                </a:lnTo>
                <a:lnTo>
                  <a:pt x="1716405" y="56197"/>
                </a:lnTo>
                <a:lnTo>
                  <a:pt x="1752600" y="50483"/>
                </a:lnTo>
                <a:lnTo>
                  <a:pt x="1788795" y="45720"/>
                </a:lnTo>
                <a:lnTo>
                  <a:pt x="1825943" y="42863"/>
                </a:lnTo>
                <a:lnTo>
                  <a:pt x="1862138" y="41910"/>
                </a:lnTo>
                <a:lnTo>
                  <a:pt x="1898332" y="43815"/>
                </a:lnTo>
                <a:lnTo>
                  <a:pt x="1935480" y="48578"/>
                </a:lnTo>
                <a:lnTo>
                  <a:pt x="1971675" y="55245"/>
                </a:lnTo>
                <a:lnTo>
                  <a:pt x="2007870" y="61913"/>
                </a:lnTo>
                <a:lnTo>
                  <a:pt x="2045018" y="69533"/>
                </a:lnTo>
                <a:lnTo>
                  <a:pt x="2081213" y="76200"/>
                </a:lnTo>
                <a:lnTo>
                  <a:pt x="2117407" y="80963"/>
                </a:lnTo>
                <a:lnTo>
                  <a:pt x="2154555" y="82868"/>
                </a:lnTo>
                <a:lnTo>
                  <a:pt x="2190750" y="8191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146" name="p18-椭圆-0146">
            <a:extLst xmlns:a="http://schemas.openxmlformats.org/drawingml/2006/main">
              <a:ext uri="{FF2B5EF4-FFF2-40B4-BE49-F238E27FC236}">
                <a16:creationId xmlns:a16="http://schemas.microsoft.com/office/drawing/2014/main" id="{E71559B8-CEF4-429C-A6C9-91CDAA5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47844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7" name="p18-椭圆-0147">
            <a:extLst xmlns:a="http://schemas.openxmlformats.org/drawingml/2006/main">
              <a:ext uri="{FF2B5EF4-FFF2-40B4-BE49-F238E27FC236}">
                <a16:creationId xmlns:a16="http://schemas.microsoft.com/office/drawing/2014/main" id="{3A7966BB-7B8C-40CB-8CFD-D6C56332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973" y="48117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8" name="p18-椭圆-0148">
            <a:extLst xmlns:a="http://schemas.openxmlformats.org/drawingml/2006/main">
              <a:ext uri="{FF2B5EF4-FFF2-40B4-BE49-F238E27FC236}">
                <a16:creationId xmlns:a16="http://schemas.microsoft.com/office/drawing/2014/main" id="{6718D1E8-787D-4379-AC2B-663C53D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123" y="480866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9" name="p18-椭圆-0149">
            <a:extLst xmlns:a="http://schemas.openxmlformats.org/drawingml/2006/main">
              <a:ext uri="{FF2B5EF4-FFF2-40B4-BE49-F238E27FC236}">
                <a16:creationId xmlns:a16="http://schemas.microsoft.com/office/drawing/2014/main" id="{9E848D05-6112-423B-BD9F-ADA76F5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80022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0" name="p18-椭圆-0150">
            <a:extLst xmlns:a="http://schemas.openxmlformats.org/drawingml/2006/main">
              <a:ext uri="{FF2B5EF4-FFF2-40B4-BE49-F238E27FC236}">
                <a16:creationId xmlns:a16="http://schemas.microsoft.com/office/drawing/2014/main" id="{969C874B-7EE1-4DF9-85DF-9CFEADC4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482132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1" name="p18-椭圆-0151">
            <a:extLst xmlns:a="http://schemas.openxmlformats.org/drawingml/2006/main">
              <a:ext uri="{FF2B5EF4-FFF2-40B4-BE49-F238E27FC236}">
                <a16:creationId xmlns:a16="http://schemas.microsoft.com/office/drawing/2014/main" id="{26956EBC-247B-4B03-9721-B849D8B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573" y="485292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2" name="p18-文本-0152">
            <a:extLst xmlns:a="http://schemas.openxmlformats.org/drawingml/2006/main">
              <a:ext uri="{FF2B5EF4-FFF2-40B4-BE49-F238E27FC236}">
                <a16:creationId xmlns:a16="http://schemas.microsoft.com/office/drawing/2014/main" id="{12F1205F-5EB6-444E-92AC-178B3D5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43491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153" name="p18-文本-0153">
            <a:extLst xmlns:a="http://schemas.openxmlformats.org/drawingml/2006/main">
              <a:ext uri="{FF2B5EF4-FFF2-40B4-BE49-F238E27FC236}">
                <a16:creationId xmlns:a16="http://schemas.microsoft.com/office/drawing/2014/main" id="{0B825BA7-7BE9-4FC1-B61C-3F613D93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81766"/>
            <a:ext cx="10096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归一化循环数</a:t>
            </a:r>
          </a:p>
        </p:txBody>
      </p:sp>
      <p:sp>
        <p:nvSpPr>
          <p:cNvPr id="154" name="p18-文本-0154">
            <a:extLst xmlns:a="http://schemas.openxmlformats.org/drawingml/2006/main">
              <a:ext uri="{FF2B5EF4-FFF2-40B4-BE49-F238E27FC236}">
                <a16:creationId xmlns:a16="http://schemas.microsoft.com/office/drawing/2014/main" id="{6C18BEA1-501D-4053-987D-4B173B97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344" y="55379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55" name="p18-文本-0155">
            <a:extLst xmlns:a="http://schemas.openxmlformats.org/drawingml/2006/main">
              <a:ext uri="{FF2B5EF4-FFF2-40B4-BE49-F238E27FC236}">
                <a16:creationId xmlns:a16="http://schemas.microsoft.com/office/drawing/2014/main" id="{91CE4F64-BDEC-459D-8F6E-71A1F734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094" y="55379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56" name="p18-线-0156">
            <a:extLst xmlns:a="http://schemas.openxmlformats.org/drawingml/2006/main">
              <a:ext uri="{FF2B5EF4-FFF2-40B4-BE49-F238E27FC236}">
                <a16:creationId xmlns:a16="http://schemas.microsoft.com/office/drawing/2014/main" id="{2F9507BE-3B28-499A-B63D-F31E2F9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57" name="p18-文本-0157">
            <a:extLst xmlns:a="http://schemas.openxmlformats.org/drawingml/2006/main">
              <a:ext uri="{FF2B5EF4-FFF2-40B4-BE49-F238E27FC236}">
                <a16:creationId xmlns:a16="http://schemas.microsoft.com/office/drawing/2014/main" id="{578B3621-DD97-404F-AA1E-35964E2B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81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</a:t>
            </a:r>
          </a:p>
        </p:txBody>
      </p:sp>
      <p:sp>
        <p:nvSpPr>
          <p:cNvPr id="158" name="p18-线-0158">
            <a:extLst xmlns:a="http://schemas.openxmlformats.org/drawingml/2006/main">
              <a:ext uri="{FF2B5EF4-FFF2-40B4-BE49-F238E27FC236}">
                <a16:creationId xmlns:a16="http://schemas.microsoft.com/office/drawing/2014/main" id="{363C897C-BF68-4445-8D24-5BE76A7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45720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59" name="p18-文本-0159">
            <a:extLst xmlns:a="http://schemas.openxmlformats.org/drawingml/2006/main">
              <a:ext uri="{FF2B5EF4-FFF2-40B4-BE49-F238E27FC236}">
                <a16:creationId xmlns:a16="http://schemas.microsoft.com/office/drawing/2014/main" id="{AEBB9243-889D-4EEE-AAA6-0F42578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45781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改性</a:t>
            </a:r>
          </a:p>
        </p:txBody>
      </p:sp>
      <p:sp>
        <p:nvSpPr>
          <p:cNvPr id="160" name="p18-文本-0160">
            <a:extLst xmlns:a="http://schemas.openxmlformats.org/drawingml/2006/main">
              <a:ext uri="{FF2B5EF4-FFF2-40B4-BE49-F238E27FC236}">
                <a16:creationId xmlns:a16="http://schemas.microsoft.com/office/drawing/2014/main" id="{32549DE5-EADD-478D-8ED1-19A8403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936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记录衰减趋势</a:t>
            </a:r>
          </a:p>
        </p:txBody>
      </p:sp>
      <p:sp>
        <p:nvSpPr>
          <p:cNvPr id="161" name="p18-文本-0161">
            <a:extLst xmlns:a="http://schemas.openxmlformats.org/drawingml/2006/main">
              <a:ext uri="{FF2B5EF4-FFF2-40B4-BE49-F238E27FC236}">
                <a16:creationId xmlns:a16="http://schemas.microsoft.com/office/drawing/2014/main" id="{7F2A0406-E701-45C4-B997-3334C976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7467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区分漂移与失活</a:t>
            </a:r>
          </a:p>
        </p:txBody>
      </p:sp>
      <p:sp>
        <p:nvSpPr>
          <p:cNvPr id="162" name="p18-文本-0162">
            <a:extLst xmlns:a="http://schemas.openxmlformats.org/drawingml/2006/main">
              <a:ext uri="{FF2B5EF4-FFF2-40B4-BE49-F238E27FC236}">
                <a16:creationId xmlns:a16="http://schemas.microsoft.com/office/drawing/2014/main" id="{CE71F334-D844-4E1F-BC02-CC78AAA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556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同步监测空白</a:t>
            </a:r>
          </a:p>
        </p:txBody>
      </p:sp>
      <p:sp>
        <p:nvSpPr>
          <p:cNvPr id="163" name="p18-文本-0163">
            <a:extLst xmlns:a="http://schemas.openxmlformats.org/drawingml/2006/main">
              <a:ext uri="{FF2B5EF4-FFF2-40B4-BE49-F238E27FC236}">
                <a16:creationId xmlns:a16="http://schemas.microsoft.com/office/drawing/2014/main" id="{31FF41E2-F841-4ABB-8334-CEA7268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11" y="6062007"/>
            <a:ext cx="62287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形貌、化学、重复性与功能共同界定稳定性的证据范围</a:t>
            </a:r>
          </a:p>
        </p:txBody>
      </p:sp>
      <p:sp>
        <p:nvSpPr>
          <p:cNvPr id="164" name="p18-文本-0164">
            <a:extLst xmlns:a="http://schemas.openxmlformats.org/drawingml/2006/main">
              <a:ext uri="{FF2B5EF4-FFF2-40B4-BE49-F238E27FC236}">
                <a16:creationId xmlns:a16="http://schemas.microsoft.com/office/drawing/2014/main" id="{646071D3-A58C-406F-8164-53133B55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18</a:t>
            </a:r>
          </a:p>
        </p:txBody>
      </p:sp>
    </p:spTree>
    <p:extLst>
      <p:ext uri="{BB962C8B-B14F-4D97-AF65-F5344CB8AC3E}">
        <p14:creationId xmlns:p14="http://schemas.microsoft.com/office/powerpoint/2010/main" val="773784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p19-矩形-0001">
            <a:extLst xmlns:a="http://schemas.openxmlformats.org/drawingml/2006/main">
              <a:ext uri="{FF2B5EF4-FFF2-40B4-BE49-F238E27FC236}">
                <a16:creationId xmlns:a16="http://schemas.microsoft.com/office/drawing/2014/main" id="{7B91D6BA-41C2-4F7E-83FB-3665A0EF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19-矩形-0002">
            <a:extLst xmlns:a="http://schemas.openxmlformats.org/drawingml/2006/main">
              <a:ext uri="{FF2B5EF4-FFF2-40B4-BE49-F238E27FC236}">
                <a16:creationId xmlns:a16="http://schemas.microsoft.com/office/drawing/2014/main" id="{D76A926D-EBA8-402A-A29B-4701DC1F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19-文本-0003">
            <a:extLst xmlns:a="http://schemas.openxmlformats.org/drawingml/2006/main">
              <a:ext uri="{FF2B5EF4-FFF2-40B4-BE49-F238E27FC236}">
                <a16:creationId xmlns:a16="http://schemas.microsoft.com/office/drawing/2014/main" id="{2676E5CF-8DE2-4989-A993-B5D71165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8720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处理窗口由主响应曲线与两类辅助证据共同约束</a:t>
            </a:r>
          </a:p>
        </p:txBody>
      </p:sp>
      <p:sp>
        <p:nvSpPr>
          <p:cNvPr id="4" name="p19-文本-0004">
            <a:extLst xmlns:a="http://schemas.openxmlformats.org/drawingml/2006/main">
              <a:ext uri="{FF2B5EF4-FFF2-40B4-BE49-F238E27FC236}">
                <a16:creationId xmlns:a16="http://schemas.microsoft.com/office/drawing/2014/main" id="{08F8880D-7921-473B-A4BA-BE1894A3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响应峰值限定处理窗口，筛选矩阵与结构特征解释窗口边界</a:t>
            </a:r>
          </a:p>
        </p:txBody>
      </p:sp>
      <p:sp>
        <p:nvSpPr>
          <p:cNvPr id="5" name="p19-线-0005">
            <a:extLst xmlns:a="http://schemas.openxmlformats.org/drawingml/2006/main">
              <a:ext uri="{FF2B5EF4-FFF2-40B4-BE49-F238E27FC236}">
                <a16:creationId xmlns:a16="http://schemas.microsoft.com/office/drawing/2014/main" id="{E2D80D1B-183D-4C8E-9D9F-6D63E7E7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19-矩形-0006">
            <a:extLst xmlns:a="http://schemas.openxmlformats.org/drawingml/2006/main">
              <a:ext uri="{FF2B5EF4-FFF2-40B4-BE49-F238E27FC236}">
                <a16:creationId xmlns:a16="http://schemas.microsoft.com/office/drawing/2014/main" id="{BE856170-F544-44C6-B6AA-18576CDA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32861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" name="p19-矩形-0007">
            <a:extLst xmlns:a="http://schemas.openxmlformats.org/drawingml/2006/main">
              <a:ext uri="{FF2B5EF4-FFF2-40B4-BE49-F238E27FC236}">
                <a16:creationId xmlns:a16="http://schemas.microsoft.com/office/drawing/2014/main" id="{5EA81FEC-E28D-46EE-9461-A23DDC9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3286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p19-文本-0008">
            <a:extLst xmlns:a="http://schemas.openxmlformats.org/drawingml/2006/main">
              <a:ext uri="{FF2B5EF4-FFF2-40B4-BE49-F238E27FC236}">
                <a16:creationId xmlns:a16="http://schemas.microsoft.com/office/drawing/2014/main" id="{BDD6BD8F-1A92-46ED-9D79-B65DA33D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260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筛选范围</a:t>
            </a:r>
          </a:p>
        </p:txBody>
      </p:sp>
      <p:sp>
        <p:nvSpPr>
          <p:cNvPr id="9" name="p19-矩形-0009">
            <a:extLst xmlns:a="http://schemas.openxmlformats.org/drawingml/2006/main">
              <a:ext uri="{FF2B5EF4-FFF2-40B4-BE49-F238E27FC236}">
                <a16:creationId xmlns:a16="http://schemas.microsoft.com/office/drawing/2014/main" id="{730F4821-B403-4A62-A4D6-B839151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0" name="p19-矩形-0010">
            <a:extLst xmlns:a="http://schemas.openxmlformats.org/drawingml/2006/main">
              <a:ext uri="{FF2B5EF4-FFF2-40B4-BE49-F238E27FC236}">
                <a16:creationId xmlns:a16="http://schemas.microsoft.com/office/drawing/2014/main" id="{E2FFB554-5B38-4768-BABF-E0FF035A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1" name="p19-矩形-0011">
            <a:extLst xmlns:a="http://schemas.openxmlformats.org/drawingml/2006/main">
              <a:ext uri="{FF2B5EF4-FFF2-40B4-BE49-F238E27FC236}">
                <a16:creationId xmlns:a16="http://schemas.microsoft.com/office/drawing/2014/main" id="{3B8D05D5-7C69-471A-9A52-FB14C37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2" name="p19-矩形-0012">
            <a:extLst xmlns:a="http://schemas.openxmlformats.org/drawingml/2006/main">
              <a:ext uri="{FF2B5EF4-FFF2-40B4-BE49-F238E27FC236}">
                <a16:creationId xmlns:a16="http://schemas.microsoft.com/office/drawing/2014/main" id="{CBB6ECFD-5E12-4659-B775-7AC0444B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3" name="p19-矩形-0013">
            <a:extLst xmlns:a="http://schemas.openxmlformats.org/drawingml/2006/main">
              <a:ext uri="{FF2B5EF4-FFF2-40B4-BE49-F238E27FC236}">
                <a16:creationId xmlns:a16="http://schemas.microsoft.com/office/drawing/2014/main" id="{6163F23F-B200-4A7C-B15D-8599FBDC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4" name="p19-矩形-0014">
            <a:extLst xmlns:a="http://schemas.openxmlformats.org/drawingml/2006/main">
              <a:ext uri="{FF2B5EF4-FFF2-40B4-BE49-F238E27FC236}">
                <a16:creationId xmlns:a16="http://schemas.microsoft.com/office/drawing/2014/main" id="{9DF27E8B-0001-48AE-B534-5F66FCDF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5" name="p19-矩形-0015">
            <a:extLst xmlns:a="http://schemas.openxmlformats.org/drawingml/2006/main">
              <a:ext uri="{FF2B5EF4-FFF2-40B4-BE49-F238E27FC236}">
                <a16:creationId xmlns:a16="http://schemas.microsoft.com/office/drawing/2014/main" id="{758435FF-4763-4315-9272-B0E246EC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6" name="p19-矩形-0016">
            <a:extLst xmlns:a="http://schemas.openxmlformats.org/drawingml/2006/main">
              <a:ext uri="{FF2B5EF4-FFF2-40B4-BE49-F238E27FC236}">
                <a16:creationId xmlns:a16="http://schemas.microsoft.com/office/drawing/2014/main" id="{88FE527F-9805-48F7-8AF7-CBBDAC7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7" name="p19-矩形-0017">
            <a:extLst xmlns:a="http://schemas.openxmlformats.org/drawingml/2006/main">
              <a:ext uri="{FF2B5EF4-FFF2-40B4-BE49-F238E27FC236}">
                <a16:creationId xmlns:a16="http://schemas.microsoft.com/office/drawing/2014/main" id="{5FCA2CCA-62B2-4F54-A41F-95503504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8" name="p19-矩形-0018">
            <a:extLst xmlns:a="http://schemas.openxmlformats.org/drawingml/2006/main">
              <a:ext uri="{FF2B5EF4-FFF2-40B4-BE49-F238E27FC236}">
                <a16:creationId xmlns:a16="http://schemas.microsoft.com/office/drawing/2014/main" id="{3C8FBA97-051B-47C8-A1F3-B2721E99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9" name="p19-矩形-0019">
            <a:extLst xmlns:a="http://schemas.openxmlformats.org/drawingml/2006/main">
              <a:ext uri="{FF2B5EF4-FFF2-40B4-BE49-F238E27FC236}">
                <a16:creationId xmlns:a16="http://schemas.microsoft.com/office/drawing/2014/main" id="{4E05AC36-DEA5-4F18-828D-6AA13AA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0" name="p19-矩形-0020">
            <a:extLst xmlns:a="http://schemas.openxmlformats.org/drawingml/2006/main">
              <a:ext uri="{FF2B5EF4-FFF2-40B4-BE49-F238E27FC236}">
                <a16:creationId xmlns:a16="http://schemas.microsoft.com/office/drawing/2014/main" id="{7FBBBF16-E1F6-47D7-80B5-9023A7D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1" name="p19-矩形-0021">
            <a:extLst xmlns:a="http://schemas.openxmlformats.org/drawingml/2006/main">
              <a:ext uri="{FF2B5EF4-FFF2-40B4-BE49-F238E27FC236}">
                <a16:creationId xmlns:a16="http://schemas.microsoft.com/office/drawing/2014/main" id="{3518AD71-2F58-4772-ADFD-4440675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2" name="p19-矩形-0022">
            <a:extLst xmlns:a="http://schemas.openxmlformats.org/drawingml/2006/main">
              <a:ext uri="{FF2B5EF4-FFF2-40B4-BE49-F238E27FC236}">
                <a16:creationId xmlns:a16="http://schemas.microsoft.com/office/drawing/2014/main" id="{E277D0F8-F4B1-40FF-82C0-D9A5CE0D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3" name="p19-矩形-0023">
            <a:extLst xmlns:a="http://schemas.openxmlformats.org/drawingml/2006/main">
              <a:ext uri="{FF2B5EF4-FFF2-40B4-BE49-F238E27FC236}">
                <a16:creationId xmlns:a16="http://schemas.microsoft.com/office/drawing/2014/main" id="{ECF1C3DE-645E-4E20-B3CA-CF6F5D7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4" name="p19-矩形-0024">
            <a:extLst xmlns:a="http://schemas.openxmlformats.org/drawingml/2006/main">
              <a:ext uri="{FF2B5EF4-FFF2-40B4-BE49-F238E27FC236}">
                <a16:creationId xmlns:a16="http://schemas.microsoft.com/office/drawing/2014/main" id="{392A5195-30EE-4893-A2D3-47DDFF0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5" name="p19-矩形-0025">
            <a:extLst xmlns:a="http://schemas.openxmlformats.org/drawingml/2006/main">
              <a:ext uri="{FF2B5EF4-FFF2-40B4-BE49-F238E27FC236}">
                <a16:creationId xmlns:a16="http://schemas.microsoft.com/office/drawing/2014/main" id="{E087A806-D76F-49A6-9168-D7EA4C7A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6" name="p19-矩形-0026">
            <a:extLst xmlns:a="http://schemas.openxmlformats.org/drawingml/2006/main">
              <a:ext uri="{FF2B5EF4-FFF2-40B4-BE49-F238E27FC236}">
                <a16:creationId xmlns:a16="http://schemas.microsoft.com/office/drawing/2014/main" id="{F4320149-7FE7-4DEF-8773-5BD3D4E8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50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7" name="p19-矩形-0027">
            <a:extLst xmlns:a="http://schemas.openxmlformats.org/drawingml/2006/main">
              <a:ext uri="{FF2B5EF4-FFF2-40B4-BE49-F238E27FC236}">
                <a16:creationId xmlns:a16="http://schemas.microsoft.com/office/drawing/2014/main" id="{F7E8515B-5357-4C94-AAC1-23AFC723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8" name="p19-矩形-0028">
            <a:extLst xmlns:a="http://schemas.openxmlformats.org/drawingml/2006/main">
              <a:ext uri="{FF2B5EF4-FFF2-40B4-BE49-F238E27FC236}">
                <a16:creationId xmlns:a16="http://schemas.microsoft.com/office/drawing/2014/main" id="{8592AA46-F0BD-414C-9C8C-DC678DC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" name="p19-矩形-0029">
            <a:extLst xmlns:a="http://schemas.openxmlformats.org/drawingml/2006/main">
              <a:ext uri="{FF2B5EF4-FFF2-40B4-BE49-F238E27FC236}">
                <a16:creationId xmlns:a16="http://schemas.microsoft.com/office/drawing/2014/main" id="{21B725F4-2D71-4B28-B8B7-EA2C23E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" name="p19-矩形-0030">
            <a:extLst xmlns:a="http://schemas.openxmlformats.org/drawingml/2006/main">
              <a:ext uri="{FF2B5EF4-FFF2-40B4-BE49-F238E27FC236}">
                <a16:creationId xmlns:a16="http://schemas.microsoft.com/office/drawing/2014/main" id="{686DCDB9-9DBB-4A98-A1B7-B541999F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" name="p19-矩形-0031">
            <a:extLst xmlns:a="http://schemas.openxmlformats.org/drawingml/2006/main">
              <a:ext uri="{FF2B5EF4-FFF2-40B4-BE49-F238E27FC236}">
                <a16:creationId xmlns:a16="http://schemas.microsoft.com/office/drawing/2014/main" id="{F6BFCA7D-34AB-46E8-8BE1-FD3B1691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" name="p19-矩形-0032">
            <a:extLst xmlns:a="http://schemas.openxmlformats.org/drawingml/2006/main">
              <a:ext uri="{FF2B5EF4-FFF2-40B4-BE49-F238E27FC236}">
                <a16:creationId xmlns:a16="http://schemas.microsoft.com/office/drawing/2014/main" id="{6820D71E-C553-41AD-BF8F-FC496C8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3" name="p19-矩形-0033">
            <a:extLst xmlns:a="http://schemas.openxmlformats.org/drawingml/2006/main">
              <a:ext uri="{FF2B5EF4-FFF2-40B4-BE49-F238E27FC236}">
                <a16:creationId xmlns:a16="http://schemas.microsoft.com/office/drawing/2014/main" id="{53C996C9-7C55-4AD4-BD33-DBEA3C83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" name="p19-矩形-0034">
            <a:extLst xmlns:a="http://schemas.openxmlformats.org/drawingml/2006/main">
              <a:ext uri="{FF2B5EF4-FFF2-40B4-BE49-F238E27FC236}">
                <a16:creationId xmlns:a16="http://schemas.microsoft.com/office/drawing/2014/main" id="{F19D9C2A-FA59-454B-AC43-883E6A71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" name="p19-矩形-0035">
            <a:extLst xmlns:a="http://schemas.openxmlformats.org/drawingml/2006/main">
              <a:ext uri="{FF2B5EF4-FFF2-40B4-BE49-F238E27FC236}">
                <a16:creationId xmlns:a16="http://schemas.microsoft.com/office/drawing/2014/main" id="{1A586356-DF52-4E81-ACFB-F546A917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6" name="p19-矩形-0036">
            <a:extLst xmlns:a="http://schemas.openxmlformats.org/drawingml/2006/main">
              <a:ext uri="{FF2B5EF4-FFF2-40B4-BE49-F238E27FC236}">
                <a16:creationId xmlns:a16="http://schemas.microsoft.com/office/drawing/2014/main" id="{991C44D6-0185-4762-9E9C-BDA53F05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" name="p19-矩形-0037">
            <a:extLst xmlns:a="http://schemas.openxmlformats.org/drawingml/2006/main">
              <a:ext uri="{FF2B5EF4-FFF2-40B4-BE49-F238E27FC236}">
                <a16:creationId xmlns:a16="http://schemas.microsoft.com/office/drawing/2014/main" id="{9FDF3346-5B2F-41D8-B1A3-E300A593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8" name="p19-矩形-0038">
            <a:extLst xmlns:a="http://schemas.openxmlformats.org/drawingml/2006/main">
              <a:ext uri="{FF2B5EF4-FFF2-40B4-BE49-F238E27FC236}">
                <a16:creationId xmlns:a16="http://schemas.microsoft.com/office/drawing/2014/main" id="{E66CE0BF-8496-4FD1-9E30-56A8EAE4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9" name="p19-矩形-0039">
            <a:extLst xmlns:a="http://schemas.openxmlformats.org/drawingml/2006/main">
              <a:ext uri="{FF2B5EF4-FFF2-40B4-BE49-F238E27FC236}">
                <a16:creationId xmlns:a16="http://schemas.microsoft.com/office/drawing/2014/main" id="{B05A1C4F-F36E-4665-A3F6-DB0F9DC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0" name="p19-矩形-0040">
            <a:extLst xmlns:a="http://schemas.openxmlformats.org/drawingml/2006/main">
              <a:ext uri="{FF2B5EF4-FFF2-40B4-BE49-F238E27FC236}">
                <a16:creationId xmlns:a16="http://schemas.microsoft.com/office/drawing/2014/main" id="{3715DA93-EC57-444A-8FF5-480AD7B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1" name="p19-矩形-0041">
            <a:extLst xmlns:a="http://schemas.openxmlformats.org/drawingml/2006/main">
              <a:ext uri="{FF2B5EF4-FFF2-40B4-BE49-F238E27FC236}">
                <a16:creationId xmlns:a16="http://schemas.microsoft.com/office/drawing/2014/main" id="{83F5E6CE-3E0C-4E55-87EB-F2A8644F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42" name="p19-矩形-0042">
            <a:extLst xmlns:a="http://schemas.openxmlformats.org/drawingml/2006/main">
              <a:ext uri="{FF2B5EF4-FFF2-40B4-BE49-F238E27FC236}">
                <a16:creationId xmlns:a16="http://schemas.microsoft.com/office/drawing/2014/main" id="{333A6E12-CB7B-4CDF-A498-D72FB4A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3" name="p19-矩形-0043">
            <a:extLst xmlns:a="http://schemas.openxmlformats.org/drawingml/2006/main">
              <a:ext uri="{FF2B5EF4-FFF2-40B4-BE49-F238E27FC236}">
                <a16:creationId xmlns:a16="http://schemas.microsoft.com/office/drawing/2014/main" id="{D18F106A-1BE6-4F68-B847-8640D213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4" name="p19-矩形-0044">
            <a:extLst xmlns:a="http://schemas.openxmlformats.org/drawingml/2006/main">
              <a:ext uri="{FF2B5EF4-FFF2-40B4-BE49-F238E27FC236}">
                <a16:creationId xmlns:a16="http://schemas.microsoft.com/office/drawing/2014/main" id="{C0F11E21-2F56-4E9A-95BA-D442819A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5" name="p19-矩形-0045">
            <a:extLst xmlns:a="http://schemas.openxmlformats.org/drawingml/2006/main">
              <a:ext uri="{FF2B5EF4-FFF2-40B4-BE49-F238E27FC236}">
                <a16:creationId xmlns:a16="http://schemas.microsoft.com/office/drawing/2014/main" id="{F666C3B4-4D2F-4E34-B24D-0C6759D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6" name="p19-矩形-0046">
            <a:extLst xmlns:a="http://schemas.openxmlformats.org/drawingml/2006/main">
              <a:ext uri="{FF2B5EF4-FFF2-40B4-BE49-F238E27FC236}">
                <a16:creationId xmlns:a16="http://schemas.microsoft.com/office/drawing/2014/main" id="{F2FED874-5CF5-4B2F-918D-D50282A1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7" name="p19-矩形-0047">
            <a:extLst xmlns:a="http://schemas.openxmlformats.org/drawingml/2006/main">
              <a:ext uri="{FF2B5EF4-FFF2-40B4-BE49-F238E27FC236}">
                <a16:creationId xmlns:a16="http://schemas.microsoft.com/office/drawing/2014/main" id="{DE7D154D-AEE7-475B-B293-F7AEC8A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8" name="p19-矩形-0048">
            <a:extLst xmlns:a="http://schemas.openxmlformats.org/drawingml/2006/main">
              <a:ext uri="{FF2B5EF4-FFF2-40B4-BE49-F238E27FC236}">
                <a16:creationId xmlns:a16="http://schemas.microsoft.com/office/drawing/2014/main" id="{5FACB9BC-A770-4ABA-A91B-7785CA4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49" name="p19-矩形-0049">
            <a:extLst xmlns:a="http://schemas.openxmlformats.org/drawingml/2006/main">
              <a:ext uri="{FF2B5EF4-FFF2-40B4-BE49-F238E27FC236}">
                <a16:creationId xmlns:a16="http://schemas.microsoft.com/office/drawing/2014/main" id="{5D79DE04-95E6-43CC-ABF7-09D4709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50" name="p19-矩形-0050">
            <a:extLst xmlns:a="http://schemas.openxmlformats.org/drawingml/2006/main">
              <a:ext uri="{FF2B5EF4-FFF2-40B4-BE49-F238E27FC236}">
                <a16:creationId xmlns:a16="http://schemas.microsoft.com/office/drawing/2014/main" id="{456342EC-C0B0-4E10-B277-B49BEB9A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51" name="p19-矩形-0051">
            <a:extLst xmlns:a="http://schemas.openxmlformats.org/drawingml/2006/main">
              <a:ext uri="{FF2B5EF4-FFF2-40B4-BE49-F238E27FC236}">
                <a16:creationId xmlns:a16="http://schemas.microsoft.com/office/drawing/2014/main" id="{739A65B2-D13C-4973-9B0D-558A49D1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2" name="p19-矩形-0052">
            <a:extLst xmlns:a="http://schemas.openxmlformats.org/drawingml/2006/main">
              <a:ext uri="{FF2B5EF4-FFF2-40B4-BE49-F238E27FC236}">
                <a16:creationId xmlns:a16="http://schemas.microsoft.com/office/drawing/2014/main" id="{EC278532-C59F-404C-AAE6-09B255A8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3" name="p19-矩形-0053">
            <a:extLst xmlns:a="http://schemas.openxmlformats.org/drawingml/2006/main">
              <a:ext uri="{FF2B5EF4-FFF2-40B4-BE49-F238E27FC236}">
                <a16:creationId xmlns:a16="http://schemas.microsoft.com/office/drawing/2014/main" id="{FCABB550-8F24-4E54-9CBF-B9EC05A5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4" name="p19-文本-0054">
            <a:extLst xmlns:a="http://schemas.openxmlformats.org/drawingml/2006/main">
              <a:ext uri="{FF2B5EF4-FFF2-40B4-BE49-F238E27FC236}">
                <a16:creationId xmlns:a16="http://schemas.microsoft.com/office/drawing/2014/main" id="{052D45DD-FF80-4E4E-A3AE-088B01D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" y="29757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55" name="p19-文本-0055">
            <a:extLst xmlns:a="http://schemas.openxmlformats.org/drawingml/2006/main">
              <a:ext uri="{FF2B5EF4-FFF2-40B4-BE49-F238E27FC236}">
                <a16:creationId xmlns:a16="http://schemas.microsoft.com/office/drawing/2014/main" id="{639416A0-895E-43F6-BF63-9B3505AC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781" y="29757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56" name="p19-文本-0056">
            <a:extLst xmlns:a="http://schemas.openxmlformats.org/drawingml/2006/main">
              <a:ext uri="{FF2B5EF4-FFF2-40B4-BE49-F238E27FC236}">
                <a16:creationId xmlns:a16="http://schemas.microsoft.com/office/drawing/2014/main" id="{1651F226-E700-4F80-98BC-3096DB2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881" y="29757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9</a:t>
            </a:r>
          </a:p>
        </p:txBody>
      </p:sp>
      <p:sp>
        <p:nvSpPr>
          <p:cNvPr id="57" name="p19-文本-0057">
            <a:extLst xmlns:a="http://schemas.openxmlformats.org/drawingml/2006/main">
              <a:ext uri="{FF2B5EF4-FFF2-40B4-BE49-F238E27FC236}">
                <a16:creationId xmlns:a16="http://schemas.microsoft.com/office/drawing/2014/main" id="{8BEA213F-E492-4319-85DC-50F1A34D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3" y="1928675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58" name="p19-文本-0058">
            <a:extLst xmlns:a="http://schemas.openxmlformats.org/drawingml/2006/main">
              <a:ext uri="{FF2B5EF4-FFF2-40B4-BE49-F238E27FC236}">
                <a16:creationId xmlns:a16="http://schemas.microsoft.com/office/drawing/2014/main" id="{E2242DD8-CB90-4A6E-B548-34E7A32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3" y="2728775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59" name="p19-文本-0059">
            <a:extLst xmlns:a="http://schemas.openxmlformats.org/drawingml/2006/main">
              <a:ext uri="{FF2B5EF4-FFF2-40B4-BE49-F238E27FC236}">
                <a16:creationId xmlns:a16="http://schemas.microsoft.com/office/drawing/2014/main" id="{256D6F5A-750D-48D2-ABC9-18C83E8F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216"/>
            <a:ext cx="21431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横轴：处理梯度；纵轴：配方</a:t>
            </a:r>
          </a:p>
        </p:txBody>
      </p:sp>
      <p:sp>
        <p:nvSpPr>
          <p:cNvPr id="60" name="p19-矩形-0060">
            <a:extLst xmlns:a="http://schemas.openxmlformats.org/drawingml/2006/main">
              <a:ext uri="{FF2B5EF4-FFF2-40B4-BE49-F238E27FC236}">
                <a16:creationId xmlns:a16="http://schemas.microsoft.com/office/drawing/2014/main" id="{C2F27CB4-1647-4E6E-94A6-594A84A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32861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61" name="p19-矩形-0061">
            <a:extLst xmlns:a="http://schemas.openxmlformats.org/drawingml/2006/main">
              <a:ext uri="{FF2B5EF4-FFF2-40B4-BE49-F238E27FC236}">
                <a16:creationId xmlns:a16="http://schemas.microsoft.com/office/drawing/2014/main" id="{368C337F-EEE0-414C-B422-8D89941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3286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2" name="p19-文本-0062">
            <a:extLst xmlns:a="http://schemas.openxmlformats.org/drawingml/2006/main">
              <a:ext uri="{FF2B5EF4-FFF2-40B4-BE49-F238E27FC236}">
                <a16:creationId xmlns:a16="http://schemas.microsoft.com/office/drawing/2014/main" id="{D5367D9F-0287-4229-9118-D4DD4AF6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260" y="37267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候选结构</a:t>
            </a:r>
          </a:p>
        </p:txBody>
      </p:sp>
      <p:sp>
        <p:nvSpPr>
          <p:cNvPr id="63" name="p19-路径-0063">
            <a:extLst xmlns:a="http://schemas.openxmlformats.org/drawingml/2006/main">
              <a:ext uri="{FF2B5EF4-FFF2-40B4-BE49-F238E27FC236}">
                <a16:creationId xmlns:a16="http://schemas.microsoft.com/office/drawing/2014/main" id="{2B380ACE-26C2-4724-B010-194F03D7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" y="4465320"/>
            <a:ext cx="2135505" cy="440055"/>
          </a:xfrm>
          <a:custGeom xmlns:a="http://schemas.openxmlformats.org/drawingml/2006/main">
            <a:pathLst>
              <a:path w="2135505" h="440055">
                <a:moveTo>
                  <a:pt x="0" y="206692"/>
                </a:moveTo>
                <a:lnTo>
                  <a:pt x="21907" y="245745"/>
                </a:lnTo>
                <a:lnTo>
                  <a:pt x="42863" y="283845"/>
                </a:lnTo>
                <a:lnTo>
                  <a:pt x="64770" y="320040"/>
                </a:lnTo>
                <a:lnTo>
                  <a:pt x="86677" y="351472"/>
                </a:lnTo>
                <a:lnTo>
                  <a:pt x="107632" y="379095"/>
                </a:lnTo>
                <a:lnTo>
                  <a:pt x="129540" y="401002"/>
                </a:lnTo>
                <a:lnTo>
                  <a:pt x="151447" y="416242"/>
                </a:lnTo>
                <a:lnTo>
                  <a:pt x="172402" y="425767"/>
                </a:lnTo>
                <a:lnTo>
                  <a:pt x="194310" y="428625"/>
                </a:lnTo>
                <a:lnTo>
                  <a:pt x="215265" y="424815"/>
                </a:lnTo>
                <a:lnTo>
                  <a:pt x="237173" y="415290"/>
                </a:lnTo>
                <a:lnTo>
                  <a:pt x="259080" y="400050"/>
                </a:lnTo>
                <a:lnTo>
                  <a:pt x="280035" y="381000"/>
                </a:lnTo>
                <a:lnTo>
                  <a:pt x="301942" y="357188"/>
                </a:lnTo>
                <a:lnTo>
                  <a:pt x="323850" y="331470"/>
                </a:lnTo>
                <a:lnTo>
                  <a:pt x="344805" y="303847"/>
                </a:lnTo>
                <a:lnTo>
                  <a:pt x="366713" y="276225"/>
                </a:lnTo>
                <a:lnTo>
                  <a:pt x="388620" y="249555"/>
                </a:lnTo>
                <a:lnTo>
                  <a:pt x="409575" y="224790"/>
                </a:lnTo>
                <a:lnTo>
                  <a:pt x="431482" y="202883"/>
                </a:lnTo>
                <a:lnTo>
                  <a:pt x="453390" y="183833"/>
                </a:lnTo>
                <a:lnTo>
                  <a:pt x="474345" y="169545"/>
                </a:lnTo>
                <a:lnTo>
                  <a:pt x="496252" y="159067"/>
                </a:lnTo>
                <a:lnTo>
                  <a:pt x="518160" y="153352"/>
                </a:lnTo>
                <a:lnTo>
                  <a:pt x="539115" y="152400"/>
                </a:lnTo>
                <a:lnTo>
                  <a:pt x="561023" y="155258"/>
                </a:lnTo>
                <a:lnTo>
                  <a:pt x="581978" y="161925"/>
                </a:lnTo>
                <a:lnTo>
                  <a:pt x="603885" y="170497"/>
                </a:lnTo>
                <a:lnTo>
                  <a:pt x="625792" y="181927"/>
                </a:lnTo>
                <a:lnTo>
                  <a:pt x="646748" y="195263"/>
                </a:lnTo>
                <a:lnTo>
                  <a:pt x="668655" y="207645"/>
                </a:lnTo>
                <a:lnTo>
                  <a:pt x="690563" y="219075"/>
                </a:lnTo>
                <a:lnTo>
                  <a:pt x="711517" y="229552"/>
                </a:lnTo>
                <a:lnTo>
                  <a:pt x="733425" y="237172"/>
                </a:lnTo>
                <a:lnTo>
                  <a:pt x="755332" y="240983"/>
                </a:lnTo>
                <a:lnTo>
                  <a:pt x="776288" y="240983"/>
                </a:lnTo>
                <a:lnTo>
                  <a:pt x="798195" y="237172"/>
                </a:lnTo>
                <a:lnTo>
                  <a:pt x="820103" y="228600"/>
                </a:lnTo>
                <a:lnTo>
                  <a:pt x="841057" y="216217"/>
                </a:lnTo>
                <a:lnTo>
                  <a:pt x="862965" y="200025"/>
                </a:lnTo>
                <a:lnTo>
                  <a:pt x="884873" y="180022"/>
                </a:lnTo>
                <a:lnTo>
                  <a:pt x="905828" y="157163"/>
                </a:lnTo>
                <a:lnTo>
                  <a:pt x="927735" y="132397"/>
                </a:lnTo>
                <a:lnTo>
                  <a:pt x="948690" y="107633"/>
                </a:lnTo>
                <a:lnTo>
                  <a:pt x="970598" y="82867"/>
                </a:lnTo>
                <a:lnTo>
                  <a:pt x="992505" y="60008"/>
                </a:lnTo>
                <a:lnTo>
                  <a:pt x="1013460" y="39052"/>
                </a:lnTo>
                <a:lnTo>
                  <a:pt x="1035367" y="21908"/>
                </a:lnTo>
                <a:lnTo>
                  <a:pt x="1057275" y="8572"/>
                </a:lnTo>
                <a:lnTo>
                  <a:pt x="1078230" y="952"/>
                </a:lnTo>
                <a:lnTo>
                  <a:pt x="1100138" y="0"/>
                </a:lnTo>
                <a:lnTo>
                  <a:pt x="1122045" y="4763"/>
                </a:lnTo>
                <a:lnTo>
                  <a:pt x="1143000" y="15240"/>
                </a:lnTo>
                <a:lnTo>
                  <a:pt x="1164907" y="32385"/>
                </a:lnTo>
                <a:lnTo>
                  <a:pt x="1186815" y="55245"/>
                </a:lnTo>
                <a:lnTo>
                  <a:pt x="1207770" y="83820"/>
                </a:lnTo>
                <a:lnTo>
                  <a:pt x="1229678" y="116205"/>
                </a:lnTo>
                <a:lnTo>
                  <a:pt x="1250632" y="152400"/>
                </a:lnTo>
                <a:lnTo>
                  <a:pt x="1272540" y="191452"/>
                </a:lnTo>
                <a:lnTo>
                  <a:pt x="1294448" y="230505"/>
                </a:lnTo>
                <a:lnTo>
                  <a:pt x="1315403" y="269558"/>
                </a:lnTo>
                <a:lnTo>
                  <a:pt x="1337310" y="306705"/>
                </a:lnTo>
                <a:lnTo>
                  <a:pt x="1359218" y="341947"/>
                </a:lnTo>
                <a:lnTo>
                  <a:pt x="1380173" y="372427"/>
                </a:lnTo>
                <a:lnTo>
                  <a:pt x="1402080" y="398145"/>
                </a:lnTo>
                <a:lnTo>
                  <a:pt x="1423987" y="418148"/>
                </a:lnTo>
                <a:lnTo>
                  <a:pt x="1444943" y="432435"/>
                </a:lnTo>
                <a:lnTo>
                  <a:pt x="1466850" y="440055"/>
                </a:lnTo>
                <a:lnTo>
                  <a:pt x="1488757" y="440055"/>
                </a:lnTo>
                <a:lnTo>
                  <a:pt x="1509712" y="434340"/>
                </a:lnTo>
                <a:lnTo>
                  <a:pt x="1531620" y="421958"/>
                </a:lnTo>
                <a:lnTo>
                  <a:pt x="1553528" y="404813"/>
                </a:lnTo>
                <a:lnTo>
                  <a:pt x="1574482" y="382905"/>
                </a:lnTo>
                <a:lnTo>
                  <a:pt x="1596390" y="356235"/>
                </a:lnTo>
                <a:lnTo>
                  <a:pt x="1617345" y="328613"/>
                </a:lnTo>
                <a:lnTo>
                  <a:pt x="1639253" y="298133"/>
                </a:lnTo>
                <a:lnTo>
                  <a:pt x="1661160" y="268605"/>
                </a:lnTo>
                <a:lnTo>
                  <a:pt x="1682115" y="239077"/>
                </a:lnTo>
                <a:lnTo>
                  <a:pt x="1704023" y="211455"/>
                </a:lnTo>
                <a:lnTo>
                  <a:pt x="1725930" y="187642"/>
                </a:lnTo>
                <a:lnTo>
                  <a:pt x="1746885" y="166688"/>
                </a:lnTo>
                <a:lnTo>
                  <a:pt x="1768793" y="150495"/>
                </a:lnTo>
                <a:lnTo>
                  <a:pt x="1790700" y="139065"/>
                </a:lnTo>
                <a:lnTo>
                  <a:pt x="1811655" y="132397"/>
                </a:lnTo>
                <a:lnTo>
                  <a:pt x="1833562" y="129540"/>
                </a:lnTo>
                <a:lnTo>
                  <a:pt x="1855470" y="132397"/>
                </a:lnTo>
                <a:lnTo>
                  <a:pt x="1876425" y="138113"/>
                </a:lnTo>
                <a:lnTo>
                  <a:pt x="1898332" y="146685"/>
                </a:lnTo>
                <a:lnTo>
                  <a:pt x="1920240" y="159067"/>
                </a:lnTo>
                <a:lnTo>
                  <a:pt x="1941195" y="171450"/>
                </a:lnTo>
                <a:lnTo>
                  <a:pt x="1963103" y="184785"/>
                </a:lnTo>
                <a:lnTo>
                  <a:pt x="1984057" y="197167"/>
                </a:lnTo>
                <a:lnTo>
                  <a:pt x="2005965" y="208597"/>
                </a:lnTo>
                <a:lnTo>
                  <a:pt x="2027873" y="217170"/>
                </a:lnTo>
                <a:lnTo>
                  <a:pt x="2048828" y="222885"/>
                </a:lnTo>
                <a:lnTo>
                  <a:pt x="2070735" y="224790"/>
                </a:lnTo>
                <a:lnTo>
                  <a:pt x="2092643" y="222885"/>
                </a:lnTo>
                <a:lnTo>
                  <a:pt x="2113598" y="217170"/>
                </a:lnTo>
                <a:lnTo>
                  <a:pt x="2135505" y="206692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64" name="p19-路径-0064">
            <a:extLst xmlns:a="http://schemas.openxmlformats.org/drawingml/2006/main">
              <a:ext uri="{FF2B5EF4-FFF2-40B4-BE49-F238E27FC236}">
                <a16:creationId xmlns:a16="http://schemas.microsoft.com/office/drawing/2014/main" id="{9897A92C-89D4-4E2A-8D7E-648AFB79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" y="4507230"/>
            <a:ext cx="2135505" cy="414338"/>
          </a:xfrm>
          <a:custGeom xmlns:a="http://schemas.openxmlformats.org/drawingml/2006/main">
            <a:pathLst>
              <a:path w="2135505" h="414338">
                <a:moveTo>
                  <a:pt x="0" y="414338"/>
                </a:moveTo>
                <a:lnTo>
                  <a:pt x="21907" y="413385"/>
                </a:lnTo>
                <a:lnTo>
                  <a:pt x="42863" y="405765"/>
                </a:lnTo>
                <a:lnTo>
                  <a:pt x="64770" y="391477"/>
                </a:lnTo>
                <a:lnTo>
                  <a:pt x="86677" y="371475"/>
                </a:lnTo>
                <a:lnTo>
                  <a:pt x="107632" y="346710"/>
                </a:lnTo>
                <a:lnTo>
                  <a:pt x="129540" y="316230"/>
                </a:lnTo>
                <a:lnTo>
                  <a:pt x="151447" y="283845"/>
                </a:lnTo>
                <a:lnTo>
                  <a:pt x="172402" y="248603"/>
                </a:lnTo>
                <a:lnTo>
                  <a:pt x="194310" y="212408"/>
                </a:lnTo>
                <a:lnTo>
                  <a:pt x="215265" y="177165"/>
                </a:lnTo>
                <a:lnTo>
                  <a:pt x="237173" y="142875"/>
                </a:lnTo>
                <a:lnTo>
                  <a:pt x="259080" y="111442"/>
                </a:lnTo>
                <a:lnTo>
                  <a:pt x="280035" y="83820"/>
                </a:lnTo>
                <a:lnTo>
                  <a:pt x="301942" y="60960"/>
                </a:lnTo>
                <a:lnTo>
                  <a:pt x="323850" y="42863"/>
                </a:lnTo>
                <a:lnTo>
                  <a:pt x="344805" y="30480"/>
                </a:lnTo>
                <a:lnTo>
                  <a:pt x="366713" y="22860"/>
                </a:lnTo>
                <a:lnTo>
                  <a:pt x="388620" y="21908"/>
                </a:lnTo>
                <a:lnTo>
                  <a:pt x="409575" y="24765"/>
                </a:lnTo>
                <a:lnTo>
                  <a:pt x="431482" y="33338"/>
                </a:lnTo>
                <a:lnTo>
                  <a:pt x="453390" y="44767"/>
                </a:lnTo>
                <a:lnTo>
                  <a:pt x="474345" y="59055"/>
                </a:lnTo>
                <a:lnTo>
                  <a:pt x="496252" y="76200"/>
                </a:lnTo>
                <a:lnTo>
                  <a:pt x="518160" y="93345"/>
                </a:lnTo>
                <a:lnTo>
                  <a:pt x="539115" y="110490"/>
                </a:lnTo>
                <a:lnTo>
                  <a:pt x="561023" y="126683"/>
                </a:lnTo>
                <a:lnTo>
                  <a:pt x="581978" y="140970"/>
                </a:lnTo>
                <a:lnTo>
                  <a:pt x="603885" y="152400"/>
                </a:lnTo>
                <a:lnTo>
                  <a:pt x="625792" y="160020"/>
                </a:lnTo>
                <a:lnTo>
                  <a:pt x="646748" y="164783"/>
                </a:lnTo>
                <a:lnTo>
                  <a:pt x="668655" y="164783"/>
                </a:lnTo>
                <a:lnTo>
                  <a:pt x="690563" y="160973"/>
                </a:lnTo>
                <a:lnTo>
                  <a:pt x="711517" y="153353"/>
                </a:lnTo>
                <a:lnTo>
                  <a:pt x="733425" y="142875"/>
                </a:lnTo>
                <a:lnTo>
                  <a:pt x="755332" y="129540"/>
                </a:lnTo>
                <a:lnTo>
                  <a:pt x="776288" y="114300"/>
                </a:lnTo>
                <a:lnTo>
                  <a:pt x="798195" y="98108"/>
                </a:lnTo>
                <a:lnTo>
                  <a:pt x="820103" y="81915"/>
                </a:lnTo>
                <a:lnTo>
                  <a:pt x="841057" y="66675"/>
                </a:lnTo>
                <a:lnTo>
                  <a:pt x="862965" y="53340"/>
                </a:lnTo>
                <a:lnTo>
                  <a:pt x="884873" y="43815"/>
                </a:lnTo>
                <a:lnTo>
                  <a:pt x="905828" y="38100"/>
                </a:lnTo>
                <a:lnTo>
                  <a:pt x="927735" y="36195"/>
                </a:lnTo>
                <a:lnTo>
                  <a:pt x="948690" y="40005"/>
                </a:lnTo>
                <a:lnTo>
                  <a:pt x="970598" y="49530"/>
                </a:lnTo>
                <a:lnTo>
                  <a:pt x="992505" y="62865"/>
                </a:lnTo>
                <a:lnTo>
                  <a:pt x="1013460" y="82867"/>
                </a:lnTo>
                <a:lnTo>
                  <a:pt x="1035367" y="106680"/>
                </a:lnTo>
                <a:lnTo>
                  <a:pt x="1057275" y="135255"/>
                </a:lnTo>
                <a:lnTo>
                  <a:pt x="1078230" y="166688"/>
                </a:lnTo>
                <a:lnTo>
                  <a:pt x="1100138" y="200025"/>
                </a:lnTo>
                <a:lnTo>
                  <a:pt x="1122045" y="235267"/>
                </a:lnTo>
                <a:lnTo>
                  <a:pt x="1143000" y="269558"/>
                </a:lnTo>
                <a:lnTo>
                  <a:pt x="1164907" y="302895"/>
                </a:lnTo>
                <a:lnTo>
                  <a:pt x="1186815" y="333375"/>
                </a:lnTo>
                <a:lnTo>
                  <a:pt x="1207770" y="360998"/>
                </a:lnTo>
                <a:lnTo>
                  <a:pt x="1229678" y="382905"/>
                </a:lnTo>
                <a:lnTo>
                  <a:pt x="1250632" y="399098"/>
                </a:lnTo>
                <a:lnTo>
                  <a:pt x="1272540" y="409575"/>
                </a:lnTo>
                <a:lnTo>
                  <a:pt x="1294448" y="413385"/>
                </a:lnTo>
                <a:lnTo>
                  <a:pt x="1315403" y="410527"/>
                </a:lnTo>
                <a:lnTo>
                  <a:pt x="1337310" y="400050"/>
                </a:lnTo>
                <a:lnTo>
                  <a:pt x="1359218" y="383858"/>
                </a:lnTo>
                <a:lnTo>
                  <a:pt x="1380173" y="360998"/>
                </a:lnTo>
                <a:lnTo>
                  <a:pt x="1402080" y="333375"/>
                </a:lnTo>
                <a:lnTo>
                  <a:pt x="1423987" y="301942"/>
                </a:lnTo>
                <a:lnTo>
                  <a:pt x="1444943" y="266700"/>
                </a:lnTo>
                <a:lnTo>
                  <a:pt x="1466850" y="229553"/>
                </a:lnTo>
                <a:lnTo>
                  <a:pt x="1488757" y="192405"/>
                </a:lnTo>
                <a:lnTo>
                  <a:pt x="1509712" y="155258"/>
                </a:lnTo>
                <a:lnTo>
                  <a:pt x="1531620" y="120967"/>
                </a:lnTo>
                <a:lnTo>
                  <a:pt x="1553528" y="88583"/>
                </a:lnTo>
                <a:lnTo>
                  <a:pt x="1574482" y="60960"/>
                </a:lnTo>
                <a:lnTo>
                  <a:pt x="1596390" y="37148"/>
                </a:lnTo>
                <a:lnTo>
                  <a:pt x="1617345" y="19050"/>
                </a:lnTo>
                <a:lnTo>
                  <a:pt x="1639253" y="6667"/>
                </a:lnTo>
                <a:lnTo>
                  <a:pt x="1661160" y="953"/>
                </a:lnTo>
                <a:lnTo>
                  <a:pt x="1682115" y="0"/>
                </a:lnTo>
                <a:lnTo>
                  <a:pt x="1704023" y="4763"/>
                </a:lnTo>
                <a:lnTo>
                  <a:pt x="1725930" y="13335"/>
                </a:lnTo>
                <a:lnTo>
                  <a:pt x="1746885" y="26670"/>
                </a:lnTo>
                <a:lnTo>
                  <a:pt x="1768793" y="42863"/>
                </a:lnTo>
                <a:lnTo>
                  <a:pt x="1790700" y="61913"/>
                </a:lnTo>
                <a:lnTo>
                  <a:pt x="1811655" y="80963"/>
                </a:lnTo>
                <a:lnTo>
                  <a:pt x="1833562" y="100965"/>
                </a:lnTo>
                <a:lnTo>
                  <a:pt x="1855470" y="120015"/>
                </a:lnTo>
                <a:lnTo>
                  <a:pt x="1876425" y="136208"/>
                </a:lnTo>
                <a:lnTo>
                  <a:pt x="1898332" y="150495"/>
                </a:lnTo>
                <a:lnTo>
                  <a:pt x="1920240" y="160973"/>
                </a:lnTo>
                <a:lnTo>
                  <a:pt x="1941195" y="167640"/>
                </a:lnTo>
                <a:lnTo>
                  <a:pt x="1963103" y="170498"/>
                </a:lnTo>
                <a:lnTo>
                  <a:pt x="1984057" y="168592"/>
                </a:lnTo>
                <a:lnTo>
                  <a:pt x="2005965" y="163830"/>
                </a:lnTo>
                <a:lnTo>
                  <a:pt x="2027873" y="155258"/>
                </a:lnTo>
                <a:lnTo>
                  <a:pt x="2048828" y="143828"/>
                </a:lnTo>
                <a:lnTo>
                  <a:pt x="2070735" y="130492"/>
                </a:lnTo>
                <a:lnTo>
                  <a:pt x="2092643" y="116205"/>
                </a:lnTo>
                <a:lnTo>
                  <a:pt x="2113598" y="100965"/>
                </a:lnTo>
                <a:lnTo>
                  <a:pt x="2135505" y="8763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43434"/>
            </a:solidFill>
          </a:ln>
        </p:spPr>
      </p:sp>
      <p:sp>
        <p:nvSpPr>
          <p:cNvPr id="65" name="p19-椭圆-0065">
            <a:extLst xmlns:a="http://schemas.openxmlformats.org/drawingml/2006/main">
              <a:ext uri="{FF2B5EF4-FFF2-40B4-BE49-F238E27FC236}">
                <a16:creationId xmlns:a16="http://schemas.microsoft.com/office/drawing/2014/main" id="{0CC72E6D-3117-486B-9D76-ABEB0DFB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34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6" name="p19-椭圆-0066">
            <a:extLst xmlns:a="http://schemas.openxmlformats.org/drawingml/2006/main">
              <a:ext uri="{FF2B5EF4-FFF2-40B4-BE49-F238E27FC236}">
                <a16:creationId xmlns:a16="http://schemas.microsoft.com/office/drawing/2014/main" id="{B58F9540-41DB-4CB2-8A4E-ED06091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474442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7" name="p19-椭圆-0067">
            <a:extLst xmlns:a="http://schemas.openxmlformats.org/drawingml/2006/main">
              <a:ext uri="{FF2B5EF4-FFF2-40B4-BE49-F238E27FC236}">
                <a16:creationId xmlns:a16="http://schemas.microsoft.com/office/drawing/2014/main" id="{85D5B27D-4746-4505-843B-1A7096F0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5256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8" name="p19-椭圆-0068">
            <a:extLst xmlns:a="http://schemas.openxmlformats.org/drawingml/2006/main">
              <a:ext uri="{FF2B5EF4-FFF2-40B4-BE49-F238E27FC236}">
                <a16:creationId xmlns:a16="http://schemas.microsoft.com/office/drawing/2014/main" id="{40D5196A-EB4A-45FB-B145-52E36AF3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213" y="466037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9" name="p19-椭圆-0069">
            <a:extLst xmlns:a="http://schemas.openxmlformats.org/drawingml/2006/main">
              <a:ext uri="{FF2B5EF4-FFF2-40B4-BE49-F238E27FC236}">
                <a16:creationId xmlns:a16="http://schemas.microsoft.com/office/drawing/2014/main" id="{6E10B5A1-742E-4135-B8A7-7AC9A18B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52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0" name="p19-椭圆-0070">
            <a:extLst xmlns:a="http://schemas.openxmlformats.org/drawingml/2006/main">
              <a:ext uri="{FF2B5EF4-FFF2-40B4-BE49-F238E27FC236}">
                <a16:creationId xmlns:a16="http://schemas.microsoft.com/office/drawing/2014/main" id="{06B0CA2C-8079-4CD7-99B3-DC22BBF1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452835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1" name="p19-椭圆-0071">
            <a:extLst xmlns:a="http://schemas.openxmlformats.org/drawingml/2006/main">
              <a:ext uri="{FF2B5EF4-FFF2-40B4-BE49-F238E27FC236}">
                <a16:creationId xmlns:a16="http://schemas.microsoft.com/office/drawing/2014/main" id="{4C1C7EDE-7198-4D41-BA9C-5F762962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0990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2" name="p19-文本-0072">
            <a:extLst xmlns:a="http://schemas.openxmlformats.org/drawingml/2006/main">
              <a:ext uri="{FF2B5EF4-FFF2-40B4-BE49-F238E27FC236}">
                <a16:creationId xmlns:a16="http://schemas.microsoft.com/office/drawing/2014/main" id="{08A2853C-834C-4E9F-8F4A-D8E92F2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6256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分散链段形成可达界面</a:t>
            </a:r>
          </a:p>
        </p:txBody>
      </p:sp>
      <p:sp>
        <p:nvSpPr>
          <p:cNvPr id="73" name="p19-文本-0073">
            <a:extLst xmlns:a="http://schemas.openxmlformats.org/drawingml/2006/main">
              <a:ext uri="{FF2B5EF4-FFF2-40B4-BE49-F238E27FC236}">
                <a16:creationId xmlns:a16="http://schemas.microsoft.com/office/drawing/2014/main" id="{22AC1C97-8D08-4A52-A2DD-274D924D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2481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结构示意用于解释响应</a:t>
            </a:r>
          </a:p>
        </p:txBody>
      </p:sp>
      <p:sp>
        <p:nvSpPr>
          <p:cNvPr id="74" name="p19-矩形-0074">
            <a:extLst xmlns:a="http://schemas.openxmlformats.org/drawingml/2006/main">
              <a:ext uri="{FF2B5EF4-FFF2-40B4-BE49-F238E27FC236}">
                <a16:creationId xmlns:a16="http://schemas.microsoft.com/office/drawing/2014/main" id="{5D8D901F-A3ED-49E4-B047-3D90599A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81125"/>
            <a:ext cx="765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5" name="p19-矩形-0075">
            <a:extLst xmlns:a="http://schemas.openxmlformats.org/drawingml/2006/main">
              <a:ext uri="{FF2B5EF4-FFF2-40B4-BE49-F238E27FC236}">
                <a16:creationId xmlns:a16="http://schemas.microsoft.com/office/drawing/2014/main" id="{F8673DE3-A7A9-4657-BB11-0D644385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81125"/>
            <a:ext cx="765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6" name="p19-文本-0076">
            <a:extLst xmlns:a="http://schemas.openxmlformats.org/drawingml/2006/main">
              <a:ext uri="{FF2B5EF4-FFF2-40B4-BE49-F238E27FC236}">
                <a16:creationId xmlns:a16="http://schemas.microsoft.com/office/drawing/2014/main" id="{95AF2EFB-59FC-4E0B-8505-FF3E2097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5" y="1402649"/>
            <a:ext cx="26443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主证据：响应随处理程度变化</a:t>
            </a:r>
          </a:p>
        </p:txBody>
      </p:sp>
      <p:sp>
        <p:nvSpPr>
          <p:cNvPr id="77" name="p19-矩形-0077">
            <a:extLst xmlns:a="http://schemas.openxmlformats.org/drawingml/2006/main">
              <a:ext uri="{FF2B5EF4-FFF2-40B4-BE49-F238E27FC236}">
                <a16:creationId xmlns:a16="http://schemas.microsoft.com/office/drawing/2014/main" id="{720A2FC3-7DCE-415D-8849-029CF6F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62250"/>
            <a:ext cx="90487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4E79"/>
            </a:solidFill>
            <a:prstDash val="dash"/>
          </a:ln>
        </p:spPr>
      </p:sp>
      <p:sp>
        <p:nvSpPr>
          <p:cNvPr id="78" name="p19-文本-0078">
            <a:extLst xmlns:a="http://schemas.openxmlformats.org/drawingml/2006/main">
              <a:ext uri="{FF2B5EF4-FFF2-40B4-BE49-F238E27FC236}">
                <a16:creationId xmlns:a16="http://schemas.microsoft.com/office/drawing/2014/main" id="{0DFF8A56-7E0F-4AFD-BE06-4669A3EF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720" y="1932031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候选窗口</a:t>
            </a:r>
          </a:p>
        </p:txBody>
      </p:sp>
      <p:sp>
        <p:nvSpPr>
          <p:cNvPr id="79" name="p19-线-0079">
            <a:extLst xmlns:a="http://schemas.openxmlformats.org/drawingml/2006/main">
              <a:ext uri="{FF2B5EF4-FFF2-40B4-BE49-F238E27FC236}">
                <a16:creationId xmlns:a16="http://schemas.microsoft.com/office/drawing/2014/main" id="{4C2910B7-714D-40CB-9EE9-08482A6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4314825" cy="95"/>
          </a:xfrm>
          <a:custGeom xmlns:a="http://schemas.openxmlformats.org/drawingml/2006/main">
            <a:pathLst>
              <a:path w="4314825" h="95">
                <a:moveTo>
                  <a:pt x="0" y="0"/>
                </a:moveTo>
                <a:lnTo>
                  <a:pt x="431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80" name="p19-线-0080">
            <a:extLst xmlns:a="http://schemas.openxmlformats.org/drawingml/2006/main">
              <a:ext uri="{FF2B5EF4-FFF2-40B4-BE49-F238E27FC236}">
                <a16:creationId xmlns:a16="http://schemas.microsoft.com/office/drawing/2014/main" id="{546A7888-83A5-4576-B399-72DD32E8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95" cy="2076450"/>
          </a:xfrm>
          <a:custGeom xmlns:a="http://schemas.openxmlformats.org/drawingml/2006/main">
            <a:pathLst>
              <a:path w="95" h="2076450">
                <a:moveTo>
                  <a:pt x="0" y="0"/>
                </a:moveTo>
                <a:lnTo>
                  <a:pt x="0" y="2076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81" name="p19-线-0081">
            <a:extLst xmlns:a="http://schemas.openxmlformats.org/drawingml/2006/main">
              <a:ext uri="{FF2B5EF4-FFF2-40B4-BE49-F238E27FC236}">
                <a16:creationId xmlns:a16="http://schemas.microsoft.com/office/drawing/2014/main" id="{2EFA1E99-D154-48CF-9DB4-8538F1CD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4314825" cy="95"/>
          </a:xfrm>
          <a:custGeom xmlns:a="http://schemas.openxmlformats.org/drawingml/2006/main">
            <a:pathLst>
              <a:path w="4314825" h="95">
                <a:moveTo>
                  <a:pt x="0" y="0"/>
                </a:moveTo>
                <a:lnTo>
                  <a:pt x="431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82" name="p19-文本-0082">
            <a:extLst xmlns:a="http://schemas.openxmlformats.org/drawingml/2006/main">
              <a:ext uri="{FF2B5EF4-FFF2-40B4-BE49-F238E27FC236}">
                <a16:creationId xmlns:a16="http://schemas.microsoft.com/office/drawing/2014/main" id="{63DDB13C-C4B4-43F3-A397-DE9C40C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6749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83" name="p19-线-0083">
            <a:extLst xmlns:a="http://schemas.openxmlformats.org/drawingml/2006/main">
              <a:ext uri="{FF2B5EF4-FFF2-40B4-BE49-F238E27FC236}">
                <a16:creationId xmlns:a16="http://schemas.microsoft.com/office/drawing/2014/main" id="{308C1FE4-49AF-4B3E-8300-BBC6B280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00475"/>
            <a:ext cx="4314825" cy="95"/>
          </a:xfrm>
          <a:custGeom xmlns:a="http://schemas.openxmlformats.org/drawingml/2006/main">
            <a:pathLst>
              <a:path w="4314825" h="95">
                <a:moveTo>
                  <a:pt x="0" y="0"/>
                </a:moveTo>
                <a:lnTo>
                  <a:pt x="431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84" name="p19-文本-0084">
            <a:extLst xmlns:a="http://schemas.openxmlformats.org/drawingml/2006/main">
              <a:ext uri="{FF2B5EF4-FFF2-40B4-BE49-F238E27FC236}">
                <a16:creationId xmlns:a16="http://schemas.microsoft.com/office/drawing/2014/main" id="{F1DF6967-38AF-4B85-89D2-FC819308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3729270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85" name="p19-线-0085">
            <a:extLst xmlns:a="http://schemas.openxmlformats.org/drawingml/2006/main">
              <a:ext uri="{FF2B5EF4-FFF2-40B4-BE49-F238E27FC236}">
                <a16:creationId xmlns:a16="http://schemas.microsoft.com/office/drawing/2014/main" id="{EA560009-D4A4-440B-9EAC-52ABC4CE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4314825" cy="95"/>
          </a:xfrm>
          <a:custGeom xmlns:a="http://schemas.openxmlformats.org/drawingml/2006/main">
            <a:pathLst>
              <a:path w="4314825" h="95">
                <a:moveTo>
                  <a:pt x="0" y="0"/>
                </a:moveTo>
                <a:lnTo>
                  <a:pt x="431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86" name="p19-文本-0086">
            <a:extLst xmlns:a="http://schemas.openxmlformats.org/drawingml/2006/main">
              <a:ext uri="{FF2B5EF4-FFF2-40B4-BE49-F238E27FC236}">
                <a16:creationId xmlns:a16="http://schemas.microsoft.com/office/drawing/2014/main" id="{32B94AB4-70DE-40FD-B3B6-2A87B9B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104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7" name="p19-路径-0087">
            <a:extLst xmlns:a="http://schemas.openxmlformats.org/drawingml/2006/main">
              <a:ext uri="{FF2B5EF4-FFF2-40B4-BE49-F238E27FC236}">
                <a16:creationId xmlns:a16="http://schemas.microsoft.com/office/drawing/2014/main" id="{4C3A1895-47A7-4674-936B-9411291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2828"/>
            <a:ext cx="4314825" cy="1099185"/>
          </a:xfrm>
          <a:custGeom xmlns:a="http://schemas.openxmlformats.org/drawingml/2006/main">
            <a:pathLst>
              <a:path w="4314825" h="1099185">
                <a:moveTo>
                  <a:pt x="0" y="1093470"/>
                </a:moveTo>
                <a:lnTo>
                  <a:pt x="72390" y="1089660"/>
                </a:lnTo>
                <a:lnTo>
                  <a:pt x="143828" y="1085850"/>
                </a:lnTo>
                <a:lnTo>
                  <a:pt x="215265" y="1079182"/>
                </a:lnTo>
                <a:lnTo>
                  <a:pt x="287655" y="1071563"/>
                </a:lnTo>
                <a:lnTo>
                  <a:pt x="360045" y="1060132"/>
                </a:lnTo>
                <a:lnTo>
                  <a:pt x="431482" y="1045845"/>
                </a:lnTo>
                <a:lnTo>
                  <a:pt x="503872" y="1026795"/>
                </a:lnTo>
                <a:lnTo>
                  <a:pt x="575310" y="1003935"/>
                </a:lnTo>
                <a:lnTo>
                  <a:pt x="647700" y="974407"/>
                </a:lnTo>
                <a:lnTo>
                  <a:pt x="719138" y="938213"/>
                </a:lnTo>
                <a:lnTo>
                  <a:pt x="790575" y="895350"/>
                </a:lnTo>
                <a:lnTo>
                  <a:pt x="862965" y="845820"/>
                </a:lnTo>
                <a:lnTo>
                  <a:pt x="934403" y="787717"/>
                </a:lnTo>
                <a:lnTo>
                  <a:pt x="1006793" y="722947"/>
                </a:lnTo>
                <a:lnTo>
                  <a:pt x="1078230" y="651510"/>
                </a:lnTo>
                <a:lnTo>
                  <a:pt x="1150620" y="574357"/>
                </a:lnTo>
                <a:lnTo>
                  <a:pt x="1223010" y="493395"/>
                </a:lnTo>
                <a:lnTo>
                  <a:pt x="1294447" y="410527"/>
                </a:lnTo>
                <a:lnTo>
                  <a:pt x="1366838" y="328613"/>
                </a:lnTo>
                <a:lnTo>
                  <a:pt x="1438275" y="250507"/>
                </a:lnTo>
                <a:lnTo>
                  <a:pt x="1509713" y="178117"/>
                </a:lnTo>
                <a:lnTo>
                  <a:pt x="1582103" y="115252"/>
                </a:lnTo>
                <a:lnTo>
                  <a:pt x="1653540" y="63817"/>
                </a:lnTo>
                <a:lnTo>
                  <a:pt x="1725930" y="26670"/>
                </a:lnTo>
                <a:lnTo>
                  <a:pt x="1798320" y="4763"/>
                </a:lnTo>
                <a:lnTo>
                  <a:pt x="1869757" y="0"/>
                </a:lnTo>
                <a:lnTo>
                  <a:pt x="1942147" y="11430"/>
                </a:lnTo>
                <a:lnTo>
                  <a:pt x="2013585" y="39052"/>
                </a:lnTo>
                <a:lnTo>
                  <a:pt x="2085975" y="82867"/>
                </a:lnTo>
                <a:lnTo>
                  <a:pt x="2157413" y="139065"/>
                </a:lnTo>
                <a:lnTo>
                  <a:pt x="2228850" y="205740"/>
                </a:lnTo>
                <a:lnTo>
                  <a:pt x="2301240" y="280988"/>
                </a:lnTo>
                <a:lnTo>
                  <a:pt x="2373630" y="360997"/>
                </a:lnTo>
                <a:lnTo>
                  <a:pt x="2445068" y="443865"/>
                </a:lnTo>
                <a:lnTo>
                  <a:pt x="2516505" y="525780"/>
                </a:lnTo>
                <a:lnTo>
                  <a:pt x="2588895" y="605790"/>
                </a:lnTo>
                <a:lnTo>
                  <a:pt x="2661285" y="681038"/>
                </a:lnTo>
                <a:lnTo>
                  <a:pt x="2732723" y="749617"/>
                </a:lnTo>
                <a:lnTo>
                  <a:pt x="2805113" y="811530"/>
                </a:lnTo>
                <a:lnTo>
                  <a:pt x="2876550" y="866775"/>
                </a:lnTo>
                <a:lnTo>
                  <a:pt x="2947988" y="913447"/>
                </a:lnTo>
                <a:lnTo>
                  <a:pt x="3020378" y="953452"/>
                </a:lnTo>
                <a:lnTo>
                  <a:pt x="3091815" y="986790"/>
                </a:lnTo>
                <a:lnTo>
                  <a:pt x="3164205" y="1013460"/>
                </a:lnTo>
                <a:lnTo>
                  <a:pt x="3236595" y="1035367"/>
                </a:lnTo>
                <a:lnTo>
                  <a:pt x="3308032" y="1052513"/>
                </a:lnTo>
                <a:lnTo>
                  <a:pt x="3380423" y="1064895"/>
                </a:lnTo>
                <a:lnTo>
                  <a:pt x="3451860" y="1075372"/>
                </a:lnTo>
                <a:lnTo>
                  <a:pt x="3524250" y="1082040"/>
                </a:lnTo>
                <a:lnTo>
                  <a:pt x="3595688" y="1087755"/>
                </a:lnTo>
                <a:lnTo>
                  <a:pt x="3667125" y="1091565"/>
                </a:lnTo>
                <a:lnTo>
                  <a:pt x="3739515" y="1094422"/>
                </a:lnTo>
                <a:lnTo>
                  <a:pt x="3810953" y="1096327"/>
                </a:lnTo>
                <a:lnTo>
                  <a:pt x="3883343" y="1097280"/>
                </a:lnTo>
                <a:lnTo>
                  <a:pt x="3954780" y="1098232"/>
                </a:lnTo>
                <a:lnTo>
                  <a:pt x="4027170" y="1099185"/>
                </a:lnTo>
                <a:lnTo>
                  <a:pt x="4098607" y="1099185"/>
                </a:lnTo>
                <a:lnTo>
                  <a:pt x="4170998" y="1099185"/>
                </a:lnTo>
                <a:lnTo>
                  <a:pt x="4243388" y="1099185"/>
                </a:lnTo>
                <a:lnTo>
                  <a:pt x="4314825" y="109918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88" name="p19-椭圆-0088">
            <a:extLst xmlns:a="http://schemas.openxmlformats.org/drawingml/2006/main">
              <a:ext uri="{FF2B5EF4-FFF2-40B4-BE49-F238E27FC236}">
                <a16:creationId xmlns:a16="http://schemas.microsoft.com/office/drawing/2014/main" id="{46BC116D-F95B-409E-9214-FA4A170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423" y="463649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9" name="p19-椭圆-0089">
            <a:extLst xmlns:a="http://schemas.openxmlformats.org/drawingml/2006/main">
              <a:ext uri="{FF2B5EF4-FFF2-40B4-BE49-F238E27FC236}">
                <a16:creationId xmlns:a16="http://schemas.microsoft.com/office/drawing/2014/main" id="{D67526F5-1951-4A17-A459-95D4637A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388" y="438884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0" name="p19-椭圆-0090">
            <a:extLst xmlns:a="http://schemas.openxmlformats.org/drawingml/2006/main">
              <a:ext uri="{FF2B5EF4-FFF2-40B4-BE49-F238E27FC236}">
                <a16:creationId xmlns:a16="http://schemas.microsoft.com/office/drawing/2014/main" id="{22BA1CE5-52FD-4416-8900-F831674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353" y="356963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1" name="p19-椭圆-0091">
            <a:extLst xmlns:a="http://schemas.openxmlformats.org/drawingml/2006/main">
              <a:ext uri="{FF2B5EF4-FFF2-40B4-BE49-F238E27FC236}">
                <a16:creationId xmlns:a16="http://schemas.microsoft.com/office/drawing/2014/main" id="{31E9DC9F-8FE1-4416-82DB-F734AA12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317" y="414883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19-椭圆-0092">
            <a:extLst xmlns:a="http://schemas.openxmlformats.org/drawingml/2006/main">
              <a:ext uri="{FF2B5EF4-FFF2-40B4-BE49-F238E27FC236}">
                <a16:creationId xmlns:a16="http://schemas.microsoft.com/office/drawing/2014/main" id="{197D4609-5D3B-4328-88BC-8AA7CF7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283" y="461824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19-椭圆-0093">
            <a:extLst xmlns:a="http://schemas.openxmlformats.org/drawingml/2006/main">
              <a:ext uri="{FF2B5EF4-FFF2-40B4-BE49-F238E27FC236}">
                <a16:creationId xmlns:a16="http://schemas.microsoft.com/office/drawing/2014/main" id="{763A7809-70D9-4477-BFB2-7FD9A3E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248" y="464292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4" name="p19-路径-0094">
            <a:extLst xmlns:a="http://schemas.openxmlformats.org/drawingml/2006/main">
              <a:ext uri="{FF2B5EF4-FFF2-40B4-BE49-F238E27FC236}">
                <a16:creationId xmlns:a16="http://schemas.microsoft.com/office/drawing/2014/main" id="{45E59C19-C287-4612-AB1B-982322C6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5623"/>
            <a:ext cx="4314825" cy="1596390"/>
          </a:xfrm>
          <a:custGeom xmlns:a="http://schemas.openxmlformats.org/drawingml/2006/main">
            <a:pathLst>
              <a:path w="4314825" h="1596390">
                <a:moveTo>
                  <a:pt x="0" y="1596390"/>
                </a:moveTo>
                <a:lnTo>
                  <a:pt x="72390" y="1596390"/>
                </a:lnTo>
                <a:lnTo>
                  <a:pt x="143828" y="1595438"/>
                </a:lnTo>
                <a:lnTo>
                  <a:pt x="215265" y="1594485"/>
                </a:lnTo>
                <a:lnTo>
                  <a:pt x="287655" y="1593533"/>
                </a:lnTo>
                <a:lnTo>
                  <a:pt x="360045" y="1591628"/>
                </a:lnTo>
                <a:lnTo>
                  <a:pt x="431482" y="1589723"/>
                </a:lnTo>
                <a:lnTo>
                  <a:pt x="503872" y="1585913"/>
                </a:lnTo>
                <a:lnTo>
                  <a:pt x="575310" y="1580198"/>
                </a:lnTo>
                <a:lnTo>
                  <a:pt x="647700" y="1573530"/>
                </a:lnTo>
                <a:lnTo>
                  <a:pt x="719138" y="1563053"/>
                </a:lnTo>
                <a:lnTo>
                  <a:pt x="790575" y="1549718"/>
                </a:lnTo>
                <a:lnTo>
                  <a:pt x="862965" y="1531620"/>
                </a:lnTo>
                <a:lnTo>
                  <a:pt x="934403" y="1508760"/>
                </a:lnTo>
                <a:lnTo>
                  <a:pt x="1006793" y="1479233"/>
                </a:lnTo>
                <a:lnTo>
                  <a:pt x="1078230" y="1441133"/>
                </a:lnTo>
                <a:lnTo>
                  <a:pt x="1150620" y="1395413"/>
                </a:lnTo>
                <a:lnTo>
                  <a:pt x="1223010" y="1339215"/>
                </a:lnTo>
                <a:lnTo>
                  <a:pt x="1294447" y="1272540"/>
                </a:lnTo>
                <a:lnTo>
                  <a:pt x="1366838" y="1195388"/>
                </a:lnTo>
                <a:lnTo>
                  <a:pt x="1438275" y="1106805"/>
                </a:lnTo>
                <a:lnTo>
                  <a:pt x="1509713" y="1008698"/>
                </a:lnTo>
                <a:lnTo>
                  <a:pt x="1582103" y="901065"/>
                </a:lnTo>
                <a:lnTo>
                  <a:pt x="1653540" y="786765"/>
                </a:lnTo>
                <a:lnTo>
                  <a:pt x="1725930" y="667703"/>
                </a:lnTo>
                <a:lnTo>
                  <a:pt x="1798320" y="547688"/>
                </a:lnTo>
                <a:lnTo>
                  <a:pt x="1869757" y="430530"/>
                </a:lnTo>
                <a:lnTo>
                  <a:pt x="1942147" y="319088"/>
                </a:lnTo>
                <a:lnTo>
                  <a:pt x="2013585" y="219075"/>
                </a:lnTo>
                <a:lnTo>
                  <a:pt x="2085975" y="134303"/>
                </a:lnTo>
                <a:lnTo>
                  <a:pt x="2157413" y="67628"/>
                </a:lnTo>
                <a:lnTo>
                  <a:pt x="2228850" y="21908"/>
                </a:lnTo>
                <a:lnTo>
                  <a:pt x="2301240" y="0"/>
                </a:lnTo>
                <a:lnTo>
                  <a:pt x="2373630" y="2858"/>
                </a:lnTo>
                <a:lnTo>
                  <a:pt x="2445068" y="29528"/>
                </a:lnTo>
                <a:lnTo>
                  <a:pt x="2516505" y="79058"/>
                </a:lnTo>
                <a:lnTo>
                  <a:pt x="2588895" y="149543"/>
                </a:lnTo>
                <a:lnTo>
                  <a:pt x="2661285" y="238125"/>
                </a:lnTo>
                <a:lnTo>
                  <a:pt x="2732723" y="340995"/>
                </a:lnTo>
                <a:lnTo>
                  <a:pt x="2805113" y="453390"/>
                </a:lnTo>
                <a:lnTo>
                  <a:pt x="2876550" y="571500"/>
                </a:lnTo>
                <a:lnTo>
                  <a:pt x="2947988" y="691515"/>
                </a:lnTo>
                <a:lnTo>
                  <a:pt x="3020378" y="810578"/>
                </a:lnTo>
                <a:lnTo>
                  <a:pt x="3091815" y="923925"/>
                </a:lnTo>
                <a:lnTo>
                  <a:pt x="3164205" y="1029653"/>
                </a:lnTo>
                <a:lnTo>
                  <a:pt x="3236595" y="1125855"/>
                </a:lnTo>
                <a:lnTo>
                  <a:pt x="3308032" y="1211580"/>
                </a:lnTo>
                <a:lnTo>
                  <a:pt x="3380423" y="1286828"/>
                </a:lnTo>
                <a:lnTo>
                  <a:pt x="3451860" y="1351598"/>
                </a:lnTo>
                <a:lnTo>
                  <a:pt x="3524250" y="1404938"/>
                </a:lnTo>
                <a:lnTo>
                  <a:pt x="3595688" y="1449705"/>
                </a:lnTo>
                <a:lnTo>
                  <a:pt x="3667125" y="1484948"/>
                </a:lnTo>
                <a:lnTo>
                  <a:pt x="3739515" y="1513523"/>
                </a:lnTo>
                <a:lnTo>
                  <a:pt x="3810953" y="1536383"/>
                </a:lnTo>
                <a:lnTo>
                  <a:pt x="3883343" y="1552575"/>
                </a:lnTo>
                <a:lnTo>
                  <a:pt x="3954780" y="1565910"/>
                </a:lnTo>
                <a:lnTo>
                  <a:pt x="4027170" y="1574483"/>
                </a:lnTo>
                <a:lnTo>
                  <a:pt x="4098607" y="1582103"/>
                </a:lnTo>
                <a:lnTo>
                  <a:pt x="4170998" y="1586865"/>
                </a:lnTo>
                <a:lnTo>
                  <a:pt x="4243388" y="1589723"/>
                </a:lnTo>
                <a:lnTo>
                  <a:pt x="4314825" y="159258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95" name="p19-椭圆-0095">
            <a:extLst xmlns:a="http://schemas.openxmlformats.org/drawingml/2006/main">
              <a:ext uri="{FF2B5EF4-FFF2-40B4-BE49-F238E27FC236}">
                <a16:creationId xmlns:a16="http://schemas.microsoft.com/office/drawing/2014/main" id="{3E62FED2-6D7E-419F-A798-790B6EE1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423" y="464256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6" name="p19-椭圆-0096">
            <a:extLst xmlns:a="http://schemas.openxmlformats.org/drawingml/2006/main">
              <a:ext uri="{FF2B5EF4-FFF2-40B4-BE49-F238E27FC236}">
                <a16:creationId xmlns:a16="http://schemas.microsoft.com/office/drawing/2014/main" id="{AFD88C1D-0865-4D1F-8011-6F3EE33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388" y="457802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7" name="p19-椭圆-0097">
            <a:extLst xmlns:a="http://schemas.openxmlformats.org/drawingml/2006/main">
              <a:ext uri="{FF2B5EF4-FFF2-40B4-BE49-F238E27FC236}">
                <a16:creationId xmlns:a16="http://schemas.microsoft.com/office/drawing/2014/main" id="{70518737-40FC-462B-9C5D-179ABBD1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353" y="371405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8" name="p19-椭圆-0098">
            <a:extLst xmlns:a="http://schemas.openxmlformats.org/drawingml/2006/main">
              <a:ext uri="{FF2B5EF4-FFF2-40B4-BE49-F238E27FC236}">
                <a16:creationId xmlns:a16="http://schemas.microsoft.com/office/drawing/2014/main" id="{8E13858C-7C2D-4C6E-8A88-836B089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317" y="319594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9" name="p19-椭圆-0099">
            <a:extLst xmlns:a="http://schemas.openxmlformats.org/drawingml/2006/main">
              <a:ext uri="{FF2B5EF4-FFF2-40B4-BE49-F238E27FC236}">
                <a16:creationId xmlns:a16="http://schemas.microsoft.com/office/drawing/2014/main" id="{45786962-E563-4C72-9BC8-77AA3754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283" y="439726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0" name="p19-椭圆-0100">
            <a:extLst xmlns:a="http://schemas.openxmlformats.org/drawingml/2006/main">
              <a:ext uri="{FF2B5EF4-FFF2-40B4-BE49-F238E27FC236}">
                <a16:creationId xmlns:a16="http://schemas.microsoft.com/office/drawing/2014/main" id="{E2904BBD-5E06-4A42-86F2-37DA8809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248" y="463850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1" name="p19-文本-0101">
            <a:extLst xmlns:a="http://schemas.openxmlformats.org/drawingml/2006/main">
              <a:ext uri="{FF2B5EF4-FFF2-40B4-BE49-F238E27FC236}">
                <a16:creationId xmlns:a16="http://schemas.microsoft.com/office/drawing/2014/main" id="{29B9AF2B-EFAA-4F1B-AE91-F059032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86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102" name="p19-文本-0102">
            <a:extLst xmlns:a="http://schemas.openxmlformats.org/drawingml/2006/main">
              <a:ext uri="{FF2B5EF4-FFF2-40B4-BE49-F238E27FC236}">
                <a16:creationId xmlns:a16="http://schemas.microsoft.com/office/drawing/2014/main" id="{DAA5E719-EEC8-42C5-AA66-D501B54B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943591"/>
            <a:ext cx="11715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归一化处理程度</a:t>
            </a:r>
          </a:p>
        </p:txBody>
      </p:sp>
      <p:sp>
        <p:nvSpPr>
          <p:cNvPr id="103" name="p19-文本-0103">
            <a:extLst xmlns:a="http://schemas.openxmlformats.org/drawingml/2006/main">
              <a:ext uri="{FF2B5EF4-FFF2-40B4-BE49-F238E27FC236}">
                <a16:creationId xmlns:a16="http://schemas.microsoft.com/office/drawing/2014/main" id="{A4CACC6A-38CC-4EFD-9821-3F40C9F9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944" y="48998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04" name="p19-文本-0104">
            <a:extLst xmlns:a="http://schemas.openxmlformats.org/drawingml/2006/main">
              <a:ext uri="{FF2B5EF4-FFF2-40B4-BE49-F238E27FC236}">
                <a16:creationId xmlns:a16="http://schemas.microsoft.com/office/drawing/2014/main" id="{DE4B467B-4BB9-48DB-8873-9C3FF177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769" y="48998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05" name="p19-线-0105">
            <a:extLst xmlns:a="http://schemas.openxmlformats.org/drawingml/2006/main">
              <a:ext uri="{FF2B5EF4-FFF2-40B4-BE49-F238E27FC236}">
                <a16:creationId xmlns:a16="http://schemas.microsoft.com/office/drawing/2014/main" id="{042908D6-8EB3-4DD9-86BF-E2095A8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193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06" name="p19-文本-0106">
            <a:extLst xmlns:a="http://schemas.openxmlformats.org/drawingml/2006/main">
              <a:ext uri="{FF2B5EF4-FFF2-40B4-BE49-F238E27FC236}">
                <a16:creationId xmlns:a16="http://schemas.microsoft.com/office/drawing/2014/main" id="{CEABF09F-9B11-4960-ADBE-CEBEE22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05191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参照配方</a:t>
            </a:r>
          </a:p>
        </p:txBody>
      </p:sp>
      <p:sp>
        <p:nvSpPr>
          <p:cNvPr id="107" name="p19-线-0107">
            <a:extLst xmlns:a="http://schemas.openxmlformats.org/drawingml/2006/main">
              <a:ext uri="{FF2B5EF4-FFF2-40B4-BE49-F238E27FC236}">
                <a16:creationId xmlns:a16="http://schemas.microsoft.com/office/drawing/2014/main" id="{A1DBE5C7-CA2B-4895-887C-843824C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08" name="p19-文本-0108">
            <a:extLst xmlns:a="http://schemas.openxmlformats.org/drawingml/2006/main">
              <a:ext uri="{FF2B5EF4-FFF2-40B4-BE49-F238E27FC236}">
                <a16:creationId xmlns:a16="http://schemas.microsoft.com/office/drawing/2014/main" id="{59D00A19-6F6F-4318-BA7B-22D363FF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05191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候选配方</a:t>
            </a:r>
          </a:p>
        </p:txBody>
      </p:sp>
      <p:sp>
        <p:nvSpPr>
          <p:cNvPr id="109" name="p19-文本-0109">
            <a:extLst xmlns:a="http://schemas.openxmlformats.org/drawingml/2006/main">
              <a:ext uri="{FF2B5EF4-FFF2-40B4-BE49-F238E27FC236}">
                <a16:creationId xmlns:a16="http://schemas.microsoft.com/office/drawing/2014/main" id="{265BFF7E-6BAA-4EFB-A0D4-AAC73411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3685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低处理：</a:t>
            </a:r>
          </a:p>
        </p:txBody>
      </p:sp>
      <p:sp>
        <p:nvSpPr>
          <p:cNvPr id="110" name="p19-文本-0110">
            <a:extLst xmlns:a="http://schemas.openxmlformats.org/drawingml/2006/main">
              <a:ext uri="{FF2B5EF4-FFF2-40B4-BE49-F238E27FC236}">
                <a16:creationId xmlns:a16="http://schemas.microsoft.com/office/drawing/2014/main" id="{44071509-A81E-4E1D-B46C-FAA7FD32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6070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界面形成不足</a:t>
            </a:r>
          </a:p>
        </p:txBody>
      </p:sp>
      <p:sp>
        <p:nvSpPr>
          <p:cNvPr id="111" name="p19-文本-0111">
            <a:extLst xmlns:a="http://schemas.openxmlformats.org/drawingml/2006/main">
              <a:ext uri="{FF2B5EF4-FFF2-40B4-BE49-F238E27FC236}">
                <a16:creationId xmlns:a16="http://schemas.microsoft.com/office/drawing/2014/main" id="{D7ECA55C-ADC4-4AF6-9E1F-0D0517F2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86125"/>
            <a:ext cx="4191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/>
        </p:txBody>
      </p:sp>
      <p:sp>
        <p:nvSpPr>
          <p:cNvPr id="112" name="p19-文本-0112">
            <a:extLst xmlns:a="http://schemas.openxmlformats.org/drawingml/2006/main">
              <a:ext uri="{FF2B5EF4-FFF2-40B4-BE49-F238E27FC236}">
                <a16:creationId xmlns:a16="http://schemas.microsoft.com/office/drawing/2014/main" id="{20F77802-11BB-4D65-8CA3-54B41D1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8406"/>
            <a:ext cx="994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过度处理：</a:t>
            </a:r>
          </a:p>
        </p:txBody>
      </p:sp>
      <p:sp>
        <p:nvSpPr>
          <p:cNvPr id="113" name="p19-文本-0113">
            <a:extLst xmlns:a="http://schemas.openxmlformats.org/drawingml/2006/main">
              <a:ext uri="{FF2B5EF4-FFF2-40B4-BE49-F238E27FC236}">
                <a16:creationId xmlns:a16="http://schemas.microsoft.com/office/drawing/2014/main" id="{882F88A0-534C-435D-9EAF-C99EBDB0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22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有效通道受限</a:t>
            </a:r>
          </a:p>
        </p:txBody>
      </p:sp>
      <p:sp>
        <p:nvSpPr>
          <p:cNvPr id="114" name="p19-线-0114">
            <a:extLst xmlns:a="http://schemas.openxmlformats.org/drawingml/2006/main">
              <a:ext uri="{FF2B5EF4-FFF2-40B4-BE49-F238E27FC236}">
                <a16:creationId xmlns:a16="http://schemas.microsoft.com/office/drawing/2014/main" id="{E2F28948-41C6-4E97-967F-BBA0C28B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14575"/>
            <a:ext cx="95" cy="2857500"/>
          </a:xfrm>
          <a:custGeom xmlns:a="http://schemas.openxmlformats.org/drawingml/2006/main">
            <a:pathLst>
              <a:path w="9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15" name="p19-文本-0115">
            <a:extLst xmlns:a="http://schemas.openxmlformats.org/drawingml/2006/main">
              <a:ext uri="{FF2B5EF4-FFF2-40B4-BE49-F238E27FC236}">
                <a16:creationId xmlns:a16="http://schemas.microsoft.com/office/drawing/2014/main" id="{A418F800-9753-4142-A126-225C525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5227"/>
            <a:ext cx="46445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在峰值附近保留可操作区间，随后用独立批次复核。</a:t>
            </a:r>
          </a:p>
        </p:txBody>
      </p:sp>
      <p:sp>
        <p:nvSpPr>
          <p:cNvPr id="116" name="p19-文本-0116">
            <a:extLst xmlns:a="http://schemas.openxmlformats.org/drawingml/2006/main">
              <a:ext uri="{FF2B5EF4-FFF2-40B4-BE49-F238E27FC236}">
                <a16:creationId xmlns:a16="http://schemas.microsoft.com/office/drawing/2014/main" id="{0DF5F403-4794-4726-9B01-0D1BB61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61" y="6062007"/>
            <a:ext cx="52000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先定位性能窗口，再解释窗口两侧的限制因素</a:t>
            </a:r>
          </a:p>
        </p:txBody>
      </p:sp>
      <p:sp>
        <p:nvSpPr>
          <p:cNvPr id="117" name="p19-文本-0117">
            <a:extLst xmlns:a="http://schemas.openxmlformats.org/drawingml/2006/main">
              <a:ext uri="{FF2B5EF4-FFF2-40B4-BE49-F238E27FC236}">
                <a16:creationId xmlns:a16="http://schemas.microsoft.com/office/drawing/2014/main" id="{94D11C2E-F3A4-42E3-87B2-D49CDAF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19</a:t>
            </a:r>
          </a:p>
        </p:txBody>
      </p:sp>
    </p:spTree>
    <p:extLst>
      <p:ext uri="{BB962C8B-B14F-4D97-AF65-F5344CB8AC3E}">
        <p14:creationId xmlns:p14="http://schemas.microsoft.com/office/powerpoint/2010/main" val="20474630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1" name="p20-矩形-0001">
            <a:extLst xmlns:a="http://schemas.openxmlformats.org/drawingml/2006/main">
              <a:ext uri="{FF2B5EF4-FFF2-40B4-BE49-F238E27FC236}">
                <a16:creationId xmlns:a16="http://schemas.microsoft.com/office/drawing/2014/main" id="{C934FED9-11EE-4377-8971-95759B4C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0-矩形-0002">
            <a:extLst xmlns:a="http://schemas.openxmlformats.org/drawingml/2006/main">
              <a:ext uri="{FF2B5EF4-FFF2-40B4-BE49-F238E27FC236}">
                <a16:creationId xmlns:a16="http://schemas.microsoft.com/office/drawing/2014/main" id="{C4A623BA-BE6D-45F7-8274-0CF9B42D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0-文本-0003">
            <a:extLst xmlns:a="http://schemas.openxmlformats.org/drawingml/2006/main">
              <a:ext uri="{FF2B5EF4-FFF2-40B4-BE49-F238E27FC236}">
                <a16:creationId xmlns:a16="http://schemas.microsoft.com/office/drawing/2014/main" id="{BBEE375A-D680-4EAC-B7A7-E325DAA4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2243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跨尺度比较必须保留条件与尺度的对应关系</a:t>
            </a:r>
          </a:p>
        </p:txBody>
      </p:sp>
      <p:sp>
        <p:nvSpPr>
          <p:cNvPr id="4" name="p20-文本-0004">
            <a:extLst xmlns:a="http://schemas.openxmlformats.org/drawingml/2006/main">
              <a:ext uri="{FF2B5EF4-FFF2-40B4-BE49-F238E27FC236}">
                <a16:creationId xmlns:a16="http://schemas.microsoft.com/office/drawing/2014/main" id="{30EA86B0-3D04-473F-BF43-DE99A8D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从局部界面到样品整体：统一材料组成，分别观察不同层级</a:t>
            </a:r>
          </a:p>
        </p:txBody>
      </p:sp>
      <p:sp>
        <p:nvSpPr>
          <p:cNvPr id="5" name="p20-线-0005">
            <a:extLst xmlns:a="http://schemas.openxmlformats.org/drawingml/2006/main">
              <a:ext uri="{FF2B5EF4-FFF2-40B4-BE49-F238E27FC236}">
                <a16:creationId xmlns:a16="http://schemas.microsoft.com/office/drawing/2014/main" id="{D3DDE59E-C9E2-4735-B673-607CB042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0-矩形-0006">
            <a:extLst xmlns:a="http://schemas.openxmlformats.org/drawingml/2006/main">
              <a:ext uri="{FF2B5EF4-FFF2-40B4-BE49-F238E27FC236}">
                <a16:creationId xmlns:a16="http://schemas.microsoft.com/office/drawing/2014/main" id="{78ED6E0C-52D5-4DD6-8DFC-81D8EF1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20-文本-0007">
            <a:extLst xmlns:a="http://schemas.openxmlformats.org/drawingml/2006/main">
              <a:ext uri="{FF2B5EF4-FFF2-40B4-BE49-F238E27FC236}">
                <a16:creationId xmlns:a16="http://schemas.microsoft.com/office/drawing/2014/main" id="{D86AFF92-7E44-47F3-B652-BAB9439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47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局部界面</a:t>
            </a:r>
          </a:p>
        </p:txBody>
      </p:sp>
      <p:sp>
        <p:nvSpPr>
          <p:cNvPr id="8" name="p20-路径-0008">
            <a:extLst xmlns:a="http://schemas.openxmlformats.org/drawingml/2006/main">
              <a:ext uri="{FF2B5EF4-FFF2-40B4-BE49-F238E27FC236}">
                <a16:creationId xmlns:a16="http://schemas.microsoft.com/office/drawing/2014/main" id="{F9C8FF44-575D-47AD-980A-DCDEB3A4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9805"/>
            <a:ext cx="1809750" cy="574358"/>
          </a:xfrm>
          <a:custGeom xmlns:a="http://schemas.openxmlformats.org/drawingml/2006/main">
            <a:pathLst>
              <a:path w="1809750" h="574358">
                <a:moveTo>
                  <a:pt x="0" y="269558"/>
                </a:moveTo>
                <a:lnTo>
                  <a:pt x="18098" y="320992"/>
                </a:lnTo>
                <a:lnTo>
                  <a:pt x="36195" y="370523"/>
                </a:lnTo>
                <a:lnTo>
                  <a:pt x="55245" y="417195"/>
                </a:lnTo>
                <a:lnTo>
                  <a:pt x="73343" y="459105"/>
                </a:lnTo>
                <a:lnTo>
                  <a:pt x="91440" y="494348"/>
                </a:lnTo>
                <a:lnTo>
                  <a:pt x="109538" y="522923"/>
                </a:lnTo>
                <a:lnTo>
                  <a:pt x="127635" y="543878"/>
                </a:lnTo>
                <a:lnTo>
                  <a:pt x="146685" y="555308"/>
                </a:lnTo>
                <a:lnTo>
                  <a:pt x="164782" y="559117"/>
                </a:lnTo>
                <a:lnTo>
                  <a:pt x="182880" y="554355"/>
                </a:lnTo>
                <a:lnTo>
                  <a:pt x="200977" y="541973"/>
                </a:lnTo>
                <a:lnTo>
                  <a:pt x="219075" y="521970"/>
                </a:lnTo>
                <a:lnTo>
                  <a:pt x="237173" y="496253"/>
                </a:lnTo>
                <a:lnTo>
                  <a:pt x="256223" y="466725"/>
                </a:lnTo>
                <a:lnTo>
                  <a:pt x="274320" y="432435"/>
                </a:lnTo>
                <a:lnTo>
                  <a:pt x="292417" y="397192"/>
                </a:lnTo>
                <a:lnTo>
                  <a:pt x="310515" y="360998"/>
                </a:lnTo>
                <a:lnTo>
                  <a:pt x="328613" y="325755"/>
                </a:lnTo>
                <a:lnTo>
                  <a:pt x="347663" y="293370"/>
                </a:lnTo>
                <a:lnTo>
                  <a:pt x="365760" y="263842"/>
                </a:lnTo>
                <a:lnTo>
                  <a:pt x="383858" y="240030"/>
                </a:lnTo>
                <a:lnTo>
                  <a:pt x="401955" y="220980"/>
                </a:lnTo>
                <a:lnTo>
                  <a:pt x="420052" y="207645"/>
                </a:lnTo>
                <a:lnTo>
                  <a:pt x="439102" y="200025"/>
                </a:lnTo>
                <a:lnTo>
                  <a:pt x="457200" y="198120"/>
                </a:lnTo>
                <a:lnTo>
                  <a:pt x="475298" y="201930"/>
                </a:lnTo>
                <a:lnTo>
                  <a:pt x="493395" y="210503"/>
                </a:lnTo>
                <a:lnTo>
                  <a:pt x="511492" y="222885"/>
                </a:lnTo>
                <a:lnTo>
                  <a:pt x="530542" y="238125"/>
                </a:lnTo>
                <a:lnTo>
                  <a:pt x="548640" y="254317"/>
                </a:lnTo>
                <a:lnTo>
                  <a:pt x="566738" y="270510"/>
                </a:lnTo>
                <a:lnTo>
                  <a:pt x="584835" y="285750"/>
                </a:lnTo>
                <a:lnTo>
                  <a:pt x="602933" y="299085"/>
                </a:lnTo>
                <a:lnTo>
                  <a:pt x="621983" y="308610"/>
                </a:lnTo>
                <a:lnTo>
                  <a:pt x="640080" y="314325"/>
                </a:lnTo>
                <a:lnTo>
                  <a:pt x="658178" y="314325"/>
                </a:lnTo>
                <a:lnTo>
                  <a:pt x="676275" y="309563"/>
                </a:lnTo>
                <a:lnTo>
                  <a:pt x="694373" y="298133"/>
                </a:lnTo>
                <a:lnTo>
                  <a:pt x="712470" y="281940"/>
                </a:lnTo>
                <a:lnTo>
                  <a:pt x="731520" y="260033"/>
                </a:lnTo>
                <a:lnTo>
                  <a:pt x="749617" y="234315"/>
                </a:lnTo>
                <a:lnTo>
                  <a:pt x="767715" y="204788"/>
                </a:lnTo>
                <a:lnTo>
                  <a:pt x="785813" y="173355"/>
                </a:lnTo>
                <a:lnTo>
                  <a:pt x="803910" y="140018"/>
                </a:lnTo>
                <a:lnTo>
                  <a:pt x="822960" y="107633"/>
                </a:lnTo>
                <a:lnTo>
                  <a:pt x="841058" y="77153"/>
                </a:lnTo>
                <a:lnTo>
                  <a:pt x="859155" y="50483"/>
                </a:lnTo>
                <a:lnTo>
                  <a:pt x="877253" y="27623"/>
                </a:lnTo>
                <a:lnTo>
                  <a:pt x="895350" y="11430"/>
                </a:lnTo>
                <a:lnTo>
                  <a:pt x="914400" y="1905"/>
                </a:lnTo>
                <a:lnTo>
                  <a:pt x="932498" y="0"/>
                </a:lnTo>
                <a:lnTo>
                  <a:pt x="950595" y="5715"/>
                </a:lnTo>
                <a:lnTo>
                  <a:pt x="968692" y="20003"/>
                </a:lnTo>
                <a:lnTo>
                  <a:pt x="986790" y="42863"/>
                </a:lnTo>
                <a:lnTo>
                  <a:pt x="1005840" y="72390"/>
                </a:lnTo>
                <a:lnTo>
                  <a:pt x="1023938" y="109538"/>
                </a:lnTo>
                <a:lnTo>
                  <a:pt x="1042035" y="152400"/>
                </a:lnTo>
                <a:lnTo>
                  <a:pt x="1060133" y="199073"/>
                </a:lnTo>
                <a:lnTo>
                  <a:pt x="1078230" y="249555"/>
                </a:lnTo>
                <a:lnTo>
                  <a:pt x="1097280" y="300038"/>
                </a:lnTo>
                <a:lnTo>
                  <a:pt x="1115378" y="351473"/>
                </a:lnTo>
                <a:lnTo>
                  <a:pt x="1133475" y="400050"/>
                </a:lnTo>
                <a:lnTo>
                  <a:pt x="1151573" y="445770"/>
                </a:lnTo>
                <a:lnTo>
                  <a:pt x="1169670" y="485775"/>
                </a:lnTo>
                <a:lnTo>
                  <a:pt x="1187768" y="519113"/>
                </a:lnTo>
                <a:lnTo>
                  <a:pt x="1206818" y="545783"/>
                </a:lnTo>
                <a:lnTo>
                  <a:pt x="1224915" y="563880"/>
                </a:lnTo>
                <a:lnTo>
                  <a:pt x="1243013" y="573405"/>
                </a:lnTo>
                <a:lnTo>
                  <a:pt x="1261110" y="574358"/>
                </a:lnTo>
                <a:lnTo>
                  <a:pt x="1279208" y="566738"/>
                </a:lnTo>
                <a:lnTo>
                  <a:pt x="1298258" y="550545"/>
                </a:lnTo>
                <a:lnTo>
                  <a:pt x="1316355" y="527685"/>
                </a:lnTo>
                <a:lnTo>
                  <a:pt x="1334453" y="499110"/>
                </a:lnTo>
                <a:lnTo>
                  <a:pt x="1352550" y="464820"/>
                </a:lnTo>
                <a:lnTo>
                  <a:pt x="1370648" y="427673"/>
                </a:lnTo>
                <a:lnTo>
                  <a:pt x="1389698" y="389573"/>
                </a:lnTo>
                <a:lnTo>
                  <a:pt x="1407795" y="349567"/>
                </a:lnTo>
                <a:lnTo>
                  <a:pt x="1425893" y="311467"/>
                </a:lnTo>
                <a:lnTo>
                  <a:pt x="1443990" y="276225"/>
                </a:lnTo>
                <a:lnTo>
                  <a:pt x="1462088" y="244792"/>
                </a:lnTo>
                <a:lnTo>
                  <a:pt x="1481138" y="218123"/>
                </a:lnTo>
                <a:lnTo>
                  <a:pt x="1499235" y="196215"/>
                </a:lnTo>
                <a:lnTo>
                  <a:pt x="1517333" y="180975"/>
                </a:lnTo>
                <a:lnTo>
                  <a:pt x="1535430" y="172403"/>
                </a:lnTo>
                <a:lnTo>
                  <a:pt x="1553528" y="169545"/>
                </a:lnTo>
                <a:lnTo>
                  <a:pt x="1572578" y="172403"/>
                </a:lnTo>
                <a:lnTo>
                  <a:pt x="1590675" y="180023"/>
                </a:lnTo>
                <a:lnTo>
                  <a:pt x="1608772" y="191453"/>
                </a:lnTo>
                <a:lnTo>
                  <a:pt x="1626870" y="206692"/>
                </a:lnTo>
                <a:lnTo>
                  <a:pt x="1644968" y="223838"/>
                </a:lnTo>
                <a:lnTo>
                  <a:pt x="1663065" y="240983"/>
                </a:lnTo>
                <a:lnTo>
                  <a:pt x="1682115" y="257175"/>
                </a:lnTo>
                <a:lnTo>
                  <a:pt x="1700213" y="272415"/>
                </a:lnTo>
                <a:lnTo>
                  <a:pt x="1718310" y="283845"/>
                </a:lnTo>
                <a:lnTo>
                  <a:pt x="1736408" y="291465"/>
                </a:lnTo>
                <a:lnTo>
                  <a:pt x="1754505" y="293370"/>
                </a:lnTo>
                <a:lnTo>
                  <a:pt x="1773555" y="291465"/>
                </a:lnTo>
                <a:lnTo>
                  <a:pt x="1791653" y="282892"/>
                </a:lnTo>
                <a:lnTo>
                  <a:pt x="1809750" y="269558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9" name="p20-路径-0009">
            <a:extLst xmlns:a="http://schemas.openxmlformats.org/drawingml/2006/main">
              <a:ext uri="{FF2B5EF4-FFF2-40B4-BE49-F238E27FC236}">
                <a16:creationId xmlns:a16="http://schemas.microsoft.com/office/drawing/2014/main" id="{37FAD9EA-8A6C-48F9-AE96-5A8B90A8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4098"/>
            <a:ext cx="1809750" cy="541020"/>
          </a:xfrm>
          <a:custGeom xmlns:a="http://schemas.openxmlformats.org/drawingml/2006/main">
            <a:pathLst>
              <a:path w="1809750" h="541020">
                <a:moveTo>
                  <a:pt x="0" y="541020"/>
                </a:moveTo>
                <a:lnTo>
                  <a:pt x="18098" y="540068"/>
                </a:lnTo>
                <a:lnTo>
                  <a:pt x="36195" y="529590"/>
                </a:lnTo>
                <a:lnTo>
                  <a:pt x="55245" y="511493"/>
                </a:lnTo>
                <a:lnTo>
                  <a:pt x="73343" y="485775"/>
                </a:lnTo>
                <a:lnTo>
                  <a:pt x="91440" y="452437"/>
                </a:lnTo>
                <a:lnTo>
                  <a:pt x="109538" y="413385"/>
                </a:lnTo>
                <a:lnTo>
                  <a:pt x="127635" y="370523"/>
                </a:lnTo>
                <a:lnTo>
                  <a:pt x="146685" y="323850"/>
                </a:lnTo>
                <a:lnTo>
                  <a:pt x="164782" y="277177"/>
                </a:lnTo>
                <a:lnTo>
                  <a:pt x="182880" y="230505"/>
                </a:lnTo>
                <a:lnTo>
                  <a:pt x="200977" y="186690"/>
                </a:lnTo>
                <a:lnTo>
                  <a:pt x="219075" y="145732"/>
                </a:lnTo>
                <a:lnTo>
                  <a:pt x="237173" y="109538"/>
                </a:lnTo>
                <a:lnTo>
                  <a:pt x="256223" y="80010"/>
                </a:lnTo>
                <a:lnTo>
                  <a:pt x="274320" y="56198"/>
                </a:lnTo>
                <a:lnTo>
                  <a:pt x="292417" y="40005"/>
                </a:lnTo>
                <a:lnTo>
                  <a:pt x="310515" y="30480"/>
                </a:lnTo>
                <a:lnTo>
                  <a:pt x="328613" y="28575"/>
                </a:lnTo>
                <a:lnTo>
                  <a:pt x="347663" y="33338"/>
                </a:lnTo>
                <a:lnTo>
                  <a:pt x="365760" y="43815"/>
                </a:lnTo>
                <a:lnTo>
                  <a:pt x="383858" y="59055"/>
                </a:lnTo>
                <a:lnTo>
                  <a:pt x="401955" y="78105"/>
                </a:lnTo>
                <a:lnTo>
                  <a:pt x="420052" y="99060"/>
                </a:lnTo>
                <a:lnTo>
                  <a:pt x="439102" y="121920"/>
                </a:lnTo>
                <a:lnTo>
                  <a:pt x="457200" y="144780"/>
                </a:lnTo>
                <a:lnTo>
                  <a:pt x="475298" y="165735"/>
                </a:lnTo>
                <a:lnTo>
                  <a:pt x="493395" y="183832"/>
                </a:lnTo>
                <a:lnTo>
                  <a:pt x="511492" y="199073"/>
                </a:lnTo>
                <a:lnTo>
                  <a:pt x="530542" y="209550"/>
                </a:lnTo>
                <a:lnTo>
                  <a:pt x="548640" y="215265"/>
                </a:lnTo>
                <a:lnTo>
                  <a:pt x="566738" y="215265"/>
                </a:lnTo>
                <a:lnTo>
                  <a:pt x="584835" y="210502"/>
                </a:lnTo>
                <a:lnTo>
                  <a:pt x="602933" y="200025"/>
                </a:lnTo>
                <a:lnTo>
                  <a:pt x="621983" y="186690"/>
                </a:lnTo>
                <a:lnTo>
                  <a:pt x="640080" y="168593"/>
                </a:lnTo>
                <a:lnTo>
                  <a:pt x="658178" y="148590"/>
                </a:lnTo>
                <a:lnTo>
                  <a:pt x="676275" y="127635"/>
                </a:lnTo>
                <a:lnTo>
                  <a:pt x="694373" y="106680"/>
                </a:lnTo>
                <a:lnTo>
                  <a:pt x="712470" y="87630"/>
                </a:lnTo>
                <a:lnTo>
                  <a:pt x="731520" y="70485"/>
                </a:lnTo>
                <a:lnTo>
                  <a:pt x="749617" y="57150"/>
                </a:lnTo>
                <a:lnTo>
                  <a:pt x="767715" y="49530"/>
                </a:lnTo>
                <a:lnTo>
                  <a:pt x="785813" y="47625"/>
                </a:lnTo>
                <a:lnTo>
                  <a:pt x="803910" y="52388"/>
                </a:lnTo>
                <a:lnTo>
                  <a:pt x="822960" y="63817"/>
                </a:lnTo>
                <a:lnTo>
                  <a:pt x="841058" y="82867"/>
                </a:lnTo>
                <a:lnTo>
                  <a:pt x="859155" y="108585"/>
                </a:lnTo>
                <a:lnTo>
                  <a:pt x="877253" y="140018"/>
                </a:lnTo>
                <a:lnTo>
                  <a:pt x="895350" y="176212"/>
                </a:lnTo>
                <a:lnTo>
                  <a:pt x="914400" y="217170"/>
                </a:lnTo>
                <a:lnTo>
                  <a:pt x="932498" y="261937"/>
                </a:lnTo>
                <a:lnTo>
                  <a:pt x="950595" y="306705"/>
                </a:lnTo>
                <a:lnTo>
                  <a:pt x="968692" y="352425"/>
                </a:lnTo>
                <a:lnTo>
                  <a:pt x="986790" y="395287"/>
                </a:lnTo>
                <a:lnTo>
                  <a:pt x="1005840" y="435293"/>
                </a:lnTo>
                <a:lnTo>
                  <a:pt x="1023938" y="470535"/>
                </a:lnTo>
                <a:lnTo>
                  <a:pt x="1042035" y="500062"/>
                </a:lnTo>
                <a:lnTo>
                  <a:pt x="1060133" y="521970"/>
                </a:lnTo>
                <a:lnTo>
                  <a:pt x="1078230" y="535305"/>
                </a:lnTo>
                <a:lnTo>
                  <a:pt x="1097280" y="540068"/>
                </a:lnTo>
                <a:lnTo>
                  <a:pt x="1115378" y="535305"/>
                </a:lnTo>
                <a:lnTo>
                  <a:pt x="1133475" y="522923"/>
                </a:lnTo>
                <a:lnTo>
                  <a:pt x="1151573" y="501015"/>
                </a:lnTo>
                <a:lnTo>
                  <a:pt x="1169670" y="471487"/>
                </a:lnTo>
                <a:lnTo>
                  <a:pt x="1187768" y="435293"/>
                </a:lnTo>
                <a:lnTo>
                  <a:pt x="1206818" y="394335"/>
                </a:lnTo>
                <a:lnTo>
                  <a:pt x="1224915" y="348615"/>
                </a:lnTo>
                <a:lnTo>
                  <a:pt x="1243013" y="300037"/>
                </a:lnTo>
                <a:lnTo>
                  <a:pt x="1261110" y="251460"/>
                </a:lnTo>
                <a:lnTo>
                  <a:pt x="1279208" y="202882"/>
                </a:lnTo>
                <a:lnTo>
                  <a:pt x="1298258" y="157162"/>
                </a:lnTo>
                <a:lnTo>
                  <a:pt x="1316355" y="116205"/>
                </a:lnTo>
                <a:lnTo>
                  <a:pt x="1334453" y="79057"/>
                </a:lnTo>
                <a:lnTo>
                  <a:pt x="1352550" y="48577"/>
                </a:lnTo>
                <a:lnTo>
                  <a:pt x="1370648" y="25717"/>
                </a:lnTo>
                <a:lnTo>
                  <a:pt x="1389698" y="9525"/>
                </a:lnTo>
                <a:lnTo>
                  <a:pt x="1407795" y="952"/>
                </a:lnTo>
                <a:lnTo>
                  <a:pt x="1425893" y="0"/>
                </a:lnTo>
                <a:lnTo>
                  <a:pt x="1443990" y="5715"/>
                </a:lnTo>
                <a:lnTo>
                  <a:pt x="1462088" y="18098"/>
                </a:lnTo>
                <a:lnTo>
                  <a:pt x="1481138" y="35242"/>
                </a:lnTo>
                <a:lnTo>
                  <a:pt x="1499235" y="57150"/>
                </a:lnTo>
                <a:lnTo>
                  <a:pt x="1517333" y="80963"/>
                </a:lnTo>
                <a:lnTo>
                  <a:pt x="1535430" y="106680"/>
                </a:lnTo>
                <a:lnTo>
                  <a:pt x="1553528" y="132398"/>
                </a:lnTo>
                <a:lnTo>
                  <a:pt x="1572578" y="156210"/>
                </a:lnTo>
                <a:lnTo>
                  <a:pt x="1590675" y="178118"/>
                </a:lnTo>
                <a:lnTo>
                  <a:pt x="1608772" y="196215"/>
                </a:lnTo>
                <a:lnTo>
                  <a:pt x="1626870" y="209550"/>
                </a:lnTo>
                <a:lnTo>
                  <a:pt x="1644968" y="219075"/>
                </a:lnTo>
                <a:lnTo>
                  <a:pt x="1663065" y="221932"/>
                </a:lnTo>
                <a:lnTo>
                  <a:pt x="1682115" y="220027"/>
                </a:lnTo>
                <a:lnTo>
                  <a:pt x="1700213" y="213360"/>
                </a:lnTo>
                <a:lnTo>
                  <a:pt x="1718310" y="202882"/>
                </a:lnTo>
                <a:lnTo>
                  <a:pt x="1736408" y="187643"/>
                </a:lnTo>
                <a:lnTo>
                  <a:pt x="1754505" y="170498"/>
                </a:lnTo>
                <a:lnTo>
                  <a:pt x="1773555" y="151448"/>
                </a:lnTo>
                <a:lnTo>
                  <a:pt x="1791653" y="132398"/>
                </a:lnTo>
                <a:lnTo>
                  <a:pt x="18097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43434"/>
            </a:solidFill>
          </a:ln>
        </p:spPr>
      </p:sp>
      <p:sp>
        <p:nvSpPr>
          <p:cNvPr id="10" name="p20-椭圆-0010">
            <a:extLst xmlns:a="http://schemas.openxmlformats.org/drawingml/2006/main">
              <a:ext uri="{FF2B5EF4-FFF2-40B4-BE49-F238E27FC236}">
                <a16:creationId xmlns:a16="http://schemas.microsoft.com/office/drawing/2014/main" id="{2646C888-2413-46B5-B23E-96862647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07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" name="p20-椭圆-0011">
            <a:extLst xmlns:a="http://schemas.openxmlformats.org/drawingml/2006/main">
              <a:ext uri="{FF2B5EF4-FFF2-40B4-BE49-F238E27FC236}">
                <a16:creationId xmlns:a16="http://schemas.microsoft.com/office/drawing/2014/main" id="{B983F8AA-5720-4198-869A-D25AE4F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2255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" name="p20-椭圆-0012">
            <a:extLst xmlns:a="http://schemas.openxmlformats.org/drawingml/2006/main">
              <a:ext uri="{FF2B5EF4-FFF2-40B4-BE49-F238E27FC236}">
                <a16:creationId xmlns:a16="http://schemas.microsoft.com/office/drawing/2014/main" id="{225D3914-9EDD-47F5-A8B1-5008D69A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33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" name="p20-椭圆-0013">
            <a:extLst xmlns:a="http://schemas.openxmlformats.org/drawingml/2006/main">
              <a:ext uri="{FF2B5EF4-FFF2-40B4-BE49-F238E27FC236}">
                <a16:creationId xmlns:a16="http://schemas.microsoft.com/office/drawing/2014/main" id="{F0BEC092-27FA-4130-B09F-4D0B5865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1288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" name="p20-椭圆-0014">
            <a:extLst xmlns:a="http://schemas.openxmlformats.org/drawingml/2006/main">
              <a:ext uri="{FF2B5EF4-FFF2-40B4-BE49-F238E27FC236}">
                <a16:creationId xmlns:a16="http://schemas.microsoft.com/office/drawing/2014/main" id="{BDF776F5-8E71-46DB-B10D-B5607EC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7227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" name="p20-椭圆-0015">
            <a:extLst xmlns:a="http://schemas.openxmlformats.org/drawingml/2006/main">
              <a:ext uri="{FF2B5EF4-FFF2-40B4-BE49-F238E27FC236}">
                <a16:creationId xmlns:a16="http://schemas.microsoft.com/office/drawing/2014/main" id="{3C84440D-70EA-4421-A3BD-27AEE04A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4062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" name="p20-椭圆-0016">
            <a:extLst xmlns:a="http://schemas.openxmlformats.org/drawingml/2006/main">
              <a:ext uri="{FF2B5EF4-FFF2-40B4-BE49-F238E27FC236}">
                <a16:creationId xmlns:a16="http://schemas.microsoft.com/office/drawing/2014/main" id="{76E7AAF1-64AA-43C9-B898-AA1AB82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4703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" name="p20-文本-0017">
            <a:extLst xmlns:a="http://schemas.openxmlformats.org/drawingml/2006/main">
              <a:ext uri="{FF2B5EF4-FFF2-40B4-BE49-F238E27FC236}">
                <a16:creationId xmlns:a16="http://schemas.microsoft.com/office/drawing/2014/main" id="{B8D2914F-D727-4317-9B83-0FBED17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33220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特征尺度：纳米级</a:t>
            </a:r>
          </a:p>
        </p:txBody>
      </p:sp>
      <p:sp>
        <p:nvSpPr>
          <p:cNvPr id="18" name="p20-矩形-0018">
            <a:extLst xmlns:a="http://schemas.openxmlformats.org/drawingml/2006/main">
              <a:ext uri="{FF2B5EF4-FFF2-40B4-BE49-F238E27FC236}">
                <a16:creationId xmlns:a16="http://schemas.microsoft.com/office/drawing/2014/main" id="{80EF4A89-B96D-4395-ACEE-8B55B9E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381125"/>
            <a:ext cx="3724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20-文本-0019">
            <a:extLst xmlns:a="http://schemas.openxmlformats.org/drawingml/2006/main">
              <a:ext uri="{FF2B5EF4-FFF2-40B4-BE49-F238E27FC236}">
                <a16:creationId xmlns:a16="http://schemas.microsoft.com/office/drawing/2014/main" id="{171145B5-39AB-4099-A8A2-2C6C0F4B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060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多孔结构</a:t>
            </a:r>
          </a:p>
        </p:txBody>
      </p:sp>
      <p:sp>
        <p:nvSpPr>
          <p:cNvPr id="20" name="p20-矩形-0020">
            <a:extLst xmlns:a="http://schemas.openxmlformats.org/drawingml/2006/main">
              <a:ext uri="{FF2B5EF4-FFF2-40B4-BE49-F238E27FC236}">
                <a16:creationId xmlns:a16="http://schemas.microsoft.com/office/drawing/2014/main" id="{5158D27D-7D97-4500-B166-28E6CFB7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66900"/>
            <a:ext cx="32480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20-线-0021">
            <a:extLst xmlns:a="http://schemas.openxmlformats.org/drawingml/2006/main">
              <a:ext uri="{FF2B5EF4-FFF2-40B4-BE49-F238E27FC236}">
                <a16:creationId xmlns:a16="http://schemas.microsoft.com/office/drawing/2014/main" id="{EBCED1DF-F969-410F-A5C6-EA726B54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" name="p20-线-0022">
            <a:extLst xmlns:a="http://schemas.openxmlformats.org/drawingml/2006/main">
              <a:ext uri="{FF2B5EF4-FFF2-40B4-BE49-F238E27FC236}">
                <a16:creationId xmlns:a16="http://schemas.microsoft.com/office/drawing/2014/main" id="{70310034-D4A8-4233-A0A0-8291868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20-线-0023">
            <a:extLst xmlns:a="http://schemas.openxmlformats.org/drawingml/2006/main">
              <a:ext uri="{FF2B5EF4-FFF2-40B4-BE49-F238E27FC236}">
                <a16:creationId xmlns:a16="http://schemas.microsoft.com/office/drawing/2014/main" id="{4DBEBE7A-15C9-4A74-B8A0-4FB69DF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" name="p20-线-0024">
            <a:extLst xmlns:a="http://schemas.openxmlformats.org/drawingml/2006/main">
              <a:ext uri="{FF2B5EF4-FFF2-40B4-BE49-F238E27FC236}">
                <a16:creationId xmlns:a16="http://schemas.microsoft.com/office/drawing/2014/main" id="{6BD7364E-18FD-4A45-9011-97214FE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20-线-0025">
            <a:extLst xmlns:a="http://schemas.openxmlformats.org/drawingml/2006/main">
              <a:ext uri="{FF2B5EF4-FFF2-40B4-BE49-F238E27FC236}">
                <a16:creationId xmlns:a16="http://schemas.microsoft.com/office/drawing/2014/main" id="{DDA692F7-5EAE-4FE4-BD82-BE7584D9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20-线-0026">
            <a:extLst xmlns:a="http://schemas.openxmlformats.org/drawingml/2006/main">
              <a:ext uri="{FF2B5EF4-FFF2-40B4-BE49-F238E27FC236}">
                <a16:creationId xmlns:a16="http://schemas.microsoft.com/office/drawing/2014/main" id="{EA5EE312-9D8A-4420-AF41-21B2068D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" name="p20-线-0027">
            <a:extLst xmlns:a="http://schemas.openxmlformats.org/drawingml/2006/main">
              <a:ext uri="{FF2B5EF4-FFF2-40B4-BE49-F238E27FC236}">
                <a16:creationId xmlns:a16="http://schemas.microsoft.com/office/drawing/2014/main" id="{337E0508-52FC-4E76-93CD-F2D14FBC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20-线-0028">
            <a:extLst xmlns:a="http://schemas.openxmlformats.org/drawingml/2006/main">
              <a:ext uri="{FF2B5EF4-FFF2-40B4-BE49-F238E27FC236}">
                <a16:creationId xmlns:a16="http://schemas.microsoft.com/office/drawing/2014/main" id="{E2B16A99-4CCB-40E0-AC51-502A6234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20-线-0029">
            <a:extLst xmlns:a="http://schemas.openxmlformats.org/drawingml/2006/main">
              <a:ext uri="{FF2B5EF4-FFF2-40B4-BE49-F238E27FC236}">
                <a16:creationId xmlns:a16="http://schemas.microsoft.com/office/drawing/2014/main" id="{CCF587DB-B9C1-4E72-909B-EA9E502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" name="p20-线-0030">
            <a:extLst xmlns:a="http://schemas.openxmlformats.org/drawingml/2006/main">
              <a:ext uri="{FF2B5EF4-FFF2-40B4-BE49-F238E27FC236}">
                <a16:creationId xmlns:a16="http://schemas.microsoft.com/office/drawing/2014/main" id="{66281FCD-E2D3-4A7E-B67E-FE4043D0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1866900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20-线-0031">
            <a:extLst xmlns:a="http://schemas.openxmlformats.org/drawingml/2006/main">
              <a:ext uri="{FF2B5EF4-FFF2-40B4-BE49-F238E27FC236}">
                <a16:creationId xmlns:a16="http://schemas.microsoft.com/office/drawing/2014/main" id="{10162B19-3342-4127-98C4-8A61723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20-线-0032">
            <a:extLst xmlns:a="http://schemas.openxmlformats.org/drawingml/2006/main">
              <a:ext uri="{FF2B5EF4-FFF2-40B4-BE49-F238E27FC236}">
                <a16:creationId xmlns:a16="http://schemas.microsoft.com/office/drawing/2014/main" id="{E8B4A6C8-D791-4DBE-A240-CE0DC3B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1866900"/>
            <a:ext cx="324802" cy="217488"/>
          </a:xfrm>
          <a:custGeom xmlns:a="http://schemas.openxmlformats.org/drawingml/2006/main">
            <a:pathLst>
              <a:path w="324802" h="217488">
                <a:moveTo>
                  <a:pt x="0" y="0"/>
                </a:moveTo>
                <a:lnTo>
                  <a:pt x="324802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" name="p20-线-0033">
            <a:extLst xmlns:a="http://schemas.openxmlformats.org/drawingml/2006/main">
              <a:ext uri="{FF2B5EF4-FFF2-40B4-BE49-F238E27FC236}">
                <a16:creationId xmlns:a16="http://schemas.microsoft.com/office/drawing/2014/main" id="{A43592A4-0807-4AD0-9774-5110E519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20-线-0034">
            <a:extLst xmlns:a="http://schemas.openxmlformats.org/drawingml/2006/main">
              <a:ext uri="{FF2B5EF4-FFF2-40B4-BE49-F238E27FC236}">
                <a16:creationId xmlns:a16="http://schemas.microsoft.com/office/drawing/2014/main" id="{D53ACF3E-E4D2-4A6A-BB87-80A85A66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20-线-0035">
            <a:extLst xmlns:a="http://schemas.openxmlformats.org/drawingml/2006/main">
              <a:ext uri="{FF2B5EF4-FFF2-40B4-BE49-F238E27FC236}">
                <a16:creationId xmlns:a16="http://schemas.microsoft.com/office/drawing/2014/main" id="{A9F82468-0D9B-432C-9066-61F56FC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" name="p20-线-0036">
            <a:extLst xmlns:a="http://schemas.openxmlformats.org/drawingml/2006/main">
              <a:ext uri="{FF2B5EF4-FFF2-40B4-BE49-F238E27FC236}">
                <a16:creationId xmlns:a16="http://schemas.microsoft.com/office/drawing/2014/main" id="{C2C9E788-1C47-47D9-B2EE-1BAC6CE0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20-线-0037">
            <a:extLst xmlns:a="http://schemas.openxmlformats.org/drawingml/2006/main">
              <a:ext uri="{FF2B5EF4-FFF2-40B4-BE49-F238E27FC236}">
                <a16:creationId xmlns:a16="http://schemas.microsoft.com/office/drawing/2014/main" id="{F92EE2B7-5DD2-4DD0-A20D-6330D6E2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20-线-0038">
            <a:extLst xmlns:a="http://schemas.openxmlformats.org/drawingml/2006/main">
              <a:ext uri="{FF2B5EF4-FFF2-40B4-BE49-F238E27FC236}">
                <a16:creationId xmlns:a16="http://schemas.microsoft.com/office/drawing/2014/main" id="{4AFAC22B-5319-4F4C-AC4F-81D6C98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" name="p20-线-0039">
            <a:extLst xmlns:a="http://schemas.openxmlformats.org/drawingml/2006/main">
              <a:ext uri="{FF2B5EF4-FFF2-40B4-BE49-F238E27FC236}">
                <a16:creationId xmlns:a16="http://schemas.microsoft.com/office/drawing/2014/main" id="{D75EAA19-CBFF-48B9-A2A8-34F9407D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20-线-0040">
            <a:extLst xmlns:a="http://schemas.openxmlformats.org/drawingml/2006/main">
              <a:ext uri="{FF2B5EF4-FFF2-40B4-BE49-F238E27FC236}">
                <a16:creationId xmlns:a16="http://schemas.microsoft.com/office/drawing/2014/main" id="{94DA5661-0C88-4263-9E6D-1B1C59A1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20-线-0041">
            <a:extLst xmlns:a="http://schemas.openxmlformats.org/drawingml/2006/main">
              <a:ext uri="{FF2B5EF4-FFF2-40B4-BE49-F238E27FC236}">
                <a16:creationId xmlns:a16="http://schemas.microsoft.com/office/drawing/2014/main" id="{4A661627-4C6F-46AB-9ABE-B5E26927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" name="p20-线-0042">
            <a:extLst xmlns:a="http://schemas.openxmlformats.org/drawingml/2006/main">
              <a:ext uri="{FF2B5EF4-FFF2-40B4-BE49-F238E27FC236}">
                <a16:creationId xmlns:a16="http://schemas.microsoft.com/office/drawing/2014/main" id="{757C51DA-CADC-4AAF-A3E2-9C7F19B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" name="p20-线-0043">
            <a:extLst xmlns:a="http://schemas.openxmlformats.org/drawingml/2006/main">
              <a:ext uri="{FF2B5EF4-FFF2-40B4-BE49-F238E27FC236}">
                <a16:creationId xmlns:a16="http://schemas.microsoft.com/office/drawing/2014/main" id="{8E8C0AD6-00C3-449B-95CA-57F78E8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20-线-0044">
            <a:extLst xmlns:a="http://schemas.openxmlformats.org/drawingml/2006/main">
              <a:ext uri="{FF2B5EF4-FFF2-40B4-BE49-F238E27FC236}">
                <a16:creationId xmlns:a16="http://schemas.microsoft.com/office/drawing/2014/main" id="{747B4416-1EFB-49AD-867C-EA4CCAE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5" name="p20-线-0045">
            <a:extLst xmlns:a="http://schemas.openxmlformats.org/drawingml/2006/main">
              <a:ext uri="{FF2B5EF4-FFF2-40B4-BE49-F238E27FC236}">
                <a16:creationId xmlns:a16="http://schemas.microsoft.com/office/drawing/2014/main" id="{798887AC-3401-402A-AB6A-4EF377D2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20-线-0046">
            <a:extLst xmlns:a="http://schemas.openxmlformats.org/drawingml/2006/main">
              <a:ext uri="{FF2B5EF4-FFF2-40B4-BE49-F238E27FC236}">
                <a16:creationId xmlns:a16="http://schemas.microsoft.com/office/drawing/2014/main" id="{A437712E-D887-40C8-84D8-370E6A9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20-线-0047">
            <a:extLst xmlns:a="http://schemas.openxmlformats.org/drawingml/2006/main">
              <a:ext uri="{FF2B5EF4-FFF2-40B4-BE49-F238E27FC236}">
                <a16:creationId xmlns:a16="http://schemas.microsoft.com/office/drawing/2014/main" id="{3663807C-3091-4482-B940-79DC8F05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8" name="p20-线-0048">
            <a:extLst xmlns:a="http://schemas.openxmlformats.org/drawingml/2006/main">
              <a:ext uri="{FF2B5EF4-FFF2-40B4-BE49-F238E27FC236}">
                <a16:creationId xmlns:a16="http://schemas.microsoft.com/office/drawing/2014/main" id="{77FFD533-FDFC-40A4-B043-C798F60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186690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20-线-0049">
            <a:extLst xmlns:a="http://schemas.openxmlformats.org/drawingml/2006/main">
              <a:ext uri="{FF2B5EF4-FFF2-40B4-BE49-F238E27FC236}">
                <a16:creationId xmlns:a16="http://schemas.microsoft.com/office/drawing/2014/main" id="{594C956F-991D-4E52-BC32-728721F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20-线-0050">
            <a:extLst xmlns:a="http://schemas.openxmlformats.org/drawingml/2006/main">
              <a:ext uri="{FF2B5EF4-FFF2-40B4-BE49-F238E27FC236}">
                <a16:creationId xmlns:a16="http://schemas.microsoft.com/office/drawing/2014/main" id="{6CDFF046-A9AC-41A0-86E0-6ECDEF2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1866900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1" name="p20-线-0051">
            <a:extLst xmlns:a="http://schemas.openxmlformats.org/drawingml/2006/main">
              <a:ext uri="{FF2B5EF4-FFF2-40B4-BE49-F238E27FC236}">
                <a16:creationId xmlns:a16="http://schemas.microsoft.com/office/drawing/2014/main" id="{9EE866BB-2DD8-4439-939E-5379C8E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66900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20-线-0052">
            <a:extLst xmlns:a="http://schemas.openxmlformats.org/drawingml/2006/main">
              <a:ext uri="{FF2B5EF4-FFF2-40B4-BE49-F238E27FC236}">
                <a16:creationId xmlns:a16="http://schemas.microsoft.com/office/drawing/2014/main" id="{6ED56C1F-768B-4D0E-8D4A-23C35183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20-线-0053">
            <a:extLst xmlns:a="http://schemas.openxmlformats.org/drawingml/2006/main">
              <a:ext uri="{FF2B5EF4-FFF2-40B4-BE49-F238E27FC236}">
                <a16:creationId xmlns:a16="http://schemas.microsoft.com/office/drawing/2014/main" id="{49A4F327-BB9B-41C7-B614-E7F7F8F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20-线-0054">
            <a:extLst xmlns:a="http://schemas.openxmlformats.org/drawingml/2006/main">
              <a:ext uri="{FF2B5EF4-FFF2-40B4-BE49-F238E27FC236}">
                <a16:creationId xmlns:a16="http://schemas.microsoft.com/office/drawing/2014/main" id="{AE4DF4B8-C647-495D-B846-11560BCF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5" name="p20-线-0055">
            <a:extLst xmlns:a="http://schemas.openxmlformats.org/drawingml/2006/main">
              <a:ext uri="{FF2B5EF4-FFF2-40B4-BE49-F238E27FC236}">
                <a16:creationId xmlns:a16="http://schemas.microsoft.com/office/drawing/2014/main" id="{B23FA88F-366E-4934-8CA5-EDBB8289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20-线-0056">
            <a:extLst xmlns:a="http://schemas.openxmlformats.org/drawingml/2006/main">
              <a:ext uri="{FF2B5EF4-FFF2-40B4-BE49-F238E27FC236}">
                <a16:creationId xmlns:a16="http://schemas.microsoft.com/office/drawing/2014/main" id="{C9ED5460-97A3-4B86-85D1-1A248BE0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20-线-0057">
            <a:extLst xmlns:a="http://schemas.openxmlformats.org/drawingml/2006/main">
              <a:ext uri="{FF2B5EF4-FFF2-40B4-BE49-F238E27FC236}">
                <a16:creationId xmlns:a16="http://schemas.microsoft.com/office/drawing/2014/main" id="{75DE4FCC-A2C3-44FB-BF0C-9D283EF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8" name="p20-线-0058">
            <a:extLst xmlns:a="http://schemas.openxmlformats.org/drawingml/2006/main">
              <a:ext uri="{FF2B5EF4-FFF2-40B4-BE49-F238E27FC236}">
                <a16:creationId xmlns:a16="http://schemas.microsoft.com/office/drawing/2014/main" id="{F60B003C-3624-4721-A3E8-B349406E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20-线-0059">
            <a:extLst xmlns:a="http://schemas.openxmlformats.org/drawingml/2006/main">
              <a:ext uri="{FF2B5EF4-FFF2-40B4-BE49-F238E27FC236}">
                <a16:creationId xmlns:a16="http://schemas.microsoft.com/office/drawing/2014/main" id="{5A32958B-24E2-4B35-8807-25206F2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20-线-0060">
            <a:extLst xmlns:a="http://schemas.openxmlformats.org/drawingml/2006/main">
              <a:ext uri="{FF2B5EF4-FFF2-40B4-BE49-F238E27FC236}">
                <a16:creationId xmlns:a16="http://schemas.microsoft.com/office/drawing/2014/main" id="{2F1F1F39-853F-4688-8112-4D0155D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20-线-0061">
            <a:extLst xmlns:a="http://schemas.openxmlformats.org/drawingml/2006/main">
              <a:ext uri="{FF2B5EF4-FFF2-40B4-BE49-F238E27FC236}">
                <a16:creationId xmlns:a16="http://schemas.microsoft.com/office/drawing/2014/main" id="{4204CC55-22A9-4EFD-87E7-2315AC7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084388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20-线-0062">
            <a:extLst xmlns:a="http://schemas.openxmlformats.org/drawingml/2006/main">
              <a:ext uri="{FF2B5EF4-FFF2-40B4-BE49-F238E27FC236}">
                <a16:creationId xmlns:a16="http://schemas.microsoft.com/office/drawing/2014/main" id="{131AEB57-BB06-4219-B91E-002F4CBB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20-线-0063">
            <a:extLst xmlns:a="http://schemas.openxmlformats.org/drawingml/2006/main">
              <a:ext uri="{FF2B5EF4-FFF2-40B4-BE49-F238E27FC236}">
                <a16:creationId xmlns:a16="http://schemas.microsoft.com/office/drawing/2014/main" id="{1601A703-5979-4EE2-BCA2-77B496B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084388"/>
            <a:ext cx="324802" cy="217488"/>
          </a:xfrm>
          <a:custGeom xmlns:a="http://schemas.openxmlformats.org/drawingml/2006/main">
            <a:pathLst>
              <a:path w="324802" h="217488">
                <a:moveTo>
                  <a:pt x="0" y="0"/>
                </a:moveTo>
                <a:lnTo>
                  <a:pt x="324802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20-线-0064">
            <a:extLst xmlns:a="http://schemas.openxmlformats.org/drawingml/2006/main">
              <a:ext uri="{FF2B5EF4-FFF2-40B4-BE49-F238E27FC236}">
                <a16:creationId xmlns:a16="http://schemas.microsoft.com/office/drawing/2014/main" id="{A4C19EDB-433D-44C2-A767-4D91B40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20-线-0065">
            <a:extLst xmlns:a="http://schemas.openxmlformats.org/drawingml/2006/main">
              <a:ext uri="{FF2B5EF4-FFF2-40B4-BE49-F238E27FC236}">
                <a16:creationId xmlns:a16="http://schemas.microsoft.com/office/drawing/2014/main" id="{C895EA27-4705-4728-9395-CDC87BAF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20-线-0066">
            <a:extLst xmlns:a="http://schemas.openxmlformats.org/drawingml/2006/main">
              <a:ext uri="{FF2B5EF4-FFF2-40B4-BE49-F238E27FC236}">
                <a16:creationId xmlns:a16="http://schemas.microsoft.com/office/drawing/2014/main" id="{65614FCC-2363-4871-B5E9-592D276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7" name="p20-线-0067">
            <a:extLst xmlns:a="http://schemas.openxmlformats.org/drawingml/2006/main">
              <a:ext uri="{FF2B5EF4-FFF2-40B4-BE49-F238E27FC236}">
                <a16:creationId xmlns:a16="http://schemas.microsoft.com/office/drawing/2014/main" id="{79450434-E3A3-4CF3-A770-F8BBD602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20-线-0068">
            <a:extLst xmlns:a="http://schemas.openxmlformats.org/drawingml/2006/main">
              <a:ext uri="{FF2B5EF4-FFF2-40B4-BE49-F238E27FC236}">
                <a16:creationId xmlns:a16="http://schemas.microsoft.com/office/drawing/2014/main" id="{C0AA00F7-3DF1-4CD5-AB58-7E1851C6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20-线-0069">
            <a:extLst xmlns:a="http://schemas.openxmlformats.org/drawingml/2006/main">
              <a:ext uri="{FF2B5EF4-FFF2-40B4-BE49-F238E27FC236}">
                <a16:creationId xmlns:a16="http://schemas.microsoft.com/office/drawing/2014/main" id="{D624B632-A4A8-4A4E-9892-60129DA6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20-线-0070">
            <a:extLst xmlns:a="http://schemas.openxmlformats.org/drawingml/2006/main">
              <a:ext uri="{FF2B5EF4-FFF2-40B4-BE49-F238E27FC236}">
                <a16:creationId xmlns:a16="http://schemas.microsoft.com/office/drawing/2014/main" id="{70A9250F-48E1-4D51-A39A-841990B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20-线-0071">
            <a:extLst xmlns:a="http://schemas.openxmlformats.org/drawingml/2006/main">
              <a:ext uri="{FF2B5EF4-FFF2-40B4-BE49-F238E27FC236}">
                <a16:creationId xmlns:a16="http://schemas.microsoft.com/office/drawing/2014/main" id="{4192A581-72EE-4119-AED5-555CCBD1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20-线-0072">
            <a:extLst xmlns:a="http://schemas.openxmlformats.org/drawingml/2006/main">
              <a:ext uri="{FF2B5EF4-FFF2-40B4-BE49-F238E27FC236}">
                <a16:creationId xmlns:a16="http://schemas.microsoft.com/office/drawing/2014/main" id="{5514FA62-C526-4965-9146-BB5948A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3" name="p20-线-0073">
            <a:extLst xmlns:a="http://schemas.openxmlformats.org/drawingml/2006/main">
              <a:ext uri="{FF2B5EF4-FFF2-40B4-BE49-F238E27FC236}">
                <a16:creationId xmlns:a16="http://schemas.microsoft.com/office/drawing/2014/main" id="{CA90BBBA-224A-44E3-AFAE-0FAD4D5F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20-线-0074">
            <a:extLst xmlns:a="http://schemas.openxmlformats.org/drawingml/2006/main">
              <a:ext uri="{FF2B5EF4-FFF2-40B4-BE49-F238E27FC236}">
                <a16:creationId xmlns:a16="http://schemas.microsoft.com/office/drawing/2014/main" id="{604E33B9-920A-4384-84C2-0768546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20-线-0075">
            <a:extLst xmlns:a="http://schemas.openxmlformats.org/drawingml/2006/main">
              <a:ext uri="{FF2B5EF4-FFF2-40B4-BE49-F238E27FC236}">
                <a16:creationId xmlns:a16="http://schemas.microsoft.com/office/drawing/2014/main" id="{895AA62A-CA2C-42DC-8EA7-77C0FF77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6" name="p20-线-0076">
            <a:extLst xmlns:a="http://schemas.openxmlformats.org/drawingml/2006/main">
              <a:ext uri="{FF2B5EF4-FFF2-40B4-BE49-F238E27FC236}">
                <a16:creationId xmlns:a16="http://schemas.microsoft.com/office/drawing/2014/main" id="{27661228-0A7F-43EB-BEFE-0986D37C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20-线-0077">
            <a:extLst xmlns:a="http://schemas.openxmlformats.org/drawingml/2006/main">
              <a:ext uri="{FF2B5EF4-FFF2-40B4-BE49-F238E27FC236}">
                <a16:creationId xmlns:a16="http://schemas.microsoft.com/office/drawing/2014/main" id="{2C20940A-F700-4F5C-AC45-897B975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20-线-0078">
            <a:extLst xmlns:a="http://schemas.openxmlformats.org/drawingml/2006/main">
              <a:ext uri="{FF2B5EF4-FFF2-40B4-BE49-F238E27FC236}">
                <a16:creationId xmlns:a16="http://schemas.microsoft.com/office/drawing/2014/main" id="{4ACB34C0-1421-4A59-B5C0-696E7DD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9" name="p20-线-0079">
            <a:extLst xmlns:a="http://schemas.openxmlformats.org/drawingml/2006/main">
              <a:ext uri="{FF2B5EF4-FFF2-40B4-BE49-F238E27FC236}">
                <a16:creationId xmlns:a16="http://schemas.microsoft.com/office/drawing/2014/main" id="{9FC5DCAB-F052-4A40-80E8-87E6047A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084388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20-线-0080">
            <a:extLst xmlns:a="http://schemas.openxmlformats.org/drawingml/2006/main">
              <a:ext uri="{FF2B5EF4-FFF2-40B4-BE49-F238E27FC236}">
                <a16:creationId xmlns:a16="http://schemas.microsoft.com/office/drawing/2014/main" id="{A202BE02-E7B4-4752-8813-C908DCBF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20-线-0081">
            <a:extLst xmlns:a="http://schemas.openxmlformats.org/drawingml/2006/main">
              <a:ext uri="{FF2B5EF4-FFF2-40B4-BE49-F238E27FC236}">
                <a16:creationId xmlns:a16="http://schemas.microsoft.com/office/drawing/2014/main" id="{39590B67-FBD1-4BC7-B3D7-8A85E75A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084388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2" name="p20-线-0082">
            <a:extLst xmlns:a="http://schemas.openxmlformats.org/drawingml/2006/main">
              <a:ext uri="{FF2B5EF4-FFF2-40B4-BE49-F238E27FC236}">
                <a16:creationId xmlns:a16="http://schemas.microsoft.com/office/drawing/2014/main" id="{945FE025-2344-47DC-A870-72B62B60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84388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20-线-0083">
            <a:extLst xmlns:a="http://schemas.openxmlformats.org/drawingml/2006/main">
              <a:ext uri="{FF2B5EF4-FFF2-40B4-BE49-F238E27FC236}">
                <a16:creationId xmlns:a16="http://schemas.microsoft.com/office/drawing/2014/main" id="{E168157B-0538-4703-8EC0-DDCB1D5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20-线-0084">
            <a:extLst xmlns:a="http://schemas.openxmlformats.org/drawingml/2006/main">
              <a:ext uri="{FF2B5EF4-FFF2-40B4-BE49-F238E27FC236}">
                <a16:creationId xmlns:a16="http://schemas.microsoft.com/office/drawing/2014/main" id="{2DFA7741-BC30-4F11-827D-EEC6368E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20-线-0085">
            <a:extLst xmlns:a="http://schemas.openxmlformats.org/drawingml/2006/main">
              <a:ext uri="{FF2B5EF4-FFF2-40B4-BE49-F238E27FC236}">
                <a16:creationId xmlns:a16="http://schemas.microsoft.com/office/drawing/2014/main" id="{0ECFC913-9718-4348-9722-5CDE6B19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6" name="p20-线-0086">
            <a:extLst xmlns:a="http://schemas.openxmlformats.org/drawingml/2006/main">
              <a:ext uri="{FF2B5EF4-FFF2-40B4-BE49-F238E27FC236}">
                <a16:creationId xmlns:a16="http://schemas.microsoft.com/office/drawing/2014/main" id="{8A5A6BEC-CF28-4DD5-969C-DD7E6E44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20-线-0087">
            <a:extLst xmlns:a="http://schemas.openxmlformats.org/drawingml/2006/main">
              <a:ext uri="{FF2B5EF4-FFF2-40B4-BE49-F238E27FC236}">
                <a16:creationId xmlns:a16="http://schemas.microsoft.com/office/drawing/2014/main" id="{54E3E61A-9027-4D7E-AB78-9F311BC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20-线-0088">
            <a:extLst xmlns:a="http://schemas.openxmlformats.org/drawingml/2006/main">
              <a:ext uri="{FF2B5EF4-FFF2-40B4-BE49-F238E27FC236}">
                <a16:creationId xmlns:a16="http://schemas.microsoft.com/office/drawing/2014/main" id="{BF449AAE-5EA0-46F9-90A2-9773395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9" name="p20-线-0089">
            <a:extLst xmlns:a="http://schemas.openxmlformats.org/drawingml/2006/main">
              <a:ext uri="{FF2B5EF4-FFF2-40B4-BE49-F238E27FC236}">
                <a16:creationId xmlns:a16="http://schemas.microsoft.com/office/drawing/2014/main" id="{48AE3E23-7678-426D-ADA8-BA26978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20-线-0090">
            <a:extLst xmlns:a="http://schemas.openxmlformats.org/drawingml/2006/main">
              <a:ext uri="{FF2B5EF4-FFF2-40B4-BE49-F238E27FC236}">
                <a16:creationId xmlns:a16="http://schemas.microsoft.com/office/drawing/2014/main" id="{CB985D5A-9B09-4745-AA28-555E9ECD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20-线-0091">
            <a:extLst xmlns:a="http://schemas.openxmlformats.org/drawingml/2006/main">
              <a:ext uri="{FF2B5EF4-FFF2-40B4-BE49-F238E27FC236}">
                <a16:creationId xmlns:a16="http://schemas.microsoft.com/office/drawing/2014/main" id="{D2DD1C65-CE66-4836-817C-2FC2F989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20-线-0092">
            <a:extLst xmlns:a="http://schemas.openxmlformats.org/drawingml/2006/main">
              <a:ext uri="{FF2B5EF4-FFF2-40B4-BE49-F238E27FC236}">
                <a16:creationId xmlns:a16="http://schemas.microsoft.com/office/drawing/2014/main" id="{9FEE9200-0C94-4039-80E9-140E0D7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301875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20-线-0093">
            <a:extLst xmlns:a="http://schemas.openxmlformats.org/drawingml/2006/main">
              <a:ext uri="{FF2B5EF4-FFF2-40B4-BE49-F238E27FC236}">
                <a16:creationId xmlns:a16="http://schemas.microsoft.com/office/drawing/2014/main" id="{F9E71770-D9DA-47DF-8B1C-6B83B369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20-线-0094">
            <a:extLst xmlns:a="http://schemas.openxmlformats.org/drawingml/2006/main">
              <a:ext uri="{FF2B5EF4-FFF2-40B4-BE49-F238E27FC236}">
                <a16:creationId xmlns:a16="http://schemas.microsoft.com/office/drawing/2014/main" id="{4F106FFE-E122-4210-867F-A80E7B3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301875"/>
            <a:ext cx="324802" cy="217488"/>
          </a:xfrm>
          <a:custGeom xmlns:a="http://schemas.openxmlformats.org/drawingml/2006/main">
            <a:pathLst>
              <a:path w="324802" h="217488">
                <a:moveTo>
                  <a:pt x="0" y="0"/>
                </a:moveTo>
                <a:lnTo>
                  <a:pt x="324802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20-线-0095">
            <a:extLst xmlns:a="http://schemas.openxmlformats.org/drawingml/2006/main">
              <a:ext uri="{FF2B5EF4-FFF2-40B4-BE49-F238E27FC236}">
                <a16:creationId xmlns:a16="http://schemas.microsoft.com/office/drawing/2014/main" id="{A5F1F3B8-9359-46BB-A692-58EA2E0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20-线-0096">
            <a:extLst xmlns:a="http://schemas.openxmlformats.org/drawingml/2006/main">
              <a:ext uri="{FF2B5EF4-FFF2-40B4-BE49-F238E27FC236}">
                <a16:creationId xmlns:a16="http://schemas.microsoft.com/office/drawing/2014/main" id="{753F14C2-C91D-466E-995B-6B03A491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20-线-0097">
            <a:extLst xmlns:a="http://schemas.openxmlformats.org/drawingml/2006/main">
              <a:ext uri="{FF2B5EF4-FFF2-40B4-BE49-F238E27FC236}">
                <a16:creationId xmlns:a16="http://schemas.microsoft.com/office/drawing/2014/main" id="{B96AB447-DAA8-4AA9-940C-10AF727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20-线-0098">
            <a:extLst xmlns:a="http://schemas.openxmlformats.org/drawingml/2006/main">
              <a:ext uri="{FF2B5EF4-FFF2-40B4-BE49-F238E27FC236}">
                <a16:creationId xmlns:a16="http://schemas.microsoft.com/office/drawing/2014/main" id="{E6AE247B-4476-44BD-8F69-C88CB16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20-线-0099">
            <a:extLst xmlns:a="http://schemas.openxmlformats.org/drawingml/2006/main">
              <a:ext uri="{FF2B5EF4-FFF2-40B4-BE49-F238E27FC236}">
                <a16:creationId xmlns:a16="http://schemas.microsoft.com/office/drawing/2014/main" id="{F844E945-B913-4242-B631-4EAE08E9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20-线-0100">
            <a:extLst xmlns:a="http://schemas.openxmlformats.org/drawingml/2006/main">
              <a:ext uri="{FF2B5EF4-FFF2-40B4-BE49-F238E27FC236}">
                <a16:creationId xmlns:a16="http://schemas.microsoft.com/office/drawing/2014/main" id="{4DD2ECF1-A5C5-44A2-9FB5-45BC8EFB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20-线-0101">
            <a:extLst xmlns:a="http://schemas.openxmlformats.org/drawingml/2006/main">
              <a:ext uri="{FF2B5EF4-FFF2-40B4-BE49-F238E27FC236}">
                <a16:creationId xmlns:a16="http://schemas.microsoft.com/office/drawing/2014/main" id="{D09887C6-4F5A-49F4-8EA1-0093B9FE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20-线-0102">
            <a:extLst xmlns:a="http://schemas.openxmlformats.org/drawingml/2006/main">
              <a:ext uri="{FF2B5EF4-FFF2-40B4-BE49-F238E27FC236}">
                <a16:creationId xmlns:a16="http://schemas.microsoft.com/office/drawing/2014/main" id="{FF484B10-E133-47A4-8395-41F2E85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20-线-0103">
            <a:extLst xmlns:a="http://schemas.openxmlformats.org/drawingml/2006/main">
              <a:ext uri="{FF2B5EF4-FFF2-40B4-BE49-F238E27FC236}">
                <a16:creationId xmlns:a16="http://schemas.microsoft.com/office/drawing/2014/main" id="{9CB074AB-99C9-45E4-BA21-361BF5B8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4" name="p20-线-0104">
            <a:extLst xmlns:a="http://schemas.openxmlformats.org/drawingml/2006/main">
              <a:ext uri="{FF2B5EF4-FFF2-40B4-BE49-F238E27FC236}">
                <a16:creationId xmlns:a16="http://schemas.microsoft.com/office/drawing/2014/main" id="{C9ED79AF-20D4-4BF9-B57C-EBDA3577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20-线-0105">
            <a:extLst xmlns:a="http://schemas.openxmlformats.org/drawingml/2006/main">
              <a:ext uri="{FF2B5EF4-FFF2-40B4-BE49-F238E27FC236}">
                <a16:creationId xmlns:a16="http://schemas.microsoft.com/office/drawing/2014/main" id="{CBB07E20-5CAF-457E-9EA9-328B381C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20-线-0106">
            <a:extLst xmlns:a="http://schemas.openxmlformats.org/drawingml/2006/main">
              <a:ext uri="{FF2B5EF4-FFF2-40B4-BE49-F238E27FC236}">
                <a16:creationId xmlns:a16="http://schemas.microsoft.com/office/drawing/2014/main" id="{2516642F-AA96-406F-9416-B3052E5D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7" name="p20-线-0107">
            <a:extLst xmlns:a="http://schemas.openxmlformats.org/drawingml/2006/main">
              <a:ext uri="{FF2B5EF4-FFF2-40B4-BE49-F238E27FC236}">
                <a16:creationId xmlns:a16="http://schemas.microsoft.com/office/drawing/2014/main" id="{544B6978-9BBA-4E32-A2A2-33C94174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20-线-0108">
            <a:extLst xmlns:a="http://schemas.openxmlformats.org/drawingml/2006/main">
              <a:ext uri="{FF2B5EF4-FFF2-40B4-BE49-F238E27FC236}">
                <a16:creationId xmlns:a16="http://schemas.microsoft.com/office/drawing/2014/main" id="{148C17A7-FC0E-4D32-B1AD-063A97D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20-线-0109">
            <a:extLst xmlns:a="http://schemas.openxmlformats.org/drawingml/2006/main">
              <a:ext uri="{FF2B5EF4-FFF2-40B4-BE49-F238E27FC236}">
                <a16:creationId xmlns:a16="http://schemas.microsoft.com/office/drawing/2014/main" id="{B1EE3E39-43B6-4E62-8044-6A6BED6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0" name="p20-线-0110">
            <a:extLst xmlns:a="http://schemas.openxmlformats.org/drawingml/2006/main">
              <a:ext uri="{FF2B5EF4-FFF2-40B4-BE49-F238E27FC236}">
                <a16:creationId xmlns:a16="http://schemas.microsoft.com/office/drawing/2014/main" id="{BF090CB8-6E0E-4865-9A25-4309E2F6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30187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20-线-0111">
            <a:extLst xmlns:a="http://schemas.openxmlformats.org/drawingml/2006/main">
              <a:ext uri="{FF2B5EF4-FFF2-40B4-BE49-F238E27FC236}">
                <a16:creationId xmlns:a16="http://schemas.microsoft.com/office/drawing/2014/main" id="{687A78FA-56CE-431E-9DF9-18ADBF7D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20-线-0112">
            <a:extLst xmlns:a="http://schemas.openxmlformats.org/drawingml/2006/main">
              <a:ext uri="{FF2B5EF4-FFF2-40B4-BE49-F238E27FC236}">
                <a16:creationId xmlns:a16="http://schemas.microsoft.com/office/drawing/2014/main" id="{D77FC98E-1FF9-4E91-B307-BAA1B58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301875"/>
            <a:ext cx="324803" cy="217488"/>
          </a:xfrm>
          <a:custGeom xmlns:a="http://schemas.openxmlformats.org/drawingml/2006/main">
            <a:pathLst>
              <a:path w="324803" h="217488">
                <a:moveTo>
                  <a:pt x="0" y="0"/>
                </a:moveTo>
                <a:lnTo>
                  <a:pt x="324803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3" name="p20-线-0113">
            <a:extLst xmlns:a="http://schemas.openxmlformats.org/drawingml/2006/main">
              <a:ext uri="{FF2B5EF4-FFF2-40B4-BE49-F238E27FC236}">
                <a16:creationId xmlns:a16="http://schemas.microsoft.com/office/drawing/2014/main" id="{65B0FCF1-4540-4EDB-BB8F-CAAB3D6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01875"/>
            <a:ext cx="95" cy="217488"/>
          </a:xfrm>
          <a:custGeom xmlns:a="http://schemas.openxmlformats.org/drawingml/2006/main">
            <a:pathLst>
              <a:path w="95" h="217488">
                <a:moveTo>
                  <a:pt x="0" y="0"/>
                </a:moveTo>
                <a:lnTo>
                  <a:pt x="0" y="217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20-线-0114">
            <a:extLst xmlns:a="http://schemas.openxmlformats.org/drawingml/2006/main">
              <a:ext uri="{FF2B5EF4-FFF2-40B4-BE49-F238E27FC236}">
                <a16:creationId xmlns:a16="http://schemas.microsoft.com/office/drawing/2014/main" id="{C759ED6C-3ACA-41B3-A1C5-4E9A2B7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20-线-0115">
            <a:extLst xmlns:a="http://schemas.openxmlformats.org/drawingml/2006/main">
              <a:ext uri="{FF2B5EF4-FFF2-40B4-BE49-F238E27FC236}">
                <a16:creationId xmlns:a16="http://schemas.microsoft.com/office/drawing/2014/main" id="{2F7F107F-8872-436C-A209-EA7408D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20-线-0116">
            <a:extLst xmlns:a="http://schemas.openxmlformats.org/drawingml/2006/main">
              <a:ext uri="{FF2B5EF4-FFF2-40B4-BE49-F238E27FC236}">
                <a16:creationId xmlns:a16="http://schemas.microsoft.com/office/drawing/2014/main" id="{0EB6C316-F029-4FB4-834C-402C57C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7" name="p20-线-0117">
            <a:extLst xmlns:a="http://schemas.openxmlformats.org/drawingml/2006/main">
              <a:ext uri="{FF2B5EF4-FFF2-40B4-BE49-F238E27FC236}">
                <a16:creationId xmlns:a16="http://schemas.microsoft.com/office/drawing/2014/main" id="{3DF3B3EA-B37F-4660-9B80-FE887CDE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20-线-0118">
            <a:extLst xmlns:a="http://schemas.openxmlformats.org/drawingml/2006/main">
              <a:ext uri="{FF2B5EF4-FFF2-40B4-BE49-F238E27FC236}">
                <a16:creationId xmlns:a16="http://schemas.microsoft.com/office/drawing/2014/main" id="{3DEEDCCF-1D66-475F-8653-21C71C7B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20-线-0119">
            <a:extLst xmlns:a="http://schemas.openxmlformats.org/drawingml/2006/main">
              <a:ext uri="{FF2B5EF4-FFF2-40B4-BE49-F238E27FC236}">
                <a16:creationId xmlns:a16="http://schemas.microsoft.com/office/drawing/2014/main" id="{C9976815-0D45-4C8E-B2AE-15B94C5B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0" name="p20-线-0120">
            <a:extLst xmlns:a="http://schemas.openxmlformats.org/drawingml/2006/main">
              <a:ext uri="{FF2B5EF4-FFF2-40B4-BE49-F238E27FC236}">
                <a16:creationId xmlns:a16="http://schemas.microsoft.com/office/drawing/2014/main" id="{41507B8F-179A-4FBE-97BF-3D5D7221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20-线-0121">
            <a:extLst xmlns:a="http://schemas.openxmlformats.org/drawingml/2006/main">
              <a:ext uri="{FF2B5EF4-FFF2-40B4-BE49-F238E27FC236}">
                <a16:creationId xmlns:a16="http://schemas.microsoft.com/office/drawing/2014/main" id="{B72DCF9A-3F95-4720-84E1-E9A7EDB3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20-线-0122">
            <a:extLst xmlns:a="http://schemas.openxmlformats.org/drawingml/2006/main">
              <a:ext uri="{FF2B5EF4-FFF2-40B4-BE49-F238E27FC236}">
                <a16:creationId xmlns:a16="http://schemas.microsoft.com/office/drawing/2014/main" id="{A41C928D-9B81-4A49-8567-793264F1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20-线-0123">
            <a:extLst xmlns:a="http://schemas.openxmlformats.org/drawingml/2006/main">
              <a:ext uri="{FF2B5EF4-FFF2-40B4-BE49-F238E27FC236}">
                <a16:creationId xmlns:a16="http://schemas.microsoft.com/office/drawing/2014/main" id="{5D903EB2-D321-4961-84A3-9A6B9AF3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519363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20-线-0124">
            <a:extLst xmlns:a="http://schemas.openxmlformats.org/drawingml/2006/main">
              <a:ext uri="{FF2B5EF4-FFF2-40B4-BE49-F238E27FC236}">
                <a16:creationId xmlns:a16="http://schemas.microsoft.com/office/drawing/2014/main" id="{421808E3-74E7-4A00-A611-222EE65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20-线-0125">
            <a:extLst xmlns:a="http://schemas.openxmlformats.org/drawingml/2006/main">
              <a:ext uri="{FF2B5EF4-FFF2-40B4-BE49-F238E27FC236}">
                <a16:creationId xmlns:a16="http://schemas.microsoft.com/office/drawing/2014/main" id="{8B96957F-312B-4D20-9F1A-8C8D44FA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519363"/>
            <a:ext cx="324802" cy="217487"/>
          </a:xfrm>
          <a:custGeom xmlns:a="http://schemas.openxmlformats.org/drawingml/2006/main">
            <a:pathLst>
              <a:path w="324802" h="217487">
                <a:moveTo>
                  <a:pt x="0" y="0"/>
                </a:moveTo>
                <a:lnTo>
                  <a:pt x="324802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20-线-0126">
            <a:extLst xmlns:a="http://schemas.openxmlformats.org/drawingml/2006/main">
              <a:ext uri="{FF2B5EF4-FFF2-40B4-BE49-F238E27FC236}">
                <a16:creationId xmlns:a16="http://schemas.microsoft.com/office/drawing/2014/main" id="{78879C98-C15C-4A84-8E30-DC9E70F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20-线-0127">
            <a:extLst xmlns:a="http://schemas.openxmlformats.org/drawingml/2006/main">
              <a:ext uri="{FF2B5EF4-FFF2-40B4-BE49-F238E27FC236}">
                <a16:creationId xmlns:a16="http://schemas.microsoft.com/office/drawing/2014/main" id="{5A67C089-DEC3-4A4A-A0F0-5A48AE8F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20-线-0128">
            <a:extLst xmlns:a="http://schemas.openxmlformats.org/drawingml/2006/main">
              <a:ext uri="{FF2B5EF4-FFF2-40B4-BE49-F238E27FC236}">
                <a16:creationId xmlns:a16="http://schemas.microsoft.com/office/drawing/2014/main" id="{2A9F126D-E6F0-40AD-9527-C646FD09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20-线-0129">
            <a:extLst xmlns:a="http://schemas.openxmlformats.org/drawingml/2006/main">
              <a:ext uri="{FF2B5EF4-FFF2-40B4-BE49-F238E27FC236}">
                <a16:creationId xmlns:a16="http://schemas.microsoft.com/office/drawing/2014/main" id="{82280C41-6C57-4EBB-B424-E4D9E78F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20-线-0130">
            <a:extLst xmlns:a="http://schemas.openxmlformats.org/drawingml/2006/main">
              <a:ext uri="{FF2B5EF4-FFF2-40B4-BE49-F238E27FC236}">
                <a16:creationId xmlns:a16="http://schemas.microsoft.com/office/drawing/2014/main" id="{24A336BD-78A5-4CCA-89BF-87701AB4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20-线-0131">
            <a:extLst xmlns:a="http://schemas.openxmlformats.org/drawingml/2006/main">
              <a:ext uri="{FF2B5EF4-FFF2-40B4-BE49-F238E27FC236}">
                <a16:creationId xmlns:a16="http://schemas.microsoft.com/office/drawing/2014/main" id="{2F9BA130-C565-42EE-BC96-755DE341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20-线-0132">
            <a:extLst xmlns:a="http://schemas.openxmlformats.org/drawingml/2006/main">
              <a:ext uri="{FF2B5EF4-FFF2-40B4-BE49-F238E27FC236}">
                <a16:creationId xmlns:a16="http://schemas.microsoft.com/office/drawing/2014/main" id="{585AD5C0-62EC-4641-B498-13744A0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20-线-0133">
            <a:extLst xmlns:a="http://schemas.openxmlformats.org/drawingml/2006/main">
              <a:ext uri="{FF2B5EF4-FFF2-40B4-BE49-F238E27FC236}">
                <a16:creationId xmlns:a16="http://schemas.microsoft.com/office/drawing/2014/main" id="{B1873729-0F53-4187-8C5D-83A4526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20-线-0134">
            <a:extLst xmlns:a="http://schemas.openxmlformats.org/drawingml/2006/main">
              <a:ext uri="{FF2B5EF4-FFF2-40B4-BE49-F238E27FC236}">
                <a16:creationId xmlns:a16="http://schemas.microsoft.com/office/drawing/2014/main" id="{88CC4E37-3C0D-4D91-9FE5-336AD65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5" name="p20-线-0135">
            <a:extLst xmlns:a="http://schemas.openxmlformats.org/drawingml/2006/main">
              <a:ext uri="{FF2B5EF4-FFF2-40B4-BE49-F238E27FC236}">
                <a16:creationId xmlns:a16="http://schemas.microsoft.com/office/drawing/2014/main" id="{43B18215-5975-4BC6-9BB9-D54FF54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20-线-0136">
            <a:extLst xmlns:a="http://schemas.openxmlformats.org/drawingml/2006/main">
              <a:ext uri="{FF2B5EF4-FFF2-40B4-BE49-F238E27FC236}">
                <a16:creationId xmlns:a16="http://schemas.microsoft.com/office/drawing/2014/main" id="{BC207E2A-774D-457D-BC91-CE684E3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20-线-0137">
            <a:extLst xmlns:a="http://schemas.openxmlformats.org/drawingml/2006/main">
              <a:ext uri="{FF2B5EF4-FFF2-40B4-BE49-F238E27FC236}">
                <a16:creationId xmlns:a16="http://schemas.microsoft.com/office/drawing/2014/main" id="{8BDD89F7-5103-4A0A-BEA5-0CF30D2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8" name="p20-线-0138">
            <a:extLst xmlns:a="http://schemas.openxmlformats.org/drawingml/2006/main">
              <a:ext uri="{FF2B5EF4-FFF2-40B4-BE49-F238E27FC236}">
                <a16:creationId xmlns:a16="http://schemas.microsoft.com/office/drawing/2014/main" id="{9D402BC1-6B38-4819-A200-3B32580F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20-线-0139">
            <a:extLst xmlns:a="http://schemas.openxmlformats.org/drawingml/2006/main">
              <a:ext uri="{FF2B5EF4-FFF2-40B4-BE49-F238E27FC236}">
                <a16:creationId xmlns:a16="http://schemas.microsoft.com/office/drawing/2014/main" id="{7102246A-9C64-4F29-A92E-A683435E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20-线-0140">
            <a:extLst xmlns:a="http://schemas.openxmlformats.org/drawingml/2006/main">
              <a:ext uri="{FF2B5EF4-FFF2-40B4-BE49-F238E27FC236}">
                <a16:creationId xmlns:a16="http://schemas.microsoft.com/office/drawing/2014/main" id="{59B4A5C4-0B5B-4228-B0CE-3C0188C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1" name="p20-线-0141">
            <a:extLst xmlns:a="http://schemas.openxmlformats.org/drawingml/2006/main">
              <a:ext uri="{FF2B5EF4-FFF2-40B4-BE49-F238E27FC236}">
                <a16:creationId xmlns:a16="http://schemas.microsoft.com/office/drawing/2014/main" id="{59F6A52C-F135-47AD-A4BB-F046CBC2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519363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20-线-0142">
            <a:extLst xmlns:a="http://schemas.openxmlformats.org/drawingml/2006/main">
              <a:ext uri="{FF2B5EF4-FFF2-40B4-BE49-F238E27FC236}">
                <a16:creationId xmlns:a16="http://schemas.microsoft.com/office/drawing/2014/main" id="{F7079D55-072D-49EB-8FED-AE9D1791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20-线-0143">
            <a:extLst xmlns:a="http://schemas.openxmlformats.org/drawingml/2006/main">
              <a:ext uri="{FF2B5EF4-FFF2-40B4-BE49-F238E27FC236}">
                <a16:creationId xmlns:a16="http://schemas.microsoft.com/office/drawing/2014/main" id="{A286B1A9-631F-4BAE-8DA9-28B0A42A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519363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4" name="p20-线-0144">
            <a:extLst xmlns:a="http://schemas.openxmlformats.org/drawingml/2006/main">
              <a:ext uri="{FF2B5EF4-FFF2-40B4-BE49-F238E27FC236}">
                <a16:creationId xmlns:a16="http://schemas.microsoft.com/office/drawing/2014/main" id="{C741D9F6-5EC2-4693-9BD8-5C7D121F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19363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20-线-0145">
            <a:extLst xmlns:a="http://schemas.openxmlformats.org/drawingml/2006/main">
              <a:ext uri="{FF2B5EF4-FFF2-40B4-BE49-F238E27FC236}">
                <a16:creationId xmlns:a16="http://schemas.microsoft.com/office/drawing/2014/main" id="{0A48443C-EE10-4AA4-895F-2CD4C72F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20-线-0146">
            <a:extLst xmlns:a="http://schemas.openxmlformats.org/drawingml/2006/main">
              <a:ext uri="{FF2B5EF4-FFF2-40B4-BE49-F238E27FC236}">
                <a16:creationId xmlns:a16="http://schemas.microsoft.com/office/drawing/2014/main" id="{89E0D122-51B3-4E61-8ACF-10A2C269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20-线-0147">
            <a:extLst xmlns:a="http://schemas.openxmlformats.org/drawingml/2006/main">
              <a:ext uri="{FF2B5EF4-FFF2-40B4-BE49-F238E27FC236}">
                <a16:creationId xmlns:a16="http://schemas.microsoft.com/office/drawing/2014/main" id="{D59B818E-3E56-4F5C-91B1-705A8F41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8" name="p20-线-0148">
            <a:extLst xmlns:a="http://schemas.openxmlformats.org/drawingml/2006/main">
              <a:ext uri="{FF2B5EF4-FFF2-40B4-BE49-F238E27FC236}">
                <a16:creationId xmlns:a16="http://schemas.microsoft.com/office/drawing/2014/main" id="{DD164864-8381-4530-963C-1579374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20-线-0149">
            <a:extLst xmlns:a="http://schemas.openxmlformats.org/drawingml/2006/main">
              <a:ext uri="{FF2B5EF4-FFF2-40B4-BE49-F238E27FC236}">
                <a16:creationId xmlns:a16="http://schemas.microsoft.com/office/drawing/2014/main" id="{9BF04385-70DF-4569-9170-91AAC396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20-线-0150">
            <a:extLst xmlns:a="http://schemas.openxmlformats.org/drawingml/2006/main">
              <a:ext uri="{FF2B5EF4-FFF2-40B4-BE49-F238E27FC236}">
                <a16:creationId xmlns:a16="http://schemas.microsoft.com/office/drawing/2014/main" id="{E1F65CD6-6FC6-440E-958F-C61B2740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1" name="p20-线-0151">
            <a:extLst xmlns:a="http://schemas.openxmlformats.org/drawingml/2006/main">
              <a:ext uri="{FF2B5EF4-FFF2-40B4-BE49-F238E27FC236}">
                <a16:creationId xmlns:a16="http://schemas.microsoft.com/office/drawing/2014/main" id="{ED190699-7F46-471F-8C63-4B9318D5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20-线-0152">
            <a:extLst xmlns:a="http://schemas.openxmlformats.org/drawingml/2006/main">
              <a:ext uri="{FF2B5EF4-FFF2-40B4-BE49-F238E27FC236}">
                <a16:creationId xmlns:a16="http://schemas.microsoft.com/office/drawing/2014/main" id="{19BAB5D6-5967-42BF-996F-70D9605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20-线-0153">
            <a:extLst xmlns:a="http://schemas.openxmlformats.org/drawingml/2006/main">
              <a:ext uri="{FF2B5EF4-FFF2-40B4-BE49-F238E27FC236}">
                <a16:creationId xmlns:a16="http://schemas.microsoft.com/office/drawing/2014/main" id="{2EA1C959-404D-4866-9E76-0A6545E2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20-线-0154">
            <a:extLst xmlns:a="http://schemas.openxmlformats.org/drawingml/2006/main">
              <a:ext uri="{FF2B5EF4-FFF2-40B4-BE49-F238E27FC236}">
                <a16:creationId xmlns:a16="http://schemas.microsoft.com/office/drawing/2014/main" id="{53523EE5-C813-444F-AC34-FBA44182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736850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20-线-0155">
            <a:extLst xmlns:a="http://schemas.openxmlformats.org/drawingml/2006/main">
              <a:ext uri="{FF2B5EF4-FFF2-40B4-BE49-F238E27FC236}">
                <a16:creationId xmlns:a16="http://schemas.microsoft.com/office/drawing/2014/main" id="{03C01CD6-F963-4381-B7E1-3FCEBEBB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20-线-0156">
            <a:extLst xmlns:a="http://schemas.openxmlformats.org/drawingml/2006/main">
              <a:ext uri="{FF2B5EF4-FFF2-40B4-BE49-F238E27FC236}">
                <a16:creationId xmlns:a16="http://schemas.microsoft.com/office/drawing/2014/main" id="{23C9145D-AB22-4E3B-B142-299AB267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736850"/>
            <a:ext cx="324802" cy="217487"/>
          </a:xfrm>
          <a:custGeom xmlns:a="http://schemas.openxmlformats.org/drawingml/2006/main">
            <a:pathLst>
              <a:path w="324802" h="217487">
                <a:moveTo>
                  <a:pt x="0" y="0"/>
                </a:moveTo>
                <a:lnTo>
                  <a:pt x="324802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20-线-0157">
            <a:extLst xmlns:a="http://schemas.openxmlformats.org/drawingml/2006/main">
              <a:ext uri="{FF2B5EF4-FFF2-40B4-BE49-F238E27FC236}">
                <a16:creationId xmlns:a16="http://schemas.microsoft.com/office/drawing/2014/main" id="{6F2838E8-A598-4862-87FB-9E4BF3E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20-线-0158">
            <a:extLst xmlns:a="http://schemas.openxmlformats.org/drawingml/2006/main">
              <a:ext uri="{FF2B5EF4-FFF2-40B4-BE49-F238E27FC236}">
                <a16:creationId xmlns:a16="http://schemas.microsoft.com/office/drawing/2014/main" id="{F3DBE187-0928-43B1-AA86-C4D65B6B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20-线-0159">
            <a:extLst xmlns:a="http://schemas.openxmlformats.org/drawingml/2006/main">
              <a:ext uri="{FF2B5EF4-FFF2-40B4-BE49-F238E27FC236}">
                <a16:creationId xmlns:a16="http://schemas.microsoft.com/office/drawing/2014/main" id="{BB66ED89-65FB-409C-9CBD-E96383A8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20-线-0160">
            <a:extLst xmlns:a="http://schemas.openxmlformats.org/drawingml/2006/main">
              <a:ext uri="{FF2B5EF4-FFF2-40B4-BE49-F238E27FC236}">
                <a16:creationId xmlns:a16="http://schemas.microsoft.com/office/drawing/2014/main" id="{F1631ADD-448A-404B-9BF7-6454EB13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20-线-0161">
            <a:extLst xmlns:a="http://schemas.openxmlformats.org/drawingml/2006/main">
              <a:ext uri="{FF2B5EF4-FFF2-40B4-BE49-F238E27FC236}">
                <a16:creationId xmlns:a16="http://schemas.microsoft.com/office/drawing/2014/main" id="{B8B47869-724A-4C46-A7E9-E9975F36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20-线-0162">
            <a:extLst xmlns:a="http://schemas.openxmlformats.org/drawingml/2006/main">
              <a:ext uri="{FF2B5EF4-FFF2-40B4-BE49-F238E27FC236}">
                <a16:creationId xmlns:a16="http://schemas.microsoft.com/office/drawing/2014/main" id="{8BECB8FB-054D-4E66-9C70-C6853E63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20-线-0163">
            <a:extLst xmlns:a="http://schemas.openxmlformats.org/drawingml/2006/main">
              <a:ext uri="{FF2B5EF4-FFF2-40B4-BE49-F238E27FC236}">
                <a16:creationId xmlns:a16="http://schemas.microsoft.com/office/drawing/2014/main" id="{52664E99-F9C2-4281-81E1-07B464E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20-线-0164">
            <a:extLst xmlns:a="http://schemas.openxmlformats.org/drawingml/2006/main">
              <a:ext uri="{FF2B5EF4-FFF2-40B4-BE49-F238E27FC236}">
                <a16:creationId xmlns:a16="http://schemas.microsoft.com/office/drawing/2014/main" id="{935CAB30-FC54-4D0C-BEB1-4FB4B3FC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20-线-0165">
            <a:extLst xmlns:a="http://schemas.openxmlformats.org/drawingml/2006/main">
              <a:ext uri="{FF2B5EF4-FFF2-40B4-BE49-F238E27FC236}">
                <a16:creationId xmlns:a16="http://schemas.microsoft.com/office/drawing/2014/main" id="{5115509D-6E51-45CC-8FD4-CF3A09E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6" name="p20-线-0166">
            <a:extLst xmlns:a="http://schemas.openxmlformats.org/drawingml/2006/main">
              <a:ext uri="{FF2B5EF4-FFF2-40B4-BE49-F238E27FC236}">
                <a16:creationId xmlns:a16="http://schemas.microsoft.com/office/drawing/2014/main" id="{902E9F37-24B7-4796-A723-CDC58D71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20-线-0167">
            <a:extLst xmlns:a="http://schemas.openxmlformats.org/drawingml/2006/main">
              <a:ext uri="{FF2B5EF4-FFF2-40B4-BE49-F238E27FC236}">
                <a16:creationId xmlns:a16="http://schemas.microsoft.com/office/drawing/2014/main" id="{726F2267-2E74-4696-B18A-894D155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20-线-0168">
            <a:extLst xmlns:a="http://schemas.openxmlformats.org/drawingml/2006/main">
              <a:ext uri="{FF2B5EF4-FFF2-40B4-BE49-F238E27FC236}">
                <a16:creationId xmlns:a16="http://schemas.microsoft.com/office/drawing/2014/main" id="{51F59CC8-C2B1-4C15-8B3F-34A5B5CC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9" name="p20-线-0169">
            <a:extLst xmlns:a="http://schemas.openxmlformats.org/drawingml/2006/main">
              <a:ext uri="{FF2B5EF4-FFF2-40B4-BE49-F238E27FC236}">
                <a16:creationId xmlns:a16="http://schemas.microsoft.com/office/drawing/2014/main" id="{453CCA67-4846-4AF6-81EE-FB4B9D10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20-线-0170">
            <a:extLst xmlns:a="http://schemas.openxmlformats.org/drawingml/2006/main">
              <a:ext uri="{FF2B5EF4-FFF2-40B4-BE49-F238E27FC236}">
                <a16:creationId xmlns:a16="http://schemas.microsoft.com/office/drawing/2014/main" id="{5AD6439D-EFD5-4D1B-9622-5C437F73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20-线-0171">
            <a:extLst xmlns:a="http://schemas.openxmlformats.org/drawingml/2006/main">
              <a:ext uri="{FF2B5EF4-FFF2-40B4-BE49-F238E27FC236}">
                <a16:creationId xmlns:a16="http://schemas.microsoft.com/office/drawing/2014/main" id="{62F87F39-C6C9-4771-93A3-980A67B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2" name="p20-线-0172">
            <a:extLst xmlns:a="http://schemas.openxmlformats.org/drawingml/2006/main">
              <a:ext uri="{FF2B5EF4-FFF2-40B4-BE49-F238E27FC236}">
                <a16:creationId xmlns:a16="http://schemas.microsoft.com/office/drawing/2014/main" id="{1D2E081D-4C52-48A5-8EA8-3C68B610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736850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20-线-0173">
            <a:extLst xmlns:a="http://schemas.openxmlformats.org/drawingml/2006/main">
              <a:ext uri="{FF2B5EF4-FFF2-40B4-BE49-F238E27FC236}">
                <a16:creationId xmlns:a16="http://schemas.microsoft.com/office/drawing/2014/main" id="{742B5EDE-D4AF-490D-8226-87380E72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20-线-0174">
            <a:extLst xmlns:a="http://schemas.openxmlformats.org/drawingml/2006/main">
              <a:ext uri="{FF2B5EF4-FFF2-40B4-BE49-F238E27FC236}">
                <a16:creationId xmlns:a16="http://schemas.microsoft.com/office/drawing/2014/main" id="{02BC9C23-385F-4869-81DD-91BE955B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736850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5" name="p20-线-0175">
            <a:extLst xmlns:a="http://schemas.openxmlformats.org/drawingml/2006/main">
              <a:ext uri="{FF2B5EF4-FFF2-40B4-BE49-F238E27FC236}">
                <a16:creationId xmlns:a16="http://schemas.microsoft.com/office/drawing/2014/main" id="{51D403E4-133B-4712-B997-9393EC0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6850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20-线-0176">
            <a:extLst xmlns:a="http://schemas.openxmlformats.org/drawingml/2006/main">
              <a:ext uri="{FF2B5EF4-FFF2-40B4-BE49-F238E27FC236}">
                <a16:creationId xmlns:a16="http://schemas.microsoft.com/office/drawing/2014/main" id="{07097AD2-CC35-4192-AB13-A578A4FC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20-线-0177">
            <a:extLst xmlns:a="http://schemas.openxmlformats.org/drawingml/2006/main">
              <a:ext uri="{FF2B5EF4-FFF2-40B4-BE49-F238E27FC236}">
                <a16:creationId xmlns:a16="http://schemas.microsoft.com/office/drawing/2014/main" id="{9286C872-12D1-41AE-9157-21D9D8E7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20-线-0178">
            <a:extLst xmlns:a="http://schemas.openxmlformats.org/drawingml/2006/main">
              <a:ext uri="{FF2B5EF4-FFF2-40B4-BE49-F238E27FC236}">
                <a16:creationId xmlns:a16="http://schemas.microsoft.com/office/drawing/2014/main" id="{87AD6625-697C-4508-949F-9ADB3822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9" name="p20-线-0179">
            <a:extLst xmlns:a="http://schemas.openxmlformats.org/drawingml/2006/main">
              <a:ext uri="{FF2B5EF4-FFF2-40B4-BE49-F238E27FC236}">
                <a16:creationId xmlns:a16="http://schemas.microsoft.com/office/drawing/2014/main" id="{622773F4-0D61-45FA-9B94-CC24D894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20-线-0180">
            <a:extLst xmlns:a="http://schemas.openxmlformats.org/drawingml/2006/main">
              <a:ext uri="{FF2B5EF4-FFF2-40B4-BE49-F238E27FC236}">
                <a16:creationId xmlns:a16="http://schemas.microsoft.com/office/drawing/2014/main" id="{D5433689-1943-4007-8D7E-D75A602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20-线-0181">
            <a:extLst xmlns:a="http://schemas.openxmlformats.org/drawingml/2006/main">
              <a:ext uri="{FF2B5EF4-FFF2-40B4-BE49-F238E27FC236}">
                <a16:creationId xmlns:a16="http://schemas.microsoft.com/office/drawing/2014/main" id="{EEC384A0-0F8C-4ACA-9E1F-1A69280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2" name="p20-线-0182">
            <a:extLst xmlns:a="http://schemas.openxmlformats.org/drawingml/2006/main">
              <a:ext uri="{FF2B5EF4-FFF2-40B4-BE49-F238E27FC236}">
                <a16:creationId xmlns:a16="http://schemas.microsoft.com/office/drawing/2014/main" id="{768AB1B2-5D01-44DF-AEBC-7375E23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20-线-0183">
            <a:extLst xmlns:a="http://schemas.openxmlformats.org/drawingml/2006/main">
              <a:ext uri="{FF2B5EF4-FFF2-40B4-BE49-F238E27FC236}">
                <a16:creationId xmlns:a16="http://schemas.microsoft.com/office/drawing/2014/main" id="{AE583C19-E8E7-46D1-BA11-1A5955E4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20-线-0184">
            <a:extLst xmlns:a="http://schemas.openxmlformats.org/drawingml/2006/main">
              <a:ext uri="{FF2B5EF4-FFF2-40B4-BE49-F238E27FC236}">
                <a16:creationId xmlns:a16="http://schemas.microsoft.com/office/drawing/2014/main" id="{155C6A34-839A-43C7-A6D3-2EC34718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20-线-0185">
            <a:extLst xmlns:a="http://schemas.openxmlformats.org/drawingml/2006/main">
              <a:ext uri="{FF2B5EF4-FFF2-40B4-BE49-F238E27FC236}">
                <a16:creationId xmlns:a16="http://schemas.microsoft.com/office/drawing/2014/main" id="{28C1DBCF-7147-440E-AAF4-CEDC40A2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954337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20-线-0186">
            <a:extLst xmlns:a="http://schemas.openxmlformats.org/drawingml/2006/main">
              <a:ext uri="{FF2B5EF4-FFF2-40B4-BE49-F238E27FC236}">
                <a16:creationId xmlns:a16="http://schemas.microsoft.com/office/drawing/2014/main" id="{20F4403D-FDEC-47D1-B8AB-23487BE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20-线-0187">
            <a:extLst xmlns:a="http://schemas.openxmlformats.org/drawingml/2006/main">
              <a:ext uri="{FF2B5EF4-FFF2-40B4-BE49-F238E27FC236}">
                <a16:creationId xmlns:a16="http://schemas.microsoft.com/office/drawing/2014/main" id="{F283050F-51C6-44DC-A59A-E1B0387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2954337"/>
            <a:ext cx="324802" cy="217487"/>
          </a:xfrm>
          <a:custGeom xmlns:a="http://schemas.openxmlformats.org/drawingml/2006/main">
            <a:pathLst>
              <a:path w="324802" h="217487">
                <a:moveTo>
                  <a:pt x="0" y="0"/>
                </a:moveTo>
                <a:lnTo>
                  <a:pt x="324802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20-线-0188">
            <a:extLst xmlns:a="http://schemas.openxmlformats.org/drawingml/2006/main">
              <a:ext uri="{FF2B5EF4-FFF2-40B4-BE49-F238E27FC236}">
                <a16:creationId xmlns:a16="http://schemas.microsoft.com/office/drawing/2014/main" id="{7E88E041-A7B2-4F91-8FD8-3BC9D6BE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20-线-0189">
            <a:extLst xmlns:a="http://schemas.openxmlformats.org/drawingml/2006/main">
              <a:ext uri="{FF2B5EF4-FFF2-40B4-BE49-F238E27FC236}">
                <a16:creationId xmlns:a16="http://schemas.microsoft.com/office/drawing/2014/main" id="{F5A810EA-AEE9-4D6E-B0A0-3740464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20-线-0190">
            <a:extLst xmlns:a="http://schemas.openxmlformats.org/drawingml/2006/main">
              <a:ext uri="{FF2B5EF4-FFF2-40B4-BE49-F238E27FC236}">
                <a16:creationId xmlns:a16="http://schemas.microsoft.com/office/drawing/2014/main" id="{B4347E45-31D4-4F5A-B690-E4018D24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20-线-0191">
            <a:extLst xmlns:a="http://schemas.openxmlformats.org/drawingml/2006/main">
              <a:ext uri="{FF2B5EF4-FFF2-40B4-BE49-F238E27FC236}">
                <a16:creationId xmlns:a16="http://schemas.microsoft.com/office/drawing/2014/main" id="{96D81238-69EE-4020-9407-D77CAE0C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20-线-0192">
            <a:extLst xmlns:a="http://schemas.openxmlformats.org/drawingml/2006/main">
              <a:ext uri="{FF2B5EF4-FFF2-40B4-BE49-F238E27FC236}">
                <a16:creationId xmlns:a16="http://schemas.microsoft.com/office/drawing/2014/main" id="{5F5CDF8D-D421-41A0-A54B-D4C790F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20-线-0193">
            <a:extLst xmlns:a="http://schemas.openxmlformats.org/drawingml/2006/main">
              <a:ext uri="{FF2B5EF4-FFF2-40B4-BE49-F238E27FC236}">
                <a16:creationId xmlns:a16="http://schemas.microsoft.com/office/drawing/2014/main" id="{C5659E10-24FE-416F-AEDB-4199D14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20-线-0194">
            <a:extLst xmlns:a="http://schemas.openxmlformats.org/drawingml/2006/main">
              <a:ext uri="{FF2B5EF4-FFF2-40B4-BE49-F238E27FC236}">
                <a16:creationId xmlns:a16="http://schemas.microsoft.com/office/drawing/2014/main" id="{DD5F7F21-8CE1-4DDA-A57F-4861FC52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20-线-0195">
            <a:extLst xmlns:a="http://schemas.openxmlformats.org/drawingml/2006/main">
              <a:ext uri="{FF2B5EF4-FFF2-40B4-BE49-F238E27FC236}">
                <a16:creationId xmlns:a16="http://schemas.microsoft.com/office/drawing/2014/main" id="{4FC977D1-32FA-4075-9F7A-DEC40F0E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20-线-0196">
            <a:extLst xmlns:a="http://schemas.openxmlformats.org/drawingml/2006/main">
              <a:ext uri="{FF2B5EF4-FFF2-40B4-BE49-F238E27FC236}">
                <a16:creationId xmlns:a16="http://schemas.microsoft.com/office/drawing/2014/main" id="{DB3DEAE7-7EB3-418C-88EA-F9242247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7" name="p20-线-0197">
            <a:extLst xmlns:a="http://schemas.openxmlformats.org/drawingml/2006/main">
              <a:ext uri="{FF2B5EF4-FFF2-40B4-BE49-F238E27FC236}">
                <a16:creationId xmlns:a16="http://schemas.microsoft.com/office/drawing/2014/main" id="{8A29662F-69F0-4688-949A-852D2AD9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20-线-0198">
            <a:extLst xmlns:a="http://schemas.openxmlformats.org/drawingml/2006/main">
              <a:ext uri="{FF2B5EF4-FFF2-40B4-BE49-F238E27FC236}">
                <a16:creationId xmlns:a16="http://schemas.microsoft.com/office/drawing/2014/main" id="{BF4418EB-AA1D-4CF7-AD4F-DA85D436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20-线-0199">
            <a:extLst xmlns:a="http://schemas.openxmlformats.org/drawingml/2006/main">
              <a:ext uri="{FF2B5EF4-FFF2-40B4-BE49-F238E27FC236}">
                <a16:creationId xmlns:a16="http://schemas.microsoft.com/office/drawing/2014/main" id="{D732A400-DB63-4AB2-A068-DF871CB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0" name="p20-线-0200">
            <a:extLst xmlns:a="http://schemas.openxmlformats.org/drawingml/2006/main">
              <a:ext uri="{FF2B5EF4-FFF2-40B4-BE49-F238E27FC236}">
                <a16:creationId xmlns:a16="http://schemas.microsoft.com/office/drawing/2014/main" id="{66AD6E7F-C535-4D6C-85C0-203B5DF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20-线-0201">
            <a:extLst xmlns:a="http://schemas.openxmlformats.org/drawingml/2006/main">
              <a:ext uri="{FF2B5EF4-FFF2-40B4-BE49-F238E27FC236}">
                <a16:creationId xmlns:a16="http://schemas.microsoft.com/office/drawing/2014/main" id="{1A2B22C4-C3EA-4AFE-9C2D-B3196FC8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20-线-0202">
            <a:extLst xmlns:a="http://schemas.openxmlformats.org/drawingml/2006/main">
              <a:ext uri="{FF2B5EF4-FFF2-40B4-BE49-F238E27FC236}">
                <a16:creationId xmlns:a16="http://schemas.microsoft.com/office/drawing/2014/main" id="{50FFC185-7D74-4CC2-A66C-8F711E1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3" name="p20-线-0203">
            <a:extLst xmlns:a="http://schemas.openxmlformats.org/drawingml/2006/main">
              <a:ext uri="{FF2B5EF4-FFF2-40B4-BE49-F238E27FC236}">
                <a16:creationId xmlns:a16="http://schemas.microsoft.com/office/drawing/2014/main" id="{DD0641F2-30FA-4B06-B083-D929449D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954337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20-线-0204">
            <a:extLst xmlns:a="http://schemas.openxmlformats.org/drawingml/2006/main">
              <a:ext uri="{FF2B5EF4-FFF2-40B4-BE49-F238E27FC236}">
                <a16:creationId xmlns:a16="http://schemas.microsoft.com/office/drawing/2014/main" id="{F5B855C0-57F2-4AC7-8B18-911EDDD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20-线-0205">
            <a:extLst xmlns:a="http://schemas.openxmlformats.org/drawingml/2006/main">
              <a:ext uri="{FF2B5EF4-FFF2-40B4-BE49-F238E27FC236}">
                <a16:creationId xmlns:a16="http://schemas.microsoft.com/office/drawing/2014/main" id="{3609B9EC-935D-48DF-92FC-959A894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2954337"/>
            <a:ext cx="324803" cy="217487"/>
          </a:xfrm>
          <a:custGeom xmlns:a="http://schemas.openxmlformats.org/drawingml/2006/main">
            <a:pathLst>
              <a:path w="324803" h="217487">
                <a:moveTo>
                  <a:pt x="0" y="0"/>
                </a:moveTo>
                <a:lnTo>
                  <a:pt x="324803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6" name="p20-线-0206">
            <a:extLst xmlns:a="http://schemas.openxmlformats.org/drawingml/2006/main">
              <a:ext uri="{FF2B5EF4-FFF2-40B4-BE49-F238E27FC236}">
                <a16:creationId xmlns:a16="http://schemas.microsoft.com/office/drawing/2014/main" id="{AD34943E-0D41-4E36-9D52-4846CA2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4337"/>
            <a:ext cx="95" cy="217487"/>
          </a:xfrm>
          <a:custGeom xmlns:a="http://schemas.openxmlformats.org/drawingml/2006/main">
            <a:pathLst>
              <a:path w="95" h="217487">
                <a:moveTo>
                  <a:pt x="0" y="0"/>
                </a:moveTo>
                <a:lnTo>
                  <a:pt x="0" y="2174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20-线-0207">
            <a:extLst xmlns:a="http://schemas.openxmlformats.org/drawingml/2006/main">
              <a:ext uri="{FF2B5EF4-FFF2-40B4-BE49-F238E27FC236}">
                <a16:creationId xmlns:a16="http://schemas.microsoft.com/office/drawing/2014/main" id="{7526AEC0-1637-46FF-9199-DA3E3AD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20-线-0208">
            <a:extLst xmlns:a="http://schemas.openxmlformats.org/drawingml/2006/main">
              <a:ext uri="{FF2B5EF4-FFF2-40B4-BE49-F238E27FC236}">
                <a16:creationId xmlns:a16="http://schemas.microsoft.com/office/drawing/2014/main" id="{022E584D-B029-4A82-BCDF-61ED8450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03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20-线-0209">
            <a:extLst xmlns:a="http://schemas.openxmlformats.org/drawingml/2006/main">
              <a:ext uri="{FF2B5EF4-FFF2-40B4-BE49-F238E27FC236}">
                <a16:creationId xmlns:a16="http://schemas.microsoft.com/office/drawing/2014/main" id="{FD6DBF2C-A8D4-4D6D-98E3-916BC666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20-线-0210">
            <a:extLst xmlns:a="http://schemas.openxmlformats.org/drawingml/2006/main">
              <a:ext uri="{FF2B5EF4-FFF2-40B4-BE49-F238E27FC236}">
                <a16:creationId xmlns:a16="http://schemas.microsoft.com/office/drawing/2014/main" id="{0F73466F-F9F1-4947-A30F-1F99EDD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8" y="3171825"/>
            <a:ext cx="324802" cy="95"/>
          </a:xfrm>
          <a:custGeom xmlns:a="http://schemas.openxmlformats.org/drawingml/2006/main">
            <a:pathLst>
              <a:path w="324802" h="95">
                <a:moveTo>
                  <a:pt x="0" y="0"/>
                </a:moveTo>
                <a:lnTo>
                  <a:pt x="324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20-线-0211">
            <a:extLst xmlns:a="http://schemas.openxmlformats.org/drawingml/2006/main">
              <a:ext uri="{FF2B5EF4-FFF2-40B4-BE49-F238E27FC236}">
                <a16:creationId xmlns:a16="http://schemas.microsoft.com/office/drawing/2014/main" id="{8A74F365-AD82-4922-83E0-0846CD30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20-线-0212">
            <a:extLst xmlns:a="http://schemas.openxmlformats.org/drawingml/2006/main">
              <a:ext uri="{FF2B5EF4-FFF2-40B4-BE49-F238E27FC236}">
                <a16:creationId xmlns:a16="http://schemas.microsoft.com/office/drawing/2014/main" id="{DE2A09CF-D179-4886-8F18-421EF91A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20-线-0213">
            <a:extLst xmlns:a="http://schemas.openxmlformats.org/drawingml/2006/main">
              <a:ext uri="{FF2B5EF4-FFF2-40B4-BE49-F238E27FC236}">
                <a16:creationId xmlns:a16="http://schemas.microsoft.com/office/drawing/2014/main" id="{5D1EEC5B-E023-49F2-A8E5-7E796CF7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915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20-线-0214">
            <a:extLst xmlns:a="http://schemas.openxmlformats.org/drawingml/2006/main">
              <a:ext uri="{FF2B5EF4-FFF2-40B4-BE49-F238E27FC236}">
                <a16:creationId xmlns:a16="http://schemas.microsoft.com/office/drawing/2014/main" id="{F0F178D5-FADC-42BC-A100-E2FE7F7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20-线-0215">
            <a:extLst xmlns:a="http://schemas.openxmlformats.org/drawingml/2006/main">
              <a:ext uri="{FF2B5EF4-FFF2-40B4-BE49-F238E27FC236}">
                <a16:creationId xmlns:a16="http://schemas.microsoft.com/office/drawing/2014/main" id="{C4271EAD-078E-4806-AAF3-F0516C64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6" name="p20-线-0216">
            <a:extLst xmlns:a="http://schemas.openxmlformats.org/drawingml/2006/main">
              <a:ext uri="{FF2B5EF4-FFF2-40B4-BE49-F238E27FC236}">
                <a16:creationId xmlns:a16="http://schemas.microsoft.com/office/drawing/2014/main" id="{CDD0E4CC-0F35-4DA8-B5BA-4C33965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323" y="3171825"/>
            <a:ext cx="324803" cy="95"/>
          </a:xfrm>
          <a:custGeom xmlns:a="http://schemas.openxmlformats.org/drawingml/2006/main">
            <a:pathLst>
              <a:path w="324803" h="95">
                <a:moveTo>
                  <a:pt x="0" y="0"/>
                </a:moveTo>
                <a:lnTo>
                  <a:pt x="324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20-椭圆-0217">
            <a:extLst xmlns:a="http://schemas.openxmlformats.org/drawingml/2006/main">
              <a:ext uri="{FF2B5EF4-FFF2-40B4-BE49-F238E27FC236}">
                <a16:creationId xmlns:a16="http://schemas.microsoft.com/office/drawing/2014/main" id="{7B12731D-AFBC-433A-BAF2-2F5E80D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39" y="2206064"/>
            <a:ext cx="239527" cy="191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8" name="p20-椭圆-0218">
            <a:extLst xmlns:a="http://schemas.openxmlformats.org/drawingml/2006/main">
              <a:ext uri="{FF2B5EF4-FFF2-40B4-BE49-F238E27FC236}">
                <a16:creationId xmlns:a16="http://schemas.microsoft.com/office/drawing/2014/main" id="{8D6BEE57-2F8D-4F42-B407-EA76ED98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31" y="2220534"/>
            <a:ext cx="203353" cy="162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9" name="p20-椭圆-0219">
            <a:extLst xmlns:a="http://schemas.openxmlformats.org/drawingml/2006/main">
              <a:ext uri="{FF2B5EF4-FFF2-40B4-BE49-F238E27FC236}">
                <a16:creationId xmlns:a16="http://schemas.microsoft.com/office/drawing/2014/main" id="{5153507D-6043-45DC-91D6-1774000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867" y="2199279"/>
            <a:ext cx="256491" cy="205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0" name="p20-椭圆-0220">
            <a:extLst xmlns:a="http://schemas.openxmlformats.org/drawingml/2006/main">
              <a:ext uri="{FF2B5EF4-FFF2-40B4-BE49-F238E27FC236}">
                <a16:creationId xmlns:a16="http://schemas.microsoft.com/office/drawing/2014/main" id="{499F67CC-7ADA-4D9C-9DE9-9D8147D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498" y="2202500"/>
            <a:ext cx="248439" cy="198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1" name="p20-椭圆-0221">
            <a:extLst xmlns:a="http://schemas.openxmlformats.org/drawingml/2006/main">
              <a:ext uri="{FF2B5EF4-FFF2-40B4-BE49-F238E27FC236}">
                <a16:creationId xmlns:a16="http://schemas.microsoft.com/office/drawing/2014/main" id="{7ADBADE0-AEC3-4529-94E7-F562996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321" y="2221074"/>
            <a:ext cx="202003" cy="161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2" name="p20-椭圆-0222">
            <a:extLst xmlns:a="http://schemas.openxmlformats.org/drawingml/2006/main">
              <a:ext uri="{FF2B5EF4-FFF2-40B4-BE49-F238E27FC236}">
                <a16:creationId xmlns:a16="http://schemas.microsoft.com/office/drawing/2014/main" id="{B384ECF0-EA62-44ED-8CB1-7BF1D398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26" y="2655509"/>
            <a:ext cx="203353" cy="162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3" name="p20-椭圆-0223">
            <a:extLst xmlns:a="http://schemas.openxmlformats.org/drawingml/2006/main">
              <a:ext uri="{FF2B5EF4-FFF2-40B4-BE49-F238E27FC236}">
                <a16:creationId xmlns:a16="http://schemas.microsoft.com/office/drawing/2014/main" id="{E4A09D44-71FC-42C9-AF41-04CC6B88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62" y="2634254"/>
            <a:ext cx="256491" cy="205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4" name="p20-椭圆-0224">
            <a:extLst xmlns:a="http://schemas.openxmlformats.org/drawingml/2006/main">
              <a:ext uri="{FF2B5EF4-FFF2-40B4-BE49-F238E27FC236}">
                <a16:creationId xmlns:a16="http://schemas.microsoft.com/office/drawing/2014/main" id="{72519384-5C39-45F1-94DC-507E004E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893" y="2637475"/>
            <a:ext cx="248439" cy="198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5" name="p20-椭圆-0225">
            <a:extLst xmlns:a="http://schemas.openxmlformats.org/drawingml/2006/main">
              <a:ext uri="{FF2B5EF4-FFF2-40B4-BE49-F238E27FC236}">
                <a16:creationId xmlns:a16="http://schemas.microsoft.com/office/drawing/2014/main" id="{9F5BB325-A7BD-4143-A5AE-E2E77024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16" y="2656049"/>
            <a:ext cx="202003" cy="161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6" name="p20-椭圆-0226">
            <a:extLst xmlns:a="http://schemas.openxmlformats.org/drawingml/2006/main">
              <a:ext uri="{FF2B5EF4-FFF2-40B4-BE49-F238E27FC236}">
                <a16:creationId xmlns:a16="http://schemas.microsoft.com/office/drawing/2014/main" id="{B930FE0B-5B17-4834-ADC7-9A6707F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71" y="2637369"/>
            <a:ext cx="248703" cy="198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7" name="p20-路径-0227">
            <a:extLst xmlns:a="http://schemas.openxmlformats.org/drawingml/2006/main">
              <a:ext uri="{FF2B5EF4-FFF2-40B4-BE49-F238E27FC236}">
                <a16:creationId xmlns:a16="http://schemas.microsoft.com/office/drawing/2014/main" id="{14B0FD4B-7AE4-488B-B269-A3D94D84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98702"/>
            <a:ext cx="3095625" cy="230356"/>
          </a:xfrm>
          <a:custGeom xmlns:a="http://schemas.openxmlformats.org/drawingml/2006/main">
            <a:pathLst>
              <a:path w="3095625" h="230356">
                <a:moveTo>
                  <a:pt x="0" y="94562"/>
                </a:moveTo>
                <a:lnTo>
                  <a:pt x="42277" y="78314"/>
                </a:lnTo>
                <a:lnTo>
                  <a:pt x="84896" y="63785"/>
                </a:lnTo>
                <a:lnTo>
                  <a:pt x="171133" y="39645"/>
                </a:lnTo>
                <a:lnTo>
                  <a:pt x="258653" y="21669"/>
                </a:lnTo>
                <a:lnTo>
                  <a:pt x="347397" y="9386"/>
                </a:lnTo>
                <a:lnTo>
                  <a:pt x="437310" y="2320"/>
                </a:lnTo>
                <a:lnTo>
                  <a:pt x="528332" y="0"/>
                </a:lnTo>
                <a:lnTo>
                  <a:pt x="620406" y="1952"/>
                </a:lnTo>
                <a:lnTo>
                  <a:pt x="713475" y="7703"/>
                </a:lnTo>
                <a:lnTo>
                  <a:pt x="807480" y="16781"/>
                </a:lnTo>
                <a:lnTo>
                  <a:pt x="902365" y="28711"/>
                </a:lnTo>
                <a:lnTo>
                  <a:pt x="998072" y="43021"/>
                </a:lnTo>
                <a:lnTo>
                  <a:pt x="1094542" y="59238"/>
                </a:lnTo>
                <a:lnTo>
                  <a:pt x="1289545" y="95499"/>
                </a:lnTo>
                <a:lnTo>
                  <a:pt x="1486912" y="133710"/>
                </a:lnTo>
                <a:lnTo>
                  <a:pt x="1686182" y="170086"/>
                </a:lnTo>
                <a:lnTo>
                  <a:pt x="1786387" y="186403"/>
                </a:lnTo>
                <a:lnTo>
                  <a:pt x="1886894" y="200842"/>
                </a:lnTo>
                <a:lnTo>
                  <a:pt x="1987647" y="212930"/>
                </a:lnTo>
                <a:lnTo>
                  <a:pt x="2088587" y="222194"/>
                </a:lnTo>
                <a:lnTo>
                  <a:pt x="2189657" y="228160"/>
                </a:lnTo>
                <a:lnTo>
                  <a:pt x="2290800" y="230356"/>
                </a:lnTo>
                <a:lnTo>
                  <a:pt x="2391957" y="228309"/>
                </a:lnTo>
                <a:lnTo>
                  <a:pt x="2493071" y="221544"/>
                </a:lnTo>
                <a:lnTo>
                  <a:pt x="2594084" y="209590"/>
                </a:lnTo>
                <a:lnTo>
                  <a:pt x="2694940" y="191973"/>
                </a:lnTo>
                <a:lnTo>
                  <a:pt x="2795579" y="168220"/>
                </a:lnTo>
                <a:lnTo>
                  <a:pt x="2895945" y="137858"/>
                </a:lnTo>
                <a:lnTo>
                  <a:pt x="2946007" y="120051"/>
                </a:lnTo>
                <a:lnTo>
                  <a:pt x="2995979" y="100414"/>
                </a:lnTo>
                <a:lnTo>
                  <a:pt x="3045854" y="78888"/>
                </a:lnTo>
                <a:lnTo>
                  <a:pt x="3095625" y="5541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28" name="p20-文本-0228">
            <a:extLst xmlns:a="http://schemas.openxmlformats.org/drawingml/2006/main">
              <a:ext uri="{FF2B5EF4-FFF2-40B4-BE49-F238E27FC236}">
                <a16:creationId xmlns:a16="http://schemas.microsoft.com/office/drawing/2014/main" id="{D67D49FB-0B53-42BB-A3EF-274013B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158" y="333220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特征尺度：微米级</a:t>
            </a:r>
          </a:p>
        </p:txBody>
      </p:sp>
      <p:sp>
        <p:nvSpPr>
          <p:cNvPr id="229" name="p20-矩形-0229">
            <a:extLst xmlns:a="http://schemas.openxmlformats.org/drawingml/2006/main">
              <a:ext uri="{FF2B5EF4-FFF2-40B4-BE49-F238E27FC236}">
                <a16:creationId xmlns:a16="http://schemas.microsoft.com/office/drawing/2014/main" id="{A93593D6-068F-4E42-996A-C074194D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0" name="p20-文本-0230">
            <a:extLst xmlns:a="http://schemas.openxmlformats.org/drawingml/2006/main">
              <a:ext uri="{FF2B5EF4-FFF2-40B4-BE49-F238E27FC236}">
                <a16:creationId xmlns:a16="http://schemas.microsoft.com/office/drawing/2014/main" id="{BD423C5B-2DC5-4F44-AC51-D0E4391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822" y="1402649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整体样品</a:t>
            </a:r>
          </a:p>
        </p:txBody>
      </p:sp>
      <p:sp>
        <p:nvSpPr>
          <p:cNvPr id="231" name="p20-路径-0231">
            <a:extLst xmlns:a="http://schemas.openxmlformats.org/drawingml/2006/main">
              <a:ext uri="{FF2B5EF4-FFF2-40B4-BE49-F238E27FC236}">
                <a16:creationId xmlns:a16="http://schemas.microsoft.com/office/drawing/2014/main" id="{128665DE-2A72-4286-86CB-F2EC4C7E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66900"/>
            <a:ext cx="3619500" cy="371475"/>
          </a:xfrm>
          <a:custGeom xmlns:a="http://schemas.openxmlformats.org/drawingml/2006/main">
            <a:pathLst>
              <a:path w="3619500" h="371475">
                <a:moveTo>
                  <a:pt x="0" y="142875"/>
                </a:moveTo>
                <a:lnTo>
                  <a:pt x="2823210" y="0"/>
                </a:lnTo>
                <a:lnTo>
                  <a:pt x="3619500" y="228600"/>
                </a:lnTo>
                <a:lnTo>
                  <a:pt x="796290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p20-路径-0232">
            <a:extLst xmlns:a="http://schemas.openxmlformats.org/drawingml/2006/main">
              <a:ext uri="{FF2B5EF4-FFF2-40B4-BE49-F238E27FC236}">
                <a16:creationId xmlns:a16="http://schemas.microsoft.com/office/drawing/2014/main" id="{CE850A6A-AE94-4F60-BCB6-0273352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836"/>
            <a:ext cx="3619500" cy="371475"/>
          </a:xfrm>
          <a:custGeom xmlns:a="http://schemas.openxmlformats.org/drawingml/2006/main">
            <a:pathLst>
              <a:path w="3619500" h="371475">
                <a:moveTo>
                  <a:pt x="0" y="142875"/>
                </a:moveTo>
                <a:lnTo>
                  <a:pt x="2823210" y="0"/>
                </a:lnTo>
                <a:lnTo>
                  <a:pt x="3619500" y="228600"/>
                </a:lnTo>
                <a:lnTo>
                  <a:pt x="796290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p20-路径-0233">
            <a:extLst xmlns:a="http://schemas.openxmlformats.org/drawingml/2006/main">
              <a:ext uri="{FF2B5EF4-FFF2-40B4-BE49-F238E27FC236}">
                <a16:creationId xmlns:a16="http://schemas.microsoft.com/office/drawing/2014/main" id="{108A6F7C-2756-4E4E-97F9-DD494E34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62772"/>
            <a:ext cx="3619500" cy="371475"/>
          </a:xfrm>
          <a:custGeom xmlns:a="http://schemas.openxmlformats.org/drawingml/2006/main">
            <a:pathLst>
              <a:path w="3619500" h="371475">
                <a:moveTo>
                  <a:pt x="0" y="142875"/>
                </a:moveTo>
                <a:lnTo>
                  <a:pt x="2823210" y="0"/>
                </a:lnTo>
                <a:lnTo>
                  <a:pt x="3619500" y="228600"/>
                </a:lnTo>
                <a:lnTo>
                  <a:pt x="796290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p20-路径-0234">
            <a:extLst xmlns:a="http://schemas.openxmlformats.org/drawingml/2006/main">
              <a:ext uri="{FF2B5EF4-FFF2-40B4-BE49-F238E27FC236}">
                <a16:creationId xmlns:a16="http://schemas.microsoft.com/office/drawing/2014/main" id="{E75A5A03-8103-4EA8-A40D-EC056F6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0707"/>
            <a:ext cx="3619500" cy="371475"/>
          </a:xfrm>
          <a:custGeom xmlns:a="http://schemas.openxmlformats.org/drawingml/2006/main">
            <a:pathLst>
              <a:path w="3619500" h="371475">
                <a:moveTo>
                  <a:pt x="0" y="142875"/>
                </a:moveTo>
                <a:lnTo>
                  <a:pt x="2823210" y="0"/>
                </a:lnTo>
                <a:lnTo>
                  <a:pt x="3619500" y="228600"/>
                </a:lnTo>
                <a:lnTo>
                  <a:pt x="796290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p20-路径-0235">
            <a:extLst xmlns:a="http://schemas.openxmlformats.org/drawingml/2006/main">
              <a:ext uri="{FF2B5EF4-FFF2-40B4-BE49-F238E27FC236}">
                <a16:creationId xmlns:a16="http://schemas.microsoft.com/office/drawing/2014/main" id="{3F2F4199-7627-4EB2-BE87-5BB7BB5F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806" y="2949988"/>
            <a:ext cx="94488" cy="195739"/>
          </a:xfrm>
          <a:custGeom xmlns:a="http://schemas.openxmlformats.org/drawingml/2006/main">
            <a:pathLst>
              <a:path w="94488" h="195739">
                <a:moveTo>
                  <a:pt x="32957" y="0"/>
                </a:moveTo>
                <a:lnTo>
                  <a:pt x="32957" y="119539"/>
                </a:lnTo>
                <a:lnTo>
                  <a:pt x="0" y="119539"/>
                </a:lnTo>
                <a:lnTo>
                  <a:pt x="47244" y="195739"/>
                </a:lnTo>
                <a:lnTo>
                  <a:pt x="94488" y="119539"/>
                </a:lnTo>
                <a:lnTo>
                  <a:pt x="61532" y="119539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6" name="p20-路径-0236">
            <a:extLst xmlns:a="http://schemas.openxmlformats.org/drawingml/2006/main">
              <a:ext uri="{FF2B5EF4-FFF2-40B4-BE49-F238E27FC236}">
                <a16:creationId xmlns:a16="http://schemas.microsoft.com/office/drawing/2014/main" id="{990F8635-A0D1-4EB3-92C0-642750E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146" y="2949988"/>
            <a:ext cx="94488" cy="195739"/>
          </a:xfrm>
          <a:custGeom xmlns:a="http://schemas.openxmlformats.org/drawingml/2006/main">
            <a:pathLst>
              <a:path w="94488" h="195739">
                <a:moveTo>
                  <a:pt x="32957" y="0"/>
                </a:moveTo>
                <a:lnTo>
                  <a:pt x="32957" y="119539"/>
                </a:lnTo>
                <a:lnTo>
                  <a:pt x="0" y="119539"/>
                </a:lnTo>
                <a:lnTo>
                  <a:pt x="47244" y="195739"/>
                </a:lnTo>
                <a:lnTo>
                  <a:pt x="94488" y="119539"/>
                </a:lnTo>
                <a:lnTo>
                  <a:pt x="61532" y="119539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7" name="p20-路径-0237">
            <a:extLst xmlns:a="http://schemas.openxmlformats.org/drawingml/2006/main">
              <a:ext uri="{FF2B5EF4-FFF2-40B4-BE49-F238E27FC236}">
                <a16:creationId xmlns:a16="http://schemas.microsoft.com/office/drawing/2014/main" id="{09F6E5BA-3973-4F10-8AC2-A2C3F5EC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486" y="2949988"/>
            <a:ext cx="94488" cy="195739"/>
          </a:xfrm>
          <a:custGeom xmlns:a="http://schemas.openxmlformats.org/drawingml/2006/main">
            <a:pathLst>
              <a:path w="94488" h="195739">
                <a:moveTo>
                  <a:pt x="32957" y="0"/>
                </a:moveTo>
                <a:lnTo>
                  <a:pt x="32957" y="119539"/>
                </a:lnTo>
                <a:lnTo>
                  <a:pt x="0" y="119539"/>
                </a:lnTo>
                <a:lnTo>
                  <a:pt x="47244" y="195739"/>
                </a:lnTo>
                <a:lnTo>
                  <a:pt x="94488" y="119539"/>
                </a:lnTo>
                <a:lnTo>
                  <a:pt x="61532" y="119539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8" name="p20-路径-0238">
            <a:extLst xmlns:a="http://schemas.openxmlformats.org/drawingml/2006/main">
              <a:ext uri="{FF2B5EF4-FFF2-40B4-BE49-F238E27FC236}">
                <a16:creationId xmlns:a16="http://schemas.microsoft.com/office/drawing/2014/main" id="{D5F994CF-087C-4A47-B889-DC6CE2A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826" y="2949988"/>
            <a:ext cx="94488" cy="195739"/>
          </a:xfrm>
          <a:custGeom xmlns:a="http://schemas.openxmlformats.org/drawingml/2006/main">
            <a:pathLst>
              <a:path w="94488" h="195739">
                <a:moveTo>
                  <a:pt x="32956" y="0"/>
                </a:moveTo>
                <a:lnTo>
                  <a:pt x="32956" y="119539"/>
                </a:lnTo>
                <a:lnTo>
                  <a:pt x="0" y="119539"/>
                </a:lnTo>
                <a:lnTo>
                  <a:pt x="47244" y="195739"/>
                </a:lnTo>
                <a:lnTo>
                  <a:pt x="94488" y="119539"/>
                </a:lnTo>
                <a:lnTo>
                  <a:pt x="61531" y="119539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9" name="p20-路径-0239">
            <a:extLst xmlns:a="http://schemas.openxmlformats.org/drawingml/2006/main">
              <a:ext uri="{FF2B5EF4-FFF2-40B4-BE49-F238E27FC236}">
                <a16:creationId xmlns:a16="http://schemas.microsoft.com/office/drawing/2014/main" id="{E9BE51CF-E8F5-4F7C-AFE4-674AFBEF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166" y="2949988"/>
            <a:ext cx="94488" cy="195739"/>
          </a:xfrm>
          <a:custGeom xmlns:a="http://schemas.openxmlformats.org/drawingml/2006/main">
            <a:pathLst>
              <a:path w="94488" h="195739">
                <a:moveTo>
                  <a:pt x="32957" y="0"/>
                </a:moveTo>
                <a:lnTo>
                  <a:pt x="32957" y="119539"/>
                </a:lnTo>
                <a:lnTo>
                  <a:pt x="0" y="119539"/>
                </a:lnTo>
                <a:lnTo>
                  <a:pt x="47244" y="195739"/>
                </a:lnTo>
                <a:lnTo>
                  <a:pt x="94488" y="119539"/>
                </a:lnTo>
                <a:lnTo>
                  <a:pt x="61532" y="119539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0" name="p20-路径-0240">
            <a:extLst xmlns:a="http://schemas.openxmlformats.org/drawingml/2006/main">
              <a:ext uri="{FF2B5EF4-FFF2-40B4-BE49-F238E27FC236}">
                <a16:creationId xmlns:a16="http://schemas.microsoft.com/office/drawing/2014/main" id="{1BC48EDA-5649-42FD-91D4-E161EEB2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506" y="2949988"/>
            <a:ext cx="94488" cy="195739"/>
          </a:xfrm>
          <a:custGeom xmlns:a="http://schemas.openxmlformats.org/drawingml/2006/main">
            <a:pathLst>
              <a:path w="94488" h="195739">
                <a:moveTo>
                  <a:pt x="32957" y="0"/>
                </a:moveTo>
                <a:lnTo>
                  <a:pt x="32957" y="119539"/>
                </a:lnTo>
                <a:lnTo>
                  <a:pt x="0" y="119539"/>
                </a:lnTo>
                <a:lnTo>
                  <a:pt x="47244" y="195739"/>
                </a:lnTo>
                <a:lnTo>
                  <a:pt x="94488" y="119539"/>
                </a:lnTo>
                <a:lnTo>
                  <a:pt x="61532" y="119539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1" name="p20-文本-0241">
            <a:extLst xmlns:a="http://schemas.openxmlformats.org/drawingml/2006/main">
              <a:ext uri="{FF2B5EF4-FFF2-40B4-BE49-F238E27FC236}">
                <a16:creationId xmlns:a16="http://schemas.microsoft.com/office/drawing/2014/main" id="{DED2EBBA-1A80-466A-8AB8-D13B9FD4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33220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特征尺度：毫米级</a:t>
            </a:r>
          </a:p>
        </p:txBody>
      </p:sp>
      <p:sp>
        <p:nvSpPr>
          <p:cNvPr id="242" name="p20-路径-0242">
            <a:extLst xmlns:a="http://schemas.openxmlformats.org/drawingml/2006/main">
              <a:ext uri="{FF2B5EF4-FFF2-40B4-BE49-F238E27FC236}">
                <a16:creationId xmlns:a16="http://schemas.microsoft.com/office/drawing/2014/main" id="{B21ADE49-015E-4D39-844B-953FD00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92490"/>
            <a:ext cx="190500" cy="129921"/>
          </a:xfrm>
          <a:custGeom xmlns:a="http://schemas.openxmlformats.org/drawingml/2006/main">
            <a:pathLst>
              <a:path w="190500" h="129921">
                <a:moveTo>
                  <a:pt x="0" y="88773"/>
                </a:moveTo>
                <a:lnTo>
                  <a:pt x="85725" y="88773"/>
                </a:lnTo>
                <a:lnTo>
                  <a:pt x="85725" y="129921"/>
                </a:lnTo>
                <a:lnTo>
                  <a:pt x="190500" y="64960"/>
                </a:lnTo>
                <a:lnTo>
                  <a:pt x="85725" y="0"/>
                </a:lnTo>
                <a:lnTo>
                  <a:pt x="85725" y="41148"/>
                </a:lnTo>
                <a:lnTo>
                  <a:pt x="0" y="4114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3" name="p20-路径-0243">
            <a:extLst xmlns:a="http://schemas.openxmlformats.org/drawingml/2006/main">
              <a:ext uri="{FF2B5EF4-FFF2-40B4-BE49-F238E27FC236}">
                <a16:creationId xmlns:a16="http://schemas.microsoft.com/office/drawing/2014/main" id="{FB107E02-21E0-43EA-8D38-83824387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92490"/>
            <a:ext cx="200025" cy="129921"/>
          </a:xfrm>
          <a:custGeom xmlns:a="http://schemas.openxmlformats.org/drawingml/2006/main">
            <a:pathLst>
              <a:path w="200025" h="129921">
                <a:moveTo>
                  <a:pt x="0" y="88773"/>
                </a:moveTo>
                <a:lnTo>
                  <a:pt x="95250" y="88773"/>
                </a:lnTo>
                <a:lnTo>
                  <a:pt x="95250" y="129921"/>
                </a:lnTo>
                <a:lnTo>
                  <a:pt x="200025" y="64960"/>
                </a:lnTo>
                <a:lnTo>
                  <a:pt x="95250" y="0"/>
                </a:lnTo>
                <a:lnTo>
                  <a:pt x="95250" y="41148"/>
                </a:lnTo>
                <a:lnTo>
                  <a:pt x="0" y="41148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4" name="p20-文本-0244">
            <a:extLst xmlns:a="http://schemas.openxmlformats.org/drawingml/2006/main">
              <a:ext uri="{FF2B5EF4-FFF2-40B4-BE49-F238E27FC236}">
                <a16:creationId xmlns:a16="http://schemas.microsoft.com/office/drawing/2014/main" id="{D8F021EA-FFBA-44A3-9580-64FE6195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9327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对应约束</a:t>
            </a:r>
          </a:p>
        </p:txBody>
      </p:sp>
      <p:sp>
        <p:nvSpPr>
          <p:cNvPr id="245" name="p20-矩形-0245">
            <a:extLst xmlns:a="http://schemas.openxmlformats.org/drawingml/2006/main">
              <a:ext uri="{FF2B5EF4-FFF2-40B4-BE49-F238E27FC236}">
                <a16:creationId xmlns:a16="http://schemas.microsoft.com/office/drawing/2014/main" id="{9F213348-5498-46FC-AAD9-D389966E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46" name="p20-文本-0246">
            <a:extLst xmlns:a="http://schemas.openxmlformats.org/drawingml/2006/main">
              <a:ext uri="{FF2B5EF4-FFF2-40B4-BE49-F238E27FC236}">
                <a16:creationId xmlns:a16="http://schemas.microsoft.com/office/drawing/2014/main" id="{D3FFDE1B-F1A3-4ABC-8ED6-88B3BB7C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22252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固定条件</a:t>
            </a:r>
          </a:p>
        </p:txBody>
      </p:sp>
      <p:sp>
        <p:nvSpPr>
          <p:cNvPr id="247" name="p20-矩形-0247">
            <a:extLst xmlns:a="http://schemas.openxmlformats.org/drawingml/2006/main">
              <a:ext uri="{FF2B5EF4-FFF2-40B4-BE49-F238E27FC236}">
                <a16:creationId xmlns:a16="http://schemas.microsoft.com/office/drawing/2014/main" id="{56E422EC-E412-48C3-9E1B-B0C27CB6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91000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48" name="p20-文本-0248">
            <a:extLst xmlns:a="http://schemas.openxmlformats.org/drawingml/2006/main">
              <a:ext uri="{FF2B5EF4-FFF2-40B4-BE49-F238E27FC236}">
                <a16:creationId xmlns:a16="http://schemas.microsoft.com/office/drawing/2014/main" id="{578226C0-3FD0-4CE5-B432-4EDDDB58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323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相同官能团类型</a:t>
            </a:r>
          </a:p>
        </p:txBody>
      </p:sp>
      <p:sp>
        <p:nvSpPr>
          <p:cNvPr id="249" name="p20-矩形-0249">
            <a:extLst xmlns:a="http://schemas.openxmlformats.org/drawingml/2006/main">
              <a:ext uri="{FF2B5EF4-FFF2-40B4-BE49-F238E27FC236}">
                <a16:creationId xmlns:a16="http://schemas.microsoft.com/office/drawing/2014/main" id="{5E638A3A-7093-4C52-8878-138F6BAF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91000"/>
            <a:ext cx="3286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50" name="p20-文本-0250">
            <a:extLst xmlns:a="http://schemas.openxmlformats.org/drawingml/2006/main">
              <a:ext uri="{FF2B5EF4-FFF2-40B4-BE49-F238E27FC236}">
                <a16:creationId xmlns:a16="http://schemas.microsoft.com/office/drawing/2014/main" id="{E625135F-DB13-432F-AC9B-43AA811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323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相同孔隙组分</a:t>
            </a:r>
          </a:p>
        </p:txBody>
      </p:sp>
      <p:sp>
        <p:nvSpPr>
          <p:cNvPr id="251" name="p20-矩形-0251">
            <a:extLst xmlns:a="http://schemas.openxmlformats.org/drawingml/2006/main">
              <a:ext uri="{FF2B5EF4-FFF2-40B4-BE49-F238E27FC236}">
                <a16:creationId xmlns:a16="http://schemas.microsoft.com/office/drawing/2014/main" id="{9866E451-B3EC-414F-BF7D-FE80D525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524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52" name="p20-文本-0252">
            <a:extLst xmlns:a="http://schemas.openxmlformats.org/drawingml/2006/main">
              <a:ext uri="{FF2B5EF4-FFF2-40B4-BE49-F238E27FC236}">
                <a16:creationId xmlns:a16="http://schemas.microsoft.com/office/drawing/2014/main" id="{D7111BE1-293A-48B3-A7FF-8AF8B8F5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323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相同样品厚度</a:t>
            </a:r>
          </a:p>
        </p:txBody>
      </p:sp>
      <p:sp>
        <p:nvSpPr>
          <p:cNvPr id="253" name="p20-矩形-0253">
            <a:extLst xmlns:a="http://schemas.openxmlformats.org/drawingml/2006/main">
              <a:ext uri="{FF2B5EF4-FFF2-40B4-BE49-F238E27FC236}">
                <a16:creationId xmlns:a16="http://schemas.microsoft.com/office/drawing/2014/main" id="{FF8AC2D0-42CE-47A7-97A9-750A46E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3925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54" name="p20-文本-0254">
            <a:extLst xmlns:a="http://schemas.openxmlformats.org/drawingml/2006/main">
              <a:ext uri="{FF2B5EF4-FFF2-40B4-BE49-F238E27FC236}">
                <a16:creationId xmlns:a16="http://schemas.microsoft.com/office/drawing/2014/main" id="{0114BAA0-9A0B-47A9-899C-99741842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65177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观测对象</a:t>
            </a:r>
          </a:p>
        </p:txBody>
      </p:sp>
      <p:sp>
        <p:nvSpPr>
          <p:cNvPr id="255" name="p20-矩形-0255">
            <a:extLst xmlns:a="http://schemas.openxmlformats.org/drawingml/2006/main">
              <a:ext uri="{FF2B5EF4-FFF2-40B4-BE49-F238E27FC236}">
                <a16:creationId xmlns:a16="http://schemas.microsoft.com/office/drawing/2014/main" id="{EA6DA235-8C9A-4E17-B7DD-9E052BE1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3392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56" name="p20-文本-0256">
            <a:extLst xmlns:a="http://schemas.openxmlformats.org/drawingml/2006/main">
              <a:ext uri="{FF2B5EF4-FFF2-40B4-BE49-F238E27FC236}">
                <a16:creationId xmlns:a16="http://schemas.microsoft.com/office/drawing/2014/main" id="{24318052-DCDC-48B8-A1D6-9CAB4CB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752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局部相互作用</a:t>
            </a:r>
          </a:p>
        </p:txBody>
      </p:sp>
      <p:sp>
        <p:nvSpPr>
          <p:cNvPr id="257" name="p20-矩形-0257">
            <a:extLst xmlns:a="http://schemas.openxmlformats.org/drawingml/2006/main">
              <a:ext uri="{FF2B5EF4-FFF2-40B4-BE49-F238E27FC236}">
                <a16:creationId xmlns:a16="http://schemas.microsoft.com/office/drawing/2014/main" id="{62132125-4E25-4EFD-9BF5-C58CC42B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33925"/>
            <a:ext cx="3286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58" name="p20-文本-0258">
            <a:extLst xmlns:a="http://schemas.openxmlformats.org/drawingml/2006/main">
              <a:ext uri="{FF2B5EF4-FFF2-40B4-BE49-F238E27FC236}">
                <a16:creationId xmlns:a16="http://schemas.microsoft.com/office/drawing/2014/main" id="{83A4B85A-A736-4D3D-80E0-7E6CEF4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75256"/>
            <a:ext cx="994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连通与分布</a:t>
            </a:r>
          </a:p>
        </p:txBody>
      </p:sp>
      <p:sp>
        <p:nvSpPr>
          <p:cNvPr id="259" name="p20-矩形-0259">
            <a:extLst xmlns:a="http://schemas.openxmlformats.org/drawingml/2006/main">
              <a:ext uri="{FF2B5EF4-FFF2-40B4-BE49-F238E27FC236}">
                <a16:creationId xmlns:a16="http://schemas.microsoft.com/office/drawing/2014/main" id="{A19FD923-7FC1-4049-A347-0E16011E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524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60" name="p20-文本-0260">
            <a:extLst xmlns:a="http://schemas.openxmlformats.org/drawingml/2006/main">
              <a:ext uri="{FF2B5EF4-FFF2-40B4-BE49-F238E27FC236}">
                <a16:creationId xmlns:a16="http://schemas.microsoft.com/office/drawing/2014/main" id="{BDD4B92D-498F-4DDF-B95F-90F29F4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752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宏观通量响应</a:t>
            </a:r>
          </a:p>
        </p:txBody>
      </p:sp>
      <p:sp>
        <p:nvSpPr>
          <p:cNvPr id="261" name="p20-矩形-0261">
            <a:extLst xmlns:a="http://schemas.openxmlformats.org/drawingml/2006/main">
              <a:ext uri="{FF2B5EF4-FFF2-40B4-BE49-F238E27FC236}">
                <a16:creationId xmlns:a16="http://schemas.microsoft.com/office/drawing/2014/main" id="{42011926-51F4-450E-8A7D-9E665F7D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62" name="p20-文本-0262">
            <a:extLst xmlns:a="http://schemas.openxmlformats.org/drawingml/2006/main">
              <a:ext uri="{FF2B5EF4-FFF2-40B4-BE49-F238E27FC236}">
                <a16:creationId xmlns:a16="http://schemas.microsoft.com/office/drawing/2014/main" id="{AFF556FC-587D-4BE6-ABA3-C7BA9D8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8102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判断边界</a:t>
            </a:r>
          </a:p>
        </p:txBody>
      </p:sp>
      <p:sp>
        <p:nvSpPr>
          <p:cNvPr id="263" name="p20-矩形-0263">
            <a:extLst xmlns:a="http://schemas.openxmlformats.org/drawingml/2006/main">
              <a:ext uri="{FF2B5EF4-FFF2-40B4-BE49-F238E27FC236}">
                <a16:creationId xmlns:a16="http://schemas.microsoft.com/office/drawing/2014/main" id="{64B39EBE-FDDE-4CFD-B452-1BB7EBB8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64" name="p20-文本-0264">
            <a:extLst xmlns:a="http://schemas.openxmlformats.org/drawingml/2006/main">
              <a:ext uri="{FF2B5EF4-FFF2-40B4-BE49-F238E27FC236}">
                <a16:creationId xmlns:a16="http://schemas.microsoft.com/office/drawing/2014/main" id="{69CA9B9D-2A34-4DEE-B142-B00A917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18181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不能单独代表整体性能</a:t>
            </a:r>
          </a:p>
        </p:txBody>
      </p:sp>
      <p:sp>
        <p:nvSpPr>
          <p:cNvPr id="265" name="p20-矩形-0265">
            <a:extLst xmlns:a="http://schemas.openxmlformats.org/drawingml/2006/main">
              <a:ext uri="{FF2B5EF4-FFF2-40B4-BE49-F238E27FC236}">
                <a16:creationId xmlns:a16="http://schemas.microsoft.com/office/drawing/2014/main" id="{E9C21090-9E0C-4B31-9813-0095F567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3286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66" name="p20-文本-0266">
            <a:extLst xmlns:a="http://schemas.openxmlformats.org/drawingml/2006/main">
              <a:ext uri="{FF2B5EF4-FFF2-40B4-BE49-F238E27FC236}">
                <a16:creationId xmlns:a16="http://schemas.microsoft.com/office/drawing/2014/main" id="{BC886768-49CE-465B-B73C-00B1E27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181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需控制取样位置</a:t>
            </a:r>
          </a:p>
        </p:txBody>
      </p:sp>
      <p:sp>
        <p:nvSpPr>
          <p:cNvPr id="267" name="p20-矩形-0267">
            <a:extLst xmlns:a="http://schemas.openxmlformats.org/drawingml/2006/main">
              <a:ext uri="{FF2B5EF4-FFF2-40B4-BE49-F238E27FC236}">
                <a16:creationId xmlns:a16="http://schemas.microsoft.com/office/drawing/2014/main" id="{802E2AA3-C205-4E69-8662-B3DAAA8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76850"/>
            <a:ext cx="3524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B7B7"/>
            </a:solidFill>
          </a:ln>
        </p:spPr>
      </p:sp>
      <p:sp>
        <p:nvSpPr>
          <p:cNvPr id="268" name="p20-文本-0268">
            <a:extLst xmlns:a="http://schemas.openxmlformats.org/drawingml/2006/main">
              <a:ext uri="{FF2B5EF4-FFF2-40B4-BE49-F238E27FC236}">
                <a16:creationId xmlns:a16="http://schemas.microsoft.com/office/drawing/2014/main" id="{BDC991CD-C381-4857-AD41-FAF0398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181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需扣除边缘效应</a:t>
            </a:r>
          </a:p>
        </p:txBody>
      </p:sp>
      <p:sp>
        <p:nvSpPr>
          <p:cNvPr id="269" name="p20-文本-0269">
            <a:extLst xmlns:a="http://schemas.openxmlformats.org/drawingml/2006/main">
              <a:ext uri="{FF2B5EF4-FFF2-40B4-BE49-F238E27FC236}">
                <a16:creationId xmlns:a16="http://schemas.microsoft.com/office/drawing/2014/main" id="{D57597F8-0757-4243-A123-3AFA3DCE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98" y="6062007"/>
            <a:ext cx="59716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不同尺度共享研究对象，但各自回答不同层级的问题</a:t>
            </a:r>
          </a:p>
        </p:txBody>
      </p:sp>
      <p:sp>
        <p:nvSpPr>
          <p:cNvPr id="270" name="p20-文本-0270">
            <a:extLst xmlns:a="http://schemas.openxmlformats.org/drawingml/2006/main">
              <a:ext uri="{FF2B5EF4-FFF2-40B4-BE49-F238E27FC236}">
                <a16:creationId xmlns:a16="http://schemas.microsoft.com/office/drawing/2014/main" id="{46409EB9-BA75-4020-AFC8-63642513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20</a:t>
            </a:r>
          </a:p>
        </p:txBody>
      </p:sp>
    </p:spTree>
    <p:extLst>
      <p:ext uri="{BB962C8B-B14F-4D97-AF65-F5344CB8AC3E}">
        <p14:creationId xmlns:p14="http://schemas.microsoft.com/office/powerpoint/2010/main" val="1765254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p21-矩形-0001">
            <a:extLst xmlns:a="http://schemas.openxmlformats.org/drawingml/2006/main">
              <a:ext uri="{FF2B5EF4-FFF2-40B4-BE49-F238E27FC236}">
                <a16:creationId xmlns:a16="http://schemas.microsoft.com/office/drawing/2014/main" id="{73AADA14-7266-4B19-BB21-867E5E4D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1-矩形-0002">
            <a:extLst xmlns:a="http://schemas.openxmlformats.org/drawingml/2006/main">
              <a:ext uri="{FF2B5EF4-FFF2-40B4-BE49-F238E27FC236}">
                <a16:creationId xmlns:a16="http://schemas.microsoft.com/office/drawing/2014/main" id="{32B78526-D0B1-4217-8CF6-DF03EF5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1-文本-0003">
            <a:extLst xmlns:a="http://schemas.openxmlformats.org/drawingml/2006/main">
              <a:ext uri="{FF2B5EF4-FFF2-40B4-BE49-F238E27FC236}">
                <a16:creationId xmlns:a16="http://schemas.microsoft.com/office/drawing/2014/main" id="{91549DC6-9BCE-44F3-A2A3-294CAC7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方法步骤与结果图阵建立逐项对应</a:t>
            </a:r>
          </a:p>
        </p:txBody>
      </p:sp>
      <p:sp>
        <p:nvSpPr>
          <p:cNvPr id="4" name="p21-文本-0004">
            <a:extLst xmlns:a="http://schemas.openxmlformats.org/drawingml/2006/main">
              <a:ext uri="{FF2B5EF4-FFF2-40B4-BE49-F238E27FC236}">
                <a16:creationId xmlns:a16="http://schemas.microsoft.com/office/drawing/2014/main" id="{9D91658D-9C2E-4879-99C5-F527236D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36593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先控制输入，再分离响应，最后检验可复现性</a:t>
            </a:r>
          </a:p>
        </p:txBody>
      </p:sp>
      <p:sp>
        <p:nvSpPr>
          <p:cNvPr id="5" name="p21-线-0005">
            <a:extLst xmlns:a="http://schemas.openxmlformats.org/drawingml/2006/main">
              <a:ext uri="{FF2B5EF4-FFF2-40B4-BE49-F238E27FC236}">
                <a16:creationId xmlns:a16="http://schemas.microsoft.com/office/drawing/2014/main" id="{075E4738-0728-49AC-824B-F9D9A81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1-椭圆-0006">
            <a:extLst xmlns:a="http://schemas.openxmlformats.org/drawingml/2006/main">
              <a:ext uri="{FF2B5EF4-FFF2-40B4-BE49-F238E27FC236}">
                <a16:creationId xmlns:a16="http://schemas.microsoft.com/office/drawing/2014/main" id="{B4C64369-04F3-42D9-83B2-7A37652A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21-文本-0007">
            <a:extLst xmlns:a="http://schemas.openxmlformats.org/drawingml/2006/main">
              <a:ext uri="{FF2B5EF4-FFF2-40B4-BE49-F238E27FC236}">
                <a16:creationId xmlns:a16="http://schemas.microsoft.com/office/drawing/2014/main" id="{B4EF1EA3-D228-4B2D-B03C-03E09BB4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1659043"/>
            <a:ext cx="137160" cy="239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" name="p21-文本-0008">
            <a:extLst xmlns:a="http://schemas.openxmlformats.org/drawingml/2006/main">
              <a:ext uri="{FF2B5EF4-FFF2-40B4-BE49-F238E27FC236}">
                <a16:creationId xmlns:a16="http://schemas.microsoft.com/office/drawing/2014/main" id="{7DCA7CDD-91CC-416F-9EA8-519CF1D2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60707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统一样品</a:t>
            </a:r>
          </a:p>
        </p:txBody>
      </p:sp>
      <p:sp>
        <p:nvSpPr>
          <p:cNvPr id="9" name="p21-文本-0009">
            <a:extLst xmlns:a="http://schemas.openxmlformats.org/drawingml/2006/main">
              <a:ext uri="{FF2B5EF4-FFF2-40B4-BE49-F238E27FC236}">
                <a16:creationId xmlns:a16="http://schemas.microsoft.com/office/drawing/2014/main" id="{A0B6204D-6111-41B1-AE00-C6993C4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08231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同批原料</a:t>
            </a:r>
          </a:p>
        </p:txBody>
      </p:sp>
      <p:sp>
        <p:nvSpPr>
          <p:cNvPr id="10" name="p21-文本-0010">
            <a:extLst xmlns:a="http://schemas.openxmlformats.org/drawingml/2006/main">
              <a:ext uri="{FF2B5EF4-FFF2-40B4-BE49-F238E27FC236}">
                <a16:creationId xmlns:a16="http://schemas.microsoft.com/office/drawing/2014/main" id="{31CBC2AB-8215-4C52-AA35-F89C1D19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939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记录初始状态</a:t>
            </a:r>
          </a:p>
        </p:txBody>
      </p:sp>
      <p:sp>
        <p:nvSpPr>
          <p:cNvPr id="11" name="p21-路径-0011">
            <a:extLst xmlns:a="http://schemas.openxmlformats.org/drawingml/2006/main">
              <a:ext uri="{FF2B5EF4-FFF2-40B4-BE49-F238E27FC236}">
                <a16:creationId xmlns:a16="http://schemas.microsoft.com/office/drawing/2014/main" id="{C3D123FE-BC80-4398-B2E6-904FF249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98" y="2600325"/>
            <a:ext cx="165354" cy="314325"/>
          </a:xfrm>
          <a:custGeom xmlns:a="http://schemas.openxmlformats.org/drawingml/2006/main">
            <a:pathLst>
              <a:path w="165354" h="314325">
                <a:moveTo>
                  <a:pt x="49340" y="0"/>
                </a:moveTo>
                <a:lnTo>
                  <a:pt x="49340" y="180975"/>
                </a:lnTo>
                <a:lnTo>
                  <a:pt x="0" y="180975"/>
                </a:lnTo>
                <a:lnTo>
                  <a:pt x="82677" y="314325"/>
                </a:lnTo>
                <a:lnTo>
                  <a:pt x="165354" y="180975"/>
                </a:lnTo>
                <a:lnTo>
                  <a:pt x="116015" y="180975"/>
                </a:lnTo>
                <a:lnTo>
                  <a:pt x="11601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" name="p21-椭圆-0012">
            <a:extLst xmlns:a="http://schemas.openxmlformats.org/drawingml/2006/main">
              <a:ext uri="{FF2B5EF4-FFF2-40B4-BE49-F238E27FC236}">
                <a16:creationId xmlns:a16="http://schemas.microsoft.com/office/drawing/2014/main" id="{D72D929F-2DF6-493A-8CEB-C5DA935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p21-文本-0013">
            <a:extLst xmlns:a="http://schemas.openxmlformats.org/drawingml/2006/main">
              <a:ext uri="{FF2B5EF4-FFF2-40B4-BE49-F238E27FC236}">
                <a16:creationId xmlns:a16="http://schemas.microsoft.com/office/drawing/2014/main" id="{204E4EBC-EC1C-482C-91E5-08185B0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3125893"/>
            <a:ext cx="137160" cy="239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2</a:t>
            </a:r>
          </a:p>
        </p:txBody>
      </p:sp>
      <p:sp>
        <p:nvSpPr>
          <p:cNvPr id="14" name="p21-文本-0014">
            <a:extLst xmlns:a="http://schemas.openxmlformats.org/drawingml/2006/main">
              <a:ext uri="{FF2B5EF4-FFF2-40B4-BE49-F238E27FC236}">
                <a16:creationId xmlns:a16="http://schemas.microsoft.com/office/drawing/2014/main" id="{38D06365-A28E-421F-B18A-7D64A58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7392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分离变量</a:t>
            </a:r>
          </a:p>
        </p:txBody>
      </p:sp>
      <p:sp>
        <p:nvSpPr>
          <p:cNvPr id="15" name="p21-文本-0015">
            <a:extLst xmlns:a="http://schemas.openxmlformats.org/drawingml/2006/main">
              <a:ext uri="{FF2B5EF4-FFF2-40B4-BE49-F238E27FC236}">
                <a16:creationId xmlns:a16="http://schemas.microsoft.com/office/drawing/2014/main" id="{91B644BC-0A0F-475C-9D8D-AED90160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750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只改变处理梯度</a:t>
            </a:r>
          </a:p>
        </p:txBody>
      </p:sp>
      <p:sp>
        <p:nvSpPr>
          <p:cNvPr id="16" name="p21-文本-0016">
            <a:extLst xmlns:a="http://schemas.openxmlformats.org/drawingml/2006/main">
              <a:ext uri="{FF2B5EF4-FFF2-40B4-BE49-F238E27FC236}">
                <a16:creationId xmlns:a16="http://schemas.microsoft.com/office/drawing/2014/main" id="{B184B065-1B2F-44DB-8007-8E72E5D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608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并行设置参照</a:t>
            </a:r>
          </a:p>
        </p:txBody>
      </p:sp>
      <p:sp>
        <p:nvSpPr>
          <p:cNvPr id="17" name="p21-路径-0017">
            <a:extLst xmlns:a="http://schemas.openxmlformats.org/drawingml/2006/main">
              <a:ext uri="{FF2B5EF4-FFF2-40B4-BE49-F238E27FC236}">
                <a16:creationId xmlns:a16="http://schemas.microsoft.com/office/drawing/2014/main" id="{1B824606-CA77-4F83-A786-D7A15FBE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98" y="4067175"/>
            <a:ext cx="165354" cy="314325"/>
          </a:xfrm>
          <a:custGeom xmlns:a="http://schemas.openxmlformats.org/drawingml/2006/main">
            <a:pathLst>
              <a:path w="165354" h="314325">
                <a:moveTo>
                  <a:pt x="49340" y="0"/>
                </a:moveTo>
                <a:lnTo>
                  <a:pt x="49340" y="180975"/>
                </a:lnTo>
                <a:lnTo>
                  <a:pt x="0" y="180975"/>
                </a:lnTo>
                <a:lnTo>
                  <a:pt x="82677" y="314325"/>
                </a:lnTo>
                <a:lnTo>
                  <a:pt x="165354" y="180975"/>
                </a:lnTo>
                <a:lnTo>
                  <a:pt x="116015" y="180975"/>
                </a:lnTo>
                <a:lnTo>
                  <a:pt x="11601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" name="p21-椭圆-0018">
            <a:extLst xmlns:a="http://schemas.openxmlformats.org/drawingml/2006/main">
              <a:ext uri="{FF2B5EF4-FFF2-40B4-BE49-F238E27FC236}">
                <a16:creationId xmlns:a16="http://schemas.microsoft.com/office/drawing/2014/main" id="{CA6E820A-6BA9-4AB0-A8FF-B97A0D4D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05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21-文本-0019">
            <a:extLst xmlns:a="http://schemas.openxmlformats.org/drawingml/2006/main">
              <a:ext uri="{FF2B5EF4-FFF2-40B4-BE49-F238E27FC236}">
                <a16:creationId xmlns:a16="http://schemas.microsoft.com/office/drawing/2014/main" id="{26C297A5-3E74-4623-A0BA-B9DD28B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92743"/>
            <a:ext cx="137160" cy="239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3</a:t>
            </a:r>
          </a:p>
        </p:txBody>
      </p:sp>
      <p:sp>
        <p:nvSpPr>
          <p:cNvPr id="20" name="p21-文本-0020">
            <a:extLst xmlns:a="http://schemas.openxmlformats.org/drawingml/2006/main">
              <a:ext uri="{FF2B5EF4-FFF2-40B4-BE49-F238E27FC236}">
                <a16:creationId xmlns:a16="http://schemas.microsoft.com/office/drawing/2014/main" id="{08515764-839C-4C16-89F1-DCE2529C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4077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独立复核</a:t>
            </a:r>
          </a:p>
        </p:txBody>
      </p:sp>
      <p:sp>
        <p:nvSpPr>
          <p:cNvPr id="21" name="p21-文本-0021">
            <a:extLst xmlns:a="http://schemas.openxmlformats.org/drawingml/2006/main">
              <a:ext uri="{FF2B5EF4-FFF2-40B4-BE49-F238E27FC236}">
                <a16:creationId xmlns:a16="http://schemas.microsoft.com/office/drawing/2014/main" id="{6430658E-36B8-4E41-8BC2-119AF54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419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更换制备批次</a:t>
            </a:r>
          </a:p>
        </p:txBody>
      </p:sp>
      <p:sp>
        <p:nvSpPr>
          <p:cNvPr id="22" name="p21-文本-0022">
            <a:extLst xmlns:a="http://schemas.openxmlformats.org/drawingml/2006/main">
              <a:ext uri="{FF2B5EF4-FFF2-40B4-BE49-F238E27FC236}">
                <a16:creationId xmlns:a16="http://schemas.microsoft.com/office/drawing/2014/main" id="{877AAD51-5E19-4066-944E-F31BDE20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2276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检查误差来源</a:t>
            </a:r>
          </a:p>
        </p:txBody>
      </p:sp>
      <p:sp>
        <p:nvSpPr>
          <p:cNvPr id="23" name="p21-线-0023">
            <a:extLst xmlns:a="http://schemas.openxmlformats.org/drawingml/2006/main">
              <a:ext uri="{FF2B5EF4-FFF2-40B4-BE49-F238E27FC236}">
                <a16:creationId xmlns:a16="http://schemas.microsoft.com/office/drawing/2014/main" id="{4F6E1B21-8305-4FCE-89CC-9BAEA01C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71600"/>
            <a:ext cx="95" cy="4581525"/>
          </a:xfrm>
          <a:custGeom xmlns:a="http://schemas.openxmlformats.org/drawingml/2006/main">
            <a:pathLst>
              <a:path w="95" h="4581525">
                <a:moveTo>
                  <a:pt x="0" y="0"/>
                </a:moveTo>
                <a:lnTo>
                  <a:pt x="0" y="4581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24" name="p21-矩形-0024">
            <a:extLst xmlns:a="http://schemas.openxmlformats.org/drawingml/2006/main">
              <a:ext uri="{FF2B5EF4-FFF2-40B4-BE49-F238E27FC236}">
                <a16:creationId xmlns:a16="http://schemas.microsoft.com/office/drawing/2014/main" id="{A18479B1-4E54-41DA-B468-6798CBAA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381125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" name="p21-文本-0025">
            <a:extLst xmlns:a="http://schemas.openxmlformats.org/drawingml/2006/main">
              <a:ext uri="{FF2B5EF4-FFF2-40B4-BE49-F238E27FC236}">
                <a16:creationId xmlns:a16="http://schemas.microsoft.com/office/drawing/2014/main" id="{8D0D1691-3C1A-4C38-B9DF-B70B86CC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197" y="1402649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初始状态分布</a:t>
            </a:r>
          </a:p>
        </p:txBody>
      </p:sp>
      <p:sp>
        <p:nvSpPr>
          <p:cNvPr id="26" name="p21-矩形-0026">
            <a:extLst xmlns:a="http://schemas.openxmlformats.org/drawingml/2006/main">
              <a:ext uri="{FF2B5EF4-FFF2-40B4-BE49-F238E27FC236}">
                <a16:creationId xmlns:a16="http://schemas.microsoft.com/office/drawing/2014/main" id="{6F0E709E-650C-49E9-9CA0-73A449D5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85950"/>
            <a:ext cx="18859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3"/>
          </a:solidFill>
          <a:ln xmlns:a="http://schemas.openxmlformats.org/drawingml/2006/main" w="0">
            <a:noFill/>
          </a:ln>
        </p:spPr>
      </p:sp>
      <p:sp>
        <p:nvSpPr>
          <p:cNvPr id="27" name="p21-椭圆-0027">
            <a:extLst xmlns:a="http://schemas.openxmlformats.org/drawingml/2006/main">
              <a:ext uri="{FF2B5EF4-FFF2-40B4-BE49-F238E27FC236}">
                <a16:creationId xmlns:a16="http://schemas.microsoft.com/office/drawing/2014/main" id="{7D4C1AC3-9A3A-4504-B3FE-1F19922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95262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8" name="p21-椭圆-0028">
            <a:extLst xmlns:a="http://schemas.openxmlformats.org/drawingml/2006/main">
              <a:ext uri="{FF2B5EF4-FFF2-40B4-BE49-F238E27FC236}">
                <a16:creationId xmlns:a16="http://schemas.microsoft.com/office/drawing/2014/main" id="{EF6FC02B-6A0B-4031-B906-A876D072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201" y="232797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9" name="p21-椭圆-0029">
            <a:extLst xmlns:a="http://schemas.openxmlformats.org/drawingml/2006/main">
              <a:ext uri="{FF2B5EF4-FFF2-40B4-BE49-F238E27FC236}">
                <a16:creationId xmlns:a16="http://schemas.microsoft.com/office/drawing/2014/main" id="{D9A74793-0A97-46B6-9667-F2C52D7C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290" y="2703331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0" name="p21-椭圆-0030">
            <a:extLst xmlns:a="http://schemas.openxmlformats.org/drawingml/2006/main">
              <a:ext uri="{FF2B5EF4-FFF2-40B4-BE49-F238E27FC236}">
                <a16:creationId xmlns:a16="http://schemas.microsoft.com/office/drawing/2014/main" id="{2992E053-8CE5-4619-88AD-128F0A6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728" y="213570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1" name="p21-椭圆-0031">
            <a:extLst xmlns:a="http://schemas.openxmlformats.org/drawingml/2006/main">
              <a:ext uri="{FF2B5EF4-FFF2-40B4-BE49-F238E27FC236}">
                <a16:creationId xmlns:a16="http://schemas.microsoft.com/office/drawing/2014/main" id="{575FF7F7-5F8D-45E3-9E53-5D5DBBC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817" y="251106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2" name="p21-椭圆-0032">
            <a:extLst xmlns:a="http://schemas.openxmlformats.org/drawingml/2006/main">
              <a:ext uri="{FF2B5EF4-FFF2-40B4-BE49-F238E27FC236}">
                <a16:creationId xmlns:a16="http://schemas.microsoft.com/office/drawing/2014/main" id="{BBBBAC27-6D28-4E8A-AF5D-A79686BD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06" y="201964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3" name="p21-椭圆-0033">
            <a:extLst xmlns:a="http://schemas.openxmlformats.org/drawingml/2006/main">
              <a:ext uri="{FF2B5EF4-FFF2-40B4-BE49-F238E27FC236}">
                <a16:creationId xmlns:a16="http://schemas.microsoft.com/office/drawing/2014/main" id="{5B6358E0-ED94-4929-AC11-9E4C5F04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644" y="239499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4" name="p21-椭圆-0034">
            <a:extLst xmlns:a="http://schemas.openxmlformats.org/drawingml/2006/main">
              <a:ext uri="{FF2B5EF4-FFF2-40B4-BE49-F238E27FC236}">
                <a16:creationId xmlns:a16="http://schemas.microsoft.com/office/drawing/2014/main" id="{B792B474-5F9B-42BB-9604-5B3BAF88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733" y="2770346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5" name="p21-椭圆-0035">
            <a:extLst xmlns:a="http://schemas.openxmlformats.org/drawingml/2006/main">
              <a:ext uri="{FF2B5EF4-FFF2-40B4-BE49-F238E27FC236}">
                <a16:creationId xmlns:a16="http://schemas.microsoft.com/office/drawing/2014/main" id="{23187800-767C-442E-9604-D282D658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72" y="2202724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6" name="p21-椭圆-0036">
            <a:extLst xmlns:a="http://schemas.openxmlformats.org/drawingml/2006/main">
              <a:ext uri="{FF2B5EF4-FFF2-40B4-BE49-F238E27FC236}">
                <a16:creationId xmlns:a16="http://schemas.microsoft.com/office/drawing/2014/main" id="{E2A76D5E-4980-4543-BDEE-A41069C7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260" y="2578077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7" name="p21-椭圆-0037">
            <a:extLst xmlns:a="http://schemas.openxmlformats.org/drawingml/2006/main">
              <a:ext uri="{FF2B5EF4-FFF2-40B4-BE49-F238E27FC236}">
                <a16:creationId xmlns:a16="http://schemas.microsoft.com/office/drawing/2014/main" id="{B2E986ED-5185-4F8D-BFB6-B81BACA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649" y="208665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8" name="p21-椭圆-0038">
            <a:extLst xmlns:a="http://schemas.openxmlformats.org/drawingml/2006/main">
              <a:ext uri="{FF2B5EF4-FFF2-40B4-BE49-F238E27FC236}">
                <a16:creationId xmlns:a16="http://schemas.microsoft.com/office/drawing/2014/main" id="{A6FCA573-E7DB-4CCA-9AEB-03CFCCB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087" y="246200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9" name="p21-椭圆-0039">
            <a:extLst xmlns:a="http://schemas.openxmlformats.org/drawingml/2006/main">
              <a:ext uri="{FF2B5EF4-FFF2-40B4-BE49-F238E27FC236}">
                <a16:creationId xmlns:a16="http://schemas.microsoft.com/office/drawing/2014/main" id="{17E6D880-5EA6-4573-8F66-C97D07A7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176" y="2837361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0" name="p21-椭圆-0040">
            <a:extLst xmlns:a="http://schemas.openxmlformats.org/drawingml/2006/main">
              <a:ext uri="{FF2B5EF4-FFF2-40B4-BE49-F238E27FC236}">
                <a16:creationId xmlns:a16="http://schemas.microsoft.com/office/drawing/2014/main" id="{5198EB61-9D1F-4255-9C43-74EDE0E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265" y="226973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1" name="p21-椭圆-0041">
            <a:extLst xmlns:a="http://schemas.openxmlformats.org/drawingml/2006/main">
              <a:ext uri="{FF2B5EF4-FFF2-40B4-BE49-F238E27FC236}">
                <a16:creationId xmlns:a16="http://schemas.microsoft.com/office/drawing/2014/main" id="{3EEF9806-7F14-418C-8E12-4AF8E5B2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703" y="264509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2" name="p21-椭圆-0042">
            <a:extLst xmlns:a="http://schemas.openxmlformats.org/drawingml/2006/main">
              <a:ext uri="{FF2B5EF4-FFF2-40B4-BE49-F238E27FC236}">
                <a16:creationId xmlns:a16="http://schemas.microsoft.com/office/drawing/2014/main" id="{5D0F2C74-7111-4800-851F-85885790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092" y="215367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3" name="p21-椭圆-0043">
            <a:extLst xmlns:a="http://schemas.openxmlformats.org/drawingml/2006/main">
              <a:ext uri="{FF2B5EF4-FFF2-40B4-BE49-F238E27FC236}">
                <a16:creationId xmlns:a16="http://schemas.microsoft.com/office/drawing/2014/main" id="{678AAE5F-5DA6-47EB-A72F-C20E8AFA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531" y="252902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4" name="p21-椭圆-0044">
            <a:extLst xmlns:a="http://schemas.openxmlformats.org/drawingml/2006/main">
              <a:ext uri="{FF2B5EF4-FFF2-40B4-BE49-F238E27FC236}">
                <a16:creationId xmlns:a16="http://schemas.microsoft.com/office/drawing/2014/main" id="{E3986CDB-30F9-4953-9856-CADDB1D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619" y="196140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5" name="p21-椭圆-0045">
            <a:extLst xmlns:a="http://schemas.openxmlformats.org/drawingml/2006/main">
              <a:ext uri="{FF2B5EF4-FFF2-40B4-BE49-F238E27FC236}">
                <a16:creationId xmlns:a16="http://schemas.microsoft.com/office/drawing/2014/main" id="{AFA87369-6AF4-4709-805A-6D0668E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08" y="2336755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6" name="p21-椭圆-0046">
            <a:extLst xmlns:a="http://schemas.openxmlformats.org/drawingml/2006/main">
              <a:ext uri="{FF2B5EF4-FFF2-40B4-BE49-F238E27FC236}">
                <a16:creationId xmlns:a16="http://schemas.microsoft.com/office/drawing/2014/main" id="{035787DD-6C1B-4BBA-A0C7-818D1C8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147" y="2712108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7" name="p21-椭圆-0047">
            <a:extLst xmlns:a="http://schemas.openxmlformats.org/drawingml/2006/main">
              <a:ext uri="{FF2B5EF4-FFF2-40B4-BE49-F238E27FC236}">
                <a16:creationId xmlns:a16="http://schemas.microsoft.com/office/drawing/2014/main" id="{11942544-DE60-4A18-9274-4336BE9E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535" y="2220686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8" name="p21-椭圆-0048">
            <a:extLst xmlns:a="http://schemas.openxmlformats.org/drawingml/2006/main">
              <a:ext uri="{FF2B5EF4-FFF2-40B4-BE49-F238E27FC236}">
                <a16:creationId xmlns:a16="http://schemas.microsoft.com/office/drawing/2014/main" id="{A64A2E00-36B3-4919-B22A-DE8268E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974" y="2596039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9" name="p21-椭圆-0049">
            <a:extLst xmlns:a="http://schemas.openxmlformats.org/drawingml/2006/main">
              <a:ext uri="{FF2B5EF4-FFF2-40B4-BE49-F238E27FC236}">
                <a16:creationId xmlns:a16="http://schemas.microsoft.com/office/drawing/2014/main" id="{FC9A06D5-1CB0-4ADB-811E-632A7BC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062" y="2028417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0" name="p21-椭圆-0050">
            <a:extLst xmlns:a="http://schemas.openxmlformats.org/drawingml/2006/main">
              <a:ext uri="{FF2B5EF4-FFF2-40B4-BE49-F238E27FC236}">
                <a16:creationId xmlns:a16="http://schemas.microsoft.com/office/drawing/2014/main" id="{423183AE-1ECA-4F49-B898-FC7E28C1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51" y="2403770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1" name="p21-椭圆-0051">
            <a:extLst xmlns:a="http://schemas.openxmlformats.org/drawingml/2006/main">
              <a:ext uri="{FF2B5EF4-FFF2-40B4-BE49-F238E27FC236}">
                <a16:creationId xmlns:a16="http://schemas.microsoft.com/office/drawing/2014/main" id="{FD31DD58-CA94-4575-A5D9-FBC7032E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590" y="277912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2" name="p21-椭圆-0052">
            <a:extLst xmlns:a="http://schemas.openxmlformats.org/drawingml/2006/main">
              <a:ext uri="{FF2B5EF4-FFF2-40B4-BE49-F238E27FC236}">
                <a16:creationId xmlns:a16="http://schemas.microsoft.com/office/drawing/2014/main" id="{01FAFCF7-A4FB-44A0-902A-E6DBE56C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978" y="2287701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3" name="p21-椭圆-0053">
            <a:extLst xmlns:a="http://schemas.openxmlformats.org/drawingml/2006/main">
              <a:ext uri="{FF2B5EF4-FFF2-40B4-BE49-F238E27FC236}">
                <a16:creationId xmlns:a16="http://schemas.microsoft.com/office/drawing/2014/main" id="{5F9545E7-1A8C-4635-A998-4B070A2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067" y="266305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4" name="p21-椭圆-0054">
            <a:extLst xmlns:a="http://schemas.openxmlformats.org/drawingml/2006/main">
              <a:ext uri="{FF2B5EF4-FFF2-40B4-BE49-F238E27FC236}">
                <a16:creationId xmlns:a16="http://schemas.microsoft.com/office/drawing/2014/main" id="{595B6C43-F3D0-470D-9F18-D8097638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506" y="209543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5" name="p21-椭圆-0055">
            <a:extLst xmlns:a="http://schemas.openxmlformats.org/drawingml/2006/main">
              <a:ext uri="{FF2B5EF4-FFF2-40B4-BE49-F238E27FC236}">
                <a16:creationId xmlns:a16="http://schemas.microsoft.com/office/drawing/2014/main" id="{F813DD97-F6C7-4200-ABB1-893087DE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594" y="2470785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6" name="p21-椭圆-0056">
            <a:extLst xmlns:a="http://schemas.openxmlformats.org/drawingml/2006/main">
              <a:ext uri="{FF2B5EF4-FFF2-40B4-BE49-F238E27FC236}">
                <a16:creationId xmlns:a16="http://schemas.microsoft.com/office/drawing/2014/main" id="{F6AD28E4-5E5B-41C4-BFF5-9456D43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033" y="190316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7" name="p21-椭圆-0057">
            <a:extLst xmlns:a="http://schemas.openxmlformats.org/drawingml/2006/main">
              <a:ext uri="{FF2B5EF4-FFF2-40B4-BE49-F238E27FC236}">
                <a16:creationId xmlns:a16="http://schemas.microsoft.com/office/drawing/2014/main" id="{475D2C6A-068A-4EA5-B1F4-1234921B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21" y="2354716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8" name="p21-椭圆-0058">
            <a:extLst xmlns:a="http://schemas.openxmlformats.org/drawingml/2006/main">
              <a:ext uri="{FF2B5EF4-FFF2-40B4-BE49-F238E27FC236}">
                <a16:creationId xmlns:a16="http://schemas.microsoft.com/office/drawing/2014/main" id="{DE3AE63C-EE0B-436E-A0E0-B4BDBF8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510" y="2730069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59" name="p21-椭圆-0059">
            <a:extLst xmlns:a="http://schemas.openxmlformats.org/drawingml/2006/main">
              <a:ext uri="{FF2B5EF4-FFF2-40B4-BE49-F238E27FC236}">
                <a16:creationId xmlns:a16="http://schemas.microsoft.com/office/drawing/2014/main" id="{9C4AA5E6-AD1B-495C-AC48-DC0ED7AC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949" y="2162447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60" name="p21-椭圆-0060">
            <a:extLst xmlns:a="http://schemas.openxmlformats.org/drawingml/2006/main">
              <a:ext uri="{FF2B5EF4-FFF2-40B4-BE49-F238E27FC236}">
                <a16:creationId xmlns:a16="http://schemas.microsoft.com/office/drawing/2014/main" id="{767C3261-796B-4FF7-89C9-2B2BB249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037" y="2537800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61" name="p21-椭圆-0061">
            <a:extLst xmlns:a="http://schemas.openxmlformats.org/drawingml/2006/main">
              <a:ext uri="{FF2B5EF4-FFF2-40B4-BE49-F238E27FC236}">
                <a16:creationId xmlns:a16="http://schemas.microsoft.com/office/drawing/2014/main" id="{7F07D708-0C47-4BEB-968B-0D38296F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126" y="1970178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62" name="p21-椭圆-0062">
            <a:extLst xmlns:a="http://schemas.openxmlformats.org/drawingml/2006/main">
              <a:ext uri="{FF2B5EF4-FFF2-40B4-BE49-F238E27FC236}">
                <a16:creationId xmlns:a16="http://schemas.microsoft.com/office/drawing/2014/main" id="{FC91B6AB-BB83-481A-82C8-15371B58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865" y="2421731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63" name="p21-椭圆-0063">
            <a:extLst xmlns:a="http://schemas.openxmlformats.org/drawingml/2006/main">
              <a:ext uri="{FF2B5EF4-FFF2-40B4-BE49-F238E27FC236}">
                <a16:creationId xmlns:a16="http://schemas.microsoft.com/office/drawing/2014/main" id="{FDC5D974-5609-4D7E-BA73-B465FF36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953" y="279708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64" name="p21-椭圆-0064">
            <a:extLst xmlns:a="http://schemas.openxmlformats.org/drawingml/2006/main">
              <a:ext uri="{FF2B5EF4-FFF2-40B4-BE49-F238E27FC236}">
                <a16:creationId xmlns:a16="http://schemas.microsoft.com/office/drawing/2014/main" id="{1598D7CF-C260-4274-9A2B-DDDCFC2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92" y="222946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65" name="p21-线-0065">
            <a:extLst xmlns:a="http://schemas.openxmlformats.org/drawingml/2006/main">
              <a:ext uri="{FF2B5EF4-FFF2-40B4-BE49-F238E27FC236}">
                <a16:creationId xmlns:a16="http://schemas.microsoft.com/office/drawing/2014/main" id="{2E4570E2-9AE3-4776-BAC5-EE5EF9C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476250" cy="95"/>
          </a:xfrm>
          <a:custGeom xmlns:a="http://schemas.openxmlformats.org/drawingml/2006/main">
            <a:pathLst>
              <a:path w="476250" h="9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66" name="p21-文本-0066">
            <a:extLst xmlns:a="http://schemas.openxmlformats.org/drawingml/2006/main">
              <a:ext uri="{FF2B5EF4-FFF2-40B4-BE49-F238E27FC236}">
                <a16:creationId xmlns:a16="http://schemas.microsoft.com/office/drawing/2014/main" id="{3256C255-74CE-40AE-BA67-BC0A5C57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36459"/>
            <a:ext cx="495300" cy="16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形貌示意</a:t>
            </a:r>
          </a:p>
        </p:txBody>
      </p:sp>
      <p:sp>
        <p:nvSpPr>
          <p:cNvPr id="67" name="p21-文本-0067">
            <a:extLst xmlns:a="http://schemas.openxmlformats.org/drawingml/2006/main">
              <a:ext uri="{FF2B5EF4-FFF2-40B4-BE49-F238E27FC236}">
                <a16:creationId xmlns:a16="http://schemas.microsoft.com/office/drawing/2014/main" id="{CC550958-DF6C-4FE6-B67D-D01B79A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230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相同采集方式</a:t>
            </a:r>
          </a:p>
        </p:txBody>
      </p:sp>
      <p:sp>
        <p:nvSpPr>
          <p:cNvPr id="68" name="p21-文本-0068">
            <a:extLst xmlns:a="http://schemas.openxmlformats.org/drawingml/2006/main">
              <a:ext uri="{FF2B5EF4-FFF2-40B4-BE49-F238E27FC236}">
                <a16:creationId xmlns:a16="http://schemas.microsoft.com/office/drawing/2014/main" id="{7F4016CF-B93F-4D35-A64D-BA328ECB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278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比较分散范围</a:t>
            </a:r>
          </a:p>
        </p:txBody>
      </p:sp>
      <p:sp>
        <p:nvSpPr>
          <p:cNvPr id="69" name="p21-文本-0069">
            <a:extLst xmlns:a="http://schemas.openxmlformats.org/drawingml/2006/main">
              <a:ext uri="{FF2B5EF4-FFF2-40B4-BE49-F238E27FC236}">
                <a16:creationId xmlns:a16="http://schemas.microsoft.com/office/drawing/2014/main" id="{48D6CE09-E549-495F-98D4-E9A59F68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326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识别聚集区域</a:t>
            </a:r>
          </a:p>
        </p:txBody>
      </p:sp>
      <p:sp>
        <p:nvSpPr>
          <p:cNvPr id="70" name="p21-矩形-0070">
            <a:extLst xmlns:a="http://schemas.openxmlformats.org/drawingml/2006/main">
              <a:ext uri="{FF2B5EF4-FFF2-40B4-BE49-F238E27FC236}">
                <a16:creationId xmlns:a16="http://schemas.microsoft.com/office/drawing/2014/main" id="{75F47E5A-0620-41D5-BEF4-8E4AE7D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81125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1" name="p21-文本-0071">
            <a:extLst xmlns:a="http://schemas.openxmlformats.org/drawingml/2006/main">
              <a:ext uri="{FF2B5EF4-FFF2-40B4-BE49-F238E27FC236}">
                <a16:creationId xmlns:a16="http://schemas.microsoft.com/office/drawing/2014/main" id="{2EA246B0-6EE4-4073-8E08-1844724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272" y="1402649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处理条件矩阵</a:t>
            </a:r>
          </a:p>
        </p:txBody>
      </p:sp>
      <p:sp>
        <p:nvSpPr>
          <p:cNvPr id="72" name="p21-矩形-0072">
            <a:extLst xmlns:a="http://schemas.openxmlformats.org/drawingml/2006/main">
              <a:ext uri="{FF2B5EF4-FFF2-40B4-BE49-F238E27FC236}">
                <a16:creationId xmlns:a16="http://schemas.microsoft.com/office/drawing/2014/main" id="{2BEE2E48-5164-4D80-8E7D-A7BBAEBA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3" name="p21-矩形-0073">
            <a:extLst xmlns:a="http://schemas.openxmlformats.org/drawingml/2006/main">
              <a:ext uri="{FF2B5EF4-FFF2-40B4-BE49-F238E27FC236}">
                <a16:creationId xmlns:a16="http://schemas.microsoft.com/office/drawing/2014/main" id="{77BB7ED5-A0EA-4640-BD44-7C3A7D22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74" name="p21-矩形-0074">
            <a:extLst xmlns:a="http://schemas.openxmlformats.org/drawingml/2006/main">
              <a:ext uri="{FF2B5EF4-FFF2-40B4-BE49-F238E27FC236}">
                <a16:creationId xmlns:a16="http://schemas.microsoft.com/office/drawing/2014/main" id="{CA97217F-0D3B-478A-A78B-F91F7285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75" name="p21-矩形-0075">
            <a:extLst xmlns:a="http://schemas.openxmlformats.org/drawingml/2006/main">
              <a:ext uri="{FF2B5EF4-FFF2-40B4-BE49-F238E27FC236}">
                <a16:creationId xmlns:a16="http://schemas.microsoft.com/office/drawing/2014/main" id="{57C2D053-4282-4044-8927-561A8BC1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76" name="p21-矩形-0076">
            <a:extLst xmlns:a="http://schemas.openxmlformats.org/drawingml/2006/main">
              <a:ext uri="{FF2B5EF4-FFF2-40B4-BE49-F238E27FC236}">
                <a16:creationId xmlns:a16="http://schemas.microsoft.com/office/drawing/2014/main" id="{3BBE41CD-87EF-49EB-97D0-0F3C7AF1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7" name="p21-矩形-0077">
            <a:extLst xmlns:a="http://schemas.openxmlformats.org/drawingml/2006/main">
              <a:ext uri="{FF2B5EF4-FFF2-40B4-BE49-F238E27FC236}">
                <a16:creationId xmlns:a16="http://schemas.microsoft.com/office/drawing/2014/main" id="{2EE6AF50-3622-4A7B-8DE1-32420D0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8" name="p21-矩形-0078">
            <a:extLst xmlns:a="http://schemas.openxmlformats.org/drawingml/2006/main">
              <a:ext uri="{FF2B5EF4-FFF2-40B4-BE49-F238E27FC236}">
                <a16:creationId xmlns:a16="http://schemas.microsoft.com/office/drawing/2014/main" id="{3C43854A-46CF-42E0-85DB-3735AD45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9" name="p21-矩形-0079">
            <a:extLst xmlns:a="http://schemas.openxmlformats.org/drawingml/2006/main">
              <a:ext uri="{FF2B5EF4-FFF2-40B4-BE49-F238E27FC236}">
                <a16:creationId xmlns:a16="http://schemas.microsoft.com/office/drawing/2014/main" id="{529913C6-EB82-4883-8C9A-5958668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0" name="p21-矩形-0080">
            <a:extLst xmlns:a="http://schemas.openxmlformats.org/drawingml/2006/main">
              <a:ext uri="{FF2B5EF4-FFF2-40B4-BE49-F238E27FC236}">
                <a16:creationId xmlns:a16="http://schemas.microsoft.com/office/drawing/2014/main" id="{BCC79BB3-9394-4F24-8468-5A19B753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1" name="p21-矩形-0081">
            <a:extLst xmlns:a="http://schemas.openxmlformats.org/drawingml/2006/main">
              <a:ext uri="{FF2B5EF4-FFF2-40B4-BE49-F238E27FC236}">
                <a16:creationId xmlns:a16="http://schemas.microsoft.com/office/drawing/2014/main" id="{7EDC80E3-03F9-4489-883E-099E645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2" name="p21-矩形-0082">
            <a:extLst xmlns:a="http://schemas.openxmlformats.org/drawingml/2006/main">
              <a:ext uri="{FF2B5EF4-FFF2-40B4-BE49-F238E27FC236}">
                <a16:creationId xmlns:a16="http://schemas.microsoft.com/office/drawing/2014/main" id="{77910020-B2B9-4E75-844E-82DFA82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3" name="p21-矩形-0083">
            <a:extLst xmlns:a="http://schemas.openxmlformats.org/drawingml/2006/main">
              <a:ext uri="{FF2B5EF4-FFF2-40B4-BE49-F238E27FC236}">
                <a16:creationId xmlns:a16="http://schemas.microsoft.com/office/drawing/2014/main" id="{EF6F85C0-9864-43A0-B4B7-C709E53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84" name="p21-矩形-0084">
            <a:extLst xmlns:a="http://schemas.openxmlformats.org/drawingml/2006/main">
              <a:ext uri="{FF2B5EF4-FFF2-40B4-BE49-F238E27FC236}">
                <a16:creationId xmlns:a16="http://schemas.microsoft.com/office/drawing/2014/main" id="{784877E6-8790-4346-868A-A60B0785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85" name="p21-矩形-0085">
            <a:extLst xmlns:a="http://schemas.openxmlformats.org/drawingml/2006/main">
              <a:ext uri="{FF2B5EF4-FFF2-40B4-BE49-F238E27FC236}">
                <a16:creationId xmlns:a16="http://schemas.microsoft.com/office/drawing/2014/main" id="{6C79989F-DB85-42E0-88CF-66C703F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86" name="p21-矩形-0086">
            <a:extLst xmlns:a="http://schemas.openxmlformats.org/drawingml/2006/main">
              <a:ext uri="{FF2B5EF4-FFF2-40B4-BE49-F238E27FC236}">
                <a16:creationId xmlns:a16="http://schemas.microsoft.com/office/drawing/2014/main" id="{0463D876-51A5-4107-8D52-2A1C66C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7" name="p21-矩形-0087">
            <a:extLst xmlns:a="http://schemas.openxmlformats.org/drawingml/2006/main">
              <a:ext uri="{FF2B5EF4-FFF2-40B4-BE49-F238E27FC236}">
                <a16:creationId xmlns:a16="http://schemas.microsoft.com/office/drawing/2014/main" id="{1C9BAD67-D761-4D30-AE5B-472DF9F0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8" name="p21-矩形-0088">
            <a:extLst xmlns:a="http://schemas.openxmlformats.org/drawingml/2006/main">
              <a:ext uri="{FF2B5EF4-FFF2-40B4-BE49-F238E27FC236}">
                <a16:creationId xmlns:a16="http://schemas.microsoft.com/office/drawing/2014/main" id="{43513108-DAF2-46B6-AD11-5949C16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9" name="p21-矩形-0089">
            <a:extLst xmlns:a="http://schemas.openxmlformats.org/drawingml/2006/main">
              <a:ext uri="{FF2B5EF4-FFF2-40B4-BE49-F238E27FC236}">
                <a16:creationId xmlns:a16="http://schemas.microsoft.com/office/drawing/2014/main" id="{DD125D7E-4576-45CD-9D61-5F8AAF02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0" name="p21-矩形-0090">
            <a:extLst xmlns:a="http://schemas.openxmlformats.org/drawingml/2006/main">
              <a:ext uri="{FF2B5EF4-FFF2-40B4-BE49-F238E27FC236}">
                <a16:creationId xmlns:a16="http://schemas.microsoft.com/office/drawing/2014/main" id="{7CB3FF97-CAD4-42AE-A6FA-8422DFB1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91" name="p21-矩形-0091">
            <a:extLst xmlns:a="http://schemas.openxmlformats.org/drawingml/2006/main">
              <a:ext uri="{FF2B5EF4-FFF2-40B4-BE49-F238E27FC236}">
                <a16:creationId xmlns:a16="http://schemas.microsoft.com/office/drawing/2014/main" id="{3DE1A8EF-B155-459D-A8D5-F5D689C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0978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2" name="p21-矩形-0092">
            <a:extLst xmlns:a="http://schemas.openxmlformats.org/drawingml/2006/main">
              <a:ext uri="{FF2B5EF4-FFF2-40B4-BE49-F238E27FC236}">
                <a16:creationId xmlns:a16="http://schemas.microsoft.com/office/drawing/2014/main" id="{96BE6148-6115-4117-822D-C0AA6DD4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93" name="p21-矩形-0093">
            <a:extLst xmlns:a="http://schemas.openxmlformats.org/drawingml/2006/main">
              <a:ext uri="{FF2B5EF4-FFF2-40B4-BE49-F238E27FC236}">
                <a16:creationId xmlns:a16="http://schemas.microsoft.com/office/drawing/2014/main" id="{3B08D0EA-4D04-47CA-89B4-55640F0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4" name="p21-矩形-0094">
            <a:extLst xmlns:a="http://schemas.openxmlformats.org/drawingml/2006/main">
              <a:ext uri="{FF2B5EF4-FFF2-40B4-BE49-F238E27FC236}">
                <a16:creationId xmlns:a16="http://schemas.microsoft.com/office/drawing/2014/main" id="{3099909E-0592-4771-AF4F-85C5ED1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5" name="p21-矩形-0095">
            <a:extLst xmlns:a="http://schemas.openxmlformats.org/drawingml/2006/main">
              <a:ext uri="{FF2B5EF4-FFF2-40B4-BE49-F238E27FC236}">
                <a16:creationId xmlns:a16="http://schemas.microsoft.com/office/drawing/2014/main" id="{C26C54E4-9EB3-4285-A010-35797E3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96" name="p21-矩形-0096">
            <a:extLst xmlns:a="http://schemas.openxmlformats.org/drawingml/2006/main">
              <a:ext uri="{FF2B5EF4-FFF2-40B4-BE49-F238E27FC236}">
                <a16:creationId xmlns:a16="http://schemas.microsoft.com/office/drawing/2014/main" id="{BA868A2D-2502-4BE3-AD39-8EC3615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7" name="p21-矩形-0097">
            <a:extLst xmlns:a="http://schemas.openxmlformats.org/drawingml/2006/main">
              <a:ext uri="{FF2B5EF4-FFF2-40B4-BE49-F238E27FC236}">
                <a16:creationId xmlns:a16="http://schemas.microsoft.com/office/drawing/2014/main" id="{2527CBAC-A4DC-4918-8B5F-80D2888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8" name="p21-矩形-0098">
            <a:extLst xmlns:a="http://schemas.openxmlformats.org/drawingml/2006/main">
              <a:ext uri="{FF2B5EF4-FFF2-40B4-BE49-F238E27FC236}">
                <a16:creationId xmlns:a16="http://schemas.microsoft.com/office/drawing/2014/main" id="{E39508F1-65BF-4361-A24C-56123CC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9" name="p21-矩形-0099">
            <a:extLst xmlns:a="http://schemas.openxmlformats.org/drawingml/2006/main">
              <a:ext uri="{FF2B5EF4-FFF2-40B4-BE49-F238E27FC236}">
                <a16:creationId xmlns:a16="http://schemas.microsoft.com/office/drawing/2014/main" id="{7F5C6BE0-8761-4D91-BCE6-83F3D2AB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0" name="p21-矩形-0100">
            <a:extLst xmlns:a="http://schemas.openxmlformats.org/drawingml/2006/main">
              <a:ext uri="{FF2B5EF4-FFF2-40B4-BE49-F238E27FC236}">
                <a16:creationId xmlns:a16="http://schemas.microsoft.com/office/drawing/2014/main" id="{EBAB7A82-564D-47CD-9487-95CC80D3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01" name="p21-矩形-0101">
            <a:extLst xmlns:a="http://schemas.openxmlformats.org/drawingml/2006/main">
              <a:ext uri="{FF2B5EF4-FFF2-40B4-BE49-F238E27FC236}">
                <a16:creationId xmlns:a16="http://schemas.microsoft.com/office/drawing/2014/main" id="{FCD30EE7-3840-4EED-84F2-13BED1FE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295525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02" name="p21-矩形-0102">
            <a:extLst xmlns:a="http://schemas.openxmlformats.org/drawingml/2006/main">
              <a:ext uri="{FF2B5EF4-FFF2-40B4-BE49-F238E27FC236}">
                <a16:creationId xmlns:a16="http://schemas.microsoft.com/office/drawing/2014/main" id="{0D30C58F-49C4-4C0C-93A8-82E94B80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3" name="p21-矩形-0103">
            <a:extLst xmlns:a="http://schemas.openxmlformats.org/drawingml/2006/main">
              <a:ext uri="{FF2B5EF4-FFF2-40B4-BE49-F238E27FC236}">
                <a16:creationId xmlns:a16="http://schemas.microsoft.com/office/drawing/2014/main" id="{BFF5D2FC-B1C5-42A3-8823-FB000B46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04" name="p21-矩形-0104">
            <a:extLst xmlns:a="http://schemas.openxmlformats.org/drawingml/2006/main">
              <a:ext uri="{FF2B5EF4-FFF2-40B4-BE49-F238E27FC236}">
                <a16:creationId xmlns:a16="http://schemas.microsoft.com/office/drawing/2014/main" id="{A5CCD59E-7AAD-49D3-BD3B-6023BA7F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05" name="p21-矩形-0105">
            <a:extLst xmlns:a="http://schemas.openxmlformats.org/drawingml/2006/main">
              <a:ext uri="{FF2B5EF4-FFF2-40B4-BE49-F238E27FC236}">
                <a16:creationId xmlns:a16="http://schemas.microsoft.com/office/drawing/2014/main" id="{2DD98BCE-8B4C-4749-9536-859A78BC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6" name="p21-矩形-0106">
            <a:extLst xmlns:a="http://schemas.openxmlformats.org/drawingml/2006/main">
              <a:ext uri="{FF2B5EF4-FFF2-40B4-BE49-F238E27FC236}">
                <a16:creationId xmlns:a16="http://schemas.microsoft.com/office/drawing/2014/main" id="{AE328501-F508-47C0-A4D9-32F1BBA4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7" name="p21-矩形-0107">
            <a:extLst xmlns:a="http://schemas.openxmlformats.org/drawingml/2006/main">
              <a:ext uri="{FF2B5EF4-FFF2-40B4-BE49-F238E27FC236}">
                <a16:creationId xmlns:a16="http://schemas.microsoft.com/office/drawing/2014/main" id="{14053FE1-1BBF-450A-9CFD-66090AD0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8" name="p21-矩形-0108">
            <a:extLst xmlns:a="http://schemas.openxmlformats.org/drawingml/2006/main">
              <a:ext uri="{FF2B5EF4-FFF2-40B4-BE49-F238E27FC236}">
                <a16:creationId xmlns:a16="http://schemas.microsoft.com/office/drawing/2014/main" id="{4763B84F-D910-48F6-8593-CCBDE92E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9" name="p21-矩形-0109">
            <a:extLst xmlns:a="http://schemas.openxmlformats.org/drawingml/2006/main">
              <a:ext uri="{FF2B5EF4-FFF2-40B4-BE49-F238E27FC236}">
                <a16:creationId xmlns:a16="http://schemas.microsoft.com/office/drawing/2014/main" id="{4B730B54-C3F3-41FE-B0E6-CBD3445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0" name="p21-矩形-0110">
            <a:extLst xmlns:a="http://schemas.openxmlformats.org/drawingml/2006/main">
              <a:ext uri="{FF2B5EF4-FFF2-40B4-BE49-F238E27FC236}">
                <a16:creationId xmlns:a16="http://schemas.microsoft.com/office/drawing/2014/main" id="{87EDFBF3-A3EB-4C42-8871-2DB8819D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11" name="p21-矩形-0111">
            <a:extLst xmlns:a="http://schemas.openxmlformats.org/drawingml/2006/main">
              <a:ext uri="{FF2B5EF4-FFF2-40B4-BE49-F238E27FC236}">
                <a16:creationId xmlns:a16="http://schemas.microsoft.com/office/drawing/2014/main" id="{1E6D14E0-7083-47E9-8EC1-428BE82A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81263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12" name="p21-矩形-0112">
            <a:extLst xmlns:a="http://schemas.openxmlformats.org/drawingml/2006/main">
              <a:ext uri="{FF2B5EF4-FFF2-40B4-BE49-F238E27FC236}">
                <a16:creationId xmlns:a16="http://schemas.microsoft.com/office/drawing/2014/main" id="{F3C0DAB4-0B3A-4E90-B509-9AB275D2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3" name="p21-矩形-0113">
            <a:extLst xmlns:a="http://schemas.openxmlformats.org/drawingml/2006/main">
              <a:ext uri="{FF2B5EF4-FFF2-40B4-BE49-F238E27FC236}">
                <a16:creationId xmlns:a16="http://schemas.microsoft.com/office/drawing/2014/main" id="{9534F400-C985-47D8-8037-8E4D975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4" name="p21-矩形-0114">
            <a:extLst xmlns:a="http://schemas.openxmlformats.org/drawingml/2006/main">
              <a:ext uri="{FF2B5EF4-FFF2-40B4-BE49-F238E27FC236}">
                <a16:creationId xmlns:a16="http://schemas.microsoft.com/office/drawing/2014/main" id="{A18B1F0D-F8B5-45C3-95BB-EAF539F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5" name="p21-矩形-0115">
            <a:extLst xmlns:a="http://schemas.openxmlformats.org/drawingml/2006/main">
              <a:ext uri="{FF2B5EF4-FFF2-40B4-BE49-F238E27FC236}">
                <a16:creationId xmlns:a16="http://schemas.microsoft.com/office/drawing/2014/main" id="{F767D2E9-F24B-4F40-9961-0268C33B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6" name="p21-矩形-0116">
            <a:extLst xmlns:a="http://schemas.openxmlformats.org/drawingml/2006/main">
              <a:ext uri="{FF2B5EF4-FFF2-40B4-BE49-F238E27FC236}">
                <a16:creationId xmlns:a16="http://schemas.microsoft.com/office/drawing/2014/main" id="{9D4080D2-8472-430A-80FF-CCDBF58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7" name="p21-矩形-0117">
            <a:extLst xmlns:a="http://schemas.openxmlformats.org/drawingml/2006/main">
              <a:ext uri="{FF2B5EF4-FFF2-40B4-BE49-F238E27FC236}">
                <a16:creationId xmlns:a16="http://schemas.microsoft.com/office/drawing/2014/main" id="{9C8F2D21-989A-497C-8C89-1EEC83C8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8" name="p21-矩形-0118">
            <a:extLst xmlns:a="http://schemas.openxmlformats.org/drawingml/2006/main">
              <a:ext uri="{FF2B5EF4-FFF2-40B4-BE49-F238E27FC236}">
                <a16:creationId xmlns:a16="http://schemas.microsoft.com/office/drawing/2014/main" id="{D4DC1B42-6A74-4076-A663-F41E851E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9" name="p21-矩形-0119">
            <a:extLst xmlns:a="http://schemas.openxmlformats.org/drawingml/2006/main">
              <a:ext uri="{FF2B5EF4-FFF2-40B4-BE49-F238E27FC236}">
                <a16:creationId xmlns:a16="http://schemas.microsoft.com/office/drawing/2014/main" id="{521865F0-10F8-44F3-9701-F9B05A3D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20" name="p21-矩形-0120">
            <a:extLst xmlns:a="http://schemas.openxmlformats.org/drawingml/2006/main">
              <a:ext uri="{FF2B5EF4-FFF2-40B4-BE49-F238E27FC236}">
                <a16:creationId xmlns:a16="http://schemas.microsoft.com/office/drawing/2014/main" id="{FA7CE722-C84A-4B99-A114-10F4FDB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21" name="p21-矩形-0121">
            <a:extLst xmlns:a="http://schemas.openxmlformats.org/drawingml/2006/main">
              <a:ext uri="{FF2B5EF4-FFF2-40B4-BE49-F238E27FC236}">
                <a16:creationId xmlns:a16="http://schemas.microsoft.com/office/drawing/2014/main" id="{89196AA1-A96C-40FF-8E8E-E1EF3A42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67000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22" name="p21-矩形-0122">
            <a:extLst xmlns:a="http://schemas.openxmlformats.org/drawingml/2006/main">
              <a:ext uri="{FF2B5EF4-FFF2-40B4-BE49-F238E27FC236}">
                <a16:creationId xmlns:a16="http://schemas.microsoft.com/office/drawing/2014/main" id="{23B5CB5E-21E4-4BA6-B659-043FCC2F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23" name="p21-矩形-0123">
            <a:extLst xmlns:a="http://schemas.openxmlformats.org/drawingml/2006/main">
              <a:ext uri="{FF2B5EF4-FFF2-40B4-BE49-F238E27FC236}">
                <a16:creationId xmlns:a16="http://schemas.microsoft.com/office/drawing/2014/main" id="{76FFA82D-49B4-4BA7-B20F-90D7A702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24" name="p21-矩形-0124">
            <a:extLst xmlns:a="http://schemas.openxmlformats.org/drawingml/2006/main">
              <a:ext uri="{FF2B5EF4-FFF2-40B4-BE49-F238E27FC236}">
                <a16:creationId xmlns:a16="http://schemas.microsoft.com/office/drawing/2014/main" id="{1B17A12C-D87A-4F8C-BFB6-36F87EE3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25" name="p21-矩形-0125">
            <a:extLst xmlns:a="http://schemas.openxmlformats.org/drawingml/2006/main">
              <a:ext uri="{FF2B5EF4-FFF2-40B4-BE49-F238E27FC236}">
                <a16:creationId xmlns:a16="http://schemas.microsoft.com/office/drawing/2014/main" id="{85D5D16F-46E4-4CFA-8349-51AEDD5B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26" name="p21-矩形-0126">
            <a:extLst xmlns:a="http://schemas.openxmlformats.org/drawingml/2006/main">
              <a:ext uri="{FF2B5EF4-FFF2-40B4-BE49-F238E27FC236}">
                <a16:creationId xmlns:a16="http://schemas.microsoft.com/office/drawing/2014/main" id="{02CB6BC6-3507-48B0-9EB7-57C8B5E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7" name="p21-矩形-0127">
            <a:extLst xmlns:a="http://schemas.openxmlformats.org/drawingml/2006/main">
              <a:ext uri="{FF2B5EF4-FFF2-40B4-BE49-F238E27FC236}">
                <a16:creationId xmlns:a16="http://schemas.microsoft.com/office/drawing/2014/main" id="{8F2A59D9-C670-48CF-899C-1295E703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8" name="p21-矩形-0128">
            <a:extLst xmlns:a="http://schemas.openxmlformats.org/drawingml/2006/main">
              <a:ext uri="{FF2B5EF4-FFF2-40B4-BE49-F238E27FC236}">
                <a16:creationId xmlns:a16="http://schemas.microsoft.com/office/drawing/2014/main" id="{9068C8A6-E1C1-4A6B-A895-CD4926D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29" name="p21-矩形-0129">
            <a:extLst xmlns:a="http://schemas.openxmlformats.org/drawingml/2006/main">
              <a:ext uri="{FF2B5EF4-FFF2-40B4-BE49-F238E27FC236}">
                <a16:creationId xmlns:a16="http://schemas.microsoft.com/office/drawing/2014/main" id="{1C7100D5-D1C4-461A-B82D-F19B19D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30" name="p21-矩形-0130">
            <a:extLst xmlns:a="http://schemas.openxmlformats.org/drawingml/2006/main">
              <a:ext uri="{FF2B5EF4-FFF2-40B4-BE49-F238E27FC236}">
                <a16:creationId xmlns:a16="http://schemas.microsoft.com/office/drawing/2014/main" id="{30626003-FF9C-40FA-AB72-2C55BDD9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31" name="p21-矩形-0131">
            <a:extLst xmlns:a="http://schemas.openxmlformats.org/drawingml/2006/main">
              <a:ext uri="{FF2B5EF4-FFF2-40B4-BE49-F238E27FC236}">
                <a16:creationId xmlns:a16="http://schemas.microsoft.com/office/drawing/2014/main" id="{AD7FAA37-E7E6-4C40-8E82-C91F7FC5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52738"/>
            <a:ext cx="19050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32" name="p21-文本-0132">
            <a:extLst xmlns:a="http://schemas.openxmlformats.org/drawingml/2006/main">
              <a:ext uri="{FF2B5EF4-FFF2-40B4-BE49-F238E27FC236}">
                <a16:creationId xmlns:a16="http://schemas.microsoft.com/office/drawing/2014/main" id="{7FEA46DB-30E6-403F-AB5A-5A0F460A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806" y="31091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33" name="p21-文本-0133">
            <a:extLst xmlns:a="http://schemas.openxmlformats.org/drawingml/2006/main">
              <a:ext uri="{FF2B5EF4-FFF2-40B4-BE49-F238E27FC236}">
                <a16:creationId xmlns:a16="http://schemas.microsoft.com/office/drawing/2014/main" id="{81B8A2BC-C256-49A6-A7CB-2EDABBD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931" y="31091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6</a:t>
            </a:r>
          </a:p>
        </p:txBody>
      </p:sp>
      <p:sp>
        <p:nvSpPr>
          <p:cNvPr id="134" name="p21-文本-0134">
            <a:extLst xmlns:a="http://schemas.openxmlformats.org/drawingml/2006/main">
              <a:ext uri="{FF2B5EF4-FFF2-40B4-BE49-F238E27FC236}">
                <a16:creationId xmlns:a16="http://schemas.microsoft.com/office/drawing/2014/main" id="{BCC70076-489E-465F-9B49-BD5683E7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109108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10</a:t>
            </a:r>
          </a:p>
        </p:txBody>
      </p:sp>
      <p:sp>
        <p:nvSpPr>
          <p:cNvPr id="135" name="p21-文本-0135">
            <a:extLst xmlns:a="http://schemas.openxmlformats.org/drawingml/2006/main">
              <a:ext uri="{FF2B5EF4-FFF2-40B4-BE49-F238E27FC236}">
                <a16:creationId xmlns:a16="http://schemas.microsoft.com/office/drawing/2014/main" id="{EBBD0B5F-A613-4C01-9C95-537152A5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13" y="1938152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36" name="p21-文本-0136">
            <a:extLst xmlns:a="http://schemas.openxmlformats.org/drawingml/2006/main">
              <a:ext uri="{FF2B5EF4-FFF2-40B4-BE49-F238E27FC236}">
                <a16:creationId xmlns:a16="http://schemas.microsoft.com/office/drawing/2014/main" id="{6A7FABC9-D30F-4411-ABFE-6C46CF7A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13" y="2866840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6</a:t>
            </a:r>
          </a:p>
        </p:txBody>
      </p:sp>
      <p:sp>
        <p:nvSpPr>
          <p:cNvPr id="137" name="p21-文本-0137">
            <a:extLst xmlns:a="http://schemas.openxmlformats.org/drawingml/2006/main">
              <a:ext uri="{FF2B5EF4-FFF2-40B4-BE49-F238E27FC236}">
                <a16:creationId xmlns:a16="http://schemas.microsoft.com/office/drawing/2014/main" id="{05D9D187-CDD4-4A65-900A-D9365C3D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6115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行：配方</a:t>
            </a:r>
          </a:p>
        </p:txBody>
      </p:sp>
      <p:sp>
        <p:nvSpPr>
          <p:cNvPr id="138" name="p21-文本-0138">
            <a:extLst xmlns:a="http://schemas.openxmlformats.org/drawingml/2006/main">
              <a:ext uri="{FF2B5EF4-FFF2-40B4-BE49-F238E27FC236}">
                <a16:creationId xmlns:a16="http://schemas.microsoft.com/office/drawing/2014/main" id="{C7E7A735-2E64-4B4A-954A-348E7D56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500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列：条件</a:t>
            </a:r>
          </a:p>
        </p:txBody>
      </p:sp>
      <p:sp>
        <p:nvSpPr>
          <p:cNvPr id="139" name="p21-文本-0139">
            <a:extLst xmlns:a="http://schemas.openxmlformats.org/drawingml/2006/main">
              <a:ext uri="{FF2B5EF4-FFF2-40B4-BE49-F238E27FC236}">
                <a16:creationId xmlns:a16="http://schemas.microsoft.com/office/drawing/2014/main" id="{5F213E86-7D64-4E9B-8E90-B8A8EA83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0885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色：响应</a:t>
            </a:r>
          </a:p>
        </p:txBody>
      </p:sp>
      <p:sp>
        <p:nvSpPr>
          <p:cNvPr id="140" name="p21-矩形-0140">
            <a:extLst xmlns:a="http://schemas.openxmlformats.org/drawingml/2006/main">
              <a:ext uri="{FF2B5EF4-FFF2-40B4-BE49-F238E27FC236}">
                <a16:creationId xmlns:a16="http://schemas.microsoft.com/office/drawing/2014/main" id="{7663B4AB-7CAB-4721-A55A-FEE051E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62375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1" name="p21-文本-0141">
            <a:extLst xmlns:a="http://schemas.openxmlformats.org/drawingml/2006/main">
              <a:ext uri="{FF2B5EF4-FFF2-40B4-BE49-F238E27FC236}">
                <a16:creationId xmlns:a16="http://schemas.microsoft.com/office/drawing/2014/main" id="{27228D3C-8DA9-4724-B73E-1C59382C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197" y="3783899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动态响应分离</a:t>
            </a:r>
          </a:p>
        </p:txBody>
      </p:sp>
      <p:sp>
        <p:nvSpPr>
          <p:cNvPr id="142" name="p21-线-0142">
            <a:extLst xmlns:a="http://schemas.openxmlformats.org/drawingml/2006/main">
              <a:ext uri="{FF2B5EF4-FFF2-40B4-BE49-F238E27FC236}">
                <a16:creationId xmlns:a16="http://schemas.microsoft.com/office/drawing/2014/main" id="{E66D0BFC-2F03-4214-A742-D5FEC96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67350"/>
            <a:ext cx="1981200" cy="95"/>
          </a:xfrm>
          <a:custGeom xmlns:a="http://schemas.openxmlformats.org/drawingml/2006/main">
            <a:pathLst>
              <a:path w="1981200" h="9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43" name="p21-线-0143">
            <a:extLst xmlns:a="http://schemas.openxmlformats.org/drawingml/2006/main">
              <a:ext uri="{FF2B5EF4-FFF2-40B4-BE49-F238E27FC236}">
                <a16:creationId xmlns:a16="http://schemas.microsoft.com/office/drawing/2014/main" id="{F9B94B52-D8F7-4DEA-BCF0-2A68EE1C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72025"/>
            <a:ext cx="95" cy="695325"/>
          </a:xfrm>
          <a:custGeom xmlns:a="http://schemas.openxmlformats.org/drawingml/2006/main">
            <a:pathLst>
              <a:path w="9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44" name="p21-线-0144">
            <a:extLst xmlns:a="http://schemas.openxmlformats.org/drawingml/2006/main">
              <a:ext uri="{FF2B5EF4-FFF2-40B4-BE49-F238E27FC236}">
                <a16:creationId xmlns:a16="http://schemas.microsoft.com/office/drawing/2014/main" id="{75B32327-BC9A-4EE6-B327-2911425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67350"/>
            <a:ext cx="1981200" cy="95"/>
          </a:xfrm>
          <a:custGeom xmlns:a="http://schemas.openxmlformats.org/drawingml/2006/main">
            <a:pathLst>
              <a:path w="1981200" h="9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45" name="p21-文本-0145">
            <a:extLst xmlns:a="http://schemas.openxmlformats.org/drawingml/2006/main">
              <a:ext uri="{FF2B5EF4-FFF2-40B4-BE49-F238E27FC236}">
                <a16:creationId xmlns:a16="http://schemas.microsoft.com/office/drawing/2014/main" id="{84BDCFBB-B04A-4707-A54A-A10BFC1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9614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46" name="p21-线-0146">
            <a:extLst xmlns:a="http://schemas.openxmlformats.org/drawingml/2006/main">
              <a:ext uri="{FF2B5EF4-FFF2-40B4-BE49-F238E27FC236}">
                <a16:creationId xmlns:a16="http://schemas.microsoft.com/office/drawing/2014/main" id="{229C632F-2999-4D8B-B212-133CAEF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19688"/>
            <a:ext cx="1981200" cy="95"/>
          </a:xfrm>
          <a:custGeom xmlns:a="http://schemas.openxmlformats.org/drawingml/2006/main">
            <a:pathLst>
              <a:path w="1981200" h="9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47" name="p21-文本-0147">
            <a:extLst xmlns:a="http://schemas.openxmlformats.org/drawingml/2006/main">
              <a:ext uri="{FF2B5EF4-FFF2-40B4-BE49-F238E27FC236}">
                <a16:creationId xmlns:a16="http://schemas.microsoft.com/office/drawing/2014/main" id="{A71A3A2A-47BD-4088-A946-B4DDEAF5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5048483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148" name="p21-线-0148">
            <a:extLst xmlns:a="http://schemas.openxmlformats.org/drawingml/2006/main">
              <a:ext uri="{FF2B5EF4-FFF2-40B4-BE49-F238E27FC236}">
                <a16:creationId xmlns:a16="http://schemas.microsoft.com/office/drawing/2014/main" id="{9A084EB0-E480-46B3-ADDD-76757AB8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72025"/>
            <a:ext cx="1981200" cy="95"/>
          </a:xfrm>
          <a:custGeom xmlns:a="http://schemas.openxmlformats.org/drawingml/2006/main">
            <a:pathLst>
              <a:path w="1981200" h="9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49" name="p21-文本-0149">
            <a:extLst xmlns:a="http://schemas.openxmlformats.org/drawingml/2006/main">
              <a:ext uri="{FF2B5EF4-FFF2-40B4-BE49-F238E27FC236}">
                <a16:creationId xmlns:a16="http://schemas.microsoft.com/office/drawing/2014/main" id="{F0665471-F006-4EC9-9392-8419E8A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0082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50" name="p21-路径-0150">
            <a:extLst xmlns:a="http://schemas.openxmlformats.org/drawingml/2006/main">
              <a:ext uri="{FF2B5EF4-FFF2-40B4-BE49-F238E27FC236}">
                <a16:creationId xmlns:a16="http://schemas.microsoft.com/office/drawing/2014/main" id="{0460C056-85B3-4332-9C13-38C557F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52060"/>
            <a:ext cx="1981200" cy="352425"/>
          </a:xfrm>
          <a:custGeom xmlns:a="http://schemas.openxmlformats.org/drawingml/2006/main">
            <a:pathLst>
              <a:path w="1981200" h="352425">
                <a:moveTo>
                  <a:pt x="0" y="352425"/>
                </a:moveTo>
                <a:lnTo>
                  <a:pt x="33338" y="331470"/>
                </a:lnTo>
                <a:lnTo>
                  <a:pt x="65722" y="310515"/>
                </a:lnTo>
                <a:lnTo>
                  <a:pt x="99060" y="291465"/>
                </a:lnTo>
                <a:lnTo>
                  <a:pt x="132397" y="273368"/>
                </a:lnTo>
                <a:lnTo>
                  <a:pt x="164783" y="257175"/>
                </a:lnTo>
                <a:lnTo>
                  <a:pt x="198120" y="240983"/>
                </a:lnTo>
                <a:lnTo>
                  <a:pt x="231458" y="225743"/>
                </a:lnTo>
                <a:lnTo>
                  <a:pt x="263842" y="211455"/>
                </a:lnTo>
                <a:lnTo>
                  <a:pt x="297180" y="199072"/>
                </a:lnTo>
                <a:lnTo>
                  <a:pt x="330517" y="186690"/>
                </a:lnTo>
                <a:lnTo>
                  <a:pt x="362903" y="174308"/>
                </a:lnTo>
                <a:lnTo>
                  <a:pt x="396240" y="163830"/>
                </a:lnTo>
                <a:lnTo>
                  <a:pt x="429578" y="153353"/>
                </a:lnTo>
                <a:lnTo>
                  <a:pt x="461963" y="143828"/>
                </a:lnTo>
                <a:lnTo>
                  <a:pt x="495300" y="134303"/>
                </a:lnTo>
                <a:lnTo>
                  <a:pt x="528638" y="125730"/>
                </a:lnTo>
                <a:lnTo>
                  <a:pt x="561022" y="118110"/>
                </a:lnTo>
                <a:lnTo>
                  <a:pt x="594360" y="110490"/>
                </a:lnTo>
                <a:lnTo>
                  <a:pt x="627697" y="102870"/>
                </a:lnTo>
                <a:lnTo>
                  <a:pt x="660083" y="96203"/>
                </a:lnTo>
                <a:lnTo>
                  <a:pt x="693420" y="90488"/>
                </a:lnTo>
                <a:lnTo>
                  <a:pt x="726758" y="83820"/>
                </a:lnTo>
                <a:lnTo>
                  <a:pt x="759142" y="79058"/>
                </a:lnTo>
                <a:lnTo>
                  <a:pt x="792480" y="73343"/>
                </a:lnTo>
                <a:lnTo>
                  <a:pt x="825817" y="68580"/>
                </a:lnTo>
                <a:lnTo>
                  <a:pt x="858203" y="63818"/>
                </a:lnTo>
                <a:lnTo>
                  <a:pt x="891540" y="60008"/>
                </a:lnTo>
                <a:lnTo>
                  <a:pt x="924878" y="55245"/>
                </a:lnTo>
                <a:lnTo>
                  <a:pt x="957263" y="51435"/>
                </a:lnTo>
                <a:lnTo>
                  <a:pt x="990600" y="47625"/>
                </a:lnTo>
                <a:lnTo>
                  <a:pt x="1023938" y="44768"/>
                </a:lnTo>
                <a:lnTo>
                  <a:pt x="1056322" y="40958"/>
                </a:lnTo>
                <a:lnTo>
                  <a:pt x="1089660" y="38100"/>
                </a:lnTo>
                <a:lnTo>
                  <a:pt x="1122997" y="35243"/>
                </a:lnTo>
                <a:lnTo>
                  <a:pt x="1155383" y="33338"/>
                </a:lnTo>
                <a:lnTo>
                  <a:pt x="1188720" y="30480"/>
                </a:lnTo>
                <a:lnTo>
                  <a:pt x="1222058" y="27622"/>
                </a:lnTo>
                <a:lnTo>
                  <a:pt x="1254443" y="25718"/>
                </a:lnTo>
                <a:lnTo>
                  <a:pt x="1287780" y="23813"/>
                </a:lnTo>
                <a:lnTo>
                  <a:pt x="1321118" y="21908"/>
                </a:lnTo>
                <a:lnTo>
                  <a:pt x="1353503" y="20003"/>
                </a:lnTo>
                <a:lnTo>
                  <a:pt x="1386840" y="18097"/>
                </a:lnTo>
                <a:lnTo>
                  <a:pt x="1420178" y="16193"/>
                </a:lnTo>
                <a:lnTo>
                  <a:pt x="1452563" y="15240"/>
                </a:lnTo>
                <a:lnTo>
                  <a:pt x="1485900" y="13335"/>
                </a:lnTo>
                <a:lnTo>
                  <a:pt x="1519238" y="12383"/>
                </a:lnTo>
                <a:lnTo>
                  <a:pt x="1551622" y="11430"/>
                </a:lnTo>
                <a:lnTo>
                  <a:pt x="1584960" y="9525"/>
                </a:lnTo>
                <a:lnTo>
                  <a:pt x="1618297" y="8572"/>
                </a:lnTo>
                <a:lnTo>
                  <a:pt x="1650682" y="7620"/>
                </a:lnTo>
                <a:lnTo>
                  <a:pt x="1684020" y="6668"/>
                </a:lnTo>
                <a:lnTo>
                  <a:pt x="1717357" y="5715"/>
                </a:lnTo>
                <a:lnTo>
                  <a:pt x="1749743" y="4763"/>
                </a:lnTo>
                <a:lnTo>
                  <a:pt x="1783080" y="3810"/>
                </a:lnTo>
                <a:lnTo>
                  <a:pt x="1816418" y="2858"/>
                </a:lnTo>
                <a:lnTo>
                  <a:pt x="1848803" y="2858"/>
                </a:lnTo>
                <a:lnTo>
                  <a:pt x="1882140" y="1905"/>
                </a:lnTo>
                <a:lnTo>
                  <a:pt x="1915478" y="953"/>
                </a:lnTo>
                <a:lnTo>
                  <a:pt x="1947863" y="953"/>
                </a:ln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151" name="p21-椭圆-0151">
            <a:extLst xmlns:a="http://schemas.openxmlformats.org/drawingml/2006/main">
              <a:ext uri="{FF2B5EF4-FFF2-40B4-BE49-F238E27FC236}">
                <a16:creationId xmlns:a16="http://schemas.microsoft.com/office/drawing/2014/main" id="{9CC6678E-C68E-4301-8D07-62E2C825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73" y="537524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2" name="p21-椭圆-0152">
            <a:extLst xmlns:a="http://schemas.openxmlformats.org/drawingml/2006/main">
              <a:ext uri="{FF2B5EF4-FFF2-40B4-BE49-F238E27FC236}">
                <a16:creationId xmlns:a16="http://schemas.microsoft.com/office/drawing/2014/main" id="{E5FCBD21-6BE9-42FA-A0BA-05C6621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518618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3" name="p21-椭圆-0153">
            <a:extLst xmlns:a="http://schemas.openxmlformats.org/drawingml/2006/main">
              <a:ext uri="{FF2B5EF4-FFF2-40B4-BE49-F238E27FC236}">
                <a16:creationId xmlns:a16="http://schemas.microsoft.com/office/drawing/2014/main" id="{600A545C-231F-4A75-9420-E988DADE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509598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4" name="p21-椭圆-0154">
            <a:extLst xmlns:a="http://schemas.openxmlformats.org/drawingml/2006/main">
              <a:ext uri="{FF2B5EF4-FFF2-40B4-BE49-F238E27FC236}">
                <a16:creationId xmlns:a16="http://schemas.microsoft.com/office/drawing/2014/main" id="{5F90E631-6E33-44B7-9760-656596C8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493" y="505294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5" name="p21-椭圆-0155">
            <a:extLst xmlns:a="http://schemas.openxmlformats.org/drawingml/2006/main">
              <a:ext uri="{FF2B5EF4-FFF2-40B4-BE49-F238E27FC236}">
                <a16:creationId xmlns:a16="http://schemas.microsoft.com/office/drawing/2014/main" id="{7F495260-524D-44B6-A460-D11F62D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733" y="503241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6" name="p21-椭圆-0156">
            <a:extLst xmlns:a="http://schemas.openxmlformats.org/drawingml/2006/main">
              <a:ext uri="{FF2B5EF4-FFF2-40B4-BE49-F238E27FC236}">
                <a16:creationId xmlns:a16="http://schemas.microsoft.com/office/drawing/2014/main" id="{14A6FA34-E811-4A59-8FAA-9373FF63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973" y="502261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7" name="p21-路径-0157">
            <a:extLst xmlns:a="http://schemas.openxmlformats.org/drawingml/2006/main">
              <a:ext uri="{FF2B5EF4-FFF2-40B4-BE49-F238E27FC236}">
                <a16:creationId xmlns:a16="http://schemas.microsoft.com/office/drawing/2014/main" id="{4F02FF5A-CAB4-488F-902B-C55F50E0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46320"/>
            <a:ext cx="1981200" cy="558165"/>
          </a:xfrm>
          <a:custGeom xmlns:a="http://schemas.openxmlformats.org/drawingml/2006/main">
            <a:pathLst>
              <a:path w="1981200" h="558165">
                <a:moveTo>
                  <a:pt x="0" y="558165"/>
                </a:moveTo>
                <a:lnTo>
                  <a:pt x="33338" y="516255"/>
                </a:lnTo>
                <a:lnTo>
                  <a:pt x="65722" y="477202"/>
                </a:lnTo>
                <a:lnTo>
                  <a:pt x="99060" y="440055"/>
                </a:lnTo>
                <a:lnTo>
                  <a:pt x="132397" y="406717"/>
                </a:lnTo>
                <a:lnTo>
                  <a:pt x="164783" y="376237"/>
                </a:lnTo>
                <a:lnTo>
                  <a:pt x="198120" y="347662"/>
                </a:lnTo>
                <a:lnTo>
                  <a:pt x="231458" y="320992"/>
                </a:lnTo>
                <a:lnTo>
                  <a:pt x="263842" y="296227"/>
                </a:lnTo>
                <a:lnTo>
                  <a:pt x="297180" y="273367"/>
                </a:lnTo>
                <a:lnTo>
                  <a:pt x="330517" y="252412"/>
                </a:lnTo>
                <a:lnTo>
                  <a:pt x="362903" y="233362"/>
                </a:lnTo>
                <a:lnTo>
                  <a:pt x="396240" y="215265"/>
                </a:lnTo>
                <a:lnTo>
                  <a:pt x="429578" y="199073"/>
                </a:lnTo>
                <a:lnTo>
                  <a:pt x="461963" y="182880"/>
                </a:lnTo>
                <a:lnTo>
                  <a:pt x="495300" y="169545"/>
                </a:lnTo>
                <a:lnTo>
                  <a:pt x="528638" y="156210"/>
                </a:lnTo>
                <a:lnTo>
                  <a:pt x="561022" y="143827"/>
                </a:lnTo>
                <a:lnTo>
                  <a:pt x="594360" y="132398"/>
                </a:lnTo>
                <a:lnTo>
                  <a:pt x="627697" y="121920"/>
                </a:lnTo>
                <a:lnTo>
                  <a:pt x="660083" y="112395"/>
                </a:lnTo>
                <a:lnTo>
                  <a:pt x="693420" y="103823"/>
                </a:lnTo>
                <a:lnTo>
                  <a:pt x="726758" y="96202"/>
                </a:lnTo>
                <a:lnTo>
                  <a:pt x="759142" y="88583"/>
                </a:lnTo>
                <a:lnTo>
                  <a:pt x="792480" y="80962"/>
                </a:lnTo>
                <a:lnTo>
                  <a:pt x="825817" y="74295"/>
                </a:lnTo>
                <a:lnTo>
                  <a:pt x="858203" y="68580"/>
                </a:lnTo>
                <a:lnTo>
                  <a:pt x="891540" y="62865"/>
                </a:lnTo>
                <a:lnTo>
                  <a:pt x="924878" y="58102"/>
                </a:lnTo>
                <a:lnTo>
                  <a:pt x="957263" y="53340"/>
                </a:lnTo>
                <a:lnTo>
                  <a:pt x="990600" y="48577"/>
                </a:lnTo>
                <a:lnTo>
                  <a:pt x="1023938" y="44767"/>
                </a:lnTo>
                <a:lnTo>
                  <a:pt x="1056322" y="40958"/>
                </a:lnTo>
                <a:lnTo>
                  <a:pt x="1089660" y="38100"/>
                </a:lnTo>
                <a:lnTo>
                  <a:pt x="1122997" y="34290"/>
                </a:lnTo>
                <a:lnTo>
                  <a:pt x="1155383" y="31433"/>
                </a:lnTo>
                <a:lnTo>
                  <a:pt x="1188720" y="28575"/>
                </a:lnTo>
                <a:lnTo>
                  <a:pt x="1222058" y="26670"/>
                </a:lnTo>
                <a:lnTo>
                  <a:pt x="1254443" y="23813"/>
                </a:lnTo>
                <a:lnTo>
                  <a:pt x="1287780" y="21908"/>
                </a:lnTo>
                <a:lnTo>
                  <a:pt x="1321118" y="20002"/>
                </a:lnTo>
                <a:lnTo>
                  <a:pt x="1353503" y="18097"/>
                </a:lnTo>
                <a:lnTo>
                  <a:pt x="1386840" y="16192"/>
                </a:lnTo>
                <a:lnTo>
                  <a:pt x="1420178" y="14288"/>
                </a:lnTo>
                <a:lnTo>
                  <a:pt x="1452563" y="13335"/>
                </a:lnTo>
                <a:lnTo>
                  <a:pt x="1485900" y="11430"/>
                </a:lnTo>
                <a:lnTo>
                  <a:pt x="1519238" y="10477"/>
                </a:lnTo>
                <a:lnTo>
                  <a:pt x="1551622" y="9525"/>
                </a:lnTo>
                <a:lnTo>
                  <a:pt x="1584960" y="8572"/>
                </a:lnTo>
                <a:lnTo>
                  <a:pt x="1618297" y="7620"/>
                </a:lnTo>
                <a:lnTo>
                  <a:pt x="1650682" y="6667"/>
                </a:lnTo>
                <a:lnTo>
                  <a:pt x="1684020" y="5715"/>
                </a:lnTo>
                <a:lnTo>
                  <a:pt x="1717357" y="4763"/>
                </a:lnTo>
                <a:lnTo>
                  <a:pt x="1749743" y="3810"/>
                </a:lnTo>
                <a:lnTo>
                  <a:pt x="1783080" y="3810"/>
                </a:lnTo>
                <a:lnTo>
                  <a:pt x="1816418" y="2858"/>
                </a:lnTo>
                <a:lnTo>
                  <a:pt x="1848803" y="1905"/>
                </a:lnTo>
                <a:lnTo>
                  <a:pt x="1882140" y="1905"/>
                </a:lnTo>
                <a:lnTo>
                  <a:pt x="1915478" y="952"/>
                </a:lnTo>
                <a:lnTo>
                  <a:pt x="1947863" y="952"/>
                </a:ln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158" name="p21-椭圆-0158">
            <a:extLst xmlns:a="http://schemas.openxmlformats.org/drawingml/2006/main">
              <a:ext uri="{FF2B5EF4-FFF2-40B4-BE49-F238E27FC236}">
                <a16:creationId xmlns:a16="http://schemas.microsoft.com/office/drawing/2014/main" id="{E5F574E3-9DC4-4860-8597-591A888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73" y="537524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9" name="p21-椭圆-0159">
            <a:extLst xmlns:a="http://schemas.openxmlformats.org/drawingml/2006/main">
              <a:ext uri="{FF2B5EF4-FFF2-40B4-BE49-F238E27FC236}">
                <a16:creationId xmlns:a16="http://schemas.microsoft.com/office/drawing/2014/main" id="{56F3F171-0020-48BF-A71A-212E08E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503203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0" name="p21-椭圆-0160">
            <a:extLst xmlns:a="http://schemas.openxmlformats.org/drawingml/2006/main">
              <a:ext uri="{FF2B5EF4-FFF2-40B4-BE49-F238E27FC236}">
                <a16:creationId xmlns:a16="http://schemas.microsoft.com/office/drawing/2014/main" id="{D531A103-0B8C-4376-A29C-52B339E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3" y="489797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1" name="p21-椭圆-0161">
            <a:extLst xmlns:a="http://schemas.openxmlformats.org/drawingml/2006/main">
              <a:ext uri="{FF2B5EF4-FFF2-40B4-BE49-F238E27FC236}">
                <a16:creationId xmlns:a16="http://schemas.microsoft.com/office/drawing/2014/main" id="{A471E1ED-DA68-4635-80F6-229D8212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493" y="484560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2" name="p21-椭圆-0162">
            <a:extLst xmlns:a="http://schemas.openxmlformats.org/drawingml/2006/main">
              <a:ext uri="{FF2B5EF4-FFF2-40B4-BE49-F238E27FC236}">
                <a16:creationId xmlns:a16="http://schemas.microsoft.com/office/drawing/2014/main" id="{14CAAE3B-22B5-4111-B85C-F4578602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733" y="482514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3" name="p21-椭圆-0163">
            <a:extLst xmlns:a="http://schemas.openxmlformats.org/drawingml/2006/main">
              <a:ext uri="{FF2B5EF4-FFF2-40B4-BE49-F238E27FC236}">
                <a16:creationId xmlns:a16="http://schemas.microsoft.com/office/drawing/2014/main" id="{1D0AD294-A7BA-458A-8AF1-EC92418C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973" y="481715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4" name="p21-文本-0164">
            <a:extLst xmlns:a="http://schemas.openxmlformats.org/drawingml/2006/main">
              <a:ext uri="{FF2B5EF4-FFF2-40B4-BE49-F238E27FC236}">
                <a16:creationId xmlns:a16="http://schemas.microsoft.com/office/drawing/2014/main" id="{FEE7353F-DDCD-4FDA-A305-C80806F9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00641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165" name="p21-文本-0165">
            <a:extLst xmlns:a="http://schemas.openxmlformats.org/drawingml/2006/main">
              <a:ext uri="{FF2B5EF4-FFF2-40B4-BE49-F238E27FC236}">
                <a16:creationId xmlns:a16="http://schemas.microsoft.com/office/drawing/2014/main" id="{A6A70483-1F2B-4208-8F04-C7F6717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572241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时间</a:t>
            </a:r>
          </a:p>
        </p:txBody>
      </p:sp>
      <p:sp>
        <p:nvSpPr>
          <p:cNvPr id="166" name="p21-文本-0166">
            <a:extLst xmlns:a="http://schemas.openxmlformats.org/drawingml/2006/main">
              <a:ext uri="{FF2B5EF4-FFF2-40B4-BE49-F238E27FC236}">
                <a16:creationId xmlns:a16="http://schemas.microsoft.com/office/drawing/2014/main" id="{9AA12A8B-6024-46B2-A601-51D277B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55284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67" name="p21-文本-0167">
            <a:extLst xmlns:a="http://schemas.openxmlformats.org/drawingml/2006/main">
              <a:ext uri="{FF2B5EF4-FFF2-40B4-BE49-F238E27FC236}">
                <a16:creationId xmlns:a16="http://schemas.microsoft.com/office/drawing/2014/main" id="{D2789548-E385-448A-A1F0-5B963C63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494" y="55284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68" name="p21-线-0168">
            <a:extLst xmlns:a="http://schemas.openxmlformats.org/drawingml/2006/main">
              <a:ext uri="{FF2B5EF4-FFF2-40B4-BE49-F238E27FC236}">
                <a16:creationId xmlns:a16="http://schemas.microsoft.com/office/drawing/2014/main" id="{EF095EC4-5AE9-4676-B261-B05B3421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69" name="p21-文本-0169">
            <a:extLst xmlns:a="http://schemas.openxmlformats.org/drawingml/2006/main">
              <a:ext uri="{FF2B5EF4-FFF2-40B4-BE49-F238E27FC236}">
                <a16:creationId xmlns:a16="http://schemas.microsoft.com/office/drawing/2014/main" id="{333B44BA-84E7-4649-A815-FA70F8E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96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</a:t>
            </a:r>
          </a:p>
        </p:txBody>
      </p:sp>
      <p:sp>
        <p:nvSpPr>
          <p:cNvPr id="170" name="p21-线-0170">
            <a:extLst xmlns:a="http://schemas.openxmlformats.org/drawingml/2006/main">
              <a:ext uri="{FF2B5EF4-FFF2-40B4-BE49-F238E27FC236}">
                <a16:creationId xmlns:a16="http://schemas.microsoft.com/office/drawing/2014/main" id="{77FEDB78-5DE6-48E0-BBFE-58E4E9F6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726" y="46291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71" name="p21-文本-0171">
            <a:extLst xmlns:a="http://schemas.openxmlformats.org/drawingml/2006/main">
              <a:ext uri="{FF2B5EF4-FFF2-40B4-BE49-F238E27FC236}">
                <a16:creationId xmlns:a16="http://schemas.microsoft.com/office/drawing/2014/main" id="{C958DEA9-838C-4C78-9D9B-94F816D0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451496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处理</a:t>
            </a:r>
          </a:p>
        </p:txBody>
      </p:sp>
      <p:sp>
        <p:nvSpPr>
          <p:cNvPr id="172" name="p21-文本-0172">
            <a:extLst xmlns:a="http://schemas.openxmlformats.org/drawingml/2006/main">
              <a:ext uri="{FF2B5EF4-FFF2-40B4-BE49-F238E27FC236}">
                <a16:creationId xmlns:a16="http://schemas.microsoft.com/office/drawing/2014/main" id="{00FDFB3D-D477-4D82-BC1D-D3BF290B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1385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参数差异</a:t>
            </a:r>
          </a:p>
        </p:txBody>
      </p:sp>
      <p:sp>
        <p:nvSpPr>
          <p:cNvPr id="173" name="p21-文本-0173">
            <a:extLst xmlns:a="http://schemas.openxmlformats.org/drawingml/2006/main">
              <a:ext uri="{FF2B5EF4-FFF2-40B4-BE49-F238E27FC236}">
                <a16:creationId xmlns:a16="http://schemas.microsoft.com/office/drawing/2014/main" id="{688B65B6-5E05-4830-9519-7BFB3849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37709"/>
            <a:ext cx="9446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对应单变量</a:t>
            </a:r>
          </a:p>
        </p:txBody>
      </p:sp>
      <p:sp>
        <p:nvSpPr>
          <p:cNvPr id="174" name="p21-文本-0174">
            <a:extLst xmlns:a="http://schemas.openxmlformats.org/drawingml/2006/main">
              <a:ext uri="{FF2B5EF4-FFF2-40B4-BE49-F238E27FC236}">
                <a16:creationId xmlns:a16="http://schemas.microsoft.com/office/drawing/2014/main" id="{643CFF39-C335-4591-8747-91F8924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6155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梯度改变</a:t>
            </a:r>
          </a:p>
        </p:txBody>
      </p:sp>
      <p:sp>
        <p:nvSpPr>
          <p:cNvPr id="175" name="p21-矩形-0175">
            <a:extLst xmlns:a="http://schemas.openxmlformats.org/drawingml/2006/main">
              <a:ext uri="{FF2B5EF4-FFF2-40B4-BE49-F238E27FC236}">
                <a16:creationId xmlns:a16="http://schemas.microsoft.com/office/drawing/2014/main" id="{F574A131-DBA7-4DEF-AAD1-C3572E58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62375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6" name="p21-文本-0176">
            <a:extLst xmlns:a="http://schemas.openxmlformats.org/drawingml/2006/main">
              <a:ext uri="{FF2B5EF4-FFF2-40B4-BE49-F238E27FC236}">
                <a16:creationId xmlns:a16="http://schemas.microsoft.com/office/drawing/2014/main" id="{ECE0D53D-9220-46F4-B881-608D2A6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260" y="3783899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批次预测一致性</a:t>
            </a:r>
          </a:p>
        </p:txBody>
      </p:sp>
      <p:sp>
        <p:nvSpPr>
          <p:cNvPr id="177" name="p21-线-0177">
            <a:extLst xmlns:a="http://schemas.openxmlformats.org/drawingml/2006/main">
              <a:ext uri="{FF2B5EF4-FFF2-40B4-BE49-F238E27FC236}">
                <a16:creationId xmlns:a16="http://schemas.microsoft.com/office/drawing/2014/main" id="{A229B413-3C5A-45CD-83CD-972BDA0D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81650"/>
            <a:ext cx="1971675" cy="95"/>
          </a:xfrm>
          <a:custGeom xmlns:a="http://schemas.openxmlformats.org/drawingml/2006/main"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78" name="p21-线-0178">
            <a:extLst xmlns:a="http://schemas.openxmlformats.org/drawingml/2006/main">
              <a:ext uri="{FF2B5EF4-FFF2-40B4-BE49-F238E27FC236}">
                <a16:creationId xmlns:a16="http://schemas.microsoft.com/office/drawing/2014/main" id="{9382EB0D-AD2F-4EE4-A4E8-B1B8B6D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95" cy="1104900"/>
          </a:xfrm>
          <a:custGeom xmlns:a="http://schemas.openxmlformats.org/drawingml/2006/main">
            <a:pathLst>
              <a:path w="9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79" name="p21-线-0179">
            <a:extLst xmlns:a="http://schemas.openxmlformats.org/drawingml/2006/main">
              <a:ext uri="{FF2B5EF4-FFF2-40B4-BE49-F238E27FC236}">
                <a16:creationId xmlns:a16="http://schemas.microsoft.com/office/drawing/2014/main" id="{7A5663FE-DB85-4B99-ABF7-BDA6F8E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1971675" cy="1104900"/>
          </a:xfrm>
          <a:custGeom xmlns:a="http://schemas.openxmlformats.org/drawingml/2006/main">
            <a:pathLst>
              <a:path w="1971675" h="1104900">
                <a:moveTo>
                  <a:pt x="0" y="110490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180" name="p21-椭圆-0180">
            <a:extLst xmlns:a="http://schemas.openxmlformats.org/drawingml/2006/main">
              <a:ext uri="{FF2B5EF4-FFF2-40B4-BE49-F238E27FC236}">
                <a16:creationId xmlns:a16="http://schemas.microsoft.com/office/drawing/2014/main" id="{146BBDC6-7D34-40EB-8738-18C2EDEA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270" y="55180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1" name="p21-椭圆-0181">
            <a:extLst xmlns:a="http://schemas.openxmlformats.org/drawingml/2006/main">
              <a:ext uri="{FF2B5EF4-FFF2-40B4-BE49-F238E27FC236}">
                <a16:creationId xmlns:a16="http://schemas.microsoft.com/office/drawing/2014/main" id="{231599A5-B60B-48FA-A7EB-22B726FB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832" y="47491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2" name="p21-椭圆-0182">
            <a:extLst xmlns:a="http://schemas.openxmlformats.org/drawingml/2006/main">
              <a:ext uri="{FF2B5EF4-FFF2-40B4-BE49-F238E27FC236}">
                <a16:creationId xmlns:a16="http://schemas.microsoft.com/office/drawing/2014/main" id="{9846AD83-736B-481B-960F-89F2BAC0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19" y="53374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3" name="p21-椭圆-0183">
            <a:extLst xmlns:a="http://schemas.openxmlformats.org/drawingml/2006/main">
              <a:ext uri="{FF2B5EF4-FFF2-40B4-BE49-F238E27FC236}">
                <a16:creationId xmlns:a16="http://schemas.microsoft.com/office/drawing/2014/main" id="{38987976-F8BE-4AD3-A072-1E85172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81" y="47079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4" name="p21-椭圆-0184">
            <a:extLst xmlns:a="http://schemas.openxmlformats.org/drawingml/2006/main">
              <a:ext uri="{FF2B5EF4-FFF2-40B4-BE49-F238E27FC236}">
                <a16:creationId xmlns:a16="http://schemas.microsoft.com/office/drawing/2014/main" id="{35BA769A-21E1-4A6F-B928-2161020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169" y="49425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5" name="p21-椭圆-0185">
            <a:extLst xmlns:a="http://schemas.openxmlformats.org/drawingml/2006/main">
              <a:ext uri="{FF2B5EF4-FFF2-40B4-BE49-F238E27FC236}">
                <a16:creationId xmlns:a16="http://schemas.microsoft.com/office/drawing/2014/main" id="{46D3C5D7-D38A-4624-BC91-BA719EF3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056" y="53854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6" name="p21-椭圆-0186">
            <a:extLst xmlns:a="http://schemas.openxmlformats.org/drawingml/2006/main">
              <a:ext uri="{FF2B5EF4-FFF2-40B4-BE49-F238E27FC236}">
                <a16:creationId xmlns:a16="http://schemas.microsoft.com/office/drawing/2014/main" id="{6309C50D-8FEE-4686-80E5-0AF11D79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618" y="48817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7" name="p21-椭圆-0187">
            <a:extLst xmlns:a="http://schemas.openxmlformats.org/drawingml/2006/main">
              <a:ext uri="{FF2B5EF4-FFF2-40B4-BE49-F238E27FC236}">
                <a16:creationId xmlns:a16="http://schemas.microsoft.com/office/drawing/2014/main" id="{03578B08-5DA9-4A6C-B61A-F51503A4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505" y="52120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8" name="p21-椭圆-0188">
            <a:extLst xmlns:a="http://schemas.openxmlformats.org/drawingml/2006/main">
              <a:ext uri="{FF2B5EF4-FFF2-40B4-BE49-F238E27FC236}">
                <a16:creationId xmlns:a16="http://schemas.microsoft.com/office/drawing/2014/main" id="{815EF6DB-0035-453C-920D-E676BEF8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067" y="44794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9" name="p21-椭圆-0189">
            <a:extLst xmlns:a="http://schemas.openxmlformats.org/drawingml/2006/main">
              <a:ext uri="{FF2B5EF4-FFF2-40B4-BE49-F238E27FC236}">
                <a16:creationId xmlns:a16="http://schemas.microsoft.com/office/drawing/2014/main" id="{724FFD2B-1437-4F85-8DDF-3C3C395D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54" y="49566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0" name="p21-椭圆-0190">
            <a:extLst xmlns:a="http://schemas.openxmlformats.org/drawingml/2006/main">
              <a:ext uri="{FF2B5EF4-FFF2-40B4-BE49-F238E27FC236}">
                <a16:creationId xmlns:a16="http://schemas.microsoft.com/office/drawing/2014/main" id="{894E434B-FD87-4566-83A4-1DAB1A62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842" y="54628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1" name="p21-椭圆-0191">
            <a:extLst xmlns:a="http://schemas.openxmlformats.org/drawingml/2006/main">
              <a:ext uri="{FF2B5EF4-FFF2-40B4-BE49-F238E27FC236}">
                <a16:creationId xmlns:a16="http://schemas.microsoft.com/office/drawing/2014/main" id="{102C583A-733D-4B26-B5AC-ED1CE692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04" y="45983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2" name="p21-椭圆-0192">
            <a:extLst xmlns:a="http://schemas.openxmlformats.org/drawingml/2006/main">
              <a:ext uri="{FF2B5EF4-FFF2-40B4-BE49-F238E27FC236}">
                <a16:creationId xmlns:a16="http://schemas.microsoft.com/office/drawing/2014/main" id="{B90BF357-A5B4-41B8-963D-09D1227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291" y="50081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93" name="p21-椭圆-0193">
            <a:extLst xmlns:a="http://schemas.openxmlformats.org/drawingml/2006/main">
              <a:ext uri="{FF2B5EF4-FFF2-40B4-BE49-F238E27FC236}">
                <a16:creationId xmlns:a16="http://schemas.microsoft.com/office/drawing/2014/main" id="{4956F5E1-2B0D-4029-839A-5203C43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178" y="55180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4" name="p21-椭圆-0194">
            <a:extLst xmlns:a="http://schemas.openxmlformats.org/drawingml/2006/main">
              <a:ext uri="{FF2B5EF4-FFF2-40B4-BE49-F238E27FC236}">
                <a16:creationId xmlns:a16="http://schemas.microsoft.com/office/drawing/2014/main" id="{792B1FAA-62D1-4F97-B6F2-F948893E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0" y="487223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5" name="p21-椭圆-0195">
            <a:extLst xmlns:a="http://schemas.openxmlformats.org/drawingml/2006/main">
              <a:ext uri="{FF2B5EF4-FFF2-40B4-BE49-F238E27FC236}">
                <a16:creationId xmlns:a16="http://schemas.microsoft.com/office/drawing/2014/main" id="{BFA528AE-ADC0-4D00-8047-82466072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27" y="51321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6" name="p21-椭圆-0196">
            <a:extLst xmlns:a="http://schemas.openxmlformats.org/drawingml/2006/main">
              <a:ext uri="{FF2B5EF4-FFF2-40B4-BE49-F238E27FC236}">
                <a16:creationId xmlns:a16="http://schemas.microsoft.com/office/drawing/2014/main" id="{5C7E13C3-499A-4832-91A7-AE97761E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190" y="45749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97" name="p21-椭圆-0197">
            <a:extLst xmlns:a="http://schemas.openxmlformats.org/drawingml/2006/main">
              <a:ext uri="{FF2B5EF4-FFF2-40B4-BE49-F238E27FC236}">
                <a16:creationId xmlns:a16="http://schemas.microsoft.com/office/drawing/2014/main" id="{AB3320EF-72B8-4510-A318-6DC40D0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077" y="51093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8" name="p21-椭圆-0198">
            <a:extLst xmlns:a="http://schemas.openxmlformats.org/drawingml/2006/main">
              <a:ext uri="{FF2B5EF4-FFF2-40B4-BE49-F238E27FC236}">
                <a16:creationId xmlns:a16="http://schemas.microsoft.com/office/drawing/2014/main" id="{8FDECE55-9A36-4685-9D04-52A3CFB3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964" y="53612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9" name="p21-椭圆-0199">
            <a:extLst xmlns:a="http://schemas.openxmlformats.org/drawingml/2006/main">
              <a:ext uri="{FF2B5EF4-FFF2-40B4-BE49-F238E27FC236}">
                <a16:creationId xmlns:a16="http://schemas.microsoft.com/office/drawing/2014/main" id="{B362821D-94B1-40CD-A978-F9965FB9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526" y="46333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0" name="p21-椭圆-0200">
            <a:extLst xmlns:a="http://schemas.openxmlformats.org/drawingml/2006/main">
              <a:ext uri="{FF2B5EF4-FFF2-40B4-BE49-F238E27FC236}">
                <a16:creationId xmlns:a16="http://schemas.microsoft.com/office/drawing/2014/main" id="{BB310E7D-E48B-4E9C-8DD1-22D9D5B7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413" y="52433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01" name="p21-椭圆-0201">
            <a:extLst xmlns:a="http://schemas.openxmlformats.org/drawingml/2006/main">
              <a:ext uri="{FF2B5EF4-FFF2-40B4-BE49-F238E27FC236}">
                <a16:creationId xmlns:a16="http://schemas.microsoft.com/office/drawing/2014/main" id="{5AD99A6C-BA68-459D-ABC8-E48557DD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975" y="453113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2" name="p21-椭圆-0202">
            <a:extLst xmlns:a="http://schemas.openxmlformats.org/drawingml/2006/main">
              <a:ext uri="{FF2B5EF4-FFF2-40B4-BE49-F238E27FC236}">
                <a16:creationId xmlns:a16="http://schemas.microsoft.com/office/drawing/2014/main" id="{E726946F-E976-48B4-BD22-E16AC48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863" y="477683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3" name="p21-椭圆-0203">
            <a:extLst xmlns:a="http://schemas.openxmlformats.org/drawingml/2006/main">
              <a:ext uri="{FF2B5EF4-FFF2-40B4-BE49-F238E27FC236}">
                <a16:creationId xmlns:a16="http://schemas.microsoft.com/office/drawing/2014/main" id="{51E263A1-BA54-4175-8551-46F2299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750" y="52980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4" name="p21-椭圆-0204">
            <a:extLst xmlns:a="http://schemas.openxmlformats.org/drawingml/2006/main">
              <a:ext uri="{FF2B5EF4-FFF2-40B4-BE49-F238E27FC236}">
                <a16:creationId xmlns:a16="http://schemas.microsoft.com/office/drawing/2014/main" id="{3499207B-CF65-4A4A-A67B-0631A116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12" y="47522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05" name="p21-椭圆-0205">
            <a:extLst xmlns:a="http://schemas.openxmlformats.org/drawingml/2006/main">
              <a:ext uri="{FF2B5EF4-FFF2-40B4-BE49-F238E27FC236}">
                <a16:creationId xmlns:a16="http://schemas.microsoft.com/office/drawing/2014/main" id="{FD30A34A-F585-4342-A270-70E50A8A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199" y="50208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6" name="p21-椭圆-0206">
            <a:extLst xmlns:a="http://schemas.openxmlformats.org/drawingml/2006/main">
              <a:ext uri="{FF2B5EF4-FFF2-40B4-BE49-F238E27FC236}">
                <a16:creationId xmlns:a16="http://schemas.microsoft.com/office/drawing/2014/main" id="{F14D13F4-E592-4A70-B56D-7DAC9C2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086" y="53665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7" name="p21-椭圆-0207">
            <a:extLst xmlns:a="http://schemas.openxmlformats.org/drawingml/2006/main">
              <a:ext uri="{FF2B5EF4-FFF2-40B4-BE49-F238E27FC236}">
                <a16:creationId xmlns:a16="http://schemas.microsoft.com/office/drawing/2014/main" id="{758CA9D7-6D66-4C48-85E8-D82691CF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648" y="486729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8" name="p21-椭圆-0208">
            <a:extLst xmlns:a="http://schemas.openxmlformats.org/drawingml/2006/main">
              <a:ext uri="{FF2B5EF4-FFF2-40B4-BE49-F238E27FC236}">
                <a16:creationId xmlns:a16="http://schemas.microsoft.com/office/drawing/2014/main" id="{E9D4A23F-C846-4769-A256-45AFEE4E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36" y="52930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09" name="p21-椭圆-0209">
            <a:extLst xmlns:a="http://schemas.openxmlformats.org/drawingml/2006/main">
              <a:ext uri="{FF2B5EF4-FFF2-40B4-BE49-F238E27FC236}">
                <a16:creationId xmlns:a16="http://schemas.microsoft.com/office/drawing/2014/main" id="{1B0D6B38-114C-4E0D-A27B-CF8E71A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098" y="44794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0" name="p21-椭圆-0210">
            <a:extLst xmlns:a="http://schemas.openxmlformats.org/drawingml/2006/main">
              <a:ext uri="{FF2B5EF4-FFF2-40B4-BE49-F238E27FC236}">
                <a16:creationId xmlns:a16="http://schemas.microsoft.com/office/drawing/2014/main" id="{B8309A27-EA3F-41C9-BB19-622A7C95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985" y="49166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1" name="p21-椭圆-0211">
            <a:extLst xmlns:a="http://schemas.openxmlformats.org/drawingml/2006/main">
              <a:ext uri="{FF2B5EF4-FFF2-40B4-BE49-F238E27FC236}">
                <a16:creationId xmlns:a16="http://schemas.microsoft.com/office/drawing/2014/main" id="{1590CCC2-6D9E-43E5-8611-4B38A58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872" y="54962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2" name="p21-椭圆-0212">
            <a:extLst xmlns:a="http://schemas.openxmlformats.org/drawingml/2006/main">
              <a:ext uri="{FF2B5EF4-FFF2-40B4-BE49-F238E27FC236}">
                <a16:creationId xmlns:a16="http://schemas.microsoft.com/office/drawing/2014/main" id="{34A3F96E-CE41-4196-A664-3EBADE1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434" y="468148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13" name="p21-椭圆-0213">
            <a:extLst xmlns:a="http://schemas.openxmlformats.org/drawingml/2006/main">
              <a:ext uri="{FF2B5EF4-FFF2-40B4-BE49-F238E27FC236}">
                <a16:creationId xmlns:a16="http://schemas.microsoft.com/office/drawing/2014/main" id="{FEEC7053-D312-4BF2-8CD4-074B4562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321" y="499815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4" name="p21-椭圆-0214">
            <a:extLst xmlns:a="http://schemas.openxmlformats.org/drawingml/2006/main">
              <a:ext uri="{FF2B5EF4-FFF2-40B4-BE49-F238E27FC236}">
                <a16:creationId xmlns:a16="http://schemas.microsoft.com/office/drawing/2014/main" id="{FCFB8995-4A3F-4DCB-B60B-BED951D5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209" y="55180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5" name="p21-椭圆-0215">
            <a:extLst xmlns:a="http://schemas.openxmlformats.org/drawingml/2006/main">
              <a:ext uri="{FF2B5EF4-FFF2-40B4-BE49-F238E27FC236}">
                <a16:creationId xmlns:a16="http://schemas.microsoft.com/office/drawing/2014/main" id="{8E5068BE-BDBB-479E-B1EB-F1FDC37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771" y="49475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6" name="p21-椭圆-0216">
            <a:extLst xmlns:a="http://schemas.openxmlformats.org/drawingml/2006/main">
              <a:ext uri="{FF2B5EF4-FFF2-40B4-BE49-F238E27FC236}">
                <a16:creationId xmlns:a16="http://schemas.microsoft.com/office/drawing/2014/main" id="{AC397E7D-07E7-4648-8EC1-C6F15C6A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658" y="51815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17" name="p21-椭圆-0217">
            <a:extLst xmlns:a="http://schemas.openxmlformats.org/drawingml/2006/main">
              <a:ext uri="{FF2B5EF4-FFF2-40B4-BE49-F238E27FC236}">
                <a16:creationId xmlns:a16="http://schemas.microsoft.com/office/drawing/2014/main" id="{EAD1F182-C404-4A44-BBFC-EAFBCB2E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20" y="45364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8" name="p21-椭圆-0218">
            <a:extLst xmlns:a="http://schemas.openxmlformats.org/drawingml/2006/main">
              <a:ext uri="{FF2B5EF4-FFF2-40B4-BE49-F238E27FC236}">
                <a16:creationId xmlns:a16="http://schemas.microsoft.com/office/drawing/2014/main" id="{EDBB7B84-1578-4A84-8BE0-F20E16E8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107" y="51316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9" name="p21-椭圆-0219">
            <a:extLst xmlns:a="http://schemas.openxmlformats.org/drawingml/2006/main">
              <a:ext uri="{FF2B5EF4-FFF2-40B4-BE49-F238E27FC236}">
                <a16:creationId xmlns:a16="http://schemas.microsoft.com/office/drawing/2014/main" id="{9B1EC9AD-E3BF-47BD-881B-45DD1EE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994" y="54473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0" name="p21-椭圆-0220">
            <a:extLst xmlns:a="http://schemas.openxmlformats.org/drawingml/2006/main">
              <a:ext uri="{FF2B5EF4-FFF2-40B4-BE49-F238E27FC236}">
                <a16:creationId xmlns:a16="http://schemas.microsoft.com/office/drawing/2014/main" id="{6F97B655-2D14-486D-B796-67AB02A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557" y="46333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1" name="p21-椭圆-0221">
            <a:extLst xmlns:a="http://schemas.openxmlformats.org/drawingml/2006/main">
              <a:ext uri="{FF2B5EF4-FFF2-40B4-BE49-F238E27FC236}">
                <a16:creationId xmlns:a16="http://schemas.microsoft.com/office/drawing/2014/main" id="{B088C10C-6DE2-4406-BE93-2EED956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444" y="52136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2" name="p21-椭圆-0222">
            <a:extLst xmlns:a="http://schemas.openxmlformats.org/drawingml/2006/main">
              <a:ext uri="{FF2B5EF4-FFF2-40B4-BE49-F238E27FC236}">
                <a16:creationId xmlns:a16="http://schemas.microsoft.com/office/drawing/2014/main" id="{7FC6D72F-045E-4FC1-92F8-F523FF3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006" y="45992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3" name="p21-椭圆-0223">
            <a:extLst xmlns:a="http://schemas.openxmlformats.org/drawingml/2006/main">
              <a:ext uri="{FF2B5EF4-FFF2-40B4-BE49-F238E27FC236}">
                <a16:creationId xmlns:a16="http://schemas.microsoft.com/office/drawing/2014/main" id="{74C2D906-1C20-44C2-B425-927CA106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893" y="48359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4" name="p21-椭圆-0224">
            <a:extLst xmlns:a="http://schemas.openxmlformats.org/drawingml/2006/main">
              <a:ext uri="{FF2B5EF4-FFF2-40B4-BE49-F238E27FC236}">
                <a16:creationId xmlns:a16="http://schemas.microsoft.com/office/drawing/2014/main" id="{F735A200-2B62-49D6-B8CD-4D4B085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780" y="52628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5" name="p21-文本-0225">
            <a:extLst xmlns:a="http://schemas.openxmlformats.org/drawingml/2006/main">
              <a:ext uri="{FF2B5EF4-FFF2-40B4-BE49-F238E27FC236}">
                <a16:creationId xmlns:a16="http://schemas.microsoft.com/office/drawing/2014/main" id="{7586500A-8ACC-4028-B7FD-804BDC73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565962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226" name="p21-文本-0226">
            <a:extLst xmlns:a="http://schemas.openxmlformats.org/drawingml/2006/main">
              <a:ext uri="{FF2B5EF4-FFF2-40B4-BE49-F238E27FC236}">
                <a16:creationId xmlns:a16="http://schemas.microsoft.com/office/drawing/2014/main" id="{E93BAA78-599F-43B2-B78D-68FE592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04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227" name="p21-文本-0227">
            <a:extLst xmlns:a="http://schemas.openxmlformats.org/drawingml/2006/main">
              <a:ext uri="{FF2B5EF4-FFF2-40B4-BE49-F238E27FC236}">
                <a16:creationId xmlns:a16="http://schemas.microsoft.com/office/drawing/2014/main" id="{58223060-0593-47EA-9D8C-53F9752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53290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保留盲测批次</a:t>
            </a:r>
          </a:p>
        </p:txBody>
      </p:sp>
      <p:sp>
        <p:nvSpPr>
          <p:cNvPr id="228" name="p21-文本-0228">
            <a:extLst xmlns:a="http://schemas.openxmlformats.org/drawingml/2006/main">
              <a:ext uri="{FF2B5EF4-FFF2-40B4-BE49-F238E27FC236}">
                <a16:creationId xmlns:a16="http://schemas.microsoft.com/office/drawing/2014/main" id="{928D857E-BDDD-4A8E-843D-A1B372E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8567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核对误差方向</a:t>
            </a:r>
          </a:p>
        </p:txBody>
      </p:sp>
      <p:sp>
        <p:nvSpPr>
          <p:cNvPr id="229" name="p21-文本-0229">
            <a:extLst xmlns:a="http://schemas.openxmlformats.org/drawingml/2006/main">
              <a:ext uri="{FF2B5EF4-FFF2-40B4-BE49-F238E27FC236}">
                <a16:creationId xmlns:a16="http://schemas.microsoft.com/office/drawing/2014/main" id="{2D13B741-2337-4A8F-82B3-31465C39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180609"/>
            <a:ext cx="9446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回查异常点</a:t>
            </a:r>
          </a:p>
        </p:txBody>
      </p:sp>
      <p:sp>
        <p:nvSpPr>
          <p:cNvPr id="230" name="p21-文本-0230">
            <a:extLst xmlns:a="http://schemas.openxmlformats.org/drawingml/2006/main">
              <a:ext uri="{FF2B5EF4-FFF2-40B4-BE49-F238E27FC236}">
                <a16:creationId xmlns:a16="http://schemas.microsoft.com/office/drawing/2014/main" id="{2687C927-7741-4294-A5B0-5E3AAB4F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48" y="6062007"/>
            <a:ext cx="70003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统一输入与单变量对照确定差异来源，独立复核限定推广范围</a:t>
            </a:r>
          </a:p>
        </p:txBody>
      </p:sp>
      <p:sp>
        <p:nvSpPr>
          <p:cNvPr id="231" name="p21-文本-0231">
            <a:extLst xmlns:a="http://schemas.openxmlformats.org/drawingml/2006/main">
              <a:ext uri="{FF2B5EF4-FFF2-40B4-BE49-F238E27FC236}">
                <a16:creationId xmlns:a16="http://schemas.microsoft.com/office/drawing/2014/main" id="{40F6C37C-A8C4-4A47-845D-0AEDDBE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21</a:t>
            </a:r>
          </a:p>
        </p:txBody>
      </p:sp>
    </p:spTree>
    <p:extLst>
      <p:ext uri="{BB962C8B-B14F-4D97-AF65-F5344CB8AC3E}">
        <p14:creationId xmlns:p14="http://schemas.microsoft.com/office/powerpoint/2010/main" val="1025981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p22-矩形-0001">
            <a:extLst xmlns:a="http://schemas.openxmlformats.org/drawingml/2006/main">
              <a:ext uri="{FF2B5EF4-FFF2-40B4-BE49-F238E27FC236}">
                <a16:creationId xmlns:a16="http://schemas.microsoft.com/office/drawing/2014/main" id="{4223FD00-38EE-4683-AC2C-E728D3B3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2-矩形-0002">
            <a:extLst xmlns:a="http://schemas.openxmlformats.org/drawingml/2006/main">
              <a:ext uri="{FF2B5EF4-FFF2-40B4-BE49-F238E27FC236}">
                <a16:creationId xmlns:a16="http://schemas.microsoft.com/office/drawing/2014/main" id="{4F55F961-D9CC-4A97-92D2-B1738C1F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2-文本-0003">
            <a:extLst xmlns:a="http://schemas.openxmlformats.org/drawingml/2006/main">
              <a:ext uri="{FF2B5EF4-FFF2-40B4-BE49-F238E27FC236}">
                <a16:creationId xmlns:a16="http://schemas.microsoft.com/office/drawing/2014/main" id="{8394A165-142D-4212-A91B-8E464D0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8720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测量资源围绕“可校准、可对照、可复测”配置</a:t>
            </a:r>
          </a:p>
        </p:txBody>
      </p:sp>
      <p:sp>
        <p:nvSpPr>
          <p:cNvPr id="4" name="p22-文本-0004">
            <a:extLst xmlns:a="http://schemas.openxmlformats.org/drawingml/2006/main">
              <a:ext uri="{FF2B5EF4-FFF2-40B4-BE49-F238E27FC236}">
                <a16:creationId xmlns:a16="http://schemas.microsoft.com/office/drawing/2014/main" id="{ABC7BF81-D17C-466A-B39B-71896ECC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3832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光学链路记录动态响应，形貌与谱学测量提供补充证据</a:t>
            </a:r>
          </a:p>
        </p:txBody>
      </p:sp>
      <p:sp>
        <p:nvSpPr>
          <p:cNvPr id="5" name="p22-线-0005">
            <a:extLst xmlns:a="http://schemas.openxmlformats.org/drawingml/2006/main">
              <a:ext uri="{FF2B5EF4-FFF2-40B4-BE49-F238E27FC236}">
                <a16:creationId xmlns:a16="http://schemas.microsoft.com/office/drawing/2014/main" id="{5CE388B5-FAFB-4AA8-9D7F-8421B327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2-文本-0006">
            <a:extLst xmlns:a="http://schemas.openxmlformats.org/drawingml/2006/main">
              <a:ext uri="{FF2B5EF4-FFF2-40B4-BE49-F238E27FC236}">
                <a16:creationId xmlns:a16="http://schemas.microsoft.com/office/drawing/2014/main" id="{C89220B2-8EF2-41DE-9E7A-B595CD85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3699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光学测量链路</a:t>
            </a:r>
          </a:p>
        </p:txBody>
      </p:sp>
      <p:sp>
        <p:nvSpPr>
          <p:cNvPr id="7" name="p22-矩形-0007">
            <a:extLst xmlns:a="http://schemas.openxmlformats.org/drawingml/2006/main">
              <a:ext uri="{FF2B5EF4-FFF2-40B4-BE49-F238E27FC236}">
                <a16:creationId xmlns:a16="http://schemas.microsoft.com/office/drawing/2014/main" id="{C6101A58-D76E-4491-8B6D-2F445855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1620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8" name="p22-椭圆-0008">
            <a:extLst xmlns:a="http://schemas.openxmlformats.org/drawingml/2006/main">
              <a:ext uri="{FF2B5EF4-FFF2-40B4-BE49-F238E27FC236}">
                <a16:creationId xmlns:a16="http://schemas.microsoft.com/office/drawing/2014/main" id="{B4C1A926-4D5F-4489-8094-7BE1339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9" name="p22-文本-0009">
            <a:extLst xmlns:a="http://schemas.openxmlformats.org/drawingml/2006/main">
              <a:ext uri="{FF2B5EF4-FFF2-40B4-BE49-F238E27FC236}">
                <a16:creationId xmlns:a16="http://schemas.microsoft.com/office/drawing/2014/main" id="{46287E6F-1B5D-44B7-961C-D648067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" y="2922077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稳定光源</a:t>
            </a:r>
          </a:p>
        </p:txBody>
      </p:sp>
      <p:sp>
        <p:nvSpPr>
          <p:cNvPr id="10" name="p22-路径-0010">
            <a:extLst xmlns:a="http://schemas.openxmlformats.org/drawingml/2006/main">
              <a:ext uri="{FF2B5EF4-FFF2-40B4-BE49-F238E27FC236}">
                <a16:creationId xmlns:a16="http://schemas.microsoft.com/office/drawing/2014/main" id="{F966C6B5-25AE-453F-A2ED-6D605457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91334"/>
            <a:ext cx="381000" cy="141732"/>
          </a:xfrm>
          <a:custGeom xmlns:a="http://schemas.openxmlformats.org/drawingml/2006/main">
            <a:pathLst>
              <a:path w="381000" h="141732">
                <a:moveTo>
                  <a:pt x="0" y="99441"/>
                </a:moveTo>
                <a:lnTo>
                  <a:pt x="266700" y="99441"/>
                </a:lnTo>
                <a:lnTo>
                  <a:pt x="266700" y="141732"/>
                </a:lnTo>
                <a:lnTo>
                  <a:pt x="381000" y="70866"/>
                </a:lnTo>
                <a:lnTo>
                  <a:pt x="266700" y="0"/>
                </a:lnTo>
                <a:lnTo>
                  <a:pt x="266700" y="42291"/>
                </a:lnTo>
                <a:lnTo>
                  <a:pt x="0" y="42291"/>
                </a:lnTo>
                <a:close/>
              </a:path>
            </a:pathLst>
          </a:cu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11" name="p22-矩形-0011">
            <a:extLst xmlns:a="http://schemas.openxmlformats.org/drawingml/2006/main">
              <a:ext uri="{FF2B5EF4-FFF2-40B4-BE49-F238E27FC236}">
                <a16:creationId xmlns:a16="http://schemas.microsoft.com/office/drawing/2014/main" id="{2C79BD09-EAFB-4F10-829C-B0376DC0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28825"/>
            <a:ext cx="742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12" name="p22-线-0012">
            <a:extLst xmlns:a="http://schemas.openxmlformats.org/drawingml/2006/main">
              <a:ext uri="{FF2B5EF4-FFF2-40B4-BE49-F238E27FC236}">
                <a16:creationId xmlns:a16="http://schemas.microsoft.com/office/drawing/2014/main" id="{9B7452FF-0EBB-48AE-9951-7610AF83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71700"/>
            <a:ext cx="476250" cy="400050"/>
          </a:xfrm>
          <a:custGeom xmlns:a="http://schemas.openxmlformats.org/drawingml/2006/main">
            <a:pathLst>
              <a:path w="476250" h="400050">
                <a:moveTo>
                  <a:pt x="0" y="40005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13" name="p22-文本-0013">
            <a:extLst xmlns:a="http://schemas.openxmlformats.org/drawingml/2006/main">
              <a:ext uri="{FF2B5EF4-FFF2-40B4-BE49-F238E27FC236}">
                <a16:creationId xmlns:a16="http://schemas.microsoft.com/office/drawing/2014/main" id="{2D3FB01F-A864-4309-B179-E640416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197" y="2922077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选波模块</a:t>
            </a:r>
          </a:p>
        </p:txBody>
      </p:sp>
      <p:sp>
        <p:nvSpPr>
          <p:cNvPr id="14" name="p22-路径-0014">
            <a:extLst xmlns:a="http://schemas.openxmlformats.org/drawingml/2006/main">
              <a:ext uri="{FF2B5EF4-FFF2-40B4-BE49-F238E27FC236}">
                <a16:creationId xmlns:a16="http://schemas.microsoft.com/office/drawing/2014/main" id="{0E9676DB-EB4D-4FA6-AC65-1ECB2F85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91334"/>
            <a:ext cx="438150" cy="141732"/>
          </a:xfrm>
          <a:custGeom xmlns:a="http://schemas.openxmlformats.org/drawingml/2006/main">
            <a:pathLst>
              <a:path w="438150" h="141732">
                <a:moveTo>
                  <a:pt x="0" y="99441"/>
                </a:moveTo>
                <a:lnTo>
                  <a:pt x="323850" y="99441"/>
                </a:lnTo>
                <a:lnTo>
                  <a:pt x="323850" y="141732"/>
                </a:lnTo>
                <a:lnTo>
                  <a:pt x="438150" y="70866"/>
                </a:lnTo>
                <a:lnTo>
                  <a:pt x="323850" y="0"/>
                </a:lnTo>
                <a:lnTo>
                  <a:pt x="323850" y="42291"/>
                </a:lnTo>
                <a:lnTo>
                  <a:pt x="0" y="42291"/>
                </a:lnTo>
                <a:close/>
              </a:path>
            </a:pathLst>
          </a:cu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15" name="p22-矩形-0015">
            <a:extLst xmlns:a="http://schemas.openxmlformats.org/drawingml/2006/main">
              <a:ext uri="{FF2B5EF4-FFF2-40B4-BE49-F238E27FC236}">
                <a16:creationId xmlns:a16="http://schemas.microsoft.com/office/drawing/2014/main" id="{382F76F8-F4FF-40E8-B444-6C6548F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14525"/>
            <a:ext cx="742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16" name="p22-矩形-0016">
            <a:extLst xmlns:a="http://schemas.openxmlformats.org/drawingml/2006/main">
              <a:ext uri="{FF2B5EF4-FFF2-40B4-BE49-F238E27FC236}">
                <a16:creationId xmlns:a16="http://schemas.microsoft.com/office/drawing/2014/main" id="{EA958B3F-3473-4190-878E-81B7B95D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19325"/>
            <a:ext cx="552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7" name="p22-文本-0017">
            <a:extLst xmlns:a="http://schemas.openxmlformats.org/drawingml/2006/main">
              <a:ext uri="{FF2B5EF4-FFF2-40B4-BE49-F238E27FC236}">
                <a16:creationId xmlns:a16="http://schemas.microsoft.com/office/drawing/2014/main" id="{96A23BE0-5C3F-4A75-99CE-44CBDFF5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435" y="2922077"/>
            <a:ext cx="6440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样品池</a:t>
            </a:r>
          </a:p>
        </p:txBody>
      </p:sp>
      <p:sp>
        <p:nvSpPr>
          <p:cNvPr id="18" name="p22-路径-0018">
            <a:extLst xmlns:a="http://schemas.openxmlformats.org/drawingml/2006/main">
              <a:ext uri="{FF2B5EF4-FFF2-40B4-BE49-F238E27FC236}">
                <a16:creationId xmlns:a16="http://schemas.microsoft.com/office/drawing/2014/main" id="{E990C888-8FB5-4FCD-8925-CB68706A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91334"/>
            <a:ext cx="447675" cy="141732"/>
          </a:xfrm>
          <a:custGeom xmlns:a="http://schemas.openxmlformats.org/drawingml/2006/main">
            <a:pathLst>
              <a:path w="447675" h="141732">
                <a:moveTo>
                  <a:pt x="0" y="99441"/>
                </a:moveTo>
                <a:lnTo>
                  <a:pt x="333375" y="99441"/>
                </a:lnTo>
                <a:lnTo>
                  <a:pt x="333375" y="141732"/>
                </a:lnTo>
                <a:lnTo>
                  <a:pt x="447675" y="70866"/>
                </a:lnTo>
                <a:lnTo>
                  <a:pt x="333375" y="0"/>
                </a:lnTo>
                <a:lnTo>
                  <a:pt x="333375" y="42291"/>
                </a:lnTo>
                <a:lnTo>
                  <a:pt x="0" y="42291"/>
                </a:lnTo>
                <a:close/>
              </a:path>
            </a:pathLst>
          </a:cu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19" name="p22-矩形-0019">
            <a:extLst xmlns:a="http://schemas.openxmlformats.org/drawingml/2006/main">
              <a:ext uri="{FF2B5EF4-FFF2-40B4-BE49-F238E27FC236}">
                <a16:creationId xmlns:a16="http://schemas.microsoft.com/office/drawing/2014/main" id="{51B74E98-FA54-4E76-980B-877F34CE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00250"/>
            <a:ext cx="12477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" name="p22-路径-0020">
            <a:extLst xmlns:a="http://schemas.openxmlformats.org/drawingml/2006/main">
              <a:ext uri="{FF2B5EF4-FFF2-40B4-BE49-F238E27FC236}">
                <a16:creationId xmlns:a16="http://schemas.microsoft.com/office/drawing/2014/main" id="{4AA6786F-9987-44AD-9F6C-AB04EB8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971550" cy="438150"/>
          </a:xfrm>
          <a:custGeom xmlns:a="http://schemas.openxmlformats.org/drawingml/2006/main">
            <a:pathLst>
              <a:path w="971550" h="438150">
                <a:moveTo>
                  <a:pt x="0" y="438150"/>
                </a:moveTo>
                <a:lnTo>
                  <a:pt x="161925" y="219075"/>
                </a:lnTo>
                <a:lnTo>
                  <a:pt x="304800" y="352425"/>
                </a:lnTo>
                <a:lnTo>
                  <a:pt x="457200" y="114300"/>
                </a:lnTo>
                <a:lnTo>
                  <a:pt x="619125" y="276225"/>
                </a:lnTo>
                <a:lnTo>
                  <a:pt x="97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1" name="p22-文本-0021">
            <a:extLst xmlns:a="http://schemas.openxmlformats.org/drawingml/2006/main">
              <a:ext uri="{FF2B5EF4-FFF2-40B4-BE49-F238E27FC236}">
                <a16:creationId xmlns:a16="http://schemas.microsoft.com/office/drawing/2014/main" id="{0E0456CF-09CA-413A-ABE1-90BED8B4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760" y="2922077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探测与采集</a:t>
            </a:r>
          </a:p>
        </p:txBody>
      </p:sp>
      <p:sp>
        <p:nvSpPr>
          <p:cNvPr id="22" name="p22-路径-0022">
            <a:extLst xmlns:a="http://schemas.openxmlformats.org/drawingml/2006/main">
              <a:ext uri="{FF2B5EF4-FFF2-40B4-BE49-F238E27FC236}">
                <a16:creationId xmlns:a16="http://schemas.microsoft.com/office/drawing/2014/main" id="{CF4A9A80-AE38-44BC-9BAC-C7D6D2A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62200"/>
            <a:ext cx="3943350" cy="1276350"/>
          </a:xfrm>
          <a:custGeom xmlns:a="http://schemas.openxmlformats.org/drawingml/2006/main">
            <a:pathLst>
              <a:path w="3943350" h="1276350">
                <a:moveTo>
                  <a:pt x="0" y="419100"/>
                </a:moveTo>
                <a:lnTo>
                  <a:pt x="0" y="1276350"/>
                </a:lnTo>
                <a:lnTo>
                  <a:pt x="3943350" y="1276350"/>
                </a:lnTo>
                <a:lnTo>
                  <a:pt x="394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3" name="p22-路径-0023">
            <a:extLst xmlns:a="http://schemas.openxmlformats.org/drawingml/2006/main">
              <a:ext uri="{FF2B5EF4-FFF2-40B4-BE49-F238E27FC236}">
                <a16:creationId xmlns:a16="http://schemas.microsoft.com/office/drawing/2014/main" id="{652B9220-D488-4267-B9C8-419E78B2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7240"/>
            <a:ext cx="228600" cy="129921"/>
          </a:xfrm>
          <a:custGeom xmlns:a="http://schemas.openxmlformats.org/drawingml/2006/main">
            <a:pathLst>
              <a:path w="228600" h="129921">
                <a:moveTo>
                  <a:pt x="228600" y="41148"/>
                </a:moveTo>
                <a:lnTo>
                  <a:pt x="104775" y="41148"/>
                </a:lnTo>
                <a:lnTo>
                  <a:pt x="104775" y="0"/>
                </a:lnTo>
                <a:lnTo>
                  <a:pt x="0" y="64960"/>
                </a:lnTo>
                <a:lnTo>
                  <a:pt x="104775" y="129921"/>
                </a:lnTo>
                <a:lnTo>
                  <a:pt x="104775" y="88773"/>
                </a:lnTo>
                <a:lnTo>
                  <a:pt x="228600" y="88773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" name="p22-矩形-0024">
            <a:extLst xmlns:a="http://schemas.openxmlformats.org/drawingml/2006/main">
              <a:ext uri="{FF2B5EF4-FFF2-40B4-BE49-F238E27FC236}">
                <a16:creationId xmlns:a16="http://schemas.microsoft.com/office/drawing/2014/main" id="{58E4BFE8-7C85-4DB9-B3FC-5851B174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38525"/>
            <a:ext cx="2352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p22-文本-0025">
            <a:extLst xmlns:a="http://schemas.openxmlformats.org/drawingml/2006/main">
              <a:ext uri="{FF2B5EF4-FFF2-40B4-BE49-F238E27FC236}">
                <a16:creationId xmlns:a16="http://schemas.microsoft.com/office/drawing/2014/main" id="{DA5DADF7-4BCB-4C52-9F30-68AA29F4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3813"/>
            <a:ext cx="17526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空白通道校正光源漂移</a:t>
            </a:r>
          </a:p>
        </p:txBody>
      </p:sp>
      <p:sp>
        <p:nvSpPr>
          <p:cNvPr id="26" name="p22-线-0026">
            <a:extLst xmlns:a="http://schemas.openxmlformats.org/drawingml/2006/main">
              <a:ext uri="{FF2B5EF4-FFF2-40B4-BE49-F238E27FC236}">
                <a16:creationId xmlns:a16="http://schemas.microsoft.com/office/drawing/2014/main" id="{C5D3B016-1E82-402D-9E45-5088AE7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81125"/>
            <a:ext cx="95" cy="2971800"/>
          </a:xfrm>
          <a:custGeom xmlns:a="http://schemas.openxmlformats.org/drawingml/2006/main"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27" name="p22-文本-0027">
            <a:extLst xmlns:a="http://schemas.openxmlformats.org/drawingml/2006/main">
              <a:ext uri="{FF2B5EF4-FFF2-40B4-BE49-F238E27FC236}">
                <a16:creationId xmlns:a16="http://schemas.microsoft.com/office/drawing/2014/main" id="{B516AD5D-157F-45A7-96C9-AE3AAA9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736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配套能力与用途</a:t>
            </a:r>
          </a:p>
        </p:txBody>
      </p:sp>
      <p:sp>
        <p:nvSpPr>
          <p:cNvPr id="28" name="p22-矩形-0028">
            <a:extLst xmlns:a="http://schemas.openxmlformats.org/drawingml/2006/main">
              <a:ext uri="{FF2B5EF4-FFF2-40B4-BE49-F238E27FC236}">
                <a16:creationId xmlns:a16="http://schemas.microsoft.com/office/drawing/2014/main" id="{F7408426-DBEA-4A3B-B169-A80E292F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69858"/>
            <a:ext cx="986790" cy="87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" name="p22-路径-0029">
            <a:extLst xmlns:a="http://schemas.openxmlformats.org/drawingml/2006/main">
              <a:ext uri="{FF2B5EF4-FFF2-40B4-BE49-F238E27FC236}">
                <a16:creationId xmlns:a16="http://schemas.microsoft.com/office/drawing/2014/main" id="{6C3B91DA-A3DB-4146-929E-D24F0F0F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2061080"/>
            <a:ext cx="500775" cy="608778"/>
          </a:xfrm>
          <a:custGeom xmlns:a="http://schemas.openxmlformats.org/drawingml/2006/main">
            <a:pathLst>
              <a:path w="500775" h="608778">
                <a:moveTo>
                  <a:pt x="453390" y="608778"/>
                </a:moveTo>
                <a:lnTo>
                  <a:pt x="467152" y="565268"/>
                </a:lnTo>
                <a:lnTo>
                  <a:pt x="478478" y="523078"/>
                </a:lnTo>
                <a:lnTo>
                  <a:pt x="487430" y="482244"/>
                </a:lnTo>
                <a:lnTo>
                  <a:pt x="494072" y="442803"/>
                </a:lnTo>
                <a:lnTo>
                  <a:pt x="498468" y="404789"/>
                </a:lnTo>
                <a:lnTo>
                  <a:pt x="500681" y="368239"/>
                </a:lnTo>
                <a:lnTo>
                  <a:pt x="500775" y="333189"/>
                </a:lnTo>
                <a:lnTo>
                  <a:pt x="498812" y="299676"/>
                </a:lnTo>
                <a:lnTo>
                  <a:pt x="494858" y="267736"/>
                </a:lnTo>
                <a:lnTo>
                  <a:pt x="488974" y="237404"/>
                </a:lnTo>
                <a:lnTo>
                  <a:pt x="481225" y="208716"/>
                </a:lnTo>
                <a:lnTo>
                  <a:pt x="471674" y="181710"/>
                </a:lnTo>
                <a:lnTo>
                  <a:pt x="460384" y="156420"/>
                </a:lnTo>
                <a:lnTo>
                  <a:pt x="447419" y="132883"/>
                </a:lnTo>
                <a:lnTo>
                  <a:pt x="432843" y="111135"/>
                </a:lnTo>
                <a:lnTo>
                  <a:pt x="416719" y="91213"/>
                </a:lnTo>
                <a:lnTo>
                  <a:pt x="399110" y="73152"/>
                </a:lnTo>
                <a:lnTo>
                  <a:pt x="380080" y="56988"/>
                </a:lnTo>
                <a:lnTo>
                  <a:pt x="359693" y="42757"/>
                </a:lnTo>
                <a:lnTo>
                  <a:pt x="338011" y="30497"/>
                </a:lnTo>
                <a:lnTo>
                  <a:pt x="315099" y="20241"/>
                </a:lnTo>
                <a:lnTo>
                  <a:pt x="291019" y="12028"/>
                </a:lnTo>
                <a:lnTo>
                  <a:pt x="265836" y="5893"/>
                </a:lnTo>
                <a:lnTo>
                  <a:pt x="239613" y="1871"/>
                </a:lnTo>
                <a:lnTo>
                  <a:pt x="212413" y="0"/>
                </a:lnTo>
                <a:lnTo>
                  <a:pt x="184300" y="315"/>
                </a:lnTo>
                <a:lnTo>
                  <a:pt x="155338" y="2852"/>
                </a:lnTo>
                <a:lnTo>
                  <a:pt x="125589" y="7648"/>
                </a:lnTo>
                <a:lnTo>
                  <a:pt x="95117" y="14738"/>
                </a:lnTo>
                <a:lnTo>
                  <a:pt x="63986" y="24159"/>
                </a:lnTo>
                <a:lnTo>
                  <a:pt x="32259" y="35946"/>
                </a:lnTo>
                <a:lnTo>
                  <a:pt x="0" y="50136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1F4E79"/>
            </a:solidFill>
          </a:ln>
        </p:spPr>
      </p:sp>
      <p:sp>
        <p:nvSpPr>
          <p:cNvPr id="30" name="p22-路径-0030">
            <a:extLst xmlns:a="http://schemas.openxmlformats.org/drawingml/2006/main">
              <a:ext uri="{FF2B5EF4-FFF2-40B4-BE49-F238E27FC236}">
                <a16:creationId xmlns:a16="http://schemas.microsoft.com/office/drawing/2014/main" id="{7D9028EE-E446-4071-A1B2-0794AC4B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2012633"/>
            <a:ext cx="346710" cy="295751"/>
          </a:xfrm>
          <a:custGeom xmlns:a="http://schemas.openxmlformats.org/drawingml/2006/main">
            <a:pathLst>
              <a:path w="346710" h="295751">
                <a:moveTo>
                  <a:pt x="146685" y="0"/>
                </a:moveTo>
                <a:lnTo>
                  <a:pt x="346710" y="153352"/>
                </a:lnTo>
                <a:lnTo>
                  <a:pt x="200025" y="295751"/>
                </a:lnTo>
                <a:lnTo>
                  <a:pt x="0" y="142399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31" name="p22-线-0031">
            <a:extLst xmlns:a="http://schemas.openxmlformats.org/drawingml/2006/main">
              <a:ext uri="{FF2B5EF4-FFF2-40B4-BE49-F238E27FC236}">
                <a16:creationId xmlns:a16="http://schemas.microsoft.com/office/drawing/2014/main" id="{CCF0120E-72DA-4A9E-BD39-CF7DF0CF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2428875"/>
            <a:ext cx="546735" cy="95"/>
          </a:xfrm>
          <a:custGeom xmlns:a="http://schemas.openxmlformats.org/drawingml/2006/main">
            <a:pathLst>
              <a:path w="546735" h="95">
                <a:moveTo>
                  <a:pt x="0" y="0"/>
                </a:moveTo>
                <a:lnTo>
                  <a:pt x="5467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1F4E79"/>
            </a:solidFill>
          </a:ln>
        </p:spPr>
      </p:sp>
      <p:sp>
        <p:nvSpPr>
          <p:cNvPr id="32" name="p22-矩形-0032">
            <a:extLst xmlns:a="http://schemas.openxmlformats.org/drawingml/2006/main">
              <a:ext uri="{FF2B5EF4-FFF2-40B4-BE49-F238E27FC236}">
                <a16:creationId xmlns:a16="http://schemas.microsoft.com/office/drawing/2014/main" id="{C34E2AEE-59F5-46A4-A120-7ABE8D9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220" y="2385060"/>
            <a:ext cx="213360" cy="27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3" name="p22-文本-0033">
            <a:extLst xmlns:a="http://schemas.openxmlformats.org/drawingml/2006/main">
              <a:ext uri="{FF2B5EF4-FFF2-40B4-BE49-F238E27FC236}">
                <a16:creationId xmlns:a16="http://schemas.microsoft.com/office/drawing/2014/main" id="{EFB09318-10C7-472A-8970-35F6CF7A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1662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显微观察</a:t>
            </a:r>
          </a:p>
        </p:txBody>
      </p:sp>
      <p:sp>
        <p:nvSpPr>
          <p:cNvPr id="34" name="p22-文本-0034">
            <a:extLst xmlns:a="http://schemas.openxmlformats.org/drawingml/2006/main">
              <a:ext uri="{FF2B5EF4-FFF2-40B4-BE49-F238E27FC236}">
                <a16:creationId xmlns:a16="http://schemas.microsoft.com/office/drawing/2014/main" id="{A156187D-D44A-490B-A7C8-927C31CA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87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核对形貌与分散</a:t>
            </a:r>
          </a:p>
        </p:txBody>
      </p:sp>
      <p:sp>
        <p:nvSpPr>
          <p:cNvPr id="35" name="p22-文本-0035">
            <a:extLst xmlns:a="http://schemas.openxmlformats.org/drawingml/2006/main">
              <a:ext uri="{FF2B5EF4-FFF2-40B4-BE49-F238E27FC236}">
                <a16:creationId xmlns:a16="http://schemas.microsoft.com/office/drawing/2014/main" id="{A2FA3282-DE40-4C07-BD14-574A5F9C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400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定位异常区域</a:t>
            </a:r>
          </a:p>
        </p:txBody>
      </p:sp>
      <p:sp>
        <p:nvSpPr>
          <p:cNvPr id="36" name="p22-矩形-0036">
            <a:extLst xmlns:a="http://schemas.openxmlformats.org/drawingml/2006/main">
              <a:ext uri="{FF2B5EF4-FFF2-40B4-BE49-F238E27FC236}">
                <a16:creationId xmlns:a16="http://schemas.microsoft.com/office/drawing/2014/main" id="{AB9584E2-2B90-411A-9891-DDE5D1AF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855" y="3239453"/>
            <a:ext cx="973455" cy="690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55555"/>
            </a:solidFill>
          </a:ln>
        </p:spPr>
      </p:sp>
      <p:sp>
        <p:nvSpPr>
          <p:cNvPr id="37" name="p22-矩形-0037">
            <a:extLst xmlns:a="http://schemas.openxmlformats.org/drawingml/2006/main">
              <a:ext uri="{FF2B5EF4-FFF2-40B4-BE49-F238E27FC236}">
                <a16:creationId xmlns:a16="http://schemas.microsoft.com/office/drawing/2014/main" id="{56D23559-CCD3-4D21-97E8-BA8EB25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870" y="3338036"/>
            <a:ext cx="573405" cy="372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38" name="p22-线-0038">
            <a:extLst xmlns:a="http://schemas.openxmlformats.org/drawingml/2006/main">
              <a:ext uri="{FF2B5EF4-FFF2-40B4-BE49-F238E27FC236}">
                <a16:creationId xmlns:a16="http://schemas.microsoft.com/office/drawing/2014/main" id="{17F7EA8C-74A0-462E-9D0E-42808CCA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633788"/>
            <a:ext cx="440055" cy="95"/>
          </a:xfrm>
          <a:custGeom xmlns:a="http://schemas.openxmlformats.org/drawingml/2006/main">
            <a:pathLst>
              <a:path w="440055" h="95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39" name="p22-线-0039">
            <a:extLst xmlns:a="http://schemas.openxmlformats.org/drawingml/2006/main">
              <a:ext uri="{FF2B5EF4-FFF2-40B4-BE49-F238E27FC236}">
                <a16:creationId xmlns:a16="http://schemas.microsoft.com/office/drawing/2014/main" id="{D194F794-4344-4C4A-8983-3ECC49F5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403759"/>
            <a:ext cx="95" cy="230029"/>
          </a:xfrm>
          <a:custGeom xmlns:a="http://schemas.openxmlformats.org/drawingml/2006/main">
            <a:pathLst>
              <a:path w="95" h="230029">
                <a:moveTo>
                  <a:pt x="0" y="0"/>
                </a:moveTo>
                <a:lnTo>
                  <a:pt x="0" y="23002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40" name="p22-线-0040">
            <a:extLst xmlns:a="http://schemas.openxmlformats.org/drawingml/2006/main">
              <a:ext uri="{FF2B5EF4-FFF2-40B4-BE49-F238E27FC236}">
                <a16:creationId xmlns:a16="http://schemas.microsoft.com/office/drawing/2014/main" id="{5CB9C421-491F-4524-959E-D064F5C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461266"/>
            <a:ext cx="440055" cy="95"/>
          </a:xfrm>
          <a:custGeom xmlns:a="http://schemas.openxmlformats.org/drawingml/2006/main">
            <a:pathLst>
              <a:path w="440055" h="95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1" name="p22-线-0041">
            <a:extLst xmlns:a="http://schemas.openxmlformats.org/drawingml/2006/main">
              <a:ext uri="{FF2B5EF4-FFF2-40B4-BE49-F238E27FC236}">
                <a16:creationId xmlns:a16="http://schemas.microsoft.com/office/drawing/2014/main" id="{E71DAE25-D0E8-45E9-9B1C-361C978D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518773"/>
            <a:ext cx="440055" cy="95"/>
          </a:xfrm>
          <a:custGeom xmlns:a="http://schemas.openxmlformats.org/drawingml/2006/main">
            <a:pathLst>
              <a:path w="440055" h="95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2" name="p22-线-0042">
            <a:extLst xmlns:a="http://schemas.openxmlformats.org/drawingml/2006/main">
              <a:ext uri="{FF2B5EF4-FFF2-40B4-BE49-F238E27FC236}">
                <a16:creationId xmlns:a16="http://schemas.microsoft.com/office/drawing/2014/main" id="{DCA5BA4C-69F4-43FE-8624-19BCC7B1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576280"/>
            <a:ext cx="440055" cy="95"/>
          </a:xfrm>
          <a:custGeom xmlns:a="http://schemas.openxmlformats.org/drawingml/2006/main">
            <a:pathLst>
              <a:path w="440055" h="95">
                <a:moveTo>
                  <a:pt x="0" y="0"/>
                </a:moveTo>
                <a:lnTo>
                  <a:pt x="4400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3" name="p22-路径-0043">
            <a:extLst xmlns:a="http://schemas.openxmlformats.org/drawingml/2006/main">
              <a:ext uri="{FF2B5EF4-FFF2-40B4-BE49-F238E27FC236}">
                <a16:creationId xmlns:a16="http://schemas.microsoft.com/office/drawing/2014/main" id="{3136462B-6A89-4AAF-953A-B30D61E3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443288"/>
            <a:ext cx="440055" cy="128588"/>
          </a:xfrm>
          <a:custGeom xmlns:a="http://schemas.openxmlformats.org/drawingml/2006/main">
            <a:pathLst>
              <a:path w="440055" h="128588">
                <a:moveTo>
                  <a:pt x="0" y="0"/>
                </a:moveTo>
                <a:lnTo>
                  <a:pt x="14288" y="9525"/>
                </a:lnTo>
                <a:lnTo>
                  <a:pt x="29528" y="18097"/>
                </a:lnTo>
                <a:lnTo>
                  <a:pt x="43815" y="26670"/>
                </a:lnTo>
                <a:lnTo>
                  <a:pt x="59055" y="34290"/>
                </a:lnTo>
                <a:lnTo>
                  <a:pt x="73343" y="41910"/>
                </a:lnTo>
                <a:lnTo>
                  <a:pt x="87630" y="48578"/>
                </a:lnTo>
                <a:lnTo>
                  <a:pt x="102870" y="55245"/>
                </a:lnTo>
                <a:lnTo>
                  <a:pt x="117158" y="60960"/>
                </a:lnTo>
                <a:lnTo>
                  <a:pt x="132398" y="66675"/>
                </a:lnTo>
                <a:lnTo>
                  <a:pt x="146685" y="72390"/>
                </a:lnTo>
                <a:lnTo>
                  <a:pt x="160973" y="77153"/>
                </a:lnTo>
                <a:lnTo>
                  <a:pt x="176213" y="81915"/>
                </a:lnTo>
                <a:lnTo>
                  <a:pt x="190500" y="86678"/>
                </a:lnTo>
                <a:lnTo>
                  <a:pt x="205740" y="90488"/>
                </a:lnTo>
                <a:lnTo>
                  <a:pt x="220028" y="94297"/>
                </a:lnTo>
                <a:lnTo>
                  <a:pt x="234315" y="98108"/>
                </a:lnTo>
                <a:lnTo>
                  <a:pt x="249555" y="100965"/>
                </a:lnTo>
                <a:lnTo>
                  <a:pt x="263843" y="103822"/>
                </a:lnTo>
                <a:lnTo>
                  <a:pt x="279083" y="106680"/>
                </a:lnTo>
                <a:lnTo>
                  <a:pt x="293370" y="109538"/>
                </a:lnTo>
                <a:lnTo>
                  <a:pt x="307658" y="112395"/>
                </a:lnTo>
                <a:lnTo>
                  <a:pt x="322898" y="114300"/>
                </a:lnTo>
                <a:lnTo>
                  <a:pt x="337185" y="117158"/>
                </a:lnTo>
                <a:lnTo>
                  <a:pt x="352425" y="119063"/>
                </a:lnTo>
                <a:lnTo>
                  <a:pt x="366713" y="120967"/>
                </a:lnTo>
                <a:lnTo>
                  <a:pt x="381000" y="122872"/>
                </a:lnTo>
                <a:lnTo>
                  <a:pt x="396240" y="124778"/>
                </a:lnTo>
                <a:lnTo>
                  <a:pt x="410528" y="125730"/>
                </a:lnTo>
                <a:lnTo>
                  <a:pt x="425768" y="127635"/>
                </a:lnTo>
                <a:lnTo>
                  <a:pt x="440055" y="12858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44" name="p22-椭圆-0044">
            <a:extLst xmlns:a="http://schemas.openxmlformats.org/drawingml/2006/main">
              <a:ext uri="{FF2B5EF4-FFF2-40B4-BE49-F238E27FC236}">
                <a16:creationId xmlns:a16="http://schemas.microsoft.com/office/drawing/2014/main" id="{B863C7A2-977A-4363-A7E1-E9A33802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1619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5" name="p22-椭圆-0045">
            <a:extLst xmlns:a="http://schemas.openxmlformats.org/drawingml/2006/main">
              <a:ext uri="{FF2B5EF4-FFF2-40B4-BE49-F238E27FC236}">
                <a16:creationId xmlns:a16="http://schemas.microsoft.com/office/drawing/2014/main" id="{44945ED8-CDFC-483A-87BC-7017FC5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86" y="346548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6" name="p22-椭圆-0046">
            <a:extLst xmlns:a="http://schemas.openxmlformats.org/drawingml/2006/main">
              <a:ext uri="{FF2B5EF4-FFF2-40B4-BE49-F238E27FC236}">
                <a16:creationId xmlns:a16="http://schemas.microsoft.com/office/drawing/2014/main" id="{5AC766D1-C998-4BF5-8168-1324547B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897" y="34985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7" name="p22-椭圆-0047">
            <a:extLst xmlns:a="http://schemas.openxmlformats.org/drawingml/2006/main">
              <a:ext uri="{FF2B5EF4-FFF2-40B4-BE49-F238E27FC236}">
                <a16:creationId xmlns:a16="http://schemas.microsoft.com/office/drawing/2014/main" id="{AD649870-AB31-46DE-9628-000ABEA1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908" y="352067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8" name="p22-椭圆-0048">
            <a:extLst xmlns:a="http://schemas.openxmlformats.org/drawingml/2006/main">
              <a:ext uri="{FF2B5EF4-FFF2-40B4-BE49-F238E27FC236}">
                <a16:creationId xmlns:a16="http://schemas.microsoft.com/office/drawing/2014/main" id="{50C4F9FA-A784-4A2D-8D89-2A0D97A2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919" y="353552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9" name="p22-椭圆-0049">
            <a:extLst xmlns:a="http://schemas.openxmlformats.org/drawingml/2006/main">
              <a:ext uri="{FF2B5EF4-FFF2-40B4-BE49-F238E27FC236}">
                <a16:creationId xmlns:a16="http://schemas.microsoft.com/office/drawing/2014/main" id="{FF64ADA8-E9FA-48DA-8BD8-4A2B5FDC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54547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0" name="p22-路径-0050">
            <a:extLst xmlns:a="http://schemas.openxmlformats.org/drawingml/2006/main">
              <a:ext uri="{FF2B5EF4-FFF2-40B4-BE49-F238E27FC236}">
                <a16:creationId xmlns:a16="http://schemas.microsoft.com/office/drawing/2014/main" id="{44AAF6FD-9A1C-400D-9D6E-D379EE6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443288"/>
            <a:ext cx="440055" cy="141922"/>
          </a:xfrm>
          <a:custGeom xmlns:a="http://schemas.openxmlformats.org/drawingml/2006/main">
            <a:pathLst>
              <a:path w="440055" h="141922">
                <a:moveTo>
                  <a:pt x="0" y="0"/>
                </a:moveTo>
                <a:lnTo>
                  <a:pt x="14288" y="13335"/>
                </a:lnTo>
                <a:lnTo>
                  <a:pt x="29528" y="26670"/>
                </a:lnTo>
                <a:lnTo>
                  <a:pt x="43815" y="38100"/>
                </a:lnTo>
                <a:lnTo>
                  <a:pt x="59055" y="48578"/>
                </a:lnTo>
                <a:lnTo>
                  <a:pt x="73343" y="58103"/>
                </a:lnTo>
                <a:lnTo>
                  <a:pt x="87630" y="66675"/>
                </a:lnTo>
                <a:lnTo>
                  <a:pt x="102870" y="75247"/>
                </a:lnTo>
                <a:lnTo>
                  <a:pt x="117158" y="81915"/>
                </a:lnTo>
                <a:lnTo>
                  <a:pt x="132398" y="88583"/>
                </a:lnTo>
                <a:lnTo>
                  <a:pt x="146685" y="94297"/>
                </a:lnTo>
                <a:lnTo>
                  <a:pt x="160973" y="99060"/>
                </a:lnTo>
                <a:lnTo>
                  <a:pt x="176213" y="103822"/>
                </a:lnTo>
                <a:lnTo>
                  <a:pt x="190500" y="108585"/>
                </a:lnTo>
                <a:lnTo>
                  <a:pt x="205740" y="112395"/>
                </a:lnTo>
                <a:lnTo>
                  <a:pt x="220028" y="116205"/>
                </a:lnTo>
                <a:lnTo>
                  <a:pt x="234315" y="119063"/>
                </a:lnTo>
                <a:lnTo>
                  <a:pt x="249555" y="121920"/>
                </a:lnTo>
                <a:lnTo>
                  <a:pt x="263843" y="124778"/>
                </a:lnTo>
                <a:lnTo>
                  <a:pt x="279083" y="126683"/>
                </a:lnTo>
                <a:lnTo>
                  <a:pt x="293370" y="128588"/>
                </a:lnTo>
                <a:lnTo>
                  <a:pt x="307658" y="130492"/>
                </a:lnTo>
                <a:lnTo>
                  <a:pt x="322898" y="132397"/>
                </a:lnTo>
                <a:lnTo>
                  <a:pt x="337185" y="134303"/>
                </a:lnTo>
                <a:lnTo>
                  <a:pt x="352425" y="135255"/>
                </a:lnTo>
                <a:lnTo>
                  <a:pt x="366713" y="137160"/>
                </a:lnTo>
                <a:lnTo>
                  <a:pt x="381000" y="138113"/>
                </a:lnTo>
                <a:lnTo>
                  <a:pt x="396240" y="139065"/>
                </a:lnTo>
                <a:lnTo>
                  <a:pt x="410528" y="140017"/>
                </a:lnTo>
                <a:lnTo>
                  <a:pt x="425768" y="140970"/>
                </a:lnTo>
                <a:lnTo>
                  <a:pt x="440055" y="14192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51" name="p22-椭圆-0051">
            <a:extLst xmlns:a="http://schemas.openxmlformats.org/drawingml/2006/main">
              <a:ext uri="{FF2B5EF4-FFF2-40B4-BE49-F238E27FC236}">
                <a16:creationId xmlns:a16="http://schemas.microsoft.com/office/drawing/2014/main" id="{794B6B3D-8BEA-4915-AD93-95F31443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1619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" name="p22-椭圆-0052">
            <a:extLst xmlns:a="http://schemas.openxmlformats.org/drawingml/2006/main">
              <a:ext uri="{FF2B5EF4-FFF2-40B4-BE49-F238E27FC236}">
                <a16:creationId xmlns:a16="http://schemas.microsoft.com/office/drawing/2014/main" id="{32A67982-7E8A-470D-B949-90223434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86" y="348365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3" name="p22-椭圆-0053">
            <a:extLst xmlns:a="http://schemas.openxmlformats.org/drawingml/2006/main">
              <a:ext uri="{FF2B5EF4-FFF2-40B4-BE49-F238E27FC236}">
                <a16:creationId xmlns:a16="http://schemas.microsoft.com/office/drawing/2014/main" id="{3EDDD060-3F98-4021-9467-B7AD26DC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897" y="352067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4" name="p22-椭圆-0054">
            <a:extLst xmlns:a="http://schemas.openxmlformats.org/drawingml/2006/main">
              <a:ext uri="{FF2B5EF4-FFF2-40B4-BE49-F238E27FC236}">
                <a16:creationId xmlns:a16="http://schemas.microsoft.com/office/drawing/2014/main" id="{6447D0DD-68C9-4B87-9196-FC0A96F3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908" y="354099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5" name="p22-椭圆-0055">
            <a:extLst xmlns:a="http://schemas.openxmlformats.org/drawingml/2006/main">
              <a:ext uri="{FF2B5EF4-FFF2-40B4-BE49-F238E27FC236}">
                <a16:creationId xmlns:a16="http://schemas.microsoft.com/office/drawing/2014/main" id="{74A42DE7-9499-477B-AF02-7EED460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919" y="355214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6" name="p22-椭圆-0056">
            <a:extLst xmlns:a="http://schemas.openxmlformats.org/drawingml/2006/main">
              <a:ext uri="{FF2B5EF4-FFF2-40B4-BE49-F238E27FC236}">
                <a16:creationId xmlns:a16="http://schemas.microsoft.com/office/drawing/2014/main" id="{68AD2FED-DF46-40F6-8E7D-940C024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55826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7" name="p22-路径-0057">
            <a:extLst xmlns:a="http://schemas.openxmlformats.org/drawingml/2006/main">
              <a:ext uri="{FF2B5EF4-FFF2-40B4-BE49-F238E27FC236}">
                <a16:creationId xmlns:a16="http://schemas.microsoft.com/office/drawing/2014/main" id="{63DC4900-3E86-47F8-B48E-A2066B06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443288"/>
            <a:ext cx="440055" cy="146685"/>
          </a:xfrm>
          <a:custGeom xmlns:a="http://schemas.openxmlformats.org/drawingml/2006/main">
            <a:pathLst>
              <a:path w="440055" h="146685">
                <a:moveTo>
                  <a:pt x="0" y="0"/>
                </a:moveTo>
                <a:lnTo>
                  <a:pt x="14288" y="18097"/>
                </a:lnTo>
                <a:lnTo>
                  <a:pt x="29528" y="34290"/>
                </a:lnTo>
                <a:lnTo>
                  <a:pt x="43815" y="48578"/>
                </a:lnTo>
                <a:lnTo>
                  <a:pt x="59055" y="60960"/>
                </a:lnTo>
                <a:lnTo>
                  <a:pt x="73343" y="72390"/>
                </a:lnTo>
                <a:lnTo>
                  <a:pt x="87630" y="81915"/>
                </a:lnTo>
                <a:lnTo>
                  <a:pt x="102870" y="90488"/>
                </a:lnTo>
                <a:lnTo>
                  <a:pt x="117158" y="98108"/>
                </a:lnTo>
                <a:lnTo>
                  <a:pt x="132398" y="103822"/>
                </a:lnTo>
                <a:lnTo>
                  <a:pt x="146685" y="109538"/>
                </a:lnTo>
                <a:lnTo>
                  <a:pt x="160973" y="114300"/>
                </a:lnTo>
                <a:lnTo>
                  <a:pt x="176213" y="119063"/>
                </a:lnTo>
                <a:lnTo>
                  <a:pt x="190500" y="122872"/>
                </a:lnTo>
                <a:lnTo>
                  <a:pt x="205740" y="125730"/>
                </a:lnTo>
                <a:lnTo>
                  <a:pt x="220028" y="128588"/>
                </a:lnTo>
                <a:lnTo>
                  <a:pt x="234315" y="131445"/>
                </a:lnTo>
                <a:lnTo>
                  <a:pt x="249555" y="133350"/>
                </a:lnTo>
                <a:lnTo>
                  <a:pt x="263843" y="135255"/>
                </a:lnTo>
                <a:lnTo>
                  <a:pt x="279083" y="137160"/>
                </a:lnTo>
                <a:lnTo>
                  <a:pt x="293370" y="139065"/>
                </a:lnTo>
                <a:lnTo>
                  <a:pt x="307658" y="140017"/>
                </a:lnTo>
                <a:lnTo>
                  <a:pt x="322898" y="140970"/>
                </a:lnTo>
                <a:lnTo>
                  <a:pt x="337185" y="141922"/>
                </a:lnTo>
                <a:lnTo>
                  <a:pt x="352425" y="142875"/>
                </a:lnTo>
                <a:lnTo>
                  <a:pt x="366713" y="143828"/>
                </a:lnTo>
                <a:lnTo>
                  <a:pt x="381000" y="144780"/>
                </a:lnTo>
                <a:lnTo>
                  <a:pt x="396240" y="144780"/>
                </a:lnTo>
                <a:lnTo>
                  <a:pt x="410528" y="145733"/>
                </a:lnTo>
                <a:lnTo>
                  <a:pt x="425768" y="145733"/>
                </a:lnTo>
                <a:lnTo>
                  <a:pt x="440055" y="14668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58" name="p22-椭圆-0058">
            <a:extLst xmlns:a="http://schemas.openxmlformats.org/drawingml/2006/main">
              <a:ext uri="{FF2B5EF4-FFF2-40B4-BE49-F238E27FC236}">
                <a16:creationId xmlns:a16="http://schemas.microsoft.com/office/drawing/2014/main" id="{33C77108-62A9-45E8-A4DC-2474AB8B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1619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9" name="p22-椭圆-0059">
            <a:extLst xmlns:a="http://schemas.openxmlformats.org/drawingml/2006/main">
              <a:ext uri="{FF2B5EF4-FFF2-40B4-BE49-F238E27FC236}">
                <a16:creationId xmlns:a16="http://schemas.microsoft.com/office/drawing/2014/main" id="{4EA37C09-4757-4246-A498-905A01A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86" y="34985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60" name="p22-椭圆-0060">
            <a:extLst xmlns:a="http://schemas.openxmlformats.org/drawingml/2006/main">
              <a:ext uri="{FF2B5EF4-FFF2-40B4-BE49-F238E27FC236}">
                <a16:creationId xmlns:a16="http://schemas.microsoft.com/office/drawing/2014/main" id="{CF259BBB-40E2-4BC2-80CF-F72A1B2C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897" y="353552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61" name="p22-椭圆-0061">
            <a:extLst xmlns:a="http://schemas.openxmlformats.org/drawingml/2006/main">
              <a:ext uri="{FF2B5EF4-FFF2-40B4-BE49-F238E27FC236}">
                <a16:creationId xmlns:a16="http://schemas.microsoft.com/office/drawing/2014/main" id="{A924E644-F6A0-4F76-B52D-DE25A0D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908" y="355214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62" name="p22-椭圆-0062">
            <a:extLst xmlns:a="http://schemas.openxmlformats.org/drawingml/2006/main">
              <a:ext uri="{FF2B5EF4-FFF2-40B4-BE49-F238E27FC236}">
                <a16:creationId xmlns:a16="http://schemas.microsoft.com/office/drawing/2014/main" id="{439A3D15-2BCE-4A34-950F-654681A6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919" y="355961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63" name="p22-椭圆-0063">
            <a:extLst xmlns:a="http://schemas.openxmlformats.org/drawingml/2006/main">
              <a:ext uri="{FF2B5EF4-FFF2-40B4-BE49-F238E27FC236}">
                <a16:creationId xmlns:a16="http://schemas.microsoft.com/office/drawing/2014/main" id="{150B683B-03B3-42A0-952B-9F6F416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56297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64" name="p22-椭圆-0064">
            <a:extLst xmlns:a="http://schemas.openxmlformats.org/drawingml/2006/main">
              <a:ext uri="{FF2B5EF4-FFF2-40B4-BE49-F238E27FC236}">
                <a16:creationId xmlns:a16="http://schemas.microsoft.com/office/drawing/2014/main" id="{9CAFA732-E966-4FC4-B848-43215BE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59956"/>
            <a:ext cx="106680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65" name="p22-线-0065">
            <a:extLst xmlns:a="http://schemas.openxmlformats.org/drawingml/2006/main">
              <a:ext uri="{FF2B5EF4-FFF2-40B4-BE49-F238E27FC236}">
                <a16:creationId xmlns:a16="http://schemas.microsoft.com/office/drawing/2014/main" id="{FAFAF579-71F7-44A0-964F-42C9E327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870" y="4017169"/>
            <a:ext cx="706755" cy="95"/>
          </a:xfrm>
          <a:custGeom xmlns:a="http://schemas.openxmlformats.org/drawingml/2006/main">
            <a:pathLst>
              <a:path w="706755" h="95">
                <a:moveTo>
                  <a:pt x="0" y="0"/>
                </a:moveTo>
                <a:lnTo>
                  <a:pt x="706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1F4E79"/>
            </a:solidFill>
          </a:ln>
        </p:spPr>
      </p:sp>
      <p:sp>
        <p:nvSpPr>
          <p:cNvPr id="66" name="p22-文本-0066">
            <a:extLst xmlns:a="http://schemas.openxmlformats.org/drawingml/2006/main">
              <a:ext uri="{FF2B5EF4-FFF2-40B4-BE49-F238E27FC236}">
                <a16:creationId xmlns:a16="http://schemas.microsoft.com/office/drawing/2014/main" id="{0D30669E-0276-43DA-8969-C75BE048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3107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谱学记录</a:t>
            </a:r>
          </a:p>
        </p:txBody>
      </p:sp>
      <p:sp>
        <p:nvSpPr>
          <p:cNvPr id="67" name="p22-文本-0067">
            <a:extLst xmlns:a="http://schemas.openxmlformats.org/drawingml/2006/main">
              <a:ext uri="{FF2B5EF4-FFF2-40B4-BE49-F238E27FC236}">
                <a16:creationId xmlns:a16="http://schemas.microsoft.com/office/drawing/2014/main" id="{C63692F3-0675-4BFC-A8D4-7B50D658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1318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跟踪特征信号</a:t>
            </a:r>
          </a:p>
        </p:txBody>
      </p:sp>
      <p:sp>
        <p:nvSpPr>
          <p:cNvPr id="68" name="p22-文本-0068">
            <a:extLst xmlns:a="http://schemas.openxmlformats.org/drawingml/2006/main">
              <a:ext uri="{FF2B5EF4-FFF2-40B4-BE49-F238E27FC236}">
                <a16:creationId xmlns:a16="http://schemas.microsoft.com/office/drawing/2014/main" id="{E9DEE274-B385-42A6-842C-C71AD321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0845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检查副产物线索</a:t>
            </a:r>
          </a:p>
        </p:txBody>
      </p:sp>
      <p:sp>
        <p:nvSpPr>
          <p:cNvPr id="69" name="p22-矩形-0069">
            <a:extLst xmlns:a="http://schemas.openxmlformats.org/drawingml/2006/main">
              <a:ext uri="{FF2B5EF4-FFF2-40B4-BE49-F238E27FC236}">
                <a16:creationId xmlns:a16="http://schemas.microsoft.com/office/drawing/2014/main" id="{90947924-8BDA-4961-8CCB-E909F90F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1123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0" name="p22-文本-0070">
            <a:extLst xmlns:a="http://schemas.openxmlformats.org/drawingml/2006/main">
              <a:ext uri="{FF2B5EF4-FFF2-40B4-BE49-F238E27FC236}">
                <a16:creationId xmlns:a16="http://schemas.microsoft.com/office/drawing/2014/main" id="{DF40AC44-9120-4DB3-87AA-BEF1946A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897" y="4574474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使用前的共同核验</a:t>
            </a:r>
          </a:p>
        </p:txBody>
      </p:sp>
      <p:sp>
        <p:nvSpPr>
          <p:cNvPr id="71" name="p22-文本-0071">
            <a:extLst xmlns:a="http://schemas.openxmlformats.org/drawingml/2006/main">
              <a:ext uri="{FF2B5EF4-FFF2-40B4-BE49-F238E27FC236}">
                <a16:creationId xmlns:a16="http://schemas.microsoft.com/office/drawing/2014/main" id="{538BA36C-33DA-41F0-972D-8AC40084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55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波长与强度基准</a:t>
            </a:r>
          </a:p>
        </p:txBody>
      </p:sp>
      <p:sp>
        <p:nvSpPr>
          <p:cNvPr id="72" name="p22-文本-0072">
            <a:extLst xmlns:a="http://schemas.openxmlformats.org/drawingml/2006/main">
              <a:ext uri="{FF2B5EF4-FFF2-40B4-BE49-F238E27FC236}">
                <a16:creationId xmlns:a16="http://schemas.microsoft.com/office/drawing/2014/main" id="{1DD215F3-F2E4-4E66-AFFE-A8A6915A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7231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参照样本限定测量范围</a:t>
            </a:r>
          </a:p>
        </p:txBody>
      </p:sp>
      <p:sp>
        <p:nvSpPr>
          <p:cNvPr id="73" name="p22-文本-0073">
            <a:extLst xmlns:a="http://schemas.openxmlformats.org/drawingml/2006/main">
              <a:ext uri="{FF2B5EF4-FFF2-40B4-BE49-F238E27FC236}">
                <a16:creationId xmlns:a16="http://schemas.microsoft.com/office/drawing/2014/main" id="{ADB07414-3B7D-401E-969A-ADE58F5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0455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样品与空白并行</a:t>
            </a:r>
          </a:p>
        </p:txBody>
      </p:sp>
      <p:sp>
        <p:nvSpPr>
          <p:cNvPr id="74" name="p22-文本-0074">
            <a:extLst xmlns:a="http://schemas.openxmlformats.org/drawingml/2006/main">
              <a:ext uri="{FF2B5EF4-FFF2-40B4-BE49-F238E27FC236}">
                <a16:creationId xmlns:a16="http://schemas.microsoft.com/office/drawing/2014/main" id="{9DEAF93F-3421-42A8-99C2-72BCC233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43723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排除溶剂和基底贡献</a:t>
            </a:r>
          </a:p>
        </p:txBody>
      </p:sp>
      <p:sp>
        <p:nvSpPr>
          <p:cNvPr id="75" name="p22-线-0075">
            <a:extLst xmlns:a="http://schemas.openxmlformats.org/drawingml/2006/main">
              <a:ext uri="{FF2B5EF4-FFF2-40B4-BE49-F238E27FC236}">
                <a16:creationId xmlns:a16="http://schemas.microsoft.com/office/drawing/2014/main" id="{8228960B-8B3A-4C91-9EA0-E2022EF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067300"/>
            <a:ext cx="95" cy="742950"/>
          </a:xfrm>
          <a:custGeom xmlns:a="http://schemas.openxmlformats.org/drawingml/2006/main"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7B7B7"/>
            </a:solidFill>
          </a:ln>
        </p:spPr>
      </p:sp>
      <p:sp>
        <p:nvSpPr>
          <p:cNvPr id="76" name="p22-文本-0076">
            <a:extLst xmlns:a="http://schemas.openxmlformats.org/drawingml/2006/main">
              <a:ext uri="{FF2B5EF4-FFF2-40B4-BE49-F238E27FC236}">
                <a16:creationId xmlns:a16="http://schemas.microsoft.com/office/drawing/2014/main" id="{B5DB248B-6E11-426A-82AC-E8E7C881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55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同条件独立复测</a:t>
            </a:r>
          </a:p>
        </p:txBody>
      </p:sp>
      <p:sp>
        <p:nvSpPr>
          <p:cNvPr id="77" name="p22-文本-0077">
            <a:extLst xmlns:a="http://schemas.openxmlformats.org/drawingml/2006/main">
              <a:ext uri="{FF2B5EF4-FFF2-40B4-BE49-F238E27FC236}">
                <a16:creationId xmlns:a16="http://schemas.microsoft.com/office/drawing/2014/main" id="{7FEC4681-E0D3-4E6F-ACFA-2F5661C4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37231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保存完整原始时序</a:t>
            </a:r>
          </a:p>
        </p:txBody>
      </p:sp>
      <p:sp>
        <p:nvSpPr>
          <p:cNvPr id="78" name="p22-线-0078">
            <a:extLst xmlns:a="http://schemas.openxmlformats.org/drawingml/2006/main">
              <a:ext uri="{FF2B5EF4-FFF2-40B4-BE49-F238E27FC236}">
                <a16:creationId xmlns:a16="http://schemas.microsoft.com/office/drawing/2014/main" id="{D266DD06-76DB-4961-8785-E7492E8C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67300"/>
            <a:ext cx="95" cy="742950"/>
          </a:xfrm>
          <a:custGeom xmlns:a="http://schemas.openxmlformats.org/drawingml/2006/main"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7B7B7"/>
            </a:solidFill>
          </a:ln>
        </p:spPr>
      </p:sp>
      <p:sp>
        <p:nvSpPr>
          <p:cNvPr id="79" name="p22-文本-0079">
            <a:extLst xmlns:a="http://schemas.openxmlformats.org/drawingml/2006/main">
              <a:ext uri="{FF2B5EF4-FFF2-40B4-BE49-F238E27FC236}">
                <a16:creationId xmlns:a16="http://schemas.microsoft.com/office/drawing/2014/main" id="{F74BB0C0-21A1-4503-9A97-B2D7F32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61" y="6062007"/>
            <a:ext cx="52000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校准、空白对照与独立复测共同支撑测量结果</a:t>
            </a:r>
          </a:p>
        </p:txBody>
      </p:sp>
      <p:sp>
        <p:nvSpPr>
          <p:cNvPr id="80" name="p22-文本-0080">
            <a:extLst xmlns:a="http://schemas.openxmlformats.org/drawingml/2006/main">
              <a:ext uri="{FF2B5EF4-FFF2-40B4-BE49-F238E27FC236}">
                <a16:creationId xmlns:a16="http://schemas.microsoft.com/office/drawing/2014/main" id="{88407B0A-AE28-4C05-9A7D-BEBC1B6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22</a:t>
            </a:r>
          </a:p>
        </p:txBody>
      </p:sp>
    </p:spTree>
    <p:extLst>
      <p:ext uri="{BB962C8B-B14F-4D97-AF65-F5344CB8AC3E}">
        <p14:creationId xmlns:p14="http://schemas.microsoft.com/office/powerpoint/2010/main" val="6734402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5" name="p23-矩形-0001">
            <a:extLst xmlns:a="http://schemas.openxmlformats.org/drawingml/2006/main">
              <a:ext uri="{FF2B5EF4-FFF2-40B4-BE49-F238E27FC236}">
                <a16:creationId xmlns:a16="http://schemas.microsoft.com/office/drawing/2014/main" id="{22A8CE46-DDA0-433B-9F6F-8B6A1EE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3-矩形-0002">
            <a:extLst xmlns:a="http://schemas.openxmlformats.org/drawingml/2006/main">
              <a:ext uri="{FF2B5EF4-FFF2-40B4-BE49-F238E27FC236}">
                <a16:creationId xmlns:a16="http://schemas.microsoft.com/office/drawing/2014/main" id="{8ADC5BE0-57CD-4874-AA2A-F62DC652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3-文本-0003">
            <a:extLst xmlns:a="http://schemas.openxmlformats.org/drawingml/2006/main">
              <a:ext uri="{FF2B5EF4-FFF2-40B4-BE49-F238E27FC236}">
                <a16:creationId xmlns:a16="http://schemas.microsoft.com/office/drawing/2014/main" id="{4687D618-471E-47E3-B5B6-BCD7B84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两条制备路线在同一验证端点汇合</a:t>
            </a:r>
          </a:p>
        </p:txBody>
      </p:sp>
      <p:sp>
        <p:nvSpPr>
          <p:cNvPr id="4" name="p23-文本-0004">
            <a:extLst xmlns:a="http://schemas.openxmlformats.org/drawingml/2006/main">
              <a:ext uri="{FF2B5EF4-FFF2-40B4-BE49-F238E27FC236}">
                <a16:creationId xmlns:a16="http://schemas.microsoft.com/office/drawing/2014/main" id="{904430FE-4164-48FD-9DE1-43B0E34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路线差异放在制备阶段；性能比较固定测量条件与统计口径</a:t>
            </a:r>
          </a:p>
        </p:txBody>
      </p:sp>
      <p:sp>
        <p:nvSpPr>
          <p:cNvPr id="5" name="p23-线-0005">
            <a:extLst xmlns:a="http://schemas.openxmlformats.org/drawingml/2006/main">
              <a:ext uri="{FF2B5EF4-FFF2-40B4-BE49-F238E27FC236}">
                <a16:creationId xmlns:a16="http://schemas.microsoft.com/office/drawing/2014/main" id="{EC6C0468-3B96-4891-B4A1-64920C54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3-矩形-0006">
            <a:extLst xmlns:a="http://schemas.openxmlformats.org/drawingml/2006/main">
              <a:ext uri="{FF2B5EF4-FFF2-40B4-BE49-F238E27FC236}">
                <a16:creationId xmlns:a16="http://schemas.microsoft.com/office/drawing/2014/main" id="{F4EAAE66-98F3-4FCD-8DAB-D3DFAC14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2395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p23-矩形-0007">
            <a:extLst xmlns:a="http://schemas.openxmlformats.org/drawingml/2006/main">
              <a:ext uri="{FF2B5EF4-FFF2-40B4-BE49-F238E27FC236}">
                <a16:creationId xmlns:a16="http://schemas.microsoft.com/office/drawing/2014/main" id="{66A13440-E912-429F-B81D-31E13F7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7145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p23-文本-0008">
            <a:extLst xmlns:a="http://schemas.openxmlformats.org/drawingml/2006/main">
              <a:ext uri="{FF2B5EF4-FFF2-40B4-BE49-F238E27FC236}">
                <a16:creationId xmlns:a16="http://schemas.microsoft.com/office/drawing/2014/main" id="{F5CA0329-B69E-4180-8E7C-CE342A5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" y="1700664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溶液组装</a:t>
            </a:r>
          </a:p>
        </p:txBody>
      </p:sp>
      <p:sp>
        <p:nvSpPr>
          <p:cNvPr id="9" name="p23-文本-0009">
            <a:extLst xmlns:a="http://schemas.openxmlformats.org/drawingml/2006/main">
              <a:ext uri="{FF2B5EF4-FFF2-40B4-BE49-F238E27FC236}">
                <a16:creationId xmlns:a16="http://schemas.microsoft.com/office/drawing/2014/main" id="{5FFDACAE-8F95-4D89-B514-5EB0DB1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80234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控制变量不同</a:t>
            </a:r>
          </a:p>
        </p:txBody>
      </p:sp>
      <p:sp>
        <p:nvSpPr>
          <p:cNvPr id="10" name="p23-文本-0010">
            <a:extLst xmlns:a="http://schemas.openxmlformats.org/drawingml/2006/main">
              <a:ext uri="{FF2B5EF4-FFF2-40B4-BE49-F238E27FC236}">
                <a16:creationId xmlns:a16="http://schemas.microsoft.com/office/drawing/2014/main" id="{D2AC2D70-D24E-41B7-B066-87D6892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5984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保留独立记录</a:t>
            </a:r>
          </a:p>
        </p:txBody>
      </p:sp>
      <p:sp>
        <p:nvSpPr>
          <p:cNvPr id="11" name="p23-路径-0011">
            <a:extLst xmlns:a="http://schemas.openxmlformats.org/drawingml/2006/main">
              <a:ext uri="{FF2B5EF4-FFF2-40B4-BE49-F238E27FC236}">
                <a16:creationId xmlns:a16="http://schemas.microsoft.com/office/drawing/2014/main" id="{0CEB0A19-3C94-48D7-B16E-0BE165B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1898333"/>
            <a:ext cx="1520190" cy="420052"/>
          </a:xfrm>
          <a:custGeom xmlns:a="http://schemas.openxmlformats.org/drawingml/2006/main">
            <a:pathLst>
              <a:path w="1520190" h="420052">
                <a:moveTo>
                  <a:pt x="0" y="197167"/>
                </a:moveTo>
                <a:lnTo>
                  <a:pt x="15240" y="234315"/>
                </a:lnTo>
                <a:lnTo>
                  <a:pt x="30480" y="271463"/>
                </a:lnTo>
                <a:lnTo>
                  <a:pt x="45720" y="304800"/>
                </a:lnTo>
                <a:lnTo>
                  <a:pt x="60960" y="335280"/>
                </a:lnTo>
                <a:lnTo>
                  <a:pt x="77153" y="360997"/>
                </a:lnTo>
                <a:lnTo>
                  <a:pt x="92392" y="381952"/>
                </a:lnTo>
                <a:lnTo>
                  <a:pt x="107633" y="397192"/>
                </a:lnTo>
                <a:lnTo>
                  <a:pt x="122873" y="405765"/>
                </a:lnTo>
                <a:lnTo>
                  <a:pt x="138113" y="408622"/>
                </a:lnTo>
                <a:lnTo>
                  <a:pt x="153353" y="404813"/>
                </a:lnTo>
                <a:lnTo>
                  <a:pt x="168592" y="396240"/>
                </a:lnTo>
                <a:lnTo>
                  <a:pt x="183833" y="381952"/>
                </a:lnTo>
                <a:lnTo>
                  <a:pt x="200025" y="362902"/>
                </a:lnTo>
                <a:lnTo>
                  <a:pt x="215265" y="340995"/>
                </a:lnTo>
                <a:lnTo>
                  <a:pt x="230505" y="316230"/>
                </a:lnTo>
                <a:lnTo>
                  <a:pt x="245745" y="290513"/>
                </a:lnTo>
                <a:lnTo>
                  <a:pt x="260985" y="263842"/>
                </a:lnTo>
                <a:lnTo>
                  <a:pt x="276225" y="238125"/>
                </a:lnTo>
                <a:lnTo>
                  <a:pt x="291465" y="214313"/>
                </a:lnTo>
                <a:lnTo>
                  <a:pt x="306705" y="193357"/>
                </a:lnTo>
                <a:lnTo>
                  <a:pt x="322898" y="175260"/>
                </a:lnTo>
                <a:lnTo>
                  <a:pt x="338138" y="161925"/>
                </a:lnTo>
                <a:lnTo>
                  <a:pt x="353378" y="151447"/>
                </a:lnTo>
                <a:lnTo>
                  <a:pt x="368617" y="146685"/>
                </a:lnTo>
                <a:lnTo>
                  <a:pt x="383858" y="144780"/>
                </a:lnTo>
                <a:lnTo>
                  <a:pt x="399098" y="147638"/>
                </a:lnTo>
                <a:lnTo>
                  <a:pt x="414338" y="154305"/>
                </a:lnTo>
                <a:lnTo>
                  <a:pt x="429578" y="162877"/>
                </a:lnTo>
                <a:lnTo>
                  <a:pt x="445770" y="174307"/>
                </a:lnTo>
                <a:lnTo>
                  <a:pt x="461010" y="185738"/>
                </a:lnTo>
                <a:lnTo>
                  <a:pt x="476250" y="198120"/>
                </a:lnTo>
                <a:lnTo>
                  <a:pt x="491490" y="209550"/>
                </a:lnTo>
                <a:lnTo>
                  <a:pt x="506730" y="219075"/>
                </a:lnTo>
                <a:lnTo>
                  <a:pt x="521970" y="225742"/>
                </a:lnTo>
                <a:lnTo>
                  <a:pt x="537210" y="229552"/>
                </a:lnTo>
                <a:lnTo>
                  <a:pt x="552450" y="229552"/>
                </a:lnTo>
                <a:lnTo>
                  <a:pt x="567690" y="225742"/>
                </a:lnTo>
                <a:lnTo>
                  <a:pt x="583883" y="218122"/>
                </a:lnTo>
                <a:lnTo>
                  <a:pt x="599123" y="205740"/>
                </a:lnTo>
                <a:lnTo>
                  <a:pt x="614363" y="190500"/>
                </a:lnTo>
                <a:lnTo>
                  <a:pt x="629603" y="171450"/>
                </a:lnTo>
                <a:lnTo>
                  <a:pt x="644842" y="150495"/>
                </a:lnTo>
                <a:lnTo>
                  <a:pt x="660083" y="126682"/>
                </a:lnTo>
                <a:lnTo>
                  <a:pt x="675323" y="102870"/>
                </a:lnTo>
                <a:lnTo>
                  <a:pt x="690563" y="79057"/>
                </a:lnTo>
                <a:lnTo>
                  <a:pt x="706755" y="57150"/>
                </a:lnTo>
                <a:lnTo>
                  <a:pt x="721995" y="37147"/>
                </a:lnTo>
                <a:lnTo>
                  <a:pt x="737235" y="20955"/>
                </a:lnTo>
                <a:lnTo>
                  <a:pt x="752475" y="8572"/>
                </a:lnTo>
                <a:lnTo>
                  <a:pt x="767715" y="1905"/>
                </a:lnTo>
                <a:lnTo>
                  <a:pt x="782955" y="0"/>
                </a:lnTo>
                <a:lnTo>
                  <a:pt x="798195" y="4763"/>
                </a:lnTo>
                <a:lnTo>
                  <a:pt x="813435" y="15240"/>
                </a:lnTo>
                <a:lnTo>
                  <a:pt x="829628" y="31432"/>
                </a:lnTo>
                <a:lnTo>
                  <a:pt x="844867" y="53340"/>
                </a:lnTo>
                <a:lnTo>
                  <a:pt x="860108" y="80010"/>
                </a:lnTo>
                <a:lnTo>
                  <a:pt x="875348" y="111442"/>
                </a:lnTo>
                <a:lnTo>
                  <a:pt x="890588" y="145732"/>
                </a:lnTo>
                <a:lnTo>
                  <a:pt x="905828" y="181927"/>
                </a:lnTo>
                <a:lnTo>
                  <a:pt x="921067" y="220027"/>
                </a:lnTo>
                <a:lnTo>
                  <a:pt x="936308" y="257175"/>
                </a:lnTo>
                <a:lnTo>
                  <a:pt x="952500" y="292417"/>
                </a:lnTo>
                <a:lnTo>
                  <a:pt x="967740" y="325755"/>
                </a:lnTo>
                <a:lnTo>
                  <a:pt x="982980" y="355282"/>
                </a:lnTo>
                <a:lnTo>
                  <a:pt x="998220" y="380047"/>
                </a:lnTo>
                <a:lnTo>
                  <a:pt x="1013460" y="399097"/>
                </a:lnTo>
                <a:lnTo>
                  <a:pt x="1028700" y="412432"/>
                </a:lnTo>
                <a:lnTo>
                  <a:pt x="1043940" y="419100"/>
                </a:lnTo>
                <a:lnTo>
                  <a:pt x="1059180" y="420052"/>
                </a:lnTo>
                <a:lnTo>
                  <a:pt x="1074420" y="414338"/>
                </a:lnTo>
                <a:lnTo>
                  <a:pt x="1090613" y="402907"/>
                </a:lnTo>
                <a:lnTo>
                  <a:pt x="1105853" y="385763"/>
                </a:lnTo>
                <a:lnTo>
                  <a:pt x="1121093" y="364807"/>
                </a:lnTo>
                <a:lnTo>
                  <a:pt x="1136333" y="340042"/>
                </a:lnTo>
                <a:lnTo>
                  <a:pt x="1151573" y="312420"/>
                </a:lnTo>
                <a:lnTo>
                  <a:pt x="1166813" y="284797"/>
                </a:lnTo>
                <a:lnTo>
                  <a:pt x="1182053" y="256222"/>
                </a:lnTo>
                <a:lnTo>
                  <a:pt x="1197293" y="227647"/>
                </a:lnTo>
                <a:lnTo>
                  <a:pt x="1213485" y="201930"/>
                </a:lnTo>
                <a:lnTo>
                  <a:pt x="1228725" y="179070"/>
                </a:lnTo>
                <a:lnTo>
                  <a:pt x="1243965" y="159067"/>
                </a:lnTo>
                <a:lnTo>
                  <a:pt x="1259205" y="143827"/>
                </a:lnTo>
                <a:lnTo>
                  <a:pt x="1274445" y="132397"/>
                </a:lnTo>
                <a:lnTo>
                  <a:pt x="1289685" y="125730"/>
                </a:lnTo>
                <a:lnTo>
                  <a:pt x="1304925" y="123825"/>
                </a:lnTo>
                <a:lnTo>
                  <a:pt x="1320165" y="125730"/>
                </a:lnTo>
                <a:lnTo>
                  <a:pt x="1336358" y="131445"/>
                </a:lnTo>
                <a:lnTo>
                  <a:pt x="1351598" y="140017"/>
                </a:lnTo>
                <a:lnTo>
                  <a:pt x="1366838" y="151447"/>
                </a:lnTo>
                <a:lnTo>
                  <a:pt x="1382078" y="163830"/>
                </a:lnTo>
                <a:lnTo>
                  <a:pt x="1397318" y="176213"/>
                </a:lnTo>
                <a:lnTo>
                  <a:pt x="1412558" y="188595"/>
                </a:lnTo>
                <a:lnTo>
                  <a:pt x="1427798" y="199072"/>
                </a:lnTo>
                <a:lnTo>
                  <a:pt x="1443038" y="207645"/>
                </a:lnTo>
                <a:lnTo>
                  <a:pt x="1459230" y="212407"/>
                </a:lnTo>
                <a:lnTo>
                  <a:pt x="1474470" y="214313"/>
                </a:lnTo>
                <a:lnTo>
                  <a:pt x="1489710" y="212407"/>
                </a:lnTo>
                <a:lnTo>
                  <a:pt x="1504950" y="206692"/>
                </a:lnTo>
                <a:lnTo>
                  <a:pt x="1520190" y="197167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F4E79"/>
            </a:solidFill>
          </a:ln>
        </p:spPr>
      </p:sp>
      <p:sp>
        <p:nvSpPr>
          <p:cNvPr id="12" name="p23-路径-0012">
            <a:extLst xmlns:a="http://schemas.openxmlformats.org/drawingml/2006/main">
              <a:ext uri="{FF2B5EF4-FFF2-40B4-BE49-F238E27FC236}">
                <a16:creationId xmlns:a16="http://schemas.microsoft.com/office/drawing/2014/main" id="{721C1410-FF15-4D10-9C5F-A300E95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1938338"/>
            <a:ext cx="1520190" cy="394335"/>
          </a:xfrm>
          <a:custGeom xmlns:a="http://schemas.openxmlformats.org/drawingml/2006/main">
            <a:pathLst>
              <a:path w="1520190" h="394335">
                <a:moveTo>
                  <a:pt x="0" y="394335"/>
                </a:moveTo>
                <a:lnTo>
                  <a:pt x="15240" y="394335"/>
                </a:lnTo>
                <a:lnTo>
                  <a:pt x="30480" y="386715"/>
                </a:lnTo>
                <a:lnTo>
                  <a:pt x="45720" y="373380"/>
                </a:lnTo>
                <a:lnTo>
                  <a:pt x="60960" y="354330"/>
                </a:lnTo>
                <a:lnTo>
                  <a:pt x="77153" y="330517"/>
                </a:lnTo>
                <a:lnTo>
                  <a:pt x="92392" y="301942"/>
                </a:lnTo>
                <a:lnTo>
                  <a:pt x="107633" y="270510"/>
                </a:lnTo>
                <a:lnTo>
                  <a:pt x="122873" y="237173"/>
                </a:lnTo>
                <a:lnTo>
                  <a:pt x="138113" y="202883"/>
                </a:lnTo>
                <a:lnTo>
                  <a:pt x="153353" y="168592"/>
                </a:lnTo>
                <a:lnTo>
                  <a:pt x="168592" y="136208"/>
                </a:lnTo>
                <a:lnTo>
                  <a:pt x="183833" y="106680"/>
                </a:lnTo>
                <a:lnTo>
                  <a:pt x="200025" y="80010"/>
                </a:lnTo>
                <a:lnTo>
                  <a:pt x="215265" y="58102"/>
                </a:lnTo>
                <a:lnTo>
                  <a:pt x="230505" y="40958"/>
                </a:lnTo>
                <a:lnTo>
                  <a:pt x="245745" y="29527"/>
                </a:lnTo>
                <a:lnTo>
                  <a:pt x="260985" y="22860"/>
                </a:lnTo>
                <a:lnTo>
                  <a:pt x="276225" y="20955"/>
                </a:lnTo>
                <a:lnTo>
                  <a:pt x="291465" y="23813"/>
                </a:lnTo>
                <a:lnTo>
                  <a:pt x="306705" y="31433"/>
                </a:lnTo>
                <a:lnTo>
                  <a:pt x="322898" y="42863"/>
                </a:lnTo>
                <a:lnTo>
                  <a:pt x="338138" y="57150"/>
                </a:lnTo>
                <a:lnTo>
                  <a:pt x="353378" y="72390"/>
                </a:lnTo>
                <a:lnTo>
                  <a:pt x="368617" y="89535"/>
                </a:lnTo>
                <a:lnTo>
                  <a:pt x="383858" y="105727"/>
                </a:lnTo>
                <a:lnTo>
                  <a:pt x="399098" y="120967"/>
                </a:lnTo>
                <a:lnTo>
                  <a:pt x="414338" y="134302"/>
                </a:lnTo>
                <a:lnTo>
                  <a:pt x="429578" y="145733"/>
                </a:lnTo>
                <a:lnTo>
                  <a:pt x="445770" y="153352"/>
                </a:lnTo>
                <a:lnTo>
                  <a:pt x="461010" y="157163"/>
                </a:lnTo>
                <a:lnTo>
                  <a:pt x="476250" y="157163"/>
                </a:lnTo>
                <a:lnTo>
                  <a:pt x="491490" y="153352"/>
                </a:lnTo>
                <a:lnTo>
                  <a:pt x="506730" y="146685"/>
                </a:lnTo>
                <a:lnTo>
                  <a:pt x="521970" y="136208"/>
                </a:lnTo>
                <a:lnTo>
                  <a:pt x="537210" y="122873"/>
                </a:lnTo>
                <a:lnTo>
                  <a:pt x="552450" y="108585"/>
                </a:lnTo>
                <a:lnTo>
                  <a:pt x="567690" y="93345"/>
                </a:lnTo>
                <a:lnTo>
                  <a:pt x="583883" y="78105"/>
                </a:lnTo>
                <a:lnTo>
                  <a:pt x="599123" y="63817"/>
                </a:lnTo>
                <a:lnTo>
                  <a:pt x="614363" y="51435"/>
                </a:lnTo>
                <a:lnTo>
                  <a:pt x="629603" y="41910"/>
                </a:lnTo>
                <a:lnTo>
                  <a:pt x="644842" y="36195"/>
                </a:lnTo>
                <a:lnTo>
                  <a:pt x="660083" y="35242"/>
                </a:lnTo>
                <a:lnTo>
                  <a:pt x="675323" y="38100"/>
                </a:lnTo>
                <a:lnTo>
                  <a:pt x="690563" y="46673"/>
                </a:lnTo>
                <a:lnTo>
                  <a:pt x="706755" y="60960"/>
                </a:lnTo>
                <a:lnTo>
                  <a:pt x="721995" y="79058"/>
                </a:lnTo>
                <a:lnTo>
                  <a:pt x="737235" y="101917"/>
                </a:lnTo>
                <a:lnTo>
                  <a:pt x="752475" y="128588"/>
                </a:lnTo>
                <a:lnTo>
                  <a:pt x="767715" y="159067"/>
                </a:lnTo>
                <a:lnTo>
                  <a:pt x="782955" y="190500"/>
                </a:lnTo>
                <a:lnTo>
                  <a:pt x="798195" y="223838"/>
                </a:lnTo>
                <a:lnTo>
                  <a:pt x="813435" y="257175"/>
                </a:lnTo>
                <a:lnTo>
                  <a:pt x="829628" y="288608"/>
                </a:lnTo>
                <a:lnTo>
                  <a:pt x="844867" y="318135"/>
                </a:lnTo>
                <a:lnTo>
                  <a:pt x="860108" y="343852"/>
                </a:lnTo>
                <a:lnTo>
                  <a:pt x="875348" y="364808"/>
                </a:lnTo>
                <a:lnTo>
                  <a:pt x="890588" y="381000"/>
                </a:lnTo>
                <a:lnTo>
                  <a:pt x="905828" y="390525"/>
                </a:lnTo>
                <a:lnTo>
                  <a:pt x="921067" y="394335"/>
                </a:lnTo>
                <a:lnTo>
                  <a:pt x="936308" y="391477"/>
                </a:lnTo>
                <a:lnTo>
                  <a:pt x="952500" y="381952"/>
                </a:lnTo>
                <a:lnTo>
                  <a:pt x="967740" y="365760"/>
                </a:lnTo>
                <a:lnTo>
                  <a:pt x="982980" y="343852"/>
                </a:lnTo>
                <a:lnTo>
                  <a:pt x="998220" y="318135"/>
                </a:lnTo>
                <a:lnTo>
                  <a:pt x="1013460" y="287655"/>
                </a:lnTo>
                <a:lnTo>
                  <a:pt x="1028700" y="254317"/>
                </a:lnTo>
                <a:lnTo>
                  <a:pt x="1043940" y="219075"/>
                </a:lnTo>
                <a:lnTo>
                  <a:pt x="1059180" y="183833"/>
                </a:lnTo>
                <a:lnTo>
                  <a:pt x="1074420" y="148590"/>
                </a:lnTo>
                <a:lnTo>
                  <a:pt x="1090613" y="115252"/>
                </a:lnTo>
                <a:lnTo>
                  <a:pt x="1105853" y="84773"/>
                </a:lnTo>
                <a:lnTo>
                  <a:pt x="1121093" y="58102"/>
                </a:lnTo>
                <a:lnTo>
                  <a:pt x="1136333" y="35242"/>
                </a:lnTo>
                <a:lnTo>
                  <a:pt x="1151573" y="19050"/>
                </a:lnTo>
                <a:lnTo>
                  <a:pt x="1166813" y="6667"/>
                </a:lnTo>
                <a:lnTo>
                  <a:pt x="1182053" y="952"/>
                </a:lnTo>
                <a:lnTo>
                  <a:pt x="1197293" y="0"/>
                </a:lnTo>
                <a:lnTo>
                  <a:pt x="1213485" y="4763"/>
                </a:lnTo>
                <a:lnTo>
                  <a:pt x="1228725" y="13335"/>
                </a:lnTo>
                <a:lnTo>
                  <a:pt x="1243965" y="25717"/>
                </a:lnTo>
                <a:lnTo>
                  <a:pt x="1259205" y="41910"/>
                </a:lnTo>
                <a:lnTo>
                  <a:pt x="1274445" y="59055"/>
                </a:lnTo>
                <a:lnTo>
                  <a:pt x="1289685" y="78105"/>
                </a:lnTo>
                <a:lnTo>
                  <a:pt x="1304925" y="96202"/>
                </a:lnTo>
                <a:lnTo>
                  <a:pt x="1320165" y="114300"/>
                </a:lnTo>
                <a:lnTo>
                  <a:pt x="1336358" y="129540"/>
                </a:lnTo>
                <a:lnTo>
                  <a:pt x="1351598" y="142875"/>
                </a:lnTo>
                <a:lnTo>
                  <a:pt x="1366838" y="153352"/>
                </a:lnTo>
                <a:lnTo>
                  <a:pt x="1382078" y="160020"/>
                </a:lnTo>
                <a:lnTo>
                  <a:pt x="1397318" y="161925"/>
                </a:lnTo>
                <a:lnTo>
                  <a:pt x="1412558" y="160973"/>
                </a:lnTo>
                <a:lnTo>
                  <a:pt x="1427798" y="156210"/>
                </a:lnTo>
                <a:lnTo>
                  <a:pt x="1443038" y="147638"/>
                </a:lnTo>
                <a:lnTo>
                  <a:pt x="1459230" y="137160"/>
                </a:lnTo>
                <a:lnTo>
                  <a:pt x="1474470" y="124777"/>
                </a:lnTo>
                <a:lnTo>
                  <a:pt x="1489710" y="110490"/>
                </a:lnTo>
                <a:lnTo>
                  <a:pt x="1504950" y="97155"/>
                </a:lnTo>
                <a:lnTo>
                  <a:pt x="1520190" y="8382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43434"/>
            </a:solidFill>
          </a:ln>
        </p:spPr>
      </p:sp>
      <p:sp>
        <p:nvSpPr>
          <p:cNvPr id="13" name="p23-椭圆-0013">
            <a:extLst xmlns:a="http://schemas.openxmlformats.org/drawingml/2006/main">
              <a:ext uri="{FF2B5EF4-FFF2-40B4-BE49-F238E27FC236}">
                <a16:creationId xmlns:a16="http://schemas.microsoft.com/office/drawing/2014/main" id="{E802D5CC-D973-475F-8366-5EC7FCF4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66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" name="p23-椭圆-0014">
            <a:extLst xmlns:a="http://schemas.openxmlformats.org/drawingml/2006/main">
              <a:ext uri="{FF2B5EF4-FFF2-40B4-BE49-F238E27FC236}">
                <a16:creationId xmlns:a16="http://schemas.microsoft.com/office/drawing/2014/main" id="{FD55D79B-7028-4CF6-BE0A-889602FD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6310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" name="p23-椭圆-0015">
            <a:extLst xmlns:a="http://schemas.openxmlformats.org/drawingml/2006/main">
              <a:ext uri="{FF2B5EF4-FFF2-40B4-BE49-F238E27FC236}">
                <a16:creationId xmlns:a16="http://schemas.microsoft.com/office/drawing/2014/main" id="{76A27C91-E9E5-486C-BDAC-84E6E694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7085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" name="p23-椭圆-0016">
            <a:extLst xmlns:a="http://schemas.openxmlformats.org/drawingml/2006/main">
              <a:ext uri="{FF2B5EF4-FFF2-40B4-BE49-F238E27FC236}">
                <a16:creationId xmlns:a16="http://schemas.microsoft.com/office/drawing/2014/main" id="{A4EDFE80-8C0C-4451-A910-DFFE8883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830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" name="p23-椭圆-0017">
            <a:extLst xmlns:a="http://schemas.openxmlformats.org/drawingml/2006/main">
              <a:ext uri="{FF2B5EF4-FFF2-40B4-BE49-F238E27FC236}">
                <a16:creationId xmlns:a16="http://schemas.microsoft.com/office/drawing/2014/main" id="{97D2BA90-D69C-415E-B213-FC39FB1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8042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" name="p23-椭圆-0018">
            <a:extLst xmlns:a="http://schemas.openxmlformats.org/drawingml/2006/main">
              <a:ext uri="{FF2B5EF4-FFF2-40B4-BE49-F238E27FC236}">
                <a16:creationId xmlns:a16="http://schemas.microsoft.com/office/drawing/2014/main" id="{C770F78D-F6B6-4DC5-8F56-6420253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5732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9" name="p23-椭圆-0019">
            <a:extLst xmlns:a="http://schemas.openxmlformats.org/drawingml/2006/main">
              <a:ext uri="{FF2B5EF4-FFF2-40B4-BE49-F238E27FC236}">
                <a16:creationId xmlns:a16="http://schemas.microsoft.com/office/drawing/2014/main" id="{7C020590-C4F5-4BCD-8098-0CB3D411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34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0" name="p23-文本-0020">
            <a:extLst xmlns:a="http://schemas.openxmlformats.org/drawingml/2006/main">
              <a:ext uri="{FF2B5EF4-FFF2-40B4-BE49-F238E27FC236}">
                <a16:creationId xmlns:a16="http://schemas.microsoft.com/office/drawing/2014/main" id="{C6F45460-A9A1-4395-AEC4-B24A5DCB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97" y="26363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调节溶剂环境</a:t>
            </a:r>
          </a:p>
        </p:txBody>
      </p:sp>
      <p:sp>
        <p:nvSpPr>
          <p:cNvPr id="21" name="p23-路径-0021">
            <a:extLst xmlns:a="http://schemas.openxmlformats.org/drawingml/2006/main">
              <a:ext uri="{FF2B5EF4-FFF2-40B4-BE49-F238E27FC236}">
                <a16:creationId xmlns:a16="http://schemas.microsoft.com/office/drawing/2014/main" id="{590B09EB-C031-4F0D-B1A7-34C90673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11693"/>
            <a:ext cx="485775" cy="177165"/>
          </a:xfrm>
          <a:custGeom xmlns:a="http://schemas.openxmlformats.org/drawingml/2006/main">
            <a:pathLst>
              <a:path w="485775" h="177165">
                <a:moveTo>
                  <a:pt x="0" y="126683"/>
                </a:moveTo>
                <a:lnTo>
                  <a:pt x="342900" y="126683"/>
                </a:lnTo>
                <a:lnTo>
                  <a:pt x="342900" y="177165"/>
                </a:lnTo>
                <a:lnTo>
                  <a:pt x="485775" y="88583"/>
                </a:lnTo>
                <a:lnTo>
                  <a:pt x="342900" y="0"/>
                </a:lnTo>
                <a:lnTo>
                  <a:pt x="342900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" name="p23-矩形-0022">
            <a:extLst xmlns:a="http://schemas.openxmlformats.org/drawingml/2006/main">
              <a:ext uri="{FF2B5EF4-FFF2-40B4-BE49-F238E27FC236}">
                <a16:creationId xmlns:a16="http://schemas.microsoft.com/office/drawing/2014/main" id="{DAAA8EEB-419A-4B1A-AD1D-2833D681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18383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p23-线-0023">
            <a:extLst xmlns:a="http://schemas.openxmlformats.org/drawingml/2006/main">
              <a:ext uri="{FF2B5EF4-FFF2-40B4-BE49-F238E27FC236}">
                <a16:creationId xmlns:a16="http://schemas.microsoft.com/office/drawing/2014/main" id="{52932CDB-5CF5-4DB5-BFF3-E148C455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" name="p23-线-0024">
            <a:extLst xmlns:a="http://schemas.openxmlformats.org/drawingml/2006/main">
              <a:ext uri="{FF2B5EF4-FFF2-40B4-BE49-F238E27FC236}">
                <a16:creationId xmlns:a16="http://schemas.microsoft.com/office/drawing/2014/main" id="{E7DBF4AE-0F0E-4AE0-BDE3-D0F4EE2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23-线-0025">
            <a:extLst xmlns:a="http://schemas.openxmlformats.org/drawingml/2006/main">
              <a:ext uri="{FF2B5EF4-FFF2-40B4-BE49-F238E27FC236}">
                <a16:creationId xmlns:a16="http://schemas.microsoft.com/office/drawing/2014/main" id="{80773208-AD72-40A5-9743-2723526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" name="p23-线-0026">
            <a:extLst xmlns:a="http://schemas.openxmlformats.org/drawingml/2006/main">
              <a:ext uri="{FF2B5EF4-FFF2-40B4-BE49-F238E27FC236}">
                <a16:creationId xmlns:a16="http://schemas.microsoft.com/office/drawing/2014/main" id="{2D1A7580-F6FC-4D2C-B0DB-EA29572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" name="p23-线-0027">
            <a:extLst xmlns:a="http://schemas.openxmlformats.org/drawingml/2006/main">
              <a:ext uri="{FF2B5EF4-FFF2-40B4-BE49-F238E27FC236}">
                <a16:creationId xmlns:a16="http://schemas.microsoft.com/office/drawing/2014/main" id="{2CC1167D-FBCE-4048-820A-D622CF12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23-线-0028">
            <a:extLst xmlns:a="http://schemas.openxmlformats.org/drawingml/2006/main">
              <a:ext uri="{FF2B5EF4-FFF2-40B4-BE49-F238E27FC236}">
                <a16:creationId xmlns:a16="http://schemas.microsoft.com/office/drawing/2014/main" id="{F747E4F7-333D-416B-BBF4-BA7A846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" name="p23-线-0029">
            <a:extLst xmlns:a="http://schemas.openxmlformats.org/drawingml/2006/main">
              <a:ext uri="{FF2B5EF4-FFF2-40B4-BE49-F238E27FC236}">
                <a16:creationId xmlns:a16="http://schemas.microsoft.com/office/drawing/2014/main" id="{6B6B3920-04E3-4CDE-9407-8C4E657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" name="p23-线-0030">
            <a:extLst xmlns:a="http://schemas.openxmlformats.org/drawingml/2006/main">
              <a:ext uri="{FF2B5EF4-FFF2-40B4-BE49-F238E27FC236}">
                <a16:creationId xmlns:a16="http://schemas.microsoft.com/office/drawing/2014/main" id="{EA7DFAAB-4900-44C1-8DF7-8916CB9B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23-线-0031">
            <a:extLst xmlns:a="http://schemas.openxmlformats.org/drawingml/2006/main">
              <a:ext uri="{FF2B5EF4-FFF2-40B4-BE49-F238E27FC236}">
                <a16:creationId xmlns:a16="http://schemas.microsoft.com/office/drawing/2014/main" id="{0B9314D5-8514-40AD-9B22-B4D19062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2" name="p23-线-0032">
            <a:extLst xmlns:a="http://schemas.openxmlformats.org/drawingml/2006/main">
              <a:ext uri="{FF2B5EF4-FFF2-40B4-BE49-F238E27FC236}">
                <a16:creationId xmlns:a16="http://schemas.microsoft.com/office/drawing/2014/main" id="{EC8AF00E-59A1-4D21-BC9D-CAF9D15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" name="p23-线-0033">
            <a:extLst xmlns:a="http://schemas.openxmlformats.org/drawingml/2006/main">
              <a:ext uri="{FF2B5EF4-FFF2-40B4-BE49-F238E27FC236}">
                <a16:creationId xmlns:a16="http://schemas.microsoft.com/office/drawing/2014/main" id="{69402043-1B21-4B22-A43E-66F5942B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23-线-0034">
            <a:extLst xmlns:a="http://schemas.openxmlformats.org/drawingml/2006/main">
              <a:ext uri="{FF2B5EF4-FFF2-40B4-BE49-F238E27FC236}">
                <a16:creationId xmlns:a16="http://schemas.microsoft.com/office/drawing/2014/main" id="{15F74BB7-7C4C-41A4-88AA-B7978A28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5" name="p23-线-0035">
            <a:extLst xmlns:a="http://schemas.openxmlformats.org/drawingml/2006/main">
              <a:ext uri="{FF2B5EF4-FFF2-40B4-BE49-F238E27FC236}">
                <a16:creationId xmlns:a16="http://schemas.microsoft.com/office/drawing/2014/main" id="{D71E289A-D893-4104-B334-139829D1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" name="p23-线-0036">
            <a:extLst xmlns:a="http://schemas.openxmlformats.org/drawingml/2006/main">
              <a:ext uri="{FF2B5EF4-FFF2-40B4-BE49-F238E27FC236}">
                <a16:creationId xmlns:a16="http://schemas.microsoft.com/office/drawing/2014/main" id="{6B2D75EB-97BE-44E5-AE1E-4FDD5D8C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23-线-0037">
            <a:extLst xmlns:a="http://schemas.openxmlformats.org/drawingml/2006/main">
              <a:ext uri="{FF2B5EF4-FFF2-40B4-BE49-F238E27FC236}">
                <a16:creationId xmlns:a16="http://schemas.microsoft.com/office/drawing/2014/main" id="{38AD545E-ACB9-4B45-BD29-EECE46DA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8" name="p23-线-0038">
            <a:extLst xmlns:a="http://schemas.openxmlformats.org/drawingml/2006/main">
              <a:ext uri="{FF2B5EF4-FFF2-40B4-BE49-F238E27FC236}">
                <a16:creationId xmlns:a16="http://schemas.microsoft.com/office/drawing/2014/main" id="{B3F80F9C-AC2E-4737-9A97-56A3555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" name="p23-线-0039">
            <a:extLst xmlns:a="http://schemas.openxmlformats.org/drawingml/2006/main">
              <a:ext uri="{FF2B5EF4-FFF2-40B4-BE49-F238E27FC236}">
                <a16:creationId xmlns:a16="http://schemas.microsoft.com/office/drawing/2014/main" id="{CBD02133-4269-424B-99B6-D7FEF3C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23-线-0040">
            <a:extLst xmlns:a="http://schemas.openxmlformats.org/drawingml/2006/main">
              <a:ext uri="{FF2B5EF4-FFF2-40B4-BE49-F238E27FC236}">
                <a16:creationId xmlns:a16="http://schemas.microsoft.com/office/drawing/2014/main" id="{5AC99AD3-AE65-4666-9F46-93589E4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1" name="p23-线-0041">
            <a:extLst xmlns:a="http://schemas.openxmlformats.org/drawingml/2006/main">
              <a:ext uri="{FF2B5EF4-FFF2-40B4-BE49-F238E27FC236}">
                <a16:creationId xmlns:a16="http://schemas.microsoft.com/office/drawing/2014/main" id="{12812B40-5F1F-4F6A-8327-1EAD4EE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23-线-0042">
            <a:extLst xmlns:a="http://schemas.openxmlformats.org/drawingml/2006/main">
              <a:ext uri="{FF2B5EF4-FFF2-40B4-BE49-F238E27FC236}">
                <a16:creationId xmlns:a16="http://schemas.microsoft.com/office/drawing/2014/main" id="{BFBF6CF1-4870-422D-BF9A-47F6785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" name="p23-线-0043">
            <a:extLst xmlns:a="http://schemas.openxmlformats.org/drawingml/2006/main">
              <a:ext uri="{FF2B5EF4-FFF2-40B4-BE49-F238E27FC236}">
                <a16:creationId xmlns:a16="http://schemas.microsoft.com/office/drawing/2014/main" id="{BD6C7C01-5468-423F-A627-5C8E87DA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4" name="p23-线-0044">
            <a:extLst xmlns:a="http://schemas.openxmlformats.org/drawingml/2006/main">
              <a:ext uri="{FF2B5EF4-FFF2-40B4-BE49-F238E27FC236}">
                <a16:creationId xmlns:a16="http://schemas.microsoft.com/office/drawing/2014/main" id="{F99CDB91-448A-4924-A07B-8503F75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23-线-0045">
            <a:extLst xmlns:a="http://schemas.openxmlformats.org/drawingml/2006/main">
              <a:ext uri="{FF2B5EF4-FFF2-40B4-BE49-F238E27FC236}">
                <a16:creationId xmlns:a16="http://schemas.microsoft.com/office/drawing/2014/main" id="{47D7B47E-358A-44C5-98F4-7C883ED7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23-线-0046">
            <a:extLst xmlns:a="http://schemas.openxmlformats.org/drawingml/2006/main">
              <a:ext uri="{FF2B5EF4-FFF2-40B4-BE49-F238E27FC236}">
                <a16:creationId xmlns:a16="http://schemas.microsoft.com/office/drawing/2014/main" id="{EAE2C6BE-C3F9-4562-BC08-3DE31D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7" name="p23-线-0047">
            <a:extLst xmlns:a="http://schemas.openxmlformats.org/drawingml/2006/main">
              <a:ext uri="{FF2B5EF4-FFF2-40B4-BE49-F238E27FC236}">
                <a16:creationId xmlns:a16="http://schemas.microsoft.com/office/drawing/2014/main" id="{41A74C8D-5ACC-46C1-A24D-9078BD3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23-线-0048">
            <a:extLst xmlns:a="http://schemas.openxmlformats.org/drawingml/2006/main">
              <a:ext uri="{FF2B5EF4-FFF2-40B4-BE49-F238E27FC236}">
                <a16:creationId xmlns:a16="http://schemas.microsoft.com/office/drawing/2014/main" id="{7087DC52-0B24-41CC-A4DD-CEEDBE61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23-线-0049">
            <a:extLst xmlns:a="http://schemas.openxmlformats.org/drawingml/2006/main">
              <a:ext uri="{FF2B5EF4-FFF2-40B4-BE49-F238E27FC236}">
                <a16:creationId xmlns:a16="http://schemas.microsoft.com/office/drawing/2014/main" id="{76FD5DBC-C5BD-4224-A929-D256049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0" name="p23-线-0050">
            <a:extLst xmlns:a="http://schemas.openxmlformats.org/drawingml/2006/main">
              <a:ext uri="{FF2B5EF4-FFF2-40B4-BE49-F238E27FC236}">
                <a16:creationId xmlns:a16="http://schemas.microsoft.com/office/drawing/2014/main" id="{9A9571F3-6250-44EB-9B22-60DFCB46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6573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23-线-0051">
            <a:extLst xmlns:a="http://schemas.openxmlformats.org/drawingml/2006/main">
              <a:ext uri="{FF2B5EF4-FFF2-40B4-BE49-F238E27FC236}">
                <a16:creationId xmlns:a16="http://schemas.microsoft.com/office/drawing/2014/main" id="{869949CF-50EE-4338-9C62-D58D32AE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23-线-0052">
            <a:extLst xmlns:a="http://schemas.openxmlformats.org/drawingml/2006/main">
              <a:ext uri="{FF2B5EF4-FFF2-40B4-BE49-F238E27FC236}">
                <a16:creationId xmlns:a16="http://schemas.microsoft.com/office/drawing/2014/main" id="{5F8085FA-444F-4725-AFE4-1F689D86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6573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3" name="p23-线-0053">
            <a:extLst xmlns:a="http://schemas.openxmlformats.org/drawingml/2006/main">
              <a:ext uri="{FF2B5EF4-FFF2-40B4-BE49-F238E27FC236}">
                <a16:creationId xmlns:a16="http://schemas.microsoft.com/office/drawing/2014/main" id="{63F89242-7351-4818-8F54-4036EF6E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6573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23-线-0054">
            <a:extLst xmlns:a="http://schemas.openxmlformats.org/drawingml/2006/main">
              <a:ext uri="{FF2B5EF4-FFF2-40B4-BE49-F238E27FC236}">
                <a16:creationId xmlns:a16="http://schemas.microsoft.com/office/drawing/2014/main" id="{2EF345AE-C30B-4185-BA00-C8F7B7A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23-线-0055">
            <a:extLst xmlns:a="http://schemas.openxmlformats.org/drawingml/2006/main">
              <a:ext uri="{FF2B5EF4-FFF2-40B4-BE49-F238E27FC236}">
                <a16:creationId xmlns:a16="http://schemas.microsoft.com/office/drawing/2014/main" id="{00E38D6E-18FC-47B4-8B2B-E810EB8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23-线-0056">
            <a:extLst xmlns:a="http://schemas.openxmlformats.org/drawingml/2006/main">
              <a:ext uri="{FF2B5EF4-FFF2-40B4-BE49-F238E27FC236}">
                <a16:creationId xmlns:a16="http://schemas.microsoft.com/office/drawing/2014/main" id="{DE24E6B2-D568-408A-9713-8129CAA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7" name="p23-线-0057">
            <a:extLst xmlns:a="http://schemas.openxmlformats.org/drawingml/2006/main">
              <a:ext uri="{FF2B5EF4-FFF2-40B4-BE49-F238E27FC236}">
                <a16:creationId xmlns:a16="http://schemas.microsoft.com/office/drawing/2014/main" id="{F4867BE3-2FE0-4CF7-AA7C-F876F4D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23-线-0058">
            <a:extLst xmlns:a="http://schemas.openxmlformats.org/drawingml/2006/main">
              <a:ext uri="{FF2B5EF4-FFF2-40B4-BE49-F238E27FC236}">
                <a16:creationId xmlns:a16="http://schemas.microsoft.com/office/drawing/2014/main" id="{E640BFED-DF3E-4B0B-9058-243E08CF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23-线-0059">
            <a:extLst xmlns:a="http://schemas.openxmlformats.org/drawingml/2006/main">
              <a:ext uri="{FF2B5EF4-FFF2-40B4-BE49-F238E27FC236}">
                <a16:creationId xmlns:a16="http://schemas.microsoft.com/office/drawing/2014/main" id="{1E1E60F2-040B-4DBE-A213-FF5E621E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0" name="p23-线-0060">
            <a:extLst xmlns:a="http://schemas.openxmlformats.org/drawingml/2006/main">
              <a:ext uri="{FF2B5EF4-FFF2-40B4-BE49-F238E27FC236}">
                <a16:creationId xmlns:a16="http://schemas.microsoft.com/office/drawing/2014/main" id="{77B26CC6-3615-4C5B-BA5D-6323B01D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1" name="p23-线-0061">
            <a:extLst xmlns:a="http://schemas.openxmlformats.org/drawingml/2006/main">
              <a:ext uri="{FF2B5EF4-FFF2-40B4-BE49-F238E27FC236}">
                <a16:creationId xmlns:a16="http://schemas.microsoft.com/office/drawing/2014/main" id="{7A46856F-4B58-4343-AAB2-C588E52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23-线-0062">
            <a:extLst xmlns:a="http://schemas.openxmlformats.org/drawingml/2006/main">
              <a:ext uri="{FF2B5EF4-FFF2-40B4-BE49-F238E27FC236}">
                <a16:creationId xmlns:a16="http://schemas.microsoft.com/office/drawing/2014/main" id="{1DBAC402-671F-4AEF-9F59-ADD6920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3" name="p23-线-0063">
            <a:extLst xmlns:a="http://schemas.openxmlformats.org/drawingml/2006/main">
              <a:ext uri="{FF2B5EF4-FFF2-40B4-BE49-F238E27FC236}">
                <a16:creationId xmlns:a16="http://schemas.microsoft.com/office/drawing/2014/main" id="{D17CCD6B-0244-49D5-9CBB-9E28AF60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4" name="p23-线-0064">
            <a:extLst xmlns:a="http://schemas.openxmlformats.org/drawingml/2006/main">
              <a:ext uri="{FF2B5EF4-FFF2-40B4-BE49-F238E27FC236}">
                <a16:creationId xmlns:a16="http://schemas.microsoft.com/office/drawing/2014/main" id="{3CAEF101-B924-47C7-AEE0-9285E809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23-线-0065">
            <a:extLst xmlns:a="http://schemas.openxmlformats.org/drawingml/2006/main">
              <a:ext uri="{FF2B5EF4-FFF2-40B4-BE49-F238E27FC236}">
                <a16:creationId xmlns:a16="http://schemas.microsoft.com/office/drawing/2014/main" id="{B680604A-864B-4E85-B83B-DF18734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6" name="p23-线-0066">
            <a:extLst xmlns:a="http://schemas.openxmlformats.org/drawingml/2006/main">
              <a:ext uri="{FF2B5EF4-FFF2-40B4-BE49-F238E27FC236}">
                <a16:creationId xmlns:a16="http://schemas.microsoft.com/office/drawing/2014/main" id="{AB8D91E8-C558-4295-86A9-691768E9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7" name="p23-线-0067">
            <a:extLst xmlns:a="http://schemas.openxmlformats.org/drawingml/2006/main">
              <a:ext uri="{FF2B5EF4-FFF2-40B4-BE49-F238E27FC236}">
                <a16:creationId xmlns:a16="http://schemas.microsoft.com/office/drawing/2014/main" id="{03551DD5-3A8F-4F2F-AC0D-8F679B76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23-线-0068">
            <a:extLst xmlns:a="http://schemas.openxmlformats.org/drawingml/2006/main">
              <a:ext uri="{FF2B5EF4-FFF2-40B4-BE49-F238E27FC236}">
                <a16:creationId xmlns:a16="http://schemas.microsoft.com/office/drawing/2014/main" id="{8037A7AB-28F8-4726-B094-795A224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9" name="p23-线-0069">
            <a:extLst xmlns:a="http://schemas.openxmlformats.org/drawingml/2006/main">
              <a:ext uri="{FF2B5EF4-FFF2-40B4-BE49-F238E27FC236}">
                <a16:creationId xmlns:a16="http://schemas.microsoft.com/office/drawing/2014/main" id="{FBE06911-9877-42F0-B04E-37F28EBD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0" name="p23-线-0070">
            <a:extLst xmlns:a="http://schemas.openxmlformats.org/drawingml/2006/main">
              <a:ext uri="{FF2B5EF4-FFF2-40B4-BE49-F238E27FC236}">
                <a16:creationId xmlns:a16="http://schemas.microsoft.com/office/drawing/2014/main" id="{B11110A3-5F4C-46C6-A5DC-58FBFC54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23-线-0071">
            <a:extLst xmlns:a="http://schemas.openxmlformats.org/drawingml/2006/main">
              <a:ext uri="{FF2B5EF4-FFF2-40B4-BE49-F238E27FC236}">
                <a16:creationId xmlns:a16="http://schemas.microsoft.com/office/drawing/2014/main" id="{9C5016AB-1CAE-404A-8E7D-0443128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2" name="p23-线-0072">
            <a:extLst xmlns:a="http://schemas.openxmlformats.org/drawingml/2006/main">
              <a:ext uri="{FF2B5EF4-FFF2-40B4-BE49-F238E27FC236}">
                <a16:creationId xmlns:a16="http://schemas.microsoft.com/office/drawing/2014/main" id="{070BA0C2-5607-4657-945D-01F2BFB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23-线-0073">
            <a:extLst xmlns:a="http://schemas.openxmlformats.org/drawingml/2006/main">
              <a:ext uri="{FF2B5EF4-FFF2-40B4-BE49-F238E27FC236}">
                <a16:creationId xmlns:a16="http://schemas.microsoft.com/office/drawing/2014/main" id="{B516DEE5-55C0-4E4C-B424-AD03F925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23-线-0074">
            <a:extLst xmlns:a="http://schemas.openxmlformats.org/drawingml/2006/main">
              <a:ext uri="{FF2B5EF4-FFF2-40B4-BE49-F238E27FC236}">
                <a16:creationId xmlns:a16="http://schemas.microsoft.com/office/drawing/2014/main" id="{FE96F7D1-3CD4-4D49-ABAA-44C7D12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5" name="p23-线-0075">
            <a:extLst xmlns:a="http://schemas.openxmlformats.org/drawingml/2006/main">
              <a:ext uri="{FF2B5EF4-FFF2-40B4-BE49-F238E27FC236}">
                <a16:creationId xmlns:a16="http://schemas.microsoft.com/office/drawing/2014/main" id="{682CC2E5-FDF7-4D2B-80C2-75C331F7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23-线-0076">
            <a:extLst xmlns:a="http://schemas.openxmlformats.org/drawingml/2006/main">
              <a:ext uri="{FF2B5EF4-FFF2-40B4-BE49-F238E27FC236}">
                <a16:creationId xmlns:a16="http://schemas.microsoft.com/office/drawing/2014/main" id="{6DDD8512-6080-4406-9C62-628BB038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23-线-0077">
            <a:extLst xmlns:a="http://schemas.openxmlformats.org/drawingml/2006/main">
              <a:ext uri="{FF2B5EF4-FFF2-40B4-BE49-F238E27FC236}">
                <a16:creationId xmlns:a16="http://schemas.microsoft.com/office/drawing/2014/main" id="{9D13334B-E135-4C01-A329-4DE0C631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8" name="p23-线-0078">
            <a:extLst xmlns:a="http://schemas.openxmlformats.org/drawingml/2006/main">
              <a:ext uri="{FF2B5EF4-FFF2-40B4-BE49-F238E27FC236}">
                <a16:creationId xmlns:a16="http://schemas.microsoft.com/office/drawing/2014/main" id="{2104ED83-2A86-4F2F-9E76-1CDBA251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23-线-0079">
            <a:extLst xmlns:a="http://schemas.openxmlformats.org/drawingml/2006/main">
              <a:ext uri="{FF2B5EF4-FFF2-40B4-BE49-F238E27FC236}">
                <a16:creationId xmlns:a16="http://schemas.microsoft.com/office/drawing/2014/main" id="{C09D0BCF-249A-4C76-BA85-EEE9732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23-线-0080">
            <a:extLst xmlns:a="http://schemas.openxmlformats.org/drawingml/2006/main">
              <a:ext uri="{FF2B5EF4-FFF2-40B4-BE49-F238E27FC236}">
                <a16:creationId xmlns:a16="http://schemas.microsoft.com/office/drawing/2014/main" id="{5AC719CC-3B85-4FC5-8118-4CC4FF86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1" name="p23-线-0081">
            <a:extLst xmlns:a="http://schemas.openxmlformats.org/drawingml/2006/main">
              <a:ext uri="{FF2B5EF4-FFF2-40B4-BE49-F238E27FC236}">
                <a16:creationId xmlns:a16="http://schemas.microsoft.com/office/drawing/2014/main" id="{1485EAB0-FEC4-40B5-919E-885E0FD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8065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23-线-0082">
            <a:extLst xmlns:a="http://schemas.openxmlformats.org/drawingml/2006/main">
              <a:ext uri="{FF2B5EF4-FFF2-40B4-BE49-F238E27FC236}">
                <a16:creationId xmlns:a16="http://schemas.microsoft.com/office/drawing/2014/main" id="{C8ABD3C4-F100-447E-B885-5320EC9B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23-线-0083">
            <a:extLst xmlns:a="http://schemas.openxmlformats.org/drawingml/2006/main">
              <a:ext uri="{FF2B5EF4-FFF2-40B4-BE49-F238E27FC236}">
                <a16:creationId xmlns:a16="http://schemas.microsoft.com/office/drawing/2014/main" id="{25A1B320-2155-47E9-B4FD-D3D6131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8065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4" name="p23-线-0084">
            <a:extLst xmlns:a="http://schemas.openxmlformats.org/drawingml/2006/main">
              <a:ext uri="{FF2B5EF4-FFF2-40B4-BE49-F238E27FC236}">
                <a16:creationId xmlns:a16="http://schemas.microsoft.com/office/drawing/2014/main" id="{E308BAF3-F7AA-4769-94DF-853ACAC7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065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23-线-0085">
            <a:extLst xmlns:a="http://schemas.openxmlformats.org/drawingml/2006/main">
              <a:ext uri="{FF2B5EF4-FFF2-40B4-BE49-F238E27FC236}">
                <a16:creationId xmlns:a16="http://schemas.microsoft.com/office/drawing/2014/main" id="{F8EAC1E2-EB6B-44C2-A5C7-37D2E3C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23-线-0086">
            <a:extLst xmlns:a="http://schemas.openxmlformats.org/drawingml/2006/main">
              <a:ext uri="{FF2B5EF4-FFF2-40B4-BE49-F238E27FC236}">
                <a16:creationId xmlns:a16="http://schemas.microsoft.com/office/drawing/2014/main" id="{0B766221-7E48-4186-9DD8-C1F4BDDC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23-线-0087">
            <a:extLst xmlns:a="http://schemas.openxmlformats.org/drawingml/2006/main">
              <a:ext uri="{FF2B5EF4-FFF2-40B4-BE49-F238E27FC236}">
                <a16:creationId xmlns:a16="http://schemas.microsoft.com/office/drawing/2014/main" id="{434D6B2A-37C7-45A6-9A82-5F3715D0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8" name="p23-线-0088">
            <a:extLst xmlns:a="http://schemas.openxmlformats.org/drawingml/2006/main">
              <a:ext uri="{FF2B5EF4-FFF2-40B4-BE49-F238E27FC236}">
                <a16:creationId xmlns:a16="http://schemas.microsoft.com/office/drawing/2014/main" id="{F1EFB935-7456-4F29-8528-C4874B6F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23-线-0089">
            <a:extLst xmlns:a="http://schemas.openxmlformats.org/drawingml/2006/main">
              <a:ext uri="{FF2B5EF4-FFF2-40B4-BE49-F238E27FC236}">
                <a16:creationId xmlns:a16="http://schemas.microsoft.com/office/drawing/2014/main" id="{7FA83EB9-9ED0-4421-A41E-13CC8BF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23-线-0090">
            <a:extLst xmlns:a="http://schemas.openxmlformats.org/drawingml/2006/main">
              <a:ext uri="{FF2B5EF4-FFF2-40B4-BE49-F238E27FC236}">
                <a16:creationId xmlns:a16="http://schemas.microsoft.com/office/drawing/2014/main" id="{C4778847-4E47-4811-AB97-A97D3E5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1" name="p23-线-0091">
            <a:extLst xmlns:a="http://schemas.openxmlformats.org/drawingml/2006/main">
              <a:ext uri="{FF2B5EF4-FFF2-40B4-BE49-F238E27FC236}">
                <a16:creationId xmlns:a16="http://schemas.microsoft.com/office/drawing/2014/main" id="{BA71FBF4-44AB-4D28-B9FE-7C372E46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2" name="p23-线-0092">
            <a:extLst xmlns:a="http://schemas.openxmlformats.org/drawingml/2006/main">
              <a:ext uri="{FF2B5EF4-FFF2-40B4-BE49-F238E27FC236}">
                <a16:creationId xmlns:a16="http://schemas.microsoft.com/office/drawing/2014/main" id="{72D36C8A-3304-4327-9F3B-7579461D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23-线-0093">
            <a:extLst xmlns:a="http://schemas.openxmlformats.org/drawingml/2006/main">
              <a:ext uri="{FF2B5EF4-FFF2-40B4-BE49-F238E27FC236}">
                <a16:creationId xmlns:a16="http://schemas.microsoft.com/office/drawing/2014/main" id="{82111C3B-F313-4BD9-A861-5AEF2EA2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4" name="p23-线-0094">
            <a:extLst xmlns:a="http://schemas.openxmlformats.org/drawingml/2006/main">
              <a:ext uri="{FF2B5EF4-FFF2-40B4-BE49-F238E27FC236}">
                <a16:creationId xmlns:a16="http://schemas.microsoft.com/office/drawing/2014/main" id="{3986A161-32DB-4EF6-BB12-836ECA7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5" name="p23-线-0095">
            <a:extLst xmlns:a="http://schemas.openxmlformats.org/drawingml/2006/main">
              <a:ext uri="{FF2B5EF4-FFF2-40B4-BE49-F238E27FC236}">
                <a16:creationId xmlns:a16="http://schemas.microsoft.com/office/drawing/2014/main" id="{88E73A9E-92FD-43B2-A36F-7A05930D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23-线-0096">
            <a:extLst xmlns:a="http://schemas.openxmlformats.org/drawingml/2006/main">
              <a:ext uri="{FF2B5EF4-FFF2-40B4-BE49-F238E27FC236}">
                <a16:creationId xmlns:a16="http://schemas.microsoft.com/office/drawing/2014/main" id="{CDEBA901-1B11-444F-8FB3-73221FE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7" name="p23-线-0097">
            <a:extLst xmlns:a="http://schemas.openxmlformats.org/drawingml/2006/main">
              <a:ext uri="{FF2B5EF4-FFF2-40B4-BE49-F238E27FC236}">
                <a16:creationId xmlns:a16="http://schemas.microsoft.com/office/drawing/2014/main" id="{640FA920-215F-47D9-AE87-90612F59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8" name="p23-线-0098">
            <a:extLst xmlns:a="http://schemas.openxmlformats.org/drawingml/2006/main">
              <a:ext uri="{FF2B5EF4-FFF2-40B4-BE49-F238E27FC236}">
                <a16:creationId xmlns:a16="http://schemas.microsoft.com/office/drawing/2014/main" id="{7A0EE4B8-8BF6-497B-A4D0-1AE5651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23-线-0099">
            <a:extLst xmlns:a="http://schemas.openxmlformats.org/drawingml/2006/main">
              <a:ext uri="{FF2B5EF4-FFF2-40B4-BE49-F238E27FC236}">
                <a16:creationId xmlns:a16="http://schemas.microsoft.com/office/drawing/2014/main" id="{3A9B44DF-4F23-4C82-9078-F19F6A2A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0" name="p23-线-0100">
            <a:extLst xmlns:a="http://schemas.openxmlformats.org/drawingml/2006/main">
              <a:ext uri="{FF2B5EF4-FFF2-40B4-BE49-F238E27FC236}">
                <a16:creationId xmlns:a16="http://schemas.microsoft.com/office/drawing/2014/main" id="{FF753F66-54FC-4FDE-BB60-2FB2CFE0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1" name="p23-线-0101">
            <a:extLst xmlns:a="http://schemas.openxmlformats.org/drawingml/2006/main">
              <a:ext uri="{FF2B5EF4-FFF2-40B4-BE49-F238E27FC236}">
                <a16:creationId xmlns:a16="http://schemas.microsoft.com/office/drawing/2014/main" id="{0CD88976-E64B-4C52-B1C9-B4B6FA2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23-线-0102">
            <a:extLst xmlns:a="http://schemas.openxmlformats.org/drawingml/2006/main">
              <a:ext uri="{FF2B5EF4-FFF2-40B4-BE49-F238E27FC236}">
                <a16:creationId xmlns:a16="http://schemas.microsoft.com/office/drawing/2014/main" id="{7B7E519A-0393-488E-9458-5AB717A6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3" name="p23-线-0103">
            <a:extLst xmlns:a="http://schemas.openxmlformats.org/drawingml/2006/main">
              <a:ext uri="{FF2B5EF4-FFF2-40B4-BE49-F238E27FC236}">
                <a16:creationId xmlns:a16="http://schemas.microsoft.com/office/drawing/2014/main" id="{F723B6F1-9F90-4436-8497-6557399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23-线-0104">
            <a:extLst xmlns:a="http://schemas.openxmlformats.org/drawingml/2006/main">
              <a:ext uri="{FF2B5EF4-FFF2-40B4-BE49-F238E27FC236}">
                <a16:creationId xmlns:a16="http://schemas.microsoft.com/office/drawing/2014/main" id="{6CC56DC1-ACC5-4324-A0CD-EF44A41B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23-线-0105">
            <a:extLst xmlns:a="http://schemas.openxmlformats.org/drawingml/2006/main">
              <a:ext uri="{FF2B5EF4-FFF2-40B4-BE49-F238E27FC236}">
                <a16:creationId xmlns:a16="http://schemas.microsoft.com/office/drawing/2014/main" id="{91461429-463C-4974-8738-E8855C4E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6" name="p23-线-0106">
            <a:extLst xmlns:a="http://schemas.openxmlformats.org/drawingml/2006/main">
              <a:ext uri="{FF2B5EF4-FFF2-40B4-BE49-F238E27FC236}">
                <a16:creationId xmlns:a16="http://schemas.microsoft.com/office/drawing/2014/main" id="{AEAE2188-2395-4AB8-8B3C-C6157477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23-线-0107">
            <a:extLst xmlns:a="http://schemas.openxmlformats.org/drawingml/2006/main">
              <a:ext uri="{FF2B5EF4-FFF2-40B4-BE49-F238E27FC236}">
                <a16:creationId xmlns:a16="http://schemas.microsoft.com/office/drawing/2014/main" id="{1AE58232-7137-432D-ADD8-3E755EE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23-线-0108">
            <a:extLst xmlns:a="http://schemas.openxmlformats.org/drawingml/2006/main">
              <a:ext uri="{FF2B5EF4-FFF2-40B4-BE49-F238E27FC236}">
                <a16:creationId xmlns:a16="http://schemas.microsoft.com/office/drawing/2014/main" id="{590368BC-EEB2-46AD-9CB1-05F7B3C1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9" name="p23-线-0109">
            <a:extLst xmlns:a="http://schemas.openxmlformats.org/drawingml/2006/main">
              <a:ext uri="{FF2B5EF4-FFF2-40B4-BE49-F238E27FC236}">
                <a16:creationId xmlns:a16="http://schemas.microsoft.com/office/drawing/2014/main" id="{53DE15F6-0AFA-4CD6-83A2-E295AD71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23-线-0110">
            <a:extLst xmlns:a="http://schemas.openxmlformats.org/drawingml/2006/main">
              <a:ext uri="{FF2B5EF4-FFF2-40B4-BE49-F238E27FC236}">
                <a16:creationId xmlns:a16="http://schemas.microsoft.com/office/drawing/2014/main" id="{FDB40EF0-0432-4952-814F-C803EE6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23-线-0111">
            <a:extLst xmlns:a="http://schemas.openxmlformats.org/drawingml/2006/main">
              <a:ext uri="{FF2B5EF4-FFF2-40B4-BE49-F238E27FC236}">
                <a16:creationId xmlns:a16="http://schemas.microsoft.com/office/drawing/2014/main" id="{9A71DE96-8FE8-425C-B114-B7F5221C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2" name="p23-线-0112">
            <a:extLst xmlns:a="http://schemas.openxmlformats.org/drawingml/2006/main">
              <a:ext uri="{FF2B5EF4-FFF2-40B4-BE49-F238E27FC236}">
                <a16:creationId xmlns:a16="http://schemas.microsoft.com/office/drawing/2014/main" id="{576BF464-9046-473F-B88B-20B7905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9558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23-线-0113">
            <a:extLst xmlns:a="http://schemas.openxmlformats.org/drawingml/2006/main">
              <a:ext uri="{FF2B5EF4-FFF2-40B4-BE49-F238E27FC236}">
                <a16:creationId xmlns:a16="http://schemas.microsoft.com/office/drawing/2014/main" id="{0AD1DFD6-B9D9-4461-BF6E-4584420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23-线-0114">
            <a:extLst xmlns:a="http://schemas.openxmlformats.org/drawingml/2006/main">
              <a:ext uri="{FF2B5EF4-FFF2-40B4-BE49-F238E27FC236}">
                <a16:creationId xmlns:a16="http://schemas.microsoft.com/office/drawing/2014/main" id="{A14CBC4B-1058-4CA6-AF0F-E5A57268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19558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5" name="p23-线-0115">
            <a:extLst xmlns:a="http://schemas.openxmlformats.org/drawingml/2006/main">
              <a:ext uri="{FF2B5EF4-FFF2-40B4-BE49-F238E27FC236}">
                <a16:creationId xmlns:a16="http://schemas.microsoft.com/office/drawing/2014/main" id="{E1AE8FA3-8FEF-4021-B285-862AEF14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558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23-线-0116">
            <a:extLst xmlns:a="http://schemas.openxmlformats.org/drawingml/2006/main">
              <a:ext uri="{FF2B5EF4-FFF2-40B4-BE49-F238E27FC236}">
                <a16:creationId xmlns:a16="http://schemas.microsoft.com/office/drawing/2014/main" id="{9B939648-9E2C-47B3-B47E-D9E59A0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23-线-0117">
            <a:extLst xmlns:a="http://schemas.openxmlformats.org/drawingml/2006/main">
              <a:ext uri="{FF2B5EF4-FFF2-40B4-BE49-F238E27FC236}">
                <a16:creationId xmlns:a16="http://schemas.microsoft.com/office/drawing/2014/main" id="{BF71FCFD-B32E-450B-A5DA-12BAA2D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23-线-0118">
            <a:extLst xmlns:a="http://schemas.openxmlformats.org/drawingml/2006/main">
              <a:ext uri="{FF2B5EF4-FFF2-40B4-BE49-F238E27FC236}">
                <a16:creationId xmlns:a16="http://schemas.microsoft.com/office/drawing/2014/main" id="{0884A274-1900-4893-839F-0AE3AEB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9" name="p23-线-0119">
            <a:extLst xmlns:a="http://schemas.openxmlformats.org/drawingml/2006/main">
              <a:ext uri="{FF2B5EF4-FFF2-40B4-BE49-F238E27FC236}">
                <a16:creationId xmlns:a16="http://schemas.microsoft.com/office/drawing/2014/main" id="{551E901E-7D09-492B-B3D7-0913513D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23-线-0120">
            <a:extLst xmlns:a="http://schemas.openxmlformats.org/drawingml/2006/main">
              <a:ext uri="{FF2B5EF4-FFF2-40B4-BE49-F238E27FC236}">
                <a16:creationId xmlns:a16="http://schemas.microsoft.com/office/drawing/2014/main" id="{AEE298EF-071A-4A4D-8907-E6E2A5E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23-线-0121">
            <a:extLst xmlns:a="http://schemas.openxmlformats.org/drawingml/2006/main">
              <a:ext uri="{FF2B5EF4-FFF2-40B4-BE49-F238E27FC236}">
                <a16:creationId xmlns:a16="http://schemas.microsoft.com/office/drawing/2014/main" id="{C5451725-FB7B-48A4-976F-78C20D62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2" name="p23-线-0122">
            <a:extLst xmlns:a="http://schemas.openxmlformats.org/drawingml/2006/main">
              <a:ext uri="{FF2B5EF4-FFF2-40B4-BE49-F238E27FC236}">
                <a16:creationId xmlns:a16="http://schemas.microsoft.com/office/drawing/2014/main" id="{F484B837-812A-44F4-93A9-10BB6D0B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3" name="p23-线-0123">
            <a:extLst xmlns:a="http://schemas.openxmlformats.org/drawingml/2006/main">
              <a:ext uri="{FF2B5EF4-FFF2-40B4-BE49-F238E27FC236}">
                <a16:creationId xmlns:a16="http://schemas.microsoft.com/office/drawing/2014/main" id="{E5C7D569-0671-49E2-8EED-AF911CCE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23-线-0124">
            <a:extLst xmlns:a="http://schemas.openxmlformats.org/drawingml/2006/main">
              <a:ext uri="{FF2B5EF4-FFF2-40B4-BE49-F238E27FC236}">
                <a16:creationId xmlns:a16="http://schemas.microsoft.com/office/drawing/2014/main" id="{6E6E426C-4360-496F-A802-3A045ADF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5" name="p23-线-0125">
            <a:extLst xmlns:a="http://schemas.openxmlformats.org/drawingml/2006/main">
              <a:ext uri="{FF2B5EF4-FFF2-40B4-BE49-F238E27FC236}">
                <a16:creationId xmlns:a16="http://schemas.microsoft.com/office/drawing/2014/main" id="{DA351098-2D31-4007-AE7F-1EF7DD7F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6" name="p23-线-0126">
            <a:extLst xmlns:a="http://schemas.openxmlformats.org/drawingml/2006/main">
              <a:ext uri="{FF2B5EF4-FFF2-40B4-BE49-F238E27FC236}">
                <a16:creationId xmlns:a16="http://schemas.microsoft.com/office/drawing/2014/main" id="{2C761530-78A5-4B2F-A112-DE504EA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23-线-0127">
            <a:extLst xmlns:a="http://schemas.openxmlformats.org/drawingml/2006/main">
              <a:ext uri="{FF2B5EF4-FFF2-40B4-BE49-F238E27FC236}">
                <a16:creationId xmlns:a16="http://schemas.microsoft.com/office/drawing/2014/main" id="{0F5296FC-846A-4801-85D9-5CA55322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8" name="p23-线-0128">
            <a:extLst xmlns:a="http://schemas.openxmlformats.org/drawingml/2006/main">
              <a:ext uri="{FF2B5EF4-FFF2-40B4-BE49-F238E27FC236}">
                <a16:creationId xmlns:a16="http://schemas.microsoft.com/office/drawing/2014/main" id="{D8085A42-9918-4471-862E-25A6B2E8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9" name="p23-线-0129">
            <a:extLst xmlns:a="http://schemas.openxmlformats.org/drawingml/2006/main">
              <a:ext uri="{FF2B5EF4-FFF2-40B4-BE49-F238E27FC236}">
                <a16:creationId xmlns:a16="http://schemas.microsoft.com/office/drawing/2014/main" id="{48AF91A5-2100-48F3-AAA6-97F7AB4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23-线-0130">
            <a:extLst xmlns:a="http://schemas.openxmlformats.org/drawingml/2006/main">
              <a:ext uri="{FF2B5EF4-FFF2-40B4-BE49-F238E27FC236}">
                <a16:creationId xmlns:a16="http://schemas.microsoft.com/office/drawing/2014/main" id="{EF83EECA-4FB4-42E2-87B5-E5A08FC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1" name="p23-线-0131">
            <a:extLst xmlns:a="http://schemas.openxmlformats.org/drawingml/2006/main">
              <a:ext uri="{FF2B5EF4-FFF2-40B4-BE49-F238E27FC236}">
                <a16:creationId xmlns:a16="http://schemas.microsoft.com/office/drawing/2014/main" id="{DCBCABD3-5E6C-436E-9354-F23D5ADD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2" name="p23-线-0132">
            <a:extLst xmlns:a="http://schemas.openxmlformats.org/drawingml/2006/main">
              <a:ext uri="{FF2B5EF4-FFF2-40B4-BE49-F238E27FC236}">
                <a16:creationId xmlns:a16="http://schemas.microsoft.com/office/drawing/2014/main" id="{6B669F91-BC77-46D9-837F-B4FCE43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23-线-0133">
            <a:extLst xmlns:a="http://schemas.openxmlformats.org/drawingml/2006/main">
              <a:ext uri="{FF2B5EF4-FFF2-40B4-BE49-F238E27FC236}">
                <a16:creationId xmlns:a16="http://schemas.microsoft.com/office/drawing/2014/main" id="{549E92CA-2ADB-4A7A-A55F-EC85029B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4" name="p23-线-0134">
            <a:extLst xmlns:a="http://schemas.openxmlformats.org/drawingml/2006/main">
              <a:ext uri="{FF2B5EF4-FFF2-40B4-BE49-F238E27FC236}">
                <a16:creationId xmlns:a16="http://schemas.microsoft.com/office/drawing/2014/main" id="{249EF5C8-37E4-4CAF-8FB0-39B9ED04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23-线-0135">
            <a:extLst xmlns:a="http://schemas.openxmlformats.org/drawingml/2006/main">
              <a:ext uri="{FF2B5EF4-FFF2-40B4-BE49-F238E27FC236}">
                <a16:creationId xmlns:a16="http://schemas.microsoft.com/office/drawing/2014/main" id="{C04AAB7E-272B-4CDA-A3C3-D51BCEE9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23-线-0136">
            <a:extLst xmlns:a="http://schemas.openxmlformats.org/drawingml/2006/main">
              <a:ext uri="{FF2B5EF4-FFF2-40B4-BE49-F238E27FC236}">
                <a16:creationId xmlns:a16="http://schemas.microsoft.com/office/drawing/2014/main" id="{0D3745E8-CDCD-4E27-B08D-7A5E8314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7" name="p23-线-0137">
            <a:extLst xmlns:a="http://schemas.openxmlformats.org/drawingml/2006/main">
              <a:ext uri="{FF2B5EF4-FFF2-40B4-BE49-F238E27FC236}">
                <a16:creationId xmlns:a16="http://schemas.microsoft.com/office/drawing/2014/main" id="{36D00F59-2F83-4F06-A898-58DA0D42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23-线-0138">
            <a:extLst xmlns:a="http://schemas.openxmlformats.org/drawingml/2006/main">
              <a:ext uri="{FF2B5EF4-FFF2-40B4-BE49-F238E27FC236}">
                <a16:creationId xmlns:a16="http://schemas.microsoft.com/office/drawing/2014/main" id="{49357FFF-BF79-4DBE-8A70-55B3AC45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23-线-0139">
            <a:extLst xmlns:a="http://schemas.openxmlformats.org/drawingml/2006/main">
              <a:ext uri="{FF2B5EF4-FFF2-40B4-BE49-F238E27FC236}">
                <a16:creationId xmlns:a16="http://schemas.microsoft.com/office/drawing/2014/main" id="{6F6E921D-6524-463B-ABE0-DFBC75B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0" name="p23-线-0140">
            <a:extLst xmlns:a="http://schemas.openxmlformats.org/drawingml/2006/main">
              <a:ext uri="{FF2B5EF4-FFF2-40B4-BE49-F238E27FC236}">
                <a16:creationId xmlns:a16="http://schemas.microsoft.com/office/drawing/2014/main" id="{0BC74569-9DED-4042-B793-D88A8BB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23-线-0141">
            <a:extLst xmlns:a="http://schemas.openxmlformats.org/drawingml/2006/main">
              <a:ext uri="{FF2B5EF4-FFF2-40B4-BE49-F238E27FC236}">
                <a16:creationId xmlns:a16="http://schemas.microsoft.com/office/drawing/2014/main" id="{BE834727-FD72-44FB-8953-487D370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23-线-0142">
            <a:extLst xmlns:a="http://schemas.openxmlformats.org/drawingml/2006/main">
              <a:ext uri="{FF2B5EF4-FFF2-40B4-BE49-F238E27FC236}">
                <a16:creationId xmlns:a16="http://schemas.microsoft.com/office/drawing/2014/main" id="{12E5CAB5-A8DF-4A8A-9A3F-C842525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3" name="p23-线-0143">
            <a:extLst xmlns:a="http://schemas.openxmlformats.org/drawingml/2006/main">
              <a:ext uri="{FF2B5EF4-FFF2-40B4-BE49-F238E27FC236}">
                <a16:creationId xmlns:a16="http://schemas.microsoft.com/office/drawing/2014/main" id="{49B7EB11-E8A5-4378-BD5B-AD09FF9F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1050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23-线-0144">
            <a:extLst xmlns:a="http://schemas.openxmlformats.org/drawingml/2006/main">
              <a:ext uri="{FF2B5EF4-FFF2-40B4-BE49-F238E27FC236}">
                <a16:creationId xmlns:a16="http://schemas.microsoft.com/office/drawing/2014/main" id="{3C4281D0-D8F4-41C4-8329-884B5B7C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23-线-0145">
            <a:extLst xmlns:a="http://schemas.openxmlformats.org/drawingml/2006/main">
              <a:ext uri="{FF2B5EF4-FFF2-40B4-BE49-F238E27FC236}">
                <a16:creationId xmlns:a16="http://schemas.microsoft.com/office/drawing/2014/main" id="{D9C3A6EF-CF65-49AA-A374-95BC5F83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1050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6" name="p23-线-0146">
            <a:extLst xmlns:a="http://schemas.openxmlformats.org/drawingml/2006/main">
              <a:ext uri="{FF2B5EF4-FFF2-40B4-BE49-F238E27FC236}">
                <a16:creationId xmlns:a16="http://schemas.microsoft.com/office/drawing/2014/main" id="{0176E2B6-FD57-487F-B2D4-DD0B0392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1050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23-线-0147">
            <a:extLst xmlns:a="http://schemas.openxmlformats.org/drawingml/2006/main">
              <a:ext uri="{FF2B5EF4-FFF2-40B4-BE49-F238E27FC236}">
                <a16:creationId xmlns:a16="http://schemas.microsoft.com/office/drawing/2014/main" id="{1541D667-A217-4F2A-8E04-BDA2DDE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23-线-0148">
            <a:extLst xmlns:a="http://schemas.openxmlformats.org/drawingml/2006/main">
              <a:ext uri="{FF2B5EF4-FFF2-40B4-BE49-F238E27FC236}">
                <a16:creationId xmlns:a16="http://schemas.microsoft.com/office/drawing/2014/main" id="{77D51B6E-6CBB-4AF8-A7C1-E54AA95D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23-线-0149">
            <a:extLst xmlns:a="http://schemas.openxmlformats.org/drawingml/2006/main">
              <a:ext uri="{FF2B5EF4-FFF2-40B4-BE49-F238E27FC236}">
                <a16:creationId xmlns:a16="http://schemas.microsoft.com/office/drawing/2014/main" id="{22CD1CE9-4D46-4121-96EB-9DD1ABB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0" name="p23-线-0150">
            <a:extLst xmlns:a="http://schemas.openxmlformats.org/drawingml/2006/main">
              <a:ext uri="{FF2B5EF4-FFF2-40B4-BE49-F238E27FC236}">
                <a16:creationId xmlns:a16="http://schemas.microsoft.com/office/drawing/2014/main" id="{ED4A1EBB-6A0D-4446-9FDF-BC33BA5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23-线-0151">
            <a:extLst xmlns:a="http://schemas.openxmlformats.org/drawingml/2006/main">
              <a:ext uri="{FF2B5EF4-FFF2-40B4-BE49-F238E27FC236}">
                <a16:creationId xmlns:a16="http://schemas.microsoft.com/office/drawing/2014/main" id="{191415B4-1B54-44E2-BDDE-F414A474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23-线-0152">
            <a:extLst xmlns:a="http://schemas.openxmlformats.org/drawingml/2006/main">
              <a:ext uri="{FF2B5EF4-FFF2-40B4-BE49-F238E27FC236}">
                <a16:creationId xmlns:a16="http://schemas.microsoft.com/office/drawing/2014/main" id="{3BAF5B53-B6BC-4C2D-9A5E-F06AE16F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3" name="p23-线-0153">
            <a:extLst xmlns:a="http://schemas.openxmlformats.org/drawingml/2006/main">
              <a:ext uri="{FF2B5EF4-FFF2-40B4-BE49-F238E27FC236}">
                <a16:creationId xmlns:a16="http://schemas.microsoft.com/office/drawing/2014/main" id="{480CC1F0-1589-4D81-B7E3-F22B4C6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4" name="p23-线-0154">
            <a:extLst xmlns:a="http://schemas.openxmlformats.org/drawingml/2006/main">
              <a:ext uri="{FF2B5EF4-FFF2-40B4-BE49-F238E27FC236}">
                <a16:creationId xmlns:a16="http://schemas.microsoft.com/office/drawing/2014/main" id="{B4FC50C0-88D6-49F5-80FF-BE6F4A2E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23-线-0155">
            <a:extLst xmlns:a="http://schemas.openxmlformats.org/drawingml/2006/main">
              <a:ext uri="{FF2B5EF4-FFF2-40B4-BE49-F238E27FC236}">
                <a16:creationId xmlns:a16="http://schemas.microsoft.com/office/drawing/2014/main" id="{B392213A-ED34-4897-A08F-0F95C8D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6" name="p23-线-0156">
            <a:extLst xmlns:a="http://schemas.openxmlformats.org/drawingml/2006/main">
              <a:ext uri="{FF2B5EF4-FFF2-40B4-BE49-F238E27FC236}">
                <a16:creationId xmlns:a16="http://schemas.microsoft.com/office/drawing/2014/main" id="{664A56AF-F727-48E7-B441-6824587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7" name="p23-线-0157">
            <a:extLst xmlns:a="http://schemas.openxmlformats.org/drawingml/2006/main">
              <a:ext uri="{FF2B5EF4-FFF2-40B4-BE49-F238E27FC236}">
                <a16:creationId xmlns:a16="http://schemas.microsoft.com/office/drawing/2014/main" id="{45086E55-DE0C-43C8-A149-E0004F5A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23-线-0158">
            <a:extLst xmlns:a="http://schemas.openxmlformats.org/drawingml/2006/main">
              <a:ext uri="{FF2B5EF4-FFF2-40B4-BE49-F238E27FC236}">
                <a16:creationId xmlns:a16="http://schemas.microsoft.com/office/drawing/2014/main" id="{A9D9288F-FEB7-4767-92A8-16147C5F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9" name="p23-线-0159">
            <a:extLst xmlns:a="http://schemas.openxmlformats.org/drawingml/2006/main">
              <a:ext uri="{FF2B5EF4-FFF2-40B4-BE49-F238E27FC236}">
                <a16:creationId xmlns:a16="http://schemas.microsoft.com/office/drawing/2014/main" id="{BF8F7E94-B18C-4878-975D-BE7897B3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0" name="p23-线-0160">
            <a:extLst xmlns:a="http://schemas.openxmlformats.org/drawingml/2006/main">
              <a:ext uri="{FF2B5EF4-FFF2-40B4-BE49-F238E27FC236}">
                <a16:creationId xmlns:a16="http://schemas.microsoft.com/office/drawing/2014/main" id="{7F7E165E-2446-495A-9432-223A9C89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23-线-0161">
            <a:extLst xmlns:a="http://schemas.openxmlformats.org/drawingml/2006/main">
              <a:ext uri="{FF2B5EF4-FFF2-40B4-BE49-F238E27FC236}">
                <a16:creationId xmlns:a16="http://schemas.microsoft.com/office/drawing/2014/main" id="{590D7E41-E855-45F7-9031-797D46C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2" name="p23-线-0162">
            <a:extLst xmlns:a="http://schemas.openxmlformats.org/drawingml/2006/main">
              <a:ext uri="{FF2B5EF4-FFF2-40B4-BE49-F238E27FC236}">
                <a16:creationId xmlns:a16="http://schemas.microsoft.com/office/drawing/2014/main" id="{FFBF59B4-983A-4943-8483-CF208F0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3" name="p23-线-0163">
            <a:extLst xmlns:a="http://schemas.openxmlformats.org/drawingml/2006/main">
              <a:ext uri="{FF2B5EF4-FFF2-40B4-BE49-F238E27FC236}">
                <a16:creationId xmlns:a16="http://schemas.microsoft.com/office/drawing/2014/main" id="{34E9EB09-FE14-4486-BCBE-D44EA6E5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23-线-0164">
            <a:extLst xmlns:a="http://schemas.openxmlformats.org/drawingml/2006/main">
              <a:ext uri="{FF2B5EF4-FFF2-40B4-BE49-F238E27FC236}">
                <a16:creationId xmlns:a16="http://schemas.microsoft.com/office/drawing/2014/main" id="{BC5ACD7A-CF15-47F5-AA27-B0743CE0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5" name="p23-线-0165">
            <a:extLst xmlns:a="http://schemas.openxmlformats.org/drawingml/2006/main">
              <a:ext uri="{FF2B5EF4-FFF2-40B4-BE49-F238E27FC236}">
                <a16:creationId xmlns:a16="http://schemas.microsoft.com/office/drawing/2014/main" id="{ACDFAEE0-79C7-412A-A2E6-EB3FAFE9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23-线-0166">
            <a:extLst xmlns:a="http://schemas.openxmlformats.org/drawingml/2006/main">
              <a:ext uri="{FF2B5EF4-FFF2-40B4-BE49-F238E27FC236}">
                <a16:creationId xmlns:a16="http://schemas.microsoft.com/office/drawing/2014/main" id="{38C06D4F-26A2-480E-9B55-4B3D735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23-线-0167">
            <a:extLst xmlns:a="http://schemas.openxmlformats.org/drawingml/2006/main">
              <a:ext uri="{FF2B5EF4-FFF2-40B4-BE49-F238E27FC236}">
                <a16:creationId xmlns:a16="http://schemas.microsoft.com/office/drawing/2014/main" id="{AEE7B793-8430-46E4-A17D-8872F4F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8" name="p23-线-0168">
            <a:extLst xmlns:a="http://schemas.openxmlformats.org/drawingml/2006/main">
              <a:ext uri="{FF2B5EF4-FFF2-40B4-BE49-F238E27FC236}">
                <a16:creationId xmlns:a16="http://schemas.microsoft.com/office/drawing/2014/main" id="{BBFE4246-7E38-4D8D-BAFA-4AA6F3D1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23-线-0169">
            <a:extLst xmlns:a="http://schemas.openxmlformats.org/drawingml/2006/main">
              <a:ext uri="{FF2B5EF4-FFF2-40B4-BE49-F238E27FC236}">
                <a16:creationId xmlns:a16="http://schemas.microsoft.com/office/drawing/2014/main" id="{C5BA0C6E-CAA2-47C0-9150-A6E1AA5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23-线-0170">
            <a:extLst xmlns:a="http://schemas.openxmlformats.org/drawingml/2006/main">
              <a:ext uri="{FF2B5EF4-FFF2-40B4-BE49-F238E27FC236}">
                <a16:creationId xmlns:a16="http://schemas.microsoft.com/office/drawing/2014/main" id="{A0A98D51-3DBE-48EF-AA05-E2CA4FD3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1" name="p23-线-0171">
            <a:extLst xmlns:a="http://schemas.openxmlformats.org/drawingml/2006/main">
              <a:ext uri="{FF2B5EF4-FFF2-40B4-BE49-F238E27FC236}">
                <a16:creationId xmlns:a16="http://schemas.microsoft.com/office/drawing/2014/main" id="{AF28218A-104A-4CCD-BBE1-118D47D5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23-线-0172">
            <a:extLst xmlns:a="http://schemas.openxmlformats.org/drawingml/2006/main">
              <a:ext uri="{FF2B5EF4-FFF2-40B4-BE49-F238E27FC236}">
                <a16:creationId xmlns:a16="http://schemas.microsoft.com/office/drawing/2014/main" id="{8851D2ED-42DF-4FD2-AC5D-932CED97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23-线-0173">
            <a:extLst xmlns:a="http://schemas.openxmlformats.org/drawingml/2006/main">
              <a:ext uri="{FF2B5EF4-FFF2-40B4-BE49-F238E27FC236}">
                <a16:creationId xmlns:a16="http://schemas.microsoft.com/office/drawing/2014/main" id="{3F531281-E60C-4A1B-B27A-93D4CD5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4" name="p23-线-0174">
            <a:extLst xmlns:a="http://schemas.openxmlformats.org/drawingml/2006/main">
              <a:ext uri="{FF2B5EF4-FFF2-40B4-BE49-F238E27FC236}">
                <a16:creationId xmlns:a16="http://schemas.microsoft.com/office/drawing/2014/main" id="{55AD4DDA-CB38-4C29-9179-D6993DF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2542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23-线-0175">
            <a:extLst xmlns:a="http://schemas.openxmlformats.org/drawingml/2006/main">
              <a:ext uri="{FF2B5EF4-FFF2-40B4-BE49-F238E27FC236}">
                <a16:creationId xmlns:a16="http://schemas.microsoft.com/office/drawing/2014/main" id="{E775AED1-B429-48E8-9DE7-B00775A8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23-线-0176">
            <a:extLst xmlns:a="http://schemas.openxmlformats.org/drawingml/2006/main">
              <a:ext uri="{FF2B5EF4-FFF2-40B4-BE49-F238E27FC236}">
                <a16:creationId xmlns:a16="http://schemas.microsoft.com/office/drawing/2014/main" id="{A23B5570-53EE-4792-9573-E44D28BC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2542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7" name="p23-线-0177">
            <a:extLst xmlns:a="http://schemas.openxmlformats.org/drawingml/2006/main">
              <a:ext uri="{FF2B5EF4-FFF2-40B4-BE49-F238E27FC236}">
                <a16:creationId xmlns:a16="http://schemas.microsoft.com/office/drawing/2014/main" id="{BF4119A6-1F31-4E4B-8EDC-492552C7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542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23-线-0178">
            <a:extLst xmlns:a="http://schemas.openxmlformats.org/drawingml/2006/main">
              <a:ext uri="{FF2B5EF4-FFF2-40B4-BE49-F238E27FC236}">
                <a16:creationId xmlns:a16="http://schemas.microsoft.com/office/drawing/2014/main" id="{3A88EB53-6F96-45FF-901F-59E6F2A7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23-线-0179">
            <a:extLst xmlns:a="http://schemas.openxmlformats.org/drawingml/2006/main">
              <a:ext uri="{FF2B5EF4-FFF2-40B4-BE49-F238E27FC236}">
                <a16:creationId xmlns:a16="http://schemas.microsoft.com/office/drawing/2014/main" id="{C2951F88-D3E9-4F61-93EC-BC58BB6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23-线-0180">
            <a:extLst xmlns:a="http://schemas.openxmlformats.org/drawingml/2006/main">
              <a:ext uri="{FF2B5EF4-FFF2-40B4-BE49-F238E27FC236}">
                <a16:creationId xmlns:a16="http://schemas.microsoft.com/office/drawing/2014/main" id="{8609CFD4-64C6-4967-A12A-92F8594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1" name="p23-线-0181">
            <a:extLst xmlns:a="http://schemas.openxmlformats.org/drawingml/2006/main">
              <a:ext uri="{FF2B5EF4-FFF2-40B4-BE49-F238E27FC236}">
                <a16:creationId xmlns:a16="http://schemas.microsoft.com/office/drawing/2014/main" id="{8BD9A8B1-417F-47C7-B76D-B76243D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23-线-0182">
            <a:extLst xmlns:a="http://schemas.openxmlformats.org/drawingml/2006/main">
              <a:ext uri="{FF2B5EF4-FFF2-40B4-BE49-F238E27FC236}">
                <a16:creationId xmlns:a16="http://schemas.microsoft.com/office/drawing/2014/main" id="{16AF86FA-D99E-4332-AAC1-CA71941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23-线-0183">
            <a:extLst xmlns:a="http://schemas.openxmlformats.org/drawingml/2006/main">
              <a:ext uri="{FF2B5EF4-FFF2-40B4-BE49-F238E27FC236}">
                <a16:creationId xmlns:a16="http://schemas.microsoft.com/office/drawing/2014/main" id="{67FD4E6F-D31E-4C67-BDE8-CCC4043A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4" name="p23-线-0184">
            <a:extLst xmlns:a="http://schemas.openxmlformats.org/drawingml/2006/main">
              <a:ext uri="{FF2B5EF4-FFF2-40B4-BE49-F238E27FC236}">
                <a16:creationId xmlns:a16="http://schemas.microsoft.com/office/drawing/2014/main" id="{2FEC38CA-4025-425A-8665-393E2E7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5" name="p23-线-0185">
            <a:extLst xmlns:a="http://schemas.openxmlformats.org/drawingml/2006/main">
              <a:ext uri="{FF2B5EF4-FFF2-40B4-BE49-F238E27FC236}">
                <a16:creationId xmlns:a16="http://schemas.microsoft.com/office/drawing/2014/main" id="{23F89202-C096-4AC2-9674-D69CA08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23-线-0186">
            <a:extLst xmlns:a="http://schemas.openxmlformats.org/drawingml/2006/main">
              <a:ext uri="{FF2B5EF4-FFF2-40B4-BE49-F238E27FC236}">
                <a16:creationId xmlns:a16="http://schemas.microsoft.com/office/drawing/2014/main" id="{552CDFB7-5C87-4480-81E7-5CCA552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7" name="p23-线-0187">
            <a:extLst xmlns:a="http://schemas.openxmlformats.org/drawingml/2006/main">
              <a:ext uri="{FF2B5EF4-FFF2-40B4-BE49-F238E27FC236}">
                <a16:creationId xmlns:a16="http://schemas.microsoft.com/office/drawing/2014/main" id="{BC5E4D12-2634-4857-A686-4F02C322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8" name="p23-线-0188">
            <a:extLst xmlns:a="http://schemas.openxmlformats.org/drawingml/2006/main">
              <a:ext uri="{FF2B5EF4-FFF2-40B4-BE49-F238E27FC236}">
                <a16:creationId xmlns:a16="http://schemas.microsoft.com/office/drawing/2014/main" id="{65EF6396-DD80-445E-AE77-9274F70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23-线-0189">
            <a:extLst xmlns:a="http://schemas.openxmlformats.org/drawingml/2006/main">
              <a:ext uri="{FF2B5EF4-FFF2-40B4-BE49-F238E27FC236}">
                <a16:creationId xmlns:a16="http://schemas.microsoft.com/office/drawing/2014/main" id="{F4D1B87C-F490-4A11-B494-1257D1D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0" name="p23-线-0190">
            <a:extLst xmlns:a="http://schemas.openxmlformats.org/drawingml/2006/main">
              <a:ext uri="{FF2B5EF4-FFF2-40B4-BE49-F238E27FC236}">
                <a16:creationId xmlns:a16="http://schemas.microsoft.com/office/drawing/2014/main" id="{BAE376CD-4553-404D-8244-E45A3AC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1" name="p23-线-0191">
            <a:extLst xmlns:a="http://schemas.openxmlformats.org/drawingml/2006/main">
              <a:ext uri="{FF2B5EF4-FFF2-40B4-BE49-F238E27FC236}">
                <a16:creationId xmlns:a16="http://schemas.microsoft.com/office/drawing/2014/main" id="{621947AA-FBD1-48E0-9BD1-4E03DAEB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23-线-0192">
            <a:extLst xmlns:a="http://schemas.openxmlformats.org/drawingml/2006/main">
              <a:ext uri="{FF2B5EF4-FFF2-40B4-BE49-F238E27FC236}">
                <a16:creationId xmlns:a16="http://schemas.microsoft.com/office/drawing/2014/main" id="{46AF3CEE-F77E-4033-A55C-935BF027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3" name="p23-线-0193">
            <a:extLst xmlns:a="http://schemas.openxmlformats.org/drawingml/2006/main">
              <a:ext uri="{FF2B5EF4-FFF2-40B4-BE49-F238E27FC236}">
                <a16:creationId xmlns:a16="http://schemas.microsoft.com/office/drawing/2014/main" id="{19C986B9-03D2-449D-B332-5DC11C0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4" name="p23-线-0194">
            <a:extLst xmlns:a="http://schemas.openxmlformats.org/drawingml/2006/main">
              <a:ext uri="{FF2B5EF4-FFF2-40B4-BE49-F238E27FC236}">
                <a16:creationId xmlns:a16="http://schemas.microsoft.com/office/drawing/2014/main" id="{3FAF56AF-0E87-432C-BE53-DFBE116C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23-线-0195">
            <a:extLst xmlns:a="http://schemas.openxmlformats.org/drawingml/2006/main">
              <a:ext uri="{FF2B5EF4-FFF2-40B4-BE49-F238E27FC236}">
                <a16:creationId xmlns:a16="http://schemas.microsoft.com/office/drawing/2014/main" id="{C75FEF72-15AE-4630-9371-1EEA699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6" name="p23-线-0196">
            <a:extLst xmlns:a="http://schemas.openxmlformats.org/drawingml/2006/main">
              <a:ext uri="{FF2B5EF4-FFF2-40B4-BE49-F238E27FC236}">
                <a16:creationId xmlns:a16="http://schemas.microsoft.com/office/drawing/2014/main" id="{B943FB43-ACB1-436E-B87C-301804F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23-线-0197">
            <a:extLst xmlns:a="http://schemas.openxmlformats.org/drawingml/2006/main">
              <a:ext uri="{FF2B5EF4-FFF2-40B4-BE49-F238E27FC236}">
                <a16:creationId xmlns:a16="http://schemas.microsoft.com/office/drawing/2014/main" id="{45F84456-8984-41D2-9083-8EF478AF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23-线-0198">
            <a:extLst xmlns:a="http://schemas.openxmlformats.org/drawingml/2006/main">
              <a:ext uri="{FF2B5EF4-FFF2-40B4-BE49-F238E27FC236}">
                <a16:creationId xmlns:a16="http://schemas.microsoft.com/office/drawing/2014/main" id="{73D01346-2D27-48A4-8D47-776B7767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9" name="p23-线-0199">
            <a:extLst xmlns:a="http://schemas.openxmlformats.org/drawingml/2006/main">
              <a:ext uri="{FF2B5EF4-FFF2-40B4-BE49-F238E27FC236}">
                <a16:creationId xmlns:a16="http://schemas.microsoft.com/office/drawing/2014/main" id="{3C0482AF-25DF-4EA7-93B4-D11ABCE2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23-线-0200">
            <a:extLst xmlns:a="http://schemas.openxmlformats.org/drawingml/2006/main">
              <a:ext uri="{FF2B5EF4-FFF2-40B4-BE49-F238E27FC236}">
                <a16:creationId xmlns:a16="http://schemas.microsoft.com/office/drawing/2014/main" id="{A45DA931-7622-41F1-80D0-2A175140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23-线-0201">
            <a:extLst xmlns:a="http://schemas.openxmlformats.org/drawingml/2006/main">
              <a:ext uri="{FF2B5EF4-FFF2-40B4-BE49-F238E27FC236}">
                <a16:creationId xmlns:a16="http://schemas.microsoft.com/office/drawing/2014/main" id="{9EDC753C-B1BA-46F1-8CF3-0F9E976F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2" name="p23-线-0202">
            <a:extLst xmlns:a="http://schemas.openxmlformats.org/drawingml/2006/main">
              <a:ext uri="{FF2B5EF4-FFF2-40B4-BE49-F238E27FC236}">
                <a16:creationId xmlns:a16="http://schemas.microsoft.com/office/drawing/2014/main" id="{2C6FF07B-CBEF-4D14-8B99-040EF510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23-线-0203">
            <a:extLst xmlns:a="http://schemas.openxmlformats.org/drawingml/2006/main">
              <a:ext uri="{FF2B5EF4-FFF2-40B4-BE49-F238E27FC236}">
                <a16:creationId xmlns:a16="http://schemas.microsoft.com/office/drawing/2014/main" id="{59A93C46-C65B-4211-ABF0-5C1F3D4F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23-线-0204">
            <a:extLst xmlns:a="http://schemas.openxmlformats.org/drawingml/2006/main">
              <a:ext uri="{FF2B5EF4-FFF2-40B4-BE49-F238E27FC236}">
                <a16:creationId xmlns:a16="http://schemas.microsoft.com/office/drawing/2014/main" id="{29973A25-AC57-43BB-865E-1F2263FF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5" name="p23-线-0205">
            <a:extLst xmlns:a="http://schemas.openxmlformats.org/drawingml/2006/main">
              <a:ext uri="{FF2B5EF4-FFF2-40B4-BE49-F238E27FC236}">
                <a16:creationId xmlns:a16="http://schemas.microsoft.com/office/drawing/2014/main" id="{BEDC31D2-7161-400B-A693-0B9FA7D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4034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6" name="p23-线-0206">
            <a:extLst xmlns:a="http://schemas.openxmlformats.org/drawingml/2006/main">
              <a:ext uri="{FF2B5EF4-FFF2-40B4-BE49-F238E27FC236}">
                <a16:creationId xmlns:a16="http://schemas.microsoft.com/office/drawing/2014/main" id="{78F87C04-56B7-46F3-BCA3-5304050F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23-线-0207">
            <a:extLst xmlns:a="http://schemas.openxmlformats.org/drawingml/2006/main">
              <a:ext uri="{FF2B5EF4-FFF2-40B4-BE49-F238E27FC236}">
                <a16:creationId xmlns:a16="http://schemas.microsoft.com/office/drawing/2014/main" id="{8AF7647B-F842-44F3-A828-AE67B115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4034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8" name="p23-线-0208">
            <a:extLst xmlns:a="http://schemas.openxmlformats.org/drawingml/2006/main">
              <a:ext uri="{FF2B5EF4-FFF2-40B4-BE49-F238E27FC236}">
                <a16:creationId xmlns:a16="http://schemas.microsoft.com/office/drawing/2014/main" id="{D9364681-8C22-4232-AD63-796C3A8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034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9" name="p23-线-0209">
            <a:extLst xmlns:a="http://schemas.openxmlformats.org/drawingml/2006/main">
              <a:ext uri="{FF2B5EF4-FFF2-40B4-BE49-F238E27FC236}">
                <a16:creationId xmlns:a16="http://schemas.microsoft.com/office/drawing/2014/main" id="{0A38694F-72D3-41EA-BADD-9CFDDBE5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23-线-0210">
            <a:extLst xmlns:a="http://schemas.openxmlformats.org/drawingml/2006/main">
              <a:ext uri="{FF2B5EF4-FFF2-40B4-BE49-F238E27FC236}">
                <a16:creationId xmlns:a16="http://schemas.microsoft.com/office/drawing/2014/main" id="{3CF2D3A6-3463-469D-B849-FDDBF4B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23-线-0211">
            <a:extLst xmlns:a="http://schemas.openxmlformats.org/drawingml/2006/main">
              <a:ext uri="{FF2B5EF4-FFF2-40B4-BE49-F238E27FC236}">
                <a16:creationId xmlns:a16="http://schemas.microsoft.com/office/drawing/2014/main" id="{8F310000-B4A9-4534-BC56-0D4C3534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2" name="p23-线-0212">
            <a:extLst xmlns:a="http://schemas.openxmlformats.org/drawingml/2006/main">
              <a:ext uri="{FF2B5EF4-FFF2-40B4-BE49-F238E27FC236}">
                <a16:creationId xmlns:a16="http://schemas.microsoft.com/office/drawing/2014/main" id="{F05516EF-62D3-4496-8E12-304066A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23-线-0213">
            <a:extLst xmlns:a="http://schemas.openxmlformats.org/drawingml/2006/main">
              <a:ext uri="{FF2B5EF4-FFF2-40B4-BE49-F238E27FC236}">
                <a16:creationId xmlns:a16="http://schemas.microsoft.com/office/drawing/2014/main" id="{CE7D9025-9ED4-424A-962D-85C64569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23-线-0214">
            <a:extLst xmlns:a="http://schemas.openxmlformats.org/drawingml/2006/main">
              <a:ext uri="{FF2B5EF4-FFF2-40B4-BE49-F238E27FC236}">
                <a16:creationId xmlns:a16="http://schemas.microsoft.com/office/drawing/2014/main" id="{07B2A3ED-27CE-430C-9CB3-B28DE14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23-线-0215">
            <a:extLst xmlns:a="http://schemas.openxmlformats.org/drawingml/2006/main">
              <a:ext uri="{FF2B5EF4-FFF2-40B4-BE49-F238E27FC236}">
                <a16:creationId xmlns:a16="http://schemas.microsoft.com/office/drawing/2014/main" id="{5668910F-F7AE-43B4-97F8-97FCA550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6" name="p23-线-0216">
            <a:extLst xmlns:a="http://schemas.openxmlformats.org/drawingml/2006/main">
              <a:ext uri="{FF2B5EF4-FFF2-40B4-BE49-F238E27FC236}">
                <a16:creationId xmlns:a16="http://schemas.microsoft.com/office/drawing/2014/main" id="{DDA9E7B7-43F0-45BE-99AE-86E9410D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23-线-0217">
            <a:extLst xmlns:a="http://schemas.openxmlformats.org/drawingml/2006/main">
              <a:ext uri="{FF2B5EF4-FFF2-40B4-BE49-F238E27FC236}">
                <a16:creationId xmlns:a16="http://schemas.microsoft.com/office/drawing/2014/main" id="{872EFB1C-5C5C-4C41-9D38-607680F9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8" name="p23-线-0218">
            <a:extLst xmlns:a="http://schemas.openxmlformats.org/drawingml/2006/main">
              <a:ext uri="{FF2B5EF4-FFF2-40B4-BE49-F238E27FC236}">
                <a16:creationId xmlns:a16="http://schemas.microsoft.com/office/drawing/2014/main" id="{7CA94431-77FB-4DC8-AD31-353B12A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25527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9" name="p23-椭圆-0219">
            <a:extLst xmlns:a="http://schemas.openxmlformats.org/drawingml/2006/main">
              <a:ext uri="{FF2B5EF4-FFF2-40B4-BE49-F238E27FC236}">
                <a16:creationId xmlns:a16="http://schemas.microsoft.com/office/drawing/2014/main" id="{7239DB21-3692-4D66-932C-9C30C08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609" y="1890061"/>
            <a:ext cx="164347" cy="131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0" name="p23-椭圆-0220">
            <a:extLst xmlns:a="http://schemas.openxmlformats.org/drawingml/2006/main">
              <a:ext uri="{FF2B5EF4-FFF2-40B4-BE49-F238E27FC236}">
                <a16:creationId xmlns:a16="http://schemas.microsoft.com/office/drawing/2014/main" id="{C0481109-F373-40EE-B0DF-704B4F4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684" y="1899989"/>
            <a:ext cx="139527" cy="111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1" name="p23-椭圆-0221">
            <a:extLst xmlns:a="http://schemas.openxmlformats.org/drawingml/2006/main">
              <a:ext uri="{FF2B5EF4-FFF2-40B4-BE49-F238E27FC236}">
                <a16:creationId xmlns:a16="http://schemas.microsoft.com/office/drawing/2014/main" id="{C04D11D2-1DC7-40A3-B11D-D08EC192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119" y="1885405"/>
            <a:ext cx="175986" cy="140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2" name="p23-椭圆-0222">
            <a:extLst xmlns:a="http://schemas.openxmlformats.org/drawingml/2006/main">
              <a:ext uri="{FF2B5EF4-FFF2-40B4-BE49-F238E27FC236}">
                <a16:creationId xmlns:a16="http://schemas.microsoft.com/office/drawing/2014/main" id="{37A5E415-31E7-4FB4-9139-FC5F384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547" y="1887615"/>
            <a:ext cx="170462" cy="136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3" name="p23-椭圆-0223">
            <a:extLst xmlns:a="http://schemas.openxmlformats.org/drawingml/2006/main">
              <a:ext uri="{FF2B5EF4-FFF2-40B4-BE49-F238E27FC236}">
                <a16:creationId xmlns:a16="http://schemas.microsoft.com/office/drawing/2014/main" id="{9ED7E834-D05A-4074-BA54-E53F7D59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142" y="1900360"/>
            <a:ext cx="138600" cy="11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4" name="p23-椭圆-0224">
            <a:extLst xmlns:a="http://schemas.openxmlformats.org/drawingml/2006/main">
              <a:ext uri="{FF2B5EF4-FFF2-40B4-BE49-F238E27FC236}">
                <a16:creationId xmlns:a16="http://schemas.microsoft.com/office/drawing/2014/main" id="{D5C087AA-F7E8-4474-B92F-DF74C744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019" y="2198439"/>
            <a:ext cx="139527" cy="111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5" name="p23-椭圆-0225">
            <a:extLst xmlns:a="http://schemas.openxmlformats.org/drawingml/2006/main">
              <a:ext uri="{FF2B5EF4-FFF2-40B4-BE49-F238E27FC236}">
                <a16:creationId xmlns:a16="http://schemas.microsoft.com/office/drawing/2014/main" id="{9CA687F8-D21E-4D8F-ADE9-4215CA3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454" y="2183855"/>
            <a:ext cx="175986" cy="140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6" name="p23-椭圆-0226">
            <a:extLst xmlns:a="http://schemas.openxmlformats.org/drawingml/2006/main">
              <a:ext uri="{FF2B5EF4-FFF2-40B4-BE49-F238E27FC236}">
                <a16:creationId xmlns:a16="http://schemas.microsoft.com/office/drawing/2014/main" id="{20EAC918-85ED-4D6D-AFEB-1FD92E7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882" y="2186065"/>
            <a:ext cx="170462" cy="136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7" name="p23-椭圆-0227">
            <a:extLst xmlns:a="http://schemas.openxmlformats.org/drawingml/2006/main">
              <a:ext uri="{FF2B5EF4-FFF2-40B4-BE49-F238E27FC236}">
                <a16:creationId xmlns:a16="http://schemas.microsoft.com/office/drawing/2014/main" id="{7F379EE0-BB24-439F-A43D-ED143634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477" y="2198810"/>
            <a:ext cx="138600" cy="11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8" name="p23-椭圆-0228">
            <a:extLst xmlns:a="http://schemas.openxmlformats.org/drawingml/2006/main">
              <a:ext uri="{FF2B5EF4-FFF2-40B4-BE49-F238E27FC236}">
                <a16:creationId xmlns:a16="http://schemas.microsoft.com/office/drawing/2014/main" id="{6A0EF6FA-7F46-4E5F-AD62-99869EA4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121" y="2185993"/>
            <a:ext cx="170643" cy="136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9" name="p23-路径-0229">
            <a:extLst xmlns:a="http://schemas.openxmlformats.org/drawingml/2006/main">
              <a:ext uri="{FF2B5EF4-FFF2-40B4-BE49-F238E27FC236}">
                <a16:creationId xmlns:a16="http://schemas.microsoft.com/office/drawing/2014/main" id="{E5886ECB-4770-4663-B0B3-52B1AA32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22236"/>
            <a:ext cx="1685925" cy="158055"/>
          </a:xfrm>
          <a:custGeom xmlns:a="http://schemas.openxmlformats.org/drawingml/2006/main">
            <a:pathLst>
              <a:path w="1685925" h="158055">
                <a:moveTo>
                  <a:pt x="0" y="64882"/>
                </a:moveTo>
                <a:lnTo>
                  <a:pt x="45044" y="43765"/>
                </a:lnTo>
                <a:lnTo>
                  <a:pt x="91029" y="27202"/>
                </a:lnTo>
                <a:lnTo>
                  <a:pt x="137909" y="14868"/>
                </a:lnTo>
                <a:lnTo>
                  <a:pt x="185640" y="6440"/>
                </a:lnTo>
                <a:lnTo>
                  <a:pt x="234177" y="1592"/>
                </a:lnTo>
                <a:lnTo>
                  <a:pt x="283475" y="0"/>
                </a:lnTo>
                <a:lnTo>
                  <a:pt x="333490" y="1339"/>
                </a:lnTo>
                <a:lnTo>
                  <a:pt x="384177" y="5286"/>
                </a:lnTo>
                <a:lnTo>
                  <a:pt x="435492" y="11514"/>
                </a:lnTo>
                <a:lnTo>
                  <a:pt x="487388" y="19699"/>
                </a:lnTo>
                <a:lnTo>
                  <a:pt x="592750" y="40645"/>
                </a:lnTo>
                <a:lnTo>
                  <a:pt x="699904" y="65525"/>
                </a:lnTo>
                <a:lnTo>
                  <a:pt x="808494" y="91743"/>
                </a:lnTo>
                <a:lnTo>
                  <a:pt x="918161" y="116702"/>
                </a:lnTo>
                <a:lnTo>
                  <a:pt x="1028547" y="137804"/>
                </a:lnTo>
                <a:lnTo>
                  <a:pt x="1083897" y="146098"/>
                </a:lnTo>
                <a:lnTo>
                  <a:pt x="1139294" y="152454"/>
                </a:lnTo>
                <a:lnTo>
                  <a:pt x="1194691" y="156548"/>
                </a:lnTo>
                <a:lnTo>
                  <a:pt x="1250045" y="158055"/>
                </a:lnTo>
                <a:lnTo>
                  <a:pt x="1305309" y="156650"/>
                </a:lnTo>
                <a:lnTo>
                  <a:pt x="1360441" y="152008"/>
                </a:lnTo>
                <a:lnTo>
                  <a:pt x="1415394" y="143806"/>
                </a:lnTo>
                <a:lnTo>
                  <a:pt x="1470125" y="131719"/>
                </a:lnTo>
                <a:lnTo>
                  <a:pt x="1524588" y="115421"/>
                </a:lnTo>
                <a:lnTo>
                  <a:pt x="1578739" y="94589"/>
                </a:lnTo>
                <a:lnTo>
                  <a:pt x="1632533" y="68897"/>
                </a:lnTo>
                <a:lnTo>
                  <a:pt x="1685925" y="380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30" name="p23-文本-0230">
            <a:extLst xmlns:a="http://schemas.openxmlformats.org/drawingml/2006/main">
              <a:ext uri="{FF2B5EF4-FFF2-40B4-BE49-F238E27FC236}">
                <a16:creationId xmlns:a16="http://schemas.microsoft.com/office/drawing/2014/main" id="{834E3E3F-B320-44E6-B098-0A258D82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797" y="26363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逐步形成界面</a:t>
            </a:r>
          </a:p>
        </p:txBody>
      </p:sp>
      <p:sp>
        <p:nvSpPr>
          <p:cNvPr id="231" name="p23-路径-0231">
            <a:extLst xmlns:a="http://schemas.openxmlformats.org/drawingml/2006/main">
              <a:ext uri="{FF2B5EF4-FFF2-40B4-BE49-F238E27FC236}">
                <a16:creationId xmlns:a16="http://schemas.microsoft.com/office/drawing/2014/main" id="{1779B544-4C02-4D64-96B3-62CA143A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11693"/>
            <a:ext cx="485775" cy="177165"/>
          </a:xfrm>
          <a:custGeom xmlns:a="http://schemas.openxmlformats.org/drawingml/2006/main">
            <a:pathLst>
              <a:path w="485775" h="177165">
                <a:moveTo>
                  <a:pt x="0" y="126683"/>
                </a:moveTo>
                <a:lnTo>
                  <a:pt x="342900" y="126683"/>
                </a:lnTo>
                <a:lnTo>
                  <a:pt x="342900" y="177165"/>
                </a:lnTo>
                <a:lnTo>
                  <a:pt x="485775" y="88583"/>
                </a:lnTo>
                <a:lnTo>
                  <a:pt x="342900" y="0"/>
                </a:lnTo>
                <a:lnTo>
                  <a:pt x="342900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2" name="p23-文本-0232">
            <a:extLst xmlns:a="http://schemas.openxmlformats.org/drawingml/2006/main">
              <a:ext uri="{FF2B5EF4-FFF2-40B4-BE49-F238E27FC236}">
                <a16:creationId xmlns:a16="http://schemas.microsoft.com/office/drawing/2014/main" id="{3B28C651-3AFA-4FD6-94A5-D13A97F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0287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共同输出：可测样品</a:t>
            </a:r>
          </a:p>
        </p:txBody>
      </p:sp>
      <p:sp>
        <p:nvSpPr>
          <p:cNvPr id="233" name="p23-文本-0233">
            <a:extLst xmlns:a="http://schemas.openxmlformats.org/drawingml/2006/main">
              <a:ext uri="{FF2B5EF4-FFF2-40B4-BE49-F238E27FC236}">
                <a16:creationId xmlns:a16="http://schemas.microsoft.com/office/drawing/2014/main" id="{67C94420-A464-46C1-A65F-769A5E23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5302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优势：条件调节连续</a:t>
            </a:r>
          </a:p>
        </p:txBody>
      </p:sp>
      <p:sp>
        <p:nvSpPr>
          <p:cNvPr id="234" name="p23-文本-0234">
            <a:extLst xmlns:a="http://schemas.openxmlformats.org/drawingml/2006/main">
              <a:ext uri="{FF2B5EF4-FFF2-40B4-BE49-F238E27FC236}">
                <a16:creationId xmlns:a16="http://schemas.microsoft.com/office/drawing/2014/main" id="{D1CBC1B1-4200-4C94-A38E-191AC34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772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记录批次、质量与厚度</a:t>
            </a:r>
          </a:p>
        </p:txBody>
      </p:sp>
      <p:sp>
        <p:nvSpPr>
          <p:cNvPr id="235" name="p23-矩形-0235">
            <a:extLst xmlns:a="http://schemas.openxmlformats.org/drawingml/2006/main">
              <a:ext uri="{FF2B5EF4-FFF2-40B4-BE49-F238E27FC236}">
                <a16:creationId xmlns:a16="http://schemas.microsoft.com/office/drawing/2014/main" id="{CBBB009D-875D-45C2-B7D0-DEBFD0A9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12395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6" name="p23-矩形-0236">
            <a:extLst xmlns:a="http://schemas.openxmlformats.org/drawingml/2006/main">
              <a:ext uri="{FF2B5EF4-FFF2-40B4-BE49-F238E27FC236}">
                <a16:creationId xmlns:a16="http://schemas.microsoft.com/office/drawing/2014/main" id="{A1E29550-5C49-42E8-840A-77CFD7C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7145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37" name="p23-文本-0237">
            <a:extLst xmlns:a="http://schemas.openxmlformats.org/drawingml/2006/main">
              <a:ext uri="{FF2B5EF4-FFF2-40B4-BE49-F238E27FC236}">
                <a16:creationId xmlns:a16="http://schemas.microsoft.com/office/drawing/2014/main" id="{39067745-A7CD-4664-84CD-613B4487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" y="3596139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表面沉积</a:t>
            </a:r>
          </a:p>
        </p:txBody>
      </p:sp>
      <p:sp>
        <p:nvSpPr>
          <p:cNvPr id="238" name="p23-文本-0238">
            <a:extLst xmlns:a="http://schemas.openxmlformats.org/drawingml/2006/main">
              <a:ext uri="{FF2B5EF4-FFF2-40B4-BE49-F238E27FC236}">
                <a16:creationId xmlns:a16="http://schemas.microsoft.com/office/drawing/2014/main" id="{02B26E99-D671-41F3-8312-30B8EDFF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570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控制变量不同</a:t>
            </a:r>
          </a:p>
        </p:txBody>
      </p:sp>
      <p:sp>
        <p:nvSpPr>
          <p:cNvPr id="239" name="p23-文本-0239">
            <a:extLst xmlns:a="http://schemas.openxmlformats.org/drawingml/2006/main">
              <a:ext uri="{FF2B5EF4-FFF2-40B4-BE49-F238E27FC236}">
                <a16:creationId xmlns:a16="http://schemas.microsoft.com/office/drawing/2014/main" id="{8D23D0C2-A6D7-44E7-BAF5-AE1D04A7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614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保留独立记录</a:t>
            </a:r>
          </a:p>
        </p:txBody>
      </p:sp>
      <p:sp>
        <p:nvSpPr>
          <p:cNvPr id="240" name="p23-路径-0240">
            <a:extLst xmlns:a="http://schemas.openxmlformats.org/drawingml/2006/main">
              <a:ext uri="{FF2B5EF4-FFF2-40B4-BE49-F238E27FC236}">
                <a16:creationId xmlns:a16="http://schemas.microsoft.com/office/drawing/2014/main" id="{1D83B929-5435-4B94-BB30-437F9EAC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14725"/>
            <a:ext cx="2000250" cy="371475"/>
          </a:xfrm>
          <a:custGeom xmlns:a="http://schemas.openxmlformats.org/drawingml/2006/main">
            <a:pathLst>
              <a:path w="2000250" h="371475">
                <a:moveTo>
                  <a:pt x="0" y="142875"/>
                </a:moveTo>
                <a:lnTo>
                  <a:pt x="1560195" y="0"/>
                </a:lnTo>
                <a:lnTo>
                  <a:pt x="2000250" y="228600"/>
                </a:lnTo>
                <a:lnTo>
                  <a:pt x="440055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p23-路径-0241">
            <a:extLst xmlns:a="http://schemas.openxmlformats.org/drawingml/2006/main">
              <a:ext uri="{FF2B5EF4-FFF2-40B4-BE49-F238E27FC236}">
                <a16:creationId xmlns:a16="http://schemas.microsoft.com/office/drawing/2014/main" id="{BDEBACC1-B806-40E0-B113-4D2A27F0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2000250" cy="371475"/>
          </a:xfrm>
          <a:custGeom xmlns:a="http://schemas.openxmlformats.org/drawingml/2006/main">
            <a:pathLst>
              <a:path w="2000250" h="371475">
                <a:moveTo>
                  <a:pt x="0" y="142875"/>
                </a:moveTo>
                <a:lnTo>
                  <a:pt x="1560195" y="0"/>
                </a:lnTo>
                <a:lnTo>
                  <a:pt x="2000250" y="228600"/>
                </a:lnTo>
                <a:lnTo>
                  <a:pt x="440055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p23-路径-0242">
            <a:extLst xmlns:a="http://schemas.openxmlformats.org/drawingml/2006/main">
              <a:ext uri="{FF2B5EF4-FFF2-40B4-BE49-F238E27FC236}">
                <a16:creationId xmlns:a16="http://schemas.microsoft.com/office/drawing/2014/main" id="{89E64CF8-9153-4D86-BBF7-9F3E5F2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76675"/>
            <a:ext cx="2000250" cy="371475"/>
          </a:xfrm>
          <a:custGeom xmlns:a="http://schemas.openxmlformats.org/drawingml/2006/main">
            <a:pathLst>
              <a:path w="2000250" h="371475">
                <a:moveTo>
                  <a:pt x="0" y="142875"/>
                </a:moveTo>
                <a:lnTo>
                  <a:pt x="1560195" y="0"/>
                </a:lnTo>
                <a:lnTo>
                  <a:pt x="2000250" y="228600"/>
                </a:lnTo>
                <a:lnTo>
                  <a:pt x="440055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p23-路径-0243">
            <a:extLst xmlns:a="http://schemas.openxmlformats.org/drawingml/2006/main">
              <a:ext uri="{FF2B5EF4-FFF2-40B4-BE49-F238E27FC236}">
                <a16:creationId xmlns:a16="http://schemas.microsoft.com/office/drawing/2014/main" id="{110B7C90-EBD9-46A7-9987-E094688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2000250" cy="371475"/>
          </a:xfrm>
          <a:custGeom xmlns:a="http://schemas.openxmlformats.org/drawingml/2006/main">
            <a:pathLst>
              <a:path w="2000250" h="371475">
                <a:moveTo>
                  <a:pt x="0" y="142875"/>
                </a:moveTo>
                <a:lnTo>
                  <a:pt x="1560195" y="0"/>
                </a:lnTo>
                <a:lnTo>
                  <a:pt x="2000250" y="228600"/>
                </a:lnTo>
                <a:lnTo>
                  <a:pt x="440055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p23-路径-0244">
            <a:extLst xmlns:a="http://schemas.openxmlformats.org/drawingml/2006/main">
              <a:ext uri="{FF2B5EF4-FFF2-40B4-BE49-F238E27FC236}">
                <a16:creationId xmlns:a16="http://schemas.microsoft.com/office/drawing/2014/main" id="{79B8D76A-F144-4647-A4E5-4050E16A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044" y="4305300"/>
            <a:ext cx="94488" cy="142875"/>
          </a:xfrm>
          <a:custGeom xmlns:a="http://schemas.openxmlformats.org/drawingml/2006/main">
            <a:pathLst>
              <a:path w="94488" h="142875">
                <a:moveTo>
                  <a:pt x="32956" y="0"/>
                </a:moveTo>
                <a:lnTo>
                  <a:pt x="32956" y="66675"/>
                </a:lnTo>
                <a:lnTo>
                  <a:pt x="0" y="66675"/>
                </a:lnTo>
                <a:lnTo>
                  <a:pt x="47244" y="142875"/>
                </a:lnTo>
                <a:lnTo>
                  <a:pt x="94488" y="66675"/>
                </a:lnTo>
                <a:lnTo>
                  <a:pt x="61531" y="66675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5" name="p23-路径-0245">
            <a:extLst xmlns:a="http://schemas.openxmlformats.org/drawingml/2006/main">
              <a:ext uri="{FF2B5EF4-FFF2-40B4-BE49-F238E27FC236}">
                <a16:creationId xmlns:a16="http://schemas.microsoft.com/office/drawing/2014/main" id="{BAAAC8C0-70C6-4778-ABDF-94C2696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074" y="4305300"/>
            <a:ext cx="94488" cy="142875"/>
          </a:xfrm>
          <a:custGeom xmlns:a="http://schemas.openxmlformats.org/drawingml/2006/main">
            <a:pathLst>
              <a:path w="94488" h="142875">
                <a:moveTo>
                  <a:pt x="32956" y="0"/>
                </a:moveTo>
                <a:lnTo>
                  <a:pt x="32956" y="66675"/>
                </a:lnTo>
                <a:lnTo>
                  <a:pt x="0" y="66675"/>
                </a:lnTo>
                <a:lnTo>
                  <a:pt x="47244" y="142875"/>
                </a:lnTo>
                <a:lnTo>
                  <a:pt x="94488" y="66675"/>
                </a:lnTo>
                <a:lnTo>
                  <a:pt x="61531" y="66675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6" name="p23-路径-0246">
            <a:extLst xmlns:a="http://schemas.openxmlformats.org/drawingml/2006/main">
              <a:ext uri="{FF2B5EF4-FFF2-40B4-BE49-F238E27FC236}">
                <a16:creationId xmlns:a16="http://schemas.microsoft.com/office/drawing/2014/main" id="{70815141-18D4-40D9-A7ED-4EEE34ED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104" y="4305300"/>
            <a:ext cx="94488" cy="142875"/>
          </a:xfrm>
          <a:custGeom xmlns:a="http://schemas.openxmlformats.org/drawingml/2006/main">
            <a:pathLst>
              <a:path w="94488" h="142875">
                <a:moveTo>
                  <a:pt x="32956" y="0"/>
                </a:moveTo>
                <a:lnTo>
                  <a:pt x="32956" y="66675"/>
                </a:lnTo>
                <a:lnTo>
                  <a:pt x="0" y="66675"/>
                </a:lnTo>
                <a:lnTo>
                  <a:pt x="47244" y="142875"/>
                </a:lnTo>
                <a:lnTo>
                  <a:pt x="94488" y="66675"/>
                </a:lnTo>
                <a:lnTo>
                  <a:pt x="61531" y="66675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7" name="p23-路径-0247">
            <a:extLst xmlns:a="http://schemas.openxmlformats.org/drawingml/2006/main">
              <a:ext uri="{FF2B5EF4-FFF2-40B4-BE49-F238E27FC236}">
                <a16:creationId xmlns:a16="http://schemas.microsoft.com/office/drawing/2014/main" id="{65A62CE0-24D8-4F6E-A142-2F86BAF0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134" y="4305300"/>
            <a:ext cx="94488" cy="142875"/>
          </a:xfrm>
          <a:custGeom xmlns:a="http://schemas.openxmlformats.org/drawingml/2006/main">
            <a:pathLst>
              <a:path w="94488" h="142875">
                <a:moveTo>
                  <a:pt x="32957" y="0"/>
                </a:moveTo>
                <a:lnTo>
                  <a:pt x="32957" y="66675"/>
                </a:lnTo>
                <a:lnTo>
                  <a:pt x="0" y="66675"/>
                </a:lnTo>
                <a:lnTo>
                  <a:pt x="47244" y="142875"/>
                </a:lnTo>
                <a:lnTo>
                  <a:pt x="94488" y="66675"/>
                </a:lnTo>
                <a:lnTo>
                  <a:pt x="61532" y="66675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8" name="p23-路径-0248">
            <a:extLst xmlns:a="http://schemas.openxmlformats.org/drawingml/2006/main">
              <a:ext uri="{FF2B5EF4-FFF2-40B4-BE49-F238E27FC236}">
                <a16:creationId xmlns:a16="http://schemas.microsoft.com/office/drawing/2014/main" id="{13556A34-4AF2-45F3-A124-15F7E586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63" y="4305300"/>
            <a:ext cx="94488" cy="142875"/>
          </a:xfrm>
          <a:custGeom xmlns:a="http://schemas.openxmlformats.org/drawingml/2006/main">
            <a:pathLst>
              <a:path w="94488" h="142875">
                <a:moveTo>
                  <a:pt x="32957" y="0"/>
                </a:moveTo>
                <a:lnTo>
                  <a:pt x="32957" y="66675"/>
                </a:lnTo>
                <a:lnTo>
                  <a:pt x="0" y="66675"/>
                </a:lnTo>
                <a:lnTo>
                  <a:pt x="47244" y="142875"/>
                </a:lnTo>
                <a:lnTo>
                  <a:pt x="94488" y="66675"/>
                </a:lnTo>
                <a:lnTo>
                  <a:pt x="61532" y="66675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9" name="p23-路径-0249">
            <a:extLst xmlns:a="http://schemas.openxmlformats.org/drawingml/2006/main">
              <a:ext uri="{FF2B5EF4-FFF2-40B4-BE49-F238E27FC236}">
                <a16:creationId xmlns:a16="http://schemas.microsoft.com/office/drawing/2014/main" id="{A1A3F3B0-4792-48E6-98CB-645E5785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194" y="4305300"/>
            <a:ext cx="94488" cy="142875"/>
          </a:xfrm>
          <a:custGeom xmlns:a="http://schemas.openxmlformats.org/drawingml/2006/main">
            <a:pathLst>
              <a:path w="94488" h="142875">
                <a:moveTo>
                  <a:pt x="32956" y="0"/>
                </a:moveTo>
                <a:lnTo>
                  <a:pt x="32956" y="66675"/>
                </a:lnTo>
                <a:lnTo>
                  <a:pt x="0" y="66675"/>
                </a:lnTo>
                <a:lnTo>
                  <a:pt x="47244" y="142875"/>
                </a:lnTo>
                <a:lnTo>
                  <a:pt x="94488" y="66675"/>
                </a:lnTo>
                <a:lnTo>
                  <a:pt x="61531" y="66675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0" name="p23-文本-0250">
            <a:extLst xmlns:a="http://schemas.openxmlformats.org/drawingml/2006/main">
              <a:ext uri="{FF2B5EF4-FFF2-40B4-BE49-F238E27FC236}">
                <a16:creationId xmlns:a16="http://schemas.microsoft.com/office/drawing/2014/main" id="{C6B8E5D2-6A5A-4AFF-8A7D-B9336B7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97" y="453180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固定基底状态</a:t>
            </a:r>
          </a:p>
        </p:txBody>
      </p:sp>
      <p:sp>
        <p:nvSpPr>
          <p:cNvPr id="251" name="p23-路径-0251">
            <a:extLst xmlns:a="http://schemas.openxmlformats.org/drawingml/2006/main">
              <a:ext uri="{FF2B5EF4-FFF2-40B4-BE49-F238E27FC236}">
                <a16:creationId xmlns:a16="http://schemas.microsoft.com/office/drawing/2014/main" id="{D9980F2C-F98A-4266-A0C9-5A6AE2AD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07168"/>
            <a:ext cx="485775" cy="177165"/>
          </a:xfrm>
          <a:custGeom xmlns:a="http://schemas.openxmlformats.org/drawingml/2006/main">
            <a:pathLst>
              <a:path w="485775" h="177165">
                <a:moveTo>
                  <a:pt x="0" y="126683"/>
                </a:moveTo>
                <a:lnTo>
                  <a:pt x="342900" y="126683"/>
                </a:lnTo>
                <a:lnTo>
                  <a:pt x="342900" y="177165"/>
                </a:lnTo>
                <a:lnTo>
                  <a:pt x="485775" y="88583"/>
                </a:lnTo>
                <a:lnTo>
                  <a:pt x="342900" y="0"/>
                </a:lnTo>
                <a:lnTo>
                  <a:pt x="342900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2" name="p23-矩形-0252">
            <a:extLst xmlns:a="http://schemas.openxmlformats.org/drawingml/2006/main">
              <a:ext uri="{FF2B5EF4-FFF2-40B4-BE49-F238E27FC236}">
                <a16:creationId xmlns:a16="http://schemas.microsoft.com/office/drawing/2014/main" id="{BC9AC33E-807E-4005-8957-CF6344F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18383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3" name="p23-线-0253">
            <a:extLst xmlns:a="http://schemas.openxmlformats.org/drawingml/2006/main">
              <a:ext uri="{FF2B5EF4-FFF2-40B4-BE49-F238E27FC236}">
                <a16:creationId xmlns:a16="http://schemas.microsoft.com/office/drawing/2014/main" id="{8C1CDA64-CDD2-40E3-BD0F-934C65BD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4" name="p23-线-0254">
            <a:extLst xmlns:a="http://schemas.openxmlformats.org/drawingml/2006/main">
              <a:ext uri="{FF2B5EF4-FFF2-40B4-BE49-F238E27FC236}">
                <a16:creationId xmlns:a16="http://schemas.microsoft.com/office/drawing/2014/main" id="{2878765E-0FC0-4C0E-A1C5-18B0F7E0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5" name="p23-线-0255">
            <a:extLst xmlns:a="http://schemas.openxmlformats.org/drawingml/2006/main">
              <a:ext uri="{FF2B5EF4-FFF2-40B4-BE49-F238E27FC236}">
                <a16:creationId xmlns:a16="http://schemas.microsoft.com/office/drawing/2014/main" id="{8FE6B942-7FDA-48D5-B75E-9CBC22B7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6" name="p23-线-0256">
            <a:extLst xmlns:a="http://schemas.openxmlformats.org/drawingml/2006/main">
              <a:ext uri="{FF2B5EF4-FFF2-40B4-BE49-F238E27FC236}">
                <a16:creationId xmlns:a16="http://schemas.microsoft.com/office/drawing/2014/main" id="{30346E0B-FA42-499D-ADE5-5927B305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7" name="p23-线-0257">
            <a:extLst xmlns:a="http://schemas.openxmlformats.org/drawingml/2006/main">
              <a:ext uri="{FF2B5EF4-FFF2-40B4-BE49-F238E27FC236}">
                <a16:creationId xmlns:a16="http://schemas.microsoft.com/office/drawing/2014/main" id="{5F73A277-531E-41BB-9D10-8D703C53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8" name="p23-线-0258">
            <a:extLst xmlns:a="http://schemas.openxmlformats.org/drawingml/2006/main">
              <a:ext uri="{FF2B5EF4-FFF2-40B4-BE49-F238E27FC236}">
                <a16:creationId xmlns:a16="http://schemas.microsoft.com/office/drawing/2014/main" id="{C723CB27-60D6-442B-B673-655D4192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59" name="p23-线-0259">
            <a:extLst xmlns:a="http://schemas.openxmlformats.org/drawingml/2006/main">
              <a:ext uri="{FF2B5EF4-FFF2-40B4-BE49-F238E27FC236}">
                <a16:creationId xmlns:a16="http://schemas.microsoft.com/office/drawing/2014/main" id="{32244D4E-EF1B-447A-8099-1AFF4A7B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0" name="p23-线-0260">
            <a:extLst xmlns:a="http://schemas.openxmlformats.org/drawingml/2006/main">
              <a:ext uri="{FF2B5EF4-FFF2-40B4-BE49-F238E27FC236}">
                <a16:creationId xmlns:a16="http://schemas.microsoft.com/office/drawing/2014/main" id="{2B3FADF9-F7A1-4516-971B-0963D00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1" name="p23-线-0261">
            <a:extLst xmlns:a="http://schemas.openxmlformats.org/drawingml/2006/main">
              <a:ext uri="{FF2B5EF4-FFF2-40B4-BE49-F238E27FC236}">
                <a16:creationId xmlns:a16="http://schemas.microsoft.com/office/drawing/2014/main" id="{A1187080-8859-4CE4-978F-126F7BC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2" name="p23-线-0262">
            <a:extLst xmlns:a="http://schemas.openxmlformats.org/drawingml/2006/main">
              <a:ext uri="{FF2B5EF4-FFF2-40B4-BE49-F238E27FC236}">
                <a16:creationId xmlns:a16="http://schemas.microsoft.com/office/drawing/2014/main" id="{BC20605D-C420-407F-8029-BB0E31C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3" name="p23-线-0263">
            <a:extLst xmlns:a="http://schemas.openxmlformats.org/drawingml/2006/main">
              <a:ext uri="{FF2B5EF4-FFF2-40B4-BE49-F238E27FC236}">
                <a16:creationId xmlns:a16="http://schemas.microsoft.com/office/drawing/2014/main" id="{B4A4BA26-6F66-43F1-8D96-160ABF87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4" name="p23-线-0264">
            <a:extLst xmlns:a="http://schemas.openxmlformats.org/drawingml/2006/main">
              <a:ext uri="{FF2B5EF4-FFF2-40B4-BE49-F238E27FC236}">
                <a16:creationId xmlns:a16="http://schemas.microsoft.com/office/drawing/2014/main" id="{F34B6011-6806-47E6-8066-8C36987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5" name="p23-线-0265">
            <a:extLst xmlns:a="http://schemas.openxmlformats.org/drawingml/2006/main">
              <a:ext uri="{FF2B5EF4-FFF2-40B4-BE49-F238E27FC236}">
                <a16:creationId xmlns:a16="http://schemas.microsoft.com/office/drawing/2014/main" id="{8C769C60-07C2-4BD9-A324-D904341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6" name="p23-线-0266">
            <a:extLst xmlns:a="http://schemas.openxmlformats.org/drawingml/2006/main">
              <a:ext uri="{FF2B5EF4-FFF2-40B4-BE49-F238E27FC236}">
                <a16:creationId xmlns:a16="http://schemas.microsoft.com/office/drawing/2014/main" id="{F2AF8447-D17C-4F14-AD4B-E8A0B4B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7" name="p23-线-0267">
            <a:extLst xmlns:a="http://schemas.openxmlformats.org/drawingml/2006/main">
              <a:ext uri="{FF2B5EF4-FFF2-40B4-BE49-F238E27FC236}">
                <a16:creationId xmlns:a16="http://schemas.microsoft.com/office/drawing/2014/main" id="{02E536B7-0C2A-40C7-9508-33BC9AD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68" name="p23-线-0268">
            <a:extLst xmlns:a="http://schemas.openxmlformats.org/drawingml/2006/main">
              <a:ext uri="{FF2B5EF4-FFF2-40B4-BE49-F238E27FC236}">
                <a16:creationId xmlns:a16="http://schemas.microsoft.com/office/drawing/2014/main" id="{0D76FBBF-639D-4869-B2EC-AEBC6581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9" name="p23-线-0269">
            <a:extLst xmlns:a="http://schemas.openxmlformats.org/drawingml/2006/main">
              <a:ext uri="{FF2B5EF4-FFF2-40B4-BE49-F238E27FC236}">
                <a16:creationId xmlns:a16="http://schemas.microsoft.com/office/drawing/2014/main" id="{B25EEEF7-9970-43A2-962F-E3126532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0" name="p23-线-0270">
            <a:extLst xmlns:a="http://schemas.openxmlformats.org/drawingml/2006/main">
              <a:ext uri="{FF2B5EF4-FFF2-40B4-BE49-F238E27FC236}">
                <a16:creationId xmlns:a16="http://schemas.microsoft.com/office/drawing/2014/main" id="{148E9FC1-113F-4C7D-A9E4-4B21B4B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1" name="p23-线-0271">
            <a:extLst xmlns:a="http://schemas.openxmlformats.org/drawingml/2006/main">
              <a:ext uri="{FF2B5EF4-FFF2-40B4-BE49-F238E27FC236}">
                <a16:creationId xmlns:a16="http://schemas.microsoft.com/office/drawing/2014/main" id="{C75D11FE-1995-4DDA-B3F7-386DAF4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2" name="p23-线-0272">
            <a:extLst xmlns:a="http://schemas.openxmlformats.org/drawingml/2006/main">
              <a:ext uri="{FF2B5EF4-FFF2-40B4-BE49-F238E27FC236}">
                <a16:creationId xmlns:a16="http://schemas.microsoft.com/office/drawing/2014/main" id="{235C5B49-0A47-42F9-809A-BFD458B2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3" name="p23-线-0273">
            <a:extLst xmlns:a="http://schemas.openxmlformats.org/drawingml/2006/main">
              <a:ext uri="{FF2B5EF4-FFF2-40B4-BE49-F238E27FC236}">
                <a16:creationId xmlns:a16="http://schemas.microsoft.com/office/drawing/2014/main" id="{CA426827-FC33-4839-BDBC-1E363378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4" name="p23-线-0274">
            <a:extLst xmlns:a="http://schemas.openxmlformats.org/drawingml/2006/main">
              <a:ext uri="{FF2B5EF4-FFF2-40B4-BE49-F238E27FC236}">
                <a16:creationId xmlns:a16="http://schemas.microsoft.com/office/drawing/2014/main" id="{2711EB11-53DA-4975-93B3-A32668C6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5" name="p23-线-0275">
            <a:extLst xmlns:a="http://schemas.openxmlformats.org/drawingml/2006/main">
              <a:ext uri="{FF2B5EF4-FFF2-40B4-BE49-F238E27FC236}">
                <a16:creationId xmlns:a16="http://schemas.microsoft.com/office/drawing/2014/main" id="{4ED2E21C-4E3D-4E58-B6E9-F6A19D4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6" name="p23-线-0276">
            <a:extLst xmlns:a="http://schemas.openxmlformats.org/drawingml/2006/main">
              <a:ext uri="{FF2B5EF4-FFF2-40B4-BE49-F238E27FC236}">
                <a16:creationId xmlns:a16="http://schemas.microsoft.com/office/drawing/2014/main" id="{2F651D60-DEBB-4FF3-B48C-FC2414A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7" name="p23-线-0277">
            <a:extLst xmlns:a="http://schemas.openxmlformats.org/drawingml/2006/main">
              <a:ext uri="{FF2B5EF4-FFF2-40B4-BE49-F238E27FC236}">
                <a16:creationId xmlns:a16="http://schemas.microsoft.com/office/drawing/2014/main" id="{18E6EB77-CA99-4924-BAB5-853A21D8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8" name="p23-线-0278">
            <a:extLst xmlns:a="http://schemas.openxmlformats.org/drawingml/2006/main">
              <a:ext uri="{FF2B5EF4-FFF2-40B4-BE49-F238E27FC236}">
                <a16:creationId xmlns:a16="http://schemas.microsoft.com/office/drawing/2014/main" id="{966E2D8B-CA36-4E5A-95E0-43F0F35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79" name="p23-线-0279">
            <a:extLst xmlns:a="http://schemas.openxmlformats.org/drawingml/2006/main">
              <a:ext uri="{FF2B5EF4-FFF2-40B4-BE49-F238E27FC236}">
                <a16:creationId xmlns:a16="http://schemas.microsoft.com/office/drawing/2014/main" id="{0021F838-3A6D-4BBE-9B97-17034456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0" name="p23-线-0280">
            <a:extLst xmlns:a="http://schemas.openxmlformats.org/drawingml/2006/main">
              <a:ext uri="{FF2B5EF4-FFF2-40B4-BE49-F238E27FC236}">
                <a16:creationId xmlns:a16="http://schemas.microsoft.com/office/drawing/2014/main" id="{F3C935EB-DD67-4084-9C5D-D4A0968E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5528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1" name="p23-线-0281">
            <a:extLst xmlns:a="http://schemas.openxmlformats.org/drawingml/2006/main">
              <a:ext uri="{FF2B5EF4-FFF2-40B4-BE49-F238E27FC236}">
                <a16:creationId xmlns:a16="http://schemas.microsoft.com/office/drawing/2014/main" id="{7BB5BE5B-DCAB-494A-B48A-CD6ECBD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2" name="p23-线-0282">
            <a:extLst xmlns:a="http://schemas.openxmlformats.org/drawingml/2006/main">
              <a:ext uri="{FF2B5EF4-FFF2-40B4-BE49-F238E27FC236}">
                <a16:creationId xmlns:a16="http://schemas.microsoft.com/office/drawing/2014/main" id="{203443E5-ED5B-4C8C-8BC8-AA6BC79A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5528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3" name="p23-线-0283">
            <a:extLst xmlns:a="http://schemas.openxmlformats.org/drawingml/2006/main">
              <a:ext uri="{FF2B5EF4-FFF2-40B4-BE49-F238E27FC236}">
                <a16:creationId xmlns:a16="http://schemas.microsoft.com/office/drawing/2014/main" id="{8E3242F8-A238-4D7B-A203-F818CFC1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528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4" name="p23-线-0284">
            <a:extLst xmlns:a="http://schemas.openxmlformats.org/drawingml/2006/main">
              <a:ext uri="{FF2B5EF4-FFF2-40B4-BE49-F238E27FC236}">
                <a16:creationId xmlns:a16="http://schemas.microsoft.com/office/drawing/2014/main" id="{FB7727F6-A102-41F7-8C9C-4535B00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5" name="p23-线-0285">
            <a:extLst xmlns:a="http://schemas.openxmlformats.org/drawingml/2006/main">
              <a:ext uri="{FF2B5EF4-FFF2-40B4-BE49-F238E27FC236}">
                <a16:creationId xmlns:a16="http://schemas.microsoft.com/office/drawing/2014/main" id="{B1CD4A2A-DE58-422F-9831-5CA2DBC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6" name="p23-线-0286">
            <a:extLst xmlns:a="http://schemas.openxmlformats.org/drawingml/2006/main">
              <a:ext uri="{FF2B5EF4-FFF2-40B4-BE49-F238E27FC236}">
                <a16:creationId xmlns:a16="http://schemas.microsoft.com/office/drawing/2014/main" id="{78F065C2-7569-4F58-BA61-C77DFAB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87" name="p23-线-0287">
            <a:extLst xmlns:a="http://schemas.openxmlformats.org/drawingml/2006/main">
              <a:ext uri="{FF2B5EF4-FFF2-40B4-BE49-F238E27FC236}">
                <a16:creationId xmlns:a16="http://schemas.microsoft.com/office/drawing/2014/main" id="{9541235C-CB44-4F35-ACA4-2CB15A7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8" name="p23-线-0288">
            <a:extLst xmlns:a="http://schemas.openxmlformats.org/drawingml/2006/main">
              <a:ext uri="{FF2B5EF4-FFF2-40B4-BE49-F238E27FC236}">
                <a16:creationId xmlns:a16="http://schemas.microsoft.com/office/drawing/2014/main" id="{62356687-5F88-43A4-8C47-F64047A6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9" name="p23-线-0289">
            <a:extLst xmlns:a="http://schemas.openxmlformats.org/drawingml/2006/main">
              <a:ext uri="{FF2B5EF4-FFF2-40B4-BE49-F238E27FC236}">
                <a16:creationId xmlns:a16="http://schemas.microsoft.com/office/drawing/2014/main" id="{DF860BBB-0C9B-4A66-BA5C-D29B6DF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0" name="p23-线-0290">
            <a:extLst xmlns:a="http://schemas.openxmlformats.org/drawingml/2006/main">
              <a:ext uri="{FF2B5EF4-FFF2-40B4-BE49-F238E27FC236}">
                <a16:creationId xmlns:a16="http://schemas.microsoft.com/office/drawing/2014/main" id="{35B3E3F2-2721-4E1E-9D75-A30BD7E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1" name="p23-线-0291">
            <a:extLst xmlns:a="http://schemas.openxmlformats.org/drawingml/2006/main">
              <a:ext uri="{FF2B5EF4-FFF2-40B4-BE49-F238E27FC236}">
                <a16:creationId xmlns:a16="http://schemas.microsoft.com/office/drawing/2014/main" id="{8D433739-475A-4D0D-9F7A-20DA048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2" name="p23-线-0292">
            <a:extLst xmlns:a="http://schemas.openxmlformats.org/drawingml/2006/main">
              <a:ext uri="{FF2B5EF4-FFF2-40B4-BE49-F238E27FC236}">
                <a16:creationId xmlns:a16="http://schemas.microsoft.com/office/drawing/2014/main" id="{4FC29022-1792-4615-9EA3-FD87616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3" name="p23-线-0293">
            <a:extLst xmlns:a="http://schemas.openxmlformats.org/drawingml/2006/main">
              <a:ext uri="{FF2B5EF4-FFF2-40B4-BE49-F238E27FC236}">
                <a16:creationId xmlns:a16="http://schemas.microsoft.com/office/drawing/2014/main" id="{D143DD5B-367F-44C5-BBD3-5E0BE0E1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4" name="p23-线-0294">
            <a:extLst xmlns:a="http://schemas.openxmlformats.org/drawingml/2006/main">
              <a:ext uri="{FF2B5EF4-FFF2-40B4-BE49-F238E27FC236}">
                <a16:creationId xmlns:a16="http://schemas.microsoft.com/office/drawing/2014/main" id="{1D4F36A5-74B0-4FFA-8C6D-82A14CD5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5" name="p23-线-0295">
            <a:extLst xmlns:a="http://schemas.openxmlformats.org/drawingml/2006/main">
              <a:ext uri="{FF2B5EF4-FFF2-40B4-BE49-F238E27FC236}">
                <a16:creationId xmlns:a16="http://schemas.microsoft.com/office/drawing/2014/main" id="{2D051D4E-E446-4A86-9CEB-F01EA09F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6" name="p23-线-0296">
            <a:extLst xmlns:a="http://schemas.openxmlformats.org/drawingml/2006/main">
              <a:ext uri="{FF2B5EF4-FFF2-40B4-BE49-F238E27FC236}">
                <a16:creationId xmlns:a16="http://schemas.microsoft.com/office/drawing/2014/main" id="{6A1AA68C-C5C5-4173-AAC6-0255FC1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7" name="p23-线-0297">
            <a:extLst xmlns:a="http://schemas.openxmlformats.org/drawingml/2006/main">
              <a:ext uri="{FF2B5EF4-FFF2-40B4-BE49-F238E27FC236}">
                <a16:creationId xmlns:a16="http://schemas.microsoft.com/office/drawing/2014/main" id="{D324957A-BFC8-4BAB-9E1E-424E98EF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8" name="p23-线-0298">
            <a:extLst xmlns:a="http://schemas.openxmlformats.org/drawingml/2006/main">
              <a:ext uri="{FF2B5EF4-FFF2-40B4-BE49-F238E27FC236}">
                <a16:creationId xmlns:a16="http://schemas.microsoft.com/office/drawing/2014/main" id="{DFDA2DEC-5ADE-46A7-B294-6FA96E19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99" name="p23-线-0299">
            <a:extLst xmlns:a="http://schemas.openxmlformats.org/drawingml/2006/main">
              <a:ext uri="{FF2B5EF4-FFF2-40B4-BE49-F238E27FC236}">
                <a16:creationId xmlns:a16="http://schemas.microsoft.com/office/drawing/2014/main" id="{85AE4441-DB4A-4D31-8002-7DAA843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0" name="p23-线-0300">
            <a:extLst xmlns:a="http://schemas.openxmlformats.org/drawingml/2006/main">
              <a:ext uri="{FF2B5EF4-FFF2-40B4-BE49-F238E27FC236}">
                <a16:creationId xmlns:a16="http://schemas.microsoft.com/office/drawing/2014/main" id="{07CA6D95-5E5C-4E5D-AD6C-ADDB4347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1" name="p23-线-0301">
            <a:extLst xmlns:a="http://schemas.openxmlformats.org/drawingml/2006/main">
              <a:ext uri="{FF2B5EF4-FFF2-40B4-BE49-F238E27FC236}">
                <a16:creationId xmlns:a16="http://schemas.microsoft.com/office/drawing/2014/main" id="{AB22459A-6BA2-4D7B-8984-E3976A05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2" name="p23-线-0302">
            <a:extLst xmlns:a="http://schemas.openxmlformats.org/drawingml/2006/main">
              <a:ext uri="{FF2B5EF4-FFF2-40B4-BE49-F238E27FC236}">
                <a16:creationId xmlns:a16="http://schemas.microsoft.com/office/drawing/2014/main" id="{58CA5E8C-17D0-4AAD-8B7C-03DE181D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3" name="p23-线-0303">
            <a:extLst xmlns:a="http://schemas.openxmlformats.org/drawingml/2006/main">
              <a:ext uri="{FF2B5EF4-FFF2-40B4-BE49-F238E27FC236}">
                <a16:creationId xmlns:a16="http://schemas.microsoft.com/office/drawing/2014/main" id="{6198517A-7F11-4EA9-BB5C-A7E6E538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4" name="p23-线-0304">
            <a:extLst xmlns:a="http://schemas.openxmlformats.org/drawingml/2006/main">
              <a:ext uri="{FF2B5EF4-FFF2-40B4-BE49-F238E27FC236}">
                <a16:creationId xmlns:a16="http://schemas.microsoft.com/office/drawing/2014/main" id="{5F849CE3-C9D9-40D3-8A4F-01BD089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5" name="p23-线-0305">
            <a:extLst xmlns:a="http://schemas.openxmlformats.org/drawingml/2006/main">
              <a:ext uri="{FF2B5EF4-FFF2-40B4-BE49-F238E27FC236}">
                <a16:creationId xmlns:a16="http://schemas.microsoft.com/office/drawing/2014/main" id="{94B2B4C1-FC33-4E83-BB0F-59A57B1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6" name="p23-线-0306">
            <a:extLst xmlns:a="http://schemas.openxmlformats.org/drawingml/2006/main">
              <a:ext uri="{FF2B5EF4-FFF2-40B4-BE49-F238E27FC236}">
                <a16:creationId xmlns:a16="http://schemas.microsoft.com/office/drawing/2014/main" id="{FE7455E5-C0E3-4806-9F45-33D1E0DD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7" name="p23-线-0307">
            <a:extLst xmlns:a="http://schemas.openxmlformats.org/drawingml/2006/main">
              <a:ext uri="{FF2B5EF4-FFF2-40B4-BE49-F238E27FC236}">
                <a16:creationId xmlns:a16="http://schemas.microsoft.com/office/drawing/2014/main" id="{C7DBE2B4-360F-4A13-BAA0-128DE02F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8" name="p23-线-0308">
            <a:extLst xmlns:a="http://schemas.openxmlformats.org/drawingml/2006/main">
              <a:ext uri="{FF2B5EF4-FFF2-40B4-BE49-F238E27FC236}">
                <a16:creationId xmlns:a16="http://schemas.microsoft.com/office/drawing/2014/main" id="{D5B793DA-DB67-4083-A5C4-E8C9CE20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09" name="p23-线-0309">
            <a:extLst xmlns:a="http://schemas.openxmlformats.org/drawingml/2006/main">
              <a:ext uri="{FF2B5EF4-FFF2-40B4-BE49-F238E27FC236}">
                <a16:creationId xmlns:a16="http://schemas.microsoft.com/office/drawing/2014/main" id="{7F069914-2D66-49ED-A174-6A15689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0" name="p23-线-0310">
            <a:extLst xmlns:a="http://schemas.openxmlformats.org/drawingml/2006/main">
              <a:ext uri="{FF2B5EF4-FFF2-40B4-BE49-F238E27FC236}">
                <a16:creationId xmlns:a16="http://schemas.microsoft.com/office/drawing/2014/main" id="{56588CA0-9799-43E5-8D52-CDB9F508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1" name="p23-线-0311">
            <a:extLst xmlns:a="http://schemas.openxmlformats.org/drawingml/2006/main">
              <a:ext uri="{FF2B5EF4-FFF2-40B4-BE49-F238E27FC236}">
                <a16:creationId xmlns:a16="http://schemas.microsoft.com/office/drawing/2014/main" id="{028352A7-330F-43E6-A347-D640A63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7020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2" name="p23-线-0312">
            <a:extLst xmlns:a="http://schemas.openxmlformats.org/drawingml/2006/main">
              <a:ext uri="{FF2B5EF4-FFF2-40B4-BE49-F238E27FC236}">
                <a16:creationId xmlns:a16="http://schemas.microsoft.com/office/drawing/2014/main" id="{D30AEDF9-5E3B-411F-962E-ABDDBA6A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3" name="p23-线-0313">
            <a:extLst xmlns:a="http://schemas.openxmlformats.org/drawingml/2006/main">
              <a:ext uri="{FF2B5EF4-FFF2-40B4-BE49-F238E27FC236}">
                <a16:creationId xmlns:a16="http://schemas.microsoft.com/office/drawing/2014/main" id="{4142E963-0CE7-444C-B06B-A72D8D53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7020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4" name="p23-线-0314">
            <a:extLst xmlns:a="http://schemas.openxmlformats.org/drawingml/2006/main">
              <a:ext uri="{FF2B5EF4-FFF2-40B4-BE49-F238E27FC236}">
                <a16:creationId xmlns:a16="http://schemas.microsoft.com/office/drawing/2014/main" id="{BE9572AE-994B-4BEC-8016-70326E3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020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5" name="p23-线-0315">
            <a:extLst xmlns:a="http://schemas.openxmlformats.org/drawingml/2006/main">
              <a:ext uri="{FF2B5EF4-FFF2-40B4-BE49-F238E27FC236}">
                <a16:creationId xmlns:a16="http://schemas.microsoft.com/office/drawing/2014/main" id="{84D359C4-24AD-400E-9010-3B431C3D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6" name="p23-线-0316">
            <a:extLst xmlns:a="http://schemas.openxmlformats.org/drawingml/2006/main">
              <a:ext uri="{FF2B5EF4-FFF2-40B4-BE49-F238E27FC236}">
                <a16:creationId xmlns:a16="http://schemas.microsoft.com/office/drawing/2014/main" id="{6365743A-F9C0-494C-BC61-975E166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7" name="p23-线-0317">
            <a:extLst xmlns:a="http://schemas.openxmlformats.org/drawingml/2006/main">
              <a:ext uri="{FF2B5EF4-FFF2-40B4-BE49-F238E27FC236}">
                <a16:creationId xmlns:a16="http://schemas.microsoft.com/office/drawing/2014/main" id="{8B2FCD93-A5B2-4D56-A403-7AE1B77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18" name="p23-线-0318">
            <a:extLst xmlns:a="http://schemas.openxmlformats.org/drawingml/2006/main">
              <a:ext uri="{FF2B5EF4-FFF2-40B4-BE49-F238E27FC236}">
                <a16:creationId xmlns:a16="http://schemas.microsoft.com/office/drawing/2014/main" id="{193C1E3F-D127-46ED-BDFA-5E2E7A65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9" name="p23-线-0319">
            <a:extLst xmlns:a="http://schemas.openxmlformats.org/drawingml/2006/main">
              <a:ext uri="{FF2B5EF4-FFF2-40B4-BE49-F238E27FC236}">
                <a16:creationId xmlns:a16="http://schemas.microsoft.com/office/drawing/2014/main" id="{09C1753E-D2E4-49C0-AA93-03A23C0B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0" name="p23-线-0320">
            <a:extLst xmlns:a="http://schemas.openxmlformats.org/drawingml/2006/main">
              <a:ext uri="{FF2B5EF4-FFF2-40B4-BE49-F238E27FC236}">
                <a16:creationId xmlns:a16="http://schemas.microsoft.com/office/drawing/2014/main" id="{CF8295B4-C114-4DEE-A00A-1B710EC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21" name="p23-线-0321">
            <a:extLst xmlns:a="http://schemas.openxmlformats.org/drawingml/2006/main">
              <a:ext uri="{FF2B5EF4-FFF2-40B4-BE49-F238E27FC236}">
                <a16:creationId xmlns:a16="http://schemas.microsoft.com/office/drawing/2014/main" id="{2A97576C-2684-463C-A030-07C32D4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2" name="p23-线-0322">
            <a:extLst xmlns:a="http://schemas.openxmlformats.org/drawingml/2006/main">
              <a:ext uri="{FF2B5EF4-FFF2-40B4-BE49-F238E27FC236}">
                <a16:creationId xmlns:a16="http://schemas.microsoft.com/office/drawing/2014/main" id="{E1083EB2-2B93-471C-9D07-A31E9D3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3" name="p23-线-0323">
            <a:extLst xmlns:a="http://schemas.openxmlformats.org/drawingml/2006/main">
              <a:ext uri="{FF2B5EF4-FFF2-40B4-BE49-F238E27FC236}">
                <a16:creationId xmlns:a16="http://schemas.microsoft.com/office/drawing/2014/main" id="{4DDCE6B9-BC7E-46AA-BE8F-75843F25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24" name="p23-线-0324">
            <a:extLst xmlns:a="http://schemas.openxmlformats.org/drawingml/2006/main">
              <a:ext uri="{FF2B5EF4-FFF2-40B4-BE49-F238E27FC236}">
                <a16:creationId xmlns:a16="http://schemas.microsoft.com/office/drawing/2014/main" id="{5557E9F3-CBA6-4A4A-85F0-7CF58B17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5" name="p23-线-0325">
            <a:extLst xmlns:a="http://schemas.openxmlformats.org/drawingml/2006/main">
              <a:ext uri="{FF2B5EF4-FFF2-40B4-BE49-F238E27FC236}">
                <a16:creationId xmlns:a16="http://schemas.microsoft.com/office/drawing/2014/main" id="{0ECF1845-707B-4515-BDD0-88CEDF1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6" name="p23-线-0326">
            <a:extLst xmlns:a="http://schemas.openxmlformats.org/drawingml/2006/main">
              <a:ext uri="{FF2B5EF4-FFF2-40B4-BE49-F238E27FC236}">
                <a16:creationId xmlns:a16="http://schemas.microsoft.com/office/drawing/2014/main" id="{8C3E7A23-CC32-4E6C-94EE-6E3F7107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27" name="p23-线-0327">
            <a:extLst xmlns:a="http://schemas.openxmlformats.org/drawingml/2006/main">
              <a:ext uri="{FF2B5EF4-FFF2-40B4-BE49-F238E27FC236}">
                <a16:creationId xmlns:a16="http://schemas.microsoft.com/office/drawing/2014/main" id="{A3819F96-5D84-4467-93B8-D29C74CB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8" name="p23-线-0328">
            <a:extLst xmlns:a="http://schemas.openxmlformats.org/drawingml/2006/main">
              <a:ext uri="{FF2B5EF4-FFF2-40B4-BE49-F238E27FC236}">
                <a16:creationId xmlns:a16="http://schemas.microsoft.com/office/drawing/2014/main" id="{FEC0849C-A2F0-4BCF-96AC-4546BD96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9" name="p23-线-0329">
            <a:extLst xmlns:a="http://schemas.openxmlformats.org/drawingml/2006/main">
              <a:ext uri="{FF2B5EF4-FFF2-40B4-BE49-F238E27FC236}">
                <a16:creationId xmlns:a16="http://schemas.microsoft.com/office/drawing/2014/main" id="{CD654935-2357-4354-8245-ABA634BA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0" name="p23-线-0330">
            <a:extLst xmlns:a="http://schemas.openxmlformats.org/drawingml/2006/main">
              <a:ext uri="{FF2B5EF4-FFF2-40B4-BE49-F238E27FC236}">
                <a16:creationId xmlns:a16="http://schemas.microsoft.com/office/drawing/2014/main" id="{227E868C-F983-4F67-B6C4-B41DE73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1" name="p23-线-0331">
            <a:extLst xmlns:a="http://schemas.openxmlformats.org/drawingml/2006/main">
              <a:ext uri="{FF2B5EF4-FFF2-40B4-BE49-F238E27FC236}">
                <a16:creationId xmlns:a16="http://schemas.microsoft.com/office/drawing/2014/main" id="{16B47E2A-EF39-440E-A972-C6CB56CF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2" name="p23-线-0332">
            <a:extLst xmlns:a="http://schemas.openxmlformats.org/drawingml/2006/main">
              <a:ext uri="{FF2B5EF4-FFF2-40B4-BE49-F238E27FC236}">
                <a16:creationId xmlns:a16="http://schemas.microsoft.com/office/drawing/2014/main" id="{756B8C07-1C15-4214-88AA-DCD0080B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3" name="p23-线-0333">
            <a:extLst xmlns:a="http://schemas.openxmlformats.org/drawingml/2006/main">
              <a:ext uri="{FF2B5EF4-FFF2-40B4-BE49-F238E27FC236}">
                <a16:creationId xmlns:a16="http://schemas.microsoft.com/office/drawing/2014/main" id="{CF703479-C3B7-4A32-88B8-67C44F2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4" name="p23-线-0334">
            <a:extLst xmlns:a="http://schemas.openxmlformats.org/drawingml/2006/main">
              <a:ext uri="{FF2B5EF4-FFF2-40B4-BE49-F238E27FC236}">
                <a16:creationId xmlns:a16="http://schemas.microsoft.com/office/drawing/2014/main" id="{5DA5DCD1-7AFD-44FA-AC42-E23948A1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5" name="p23-线-0335">
            <a:extLst xmlns:a="http://schemas.openxmlformats.org/drawingml/2006/main">
              <a:ext uri="{FF2B5EF4-FFF2-40B4-BE49-F238E27FC236}">
                <a16:creationId xmlns:a16="http://schemas.microsoft.com/office/drawing/2014/main" id="{B612F8E4-53D5-4544-B465-7943CC24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6" name="p23-线-0336">
            <a:extLst xmlns:a="http://schemas.openxmlformats.org/drawingml/2006/main">
              <a:ext uri="{FF2B5EF4-FFF2-40B4-BE49-F238E27FC236}">
                <a16:creationId xmlns:a16="http://schemas.microsoft.com/office/drawing/2014/main" id="{02925AD9-52A7-44EB-A7FB-048CE4FB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7" name="p23-线-0337">
            <a:extLst xmlns:a="http://schemas.openxmlformats.org/drawingml/2006/main">
              <a:ext uri="{FF2B5EF4-FFF2-40B4-BE49-F238E27FC236}">
                <a16:creationId xmlns:a16="http://schemas.microsoft.com/office/drawing/2014/main" id="{AEA4CB4F-07A4-4A37-8D74-158344BF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38" name="p23-线-0338">
            <a:extLst xmlns:a="http://schemas.openxmlformats.org/drawingml/2006/main">
              <a:ext uri="{FF2B5EF4-FFF2-40B4-BE49-F238E27FC236}">
                <a16:creationId xmlns:a16="http://schemas.microsoft.com/office/drawing/2014/main" id="{9AF10F6E-8002-49CD-A84D-0036913F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9" name="p23-线-0339">
            <a:extLst xmlns:a="http://schemas.openxmlformats.org/drawingml/2006/main">
              <a:ext uri="{FF2B5EF4-FFF2-40B4-BE49-F238E27FC236}">
                <a16:creationId xmlns:a16="http://schemas.microsoft.com/office/drawing/2014/main" id="{C8192A99-9251-4AFF-88B3-F9A643F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0" name="p23-线-0340">
            <a:extLst xmlns:a="http://schemas.openxmlformats.org/drawingml/2006/main">
              <a:ext uri="{FF2B5EF4-FFF2-40B4-BE49-F238E27FC236}">
                <a16:creationId xmlns:a16="http://schemas.microsoft.com/office/drawing/2014/main" id="{08EE68AF-8B08-4586-96C3-5408C2EF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1" name="p23-线-0341">
            <a:extLst xmlns:a="http://schemas.openxmlformats.org/drawingml/2006/main">
              <a:ext uri="{FF2B5EF4-FFF2-40B4-BE49-F238E27FC236}">
                <a16:creationId xmlns:a16="http://schemas.microsoft.com/office/drawing/2014/main" id="{9E8CBC1B-C3BE-42FA-BF7F-E8AA92DF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2" name="p23-线-0342">
            <a:extLst xmlns:a="http://schemas.openxmlformats.org/drawingml/2006/main">
              <a:ext uri="{FF2B5EF4-FFF2-40B4-BE49-F238E27FC236}">
                <a16:creationId xmlns:a16="http://schemas.microsoft.com/office/drawing/2014/main" id="{AECBEEE2-3522-411A-BCFC-809A33F0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8512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3" name="p23-线-0343">
            <a:extLst xmlns:a="http://schemas.openxmlformats.org/drawingml/2006/main">
              <a:ext uri="{FF2B5EF4-FFF2-40B4-BE49-F238E27FC236}">
                <a16:creationId xmlns:a16="http://schemas.microsoft.com/office/drawing/2014/main" id="{0939B565-2670-4F3B-8D59-FE711EB1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4" name="p23-线-0344">
            <a:extLst xmlns:a="http://schemas.openxmlformats.org/drawingml/2006/main">
              <a:ext uri="{FF2B5EF4-FFF2-40B4-BE49-F238E27FC236}">
                <a16:creationId xmlns:a16="http://schemas.microsoft.com/office/drawing/2014/main" id="{93612415-4B01-4AC2-9CE9-92C1C9F2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385127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5" name="p23-线-0345">
            <a:extLst xmlns:a="http://schemas.openxmlformats.org/drawingml/2006/main">
              <a:ext uri="{FF2B5EF4-FFF2-40B4-BE49-F238E27FC236}">
                <a16:creationId xmlns:a16="http://schemas.microsoft.com/office/drawing/2014/main" id="{5177708E-A07B-4F6C-9D1B-42ABBEFC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5127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6" name="p23-线-0346">
            <a:extLst xmlns:a="http://schemas.openxmlformats.org/drawingml/2006/main">
              <a:ext uri="{FF2B5EF4-FFF2-40B4-BE49-F238E27FC236}">
                <a16:creationId xmlns:a16="http://schemas.microsoft.com/office/drawing/2014/main" id="{A59BA222-8F39-48E6-8A85-5FDE9D79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7" name="p23-线-0347">
            <a:extLst xmlns:a="http://schemas.openxmlformats.org/drawingml/2006/main">
              <a:ext uri="{FF2B5EF4-FFF2-40B4-BE49-F238E27FC236}">
                <a16:creationId xmlns:a16="http://schemas.microsoft.com/office/drawing/2014/main" id="{8C658596-4B8F-40B7-947C-CCAC6C92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8" name="p23-线-0348">
            <a:extLst xmlns:a="http://schemas.openxmlformats.org/drawingml/2006/main">
              <a:ext uri="{FF2B5EF4-FFF2-40B4-BE49-F238E27FC236}">
                <a16:creationId xmlns:a16="http://schemas.microsoft.com/office/drawing/2014/main" id="{B431B380-24A3-4333-BA4C-2371EF52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49" name="p23-线-0349">
            <a:extLst xmlns:a="http://schemas.openxmlformats.org/drawingml/2006/main">
              <a:ext uri="{FF2B5EF4-FFF2-40B4-BE49-F238E27FC236}">
                <a16:creationId xmlns:a16="http://schemas.microsoft.com/office/drawing/2014/main" id="{C983EEB1-F33C-49A6-9F49-A1DC38A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0" name="p23-线-0350">
            <a:extLst xmlns:a="http://schemas.openxmlformats.org/drawingml/2006/main">
              <a:ext uri="{FF2B5EF4-FFF2-40B4-BE49-F238E27FC236}">
                <a16:creationId xmlns:a16="http://schemas.microsoft.com/office/drawing/2014/main" id="{C9402C61-6FB8-4633-B809-8611572D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1" name="p23-线-0351">
            <a:extLst xmlns:a="http://schemas.openxmlformats.org/drawingml/2006/main">
              <a:ext uri="{FF2B5EF4-FFF2-40B4-BE49-F238E27FC236}">
                <a16:creationId xmlns:a16="http://schemas.microsoft.com/office/drawing/2014/main" id="{FC295847-14CA-41E5-A15A-3BF29C8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52" name="p23-线-0352">
            <a:extLst xmlns:a="http://schemas.openxmlformats.org/drawingml/2006/main">
              <a:ext uri="{FF2B5EF4-FFF2-40B4-BE49-F238E27FC236}">
                <a16:creationId xmlns:a16="http://schemas.microsoft.com/office/drawing/2014/main" id="{45E9A244-F747-4FF4-B823-735CE55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3" name="p23-线-0353">
            <a:extLst xmlns:a="http://schemas.openxmlformats.org/drawingml/2006/main">
              <a:ext uri="{FF2B5EF4-FFF2-40B4-BE49-F238E27FC236}">
                <a16:creationId xmlns:a16="http://schemas.microsoft.com/office/drawing/2014/main" id="{1F16996C-D43B-45EE-8CA8-A4B39EB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4" name="p23-线-0354">
            <a:extLst xmlns:a="http://schemas.openxmlformats.org/drawingml/2006/main">
              <a:ext uri="{FF2B5EF4-FFF2-40B4-BE49-F238E27FC236}">
                <a16:creationId xmlns:a16="http://schemas.microsoft.com/office/drawing/2014/main" id="{0675A1E5-3463-4EB1-A806-E621D0E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55" name="p23-线-0355">
            <a:extLst xmlns:a="http://schemas.openxmlformats.org/drawingml/2006/main">
              <a:ext uri="{FF2B5EF4-FFF2-40B4-BE49-F238E27FC236}">
                <a16:creationId xmlns:a16="http://schemas.microsoft.com/office/drawing/2014/main" id="{C743F015-F009-4E47-95EE-E468382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6" name="p23-线-0356">
            <a:extLst xmlns:a="http://schemas.openxmlformats.org/drawingml/2006/main">
              <a:ext uri="{FF2B5EF4-FFF2-40B4-BE49-F238E27FC236}">
                <a16:creationId xmlns:a16="http://schemas.microsoft.com/office/drawing/2014/main" id="{AF8308C2-177D-42CF-A651-452686F6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7" name="p23-线-0357">
            <a:extLst xmlns:a="http://schemas.openxmlformats.org/drawingml/2006/main">
              <a:ext uri="{FF2B5EF4-FFF2-40B4-BE49-F238E27FC236}">
                <a16:creationId xmlns:a16="http://schemas.microsoft.com/office/drawing/2014/main" id="{16FC39F0-2C5B-4377-9D1B-516B2F84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58" name="p23-线-0358">
            <a:extLst xmlns:a="http://schemas.openxmlformats.org/drawingml/2006/main">
              <a:ext uri="{FF2B5EF4-FFF2-40B4-BE49-F238E27FC236}">
                <a16:creationId xmlns:a16="http://schemas.microsoft.com/office/drawing/2014/main" id="{430A3DF7-0F32-4CC8-BB31-2DF64CB6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9" name="p23-线-0359">
            <a:extLst xmlns:a="http://schemas.openxmlformats.org/drawingml/2006/main">
              <a:ext uri="{FF2B5EF4-FFF2-40B4-BE49-F238E27FC236}">
                <a16:creationId xmlns:a16="http://schemas.microsoft.com/office/drawing/2014/main" id="{B2BC1866-041E-4531-8618-6093CE61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0" name="p23-线-0360">
            <a:extLst xmlns:a="http://schemas.openxmlformats.org/drawingml/2006/main">
              <a:ext uri="{FF2B5EF4-FFF2-40B4-BE49-F238E27FC236}">
                <a16:creationId xmlns:a16="http://schemas.microsoft.com/office/drawing/2014/main" id="{1355BAD1-95D3-4A99-B2BC-F42B43CE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1" name="p23-线-0361">
            <a:extLst xmlns:a="http://schemas.openxmlformats.org/drawingml/2006/main">
              <a:ext uri="{FF2B5EF4-FFF2-40B4-BE49-F238E27FC236}">
                <a16:creationId xmlns:a16="http://schemas.microsoft.com/office/drawing/2014/main" id="{802EFB70-4BA5-4CA6-955E-14B410B8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2" name="p23-线-0362">
            <a:extLst xmlns:a="http://schemas.openxmlformats.org/drawingml/2006/main">
              <a:ext uri="{FF2B5EF4-FFF2-40B4-BE49-F238E27FC236}">
                <a16:creationId xmlns:a16="http://schemas.microsoft.com/office/drawing/2014/main" id="{911E335F-9484-4B5C-926B-F4CDC953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3" name="p23-线-0363">
            <a:extLst xmlns:a="http://schemas.openxmlformats.org/drawingml/2006/main">
              <a:ext uri="{FF2B5EF4-FFF2-40B4-BE49-F238E27FC236}">
                <a16:creationId xmlns:a16="http://schemas.microsoft.com/office/drawing/2014/main" id="{E563EB12-EA75-4318-B6D6-BA8DAC3F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4" name="p23-线-0364">
            <a:extLst xmlns:a="http://schemas.openxmlformats.org/drawingml/2006/main">
              <a:ext uri="{FF2B5EF4-FFF2-40B4-BE49-F238E27FC236}">
                <a16:creationId xmlns:a16="http://schemas.microsoft.com/office/drawing/2014/main" id="{3618FF64-264E-4F3A-8C64-B7158421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5" name="p23-线-0365">
            <a:extLst xmlns:a="http://schemas.openxmlformats.org/drawingml/2006/main">
              <a:ext uri="{FF2B5EF4-FFF2-40B4-BE49-F238E27FC236}">
                <a16:creationId xmlns:a16="http://schemas.microsoft.com/office/drawing/2014/main" id="{311089E1-F6AC-49D8-B740-34CE28C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6" name="p23-线-0366">
            <a:extLst xmlns:a="http://schemas.openxmlformats.org/drawingml/2006/main">
              <a:ext uri="{FF2B5EF4-FFF2-40B4-BE49-F238E27FC236}">
                <a16:creationId xmlns:a16="http://schemas.microsoft.com/office/drawing/2014/main" id="{2913511B-D9AF-4145-BE00-7C8C836F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7" name="p23-线-0367">
            <a:extLst xmlns:a="http://schemas.openxmlformats.org/drawingml/2006/main">
              <a:ext uri="{FF2B5EF4-FFF2-40B4-BE49-F238E27FC236}">
                <a16:creationId xmlns:a16="http://schemas.microsoft.com/office/drawing/2014/main" id="{B9E8F175-23E6-47EA-A340-20CEBDA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8" name="p23-线-0368">
            <a:extLst xmlns:a="http://schemas.openxmlformats.org/drawingml/2006/main">
              <a:ext uri="{FF2B5EF4-FFF2-40B4-BE49-F238E27FC236}">
                <a16:creationId xmlns:a16="http://schemas.microsoft.com/office/drawing/2014/main" id="{A76115C0-F313-4989-803B-612C5DB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69" name="p23-线-0369">
            <a:extLst xmlns:a="http://schemas.openxmlformats.org/drawingml/2006/main">
              <a:ext uri="{FF2B5EF4-FFF2-40B4-BE49-F238E27FC236}">
                <a16:creationId xmlns:a16="http://schemas.microsoft.com/office/drawing/2014/main" id="{F7B6DCAD-93A0-4472-86F3-15C50BD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0" name="p23-线-0370">
            <a:extLst xmlns:a="http://schemas.openxmlformats.org/drawingml/2006/main">
              <a:ext uri="{FF2B5EF4-FFF2-40B4-BE49-F238E27FC236}">
                <a16:creationId xmlns:a16="http://schemas.microsoft.com/office/drawing/2014/main" id="{87D6F1A6-B572-47B5-8D30-21A02B9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1" name="p23-线-0371">
            <a:extLst xmlns:a="http://schemas.openxmlformats.org/drawingml/2006/main">
              <a:ext uri="{FF2B5EF4-FFF2-40B4-BE49-F238E27FC236}">
                <a16:creationId xmlns:a16="http://schemas.microsoft.com/office/drawing/2014/main" id="{D13EB0B5-9469-4E35-B8EF-15385038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2" name="p23-线-0372">
            <a:extLst xmlns:a="http://schemas.openxmlformats.org/drawingml/2006/main">
              <a:ext uri="{FF2B5EF4-FFF2-40B4-BE49-F238E27FC236}">
                <a16:creationId xmlns:a16="http://schemas.microsoft.com/office/drawing/2014/main" id="{8E8BA781-709A-4EEB-8AAB-5893D15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3" name="p23-线-0373">
            <a:extLst xmlns:a="http://schemas.openxmlformats.org/drawingml/2006/main">
              <a:ext uri="{FF2B5EF4-FFF2-40B4-BE49-F238E27FC236}">
                <a16:creationId xmlns:a16="http://schemas.microsoft.com/office/drawing/2014/main" id="{757F20A4-4C49-41C8-A14D-934A3C72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00050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4" name="p23-线-0374">
            <a:extLst xmlns:a="http://schemas.openxmlformats.org/drawingml/2006/main">
              <a:ext uri="{FF2B5EF4-FFF2-40B4-BE49-F238E27FC236}">
                <a16:creationId xmlns:a16="http://schemas.microsoft.com/office/drawing/2014/main" id="{4C74B3F9-F85C-4E9E-B514-8B193098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5" name="p23-线-0375">
            <a:extLst xmlns:a="http://schemas.openxmlformats.org/drawingml/2006/main">
              <a:ext uri="{FF2B5EF4-FFF2-40B4-BE49-F238E27FC236}">
                <a16:creationId xmlns:a16="http://schemas.microsoft.com/office/drawing/2014/main" id="{57511EFA-274E-4DF1-B3E2-CC69669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00050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76" name="p23-线-0376">
            <a:extLst xmlns:a="http://schemas.openxmlformats.org/drawingml/2006/main">
              <a:ext uri="{FF2B5EF4-FFF2-40B4-BE49-F238E27FC236}">
                <a16:creationId xmlns:a16="http://schemas.microsoft.com/office/drawing/2014/main" id="{54B34819-1D71-49A8-AB93-C9ABBCB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0050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7" name="p23-线-0377">
            <a:extLst xmlns:a="http://schemas.openxmlformats.org/drawingml/2006/main">
              <a:ext uri="{FF2B5EF4-FFF2-40B4-BE49-F238E27FC236}">
                <a16:creationId xmlns:a16="http://schemas.microsoft.com/office/drawing/2014/main" id="{62CF160D-E5D2-4D0D-908D-5FE6BB8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8" name="p23-线-0378">
            <a:extLst xmlns:a="http://schemas.openxmlformats.org/drawingml/2006/main">
              <a:ext uri="{FF2B5EF4-FFF2-40B4-BE49-F238E27FC236}">
                <a16:creationId xmlns:a16="http://schemas.microsoft.com/office/drawing/2014/main" id="{279DEBF5-FA88-451D-9053-16A3CFEF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9" name="p23-线-0379">
            <a:extLst xmlns:a="http://schemas.openxmlformats.org/drawingml/2006/main">
              <a:ext uri="{FF2B5EF4-FFF2-40B4-BE49-F238E27FC236}">
                <a16:creationId xmlns:a16="http://schemas.microsoft.com/office/drawing/2014/main" id="{2C663237-F901-4AE7-AC24-14981E2B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80" name="p23-线-0380">
            <a:extLst xmlns:a="http://schemas.openxmlformats.org/drawingml/2006/main">
              <a:ext uri="{FF2B5EF4-FFF2-40B4-BE49-F238E27FC236}">
                <a16:creationId xmlns:a16="http://schemas.microsoft.com/office/drawing/2014/main" id="{5906A4A2-3DEA-4F2D-9266-EAAB9B7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1" name="p23-线-0381">
            <a:extLst xmlns:a="http://schemas.openxmlformats.org/drawingml/2006/main">
              <a:ext uri="{FF2B5EF4-FFF2-40B4-BE49-F238E27FC236}">
                <a16:creationId xmlns:a16="http://schemas.microsoft.com/office/drawing/2014/main" id="{568CE625-0460-4D53-B806-1B63325B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2" name="p23-线-0382">
            <a:extLst xmlns:a="http://schemas.openxmlformats.org/drawingml/2006/main">
              <a:ext uri="{FF2B5EF4-FFF2-40B4-BE49-F238E27FC236}">
                <a16:creationId xmlns:a16="http://schemas.microsoft.com/office/drawing/2014/main" id="{644A764D-E330-471E-BC5B-DC94BC7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83" name="p23-线-0383">
            <a:extLst xmlns:a="http://schemas.openxmlformats.org/drawingml/2006/main">
              <a:ext uri="{FF2B5EF4-FFF2-40B4-BE49-F238E27FC236}">
                <a16:creationId xmlns:a16="http://schemas.microsoft.com/office/drawing/2014/main" id="{D6C2774A-B5E5-4120-BD20-2EFEA7AA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4" name="p23-线-0384">
            <a:extLst xmlns:a="http://schemas.openxmlformats.org/drawingml/2006/main">
              <a:ext uri="{FF2B5EF4-FFF2-40B4-BE49-F238E27FC236}">
                <a16:creationId xmlns:a16="http://schemas.microsoft.com/office/drawing/2014/main" id="{D3F2654B-7D9C-4F2C-8CAD-435FEFB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5" name="p23-线-0385">
            <a:extLst xmlns:a="http://schemas.openxmlformats.org/drawingml/2006/main">
              <a:ext uri="{FF2B5EF4-FFF2-40B4-BE49-F238E27FC236}">
                <a16:creationId xmlns:a16="http://schemas.microsoft.com/office/drawing/2014/main" id="{020C2F7D-699D-4833-BA61-52FF1E6C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86" name="p23-线-0386">
            <a:extLst xmlns:a="http://schemas.openxmlformats.org/drawingml/2006/main">
              <a:ext uri="{FF2B5EF4-FFF2-40B4-BE49-F238E27FC236}">
                <a16:creationId xmlns:a16="http://schemas.microsoft.com/office/drawing/2014/main" id="{295755B7-3506-4844-9E0D-A7761FBF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7" name="p23-线-0387">
            <a:extLst xmlns:a="http://schemas.openxmlformats.org/drawingml/2006/main">
              <a:ext uri="{FF2B5EF4-FFF2-40B4-BE49-F238E27FC236}">
                <a16:creationId xmlns:a16="http://schemas.microsoft.com/office/drawing/2014/main" id="{20FB52C0-41C5-4C76-A9AF-046311F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8" name="p23-线-0388">
            <a:extLst xmlns:a="http://schemas.openxmlformats.org/drawingml/2006/main">
              <a:ext uri="{FF2B5EF4-FFF2-40B4-BE49-F238E27FC236}">
                <a16:creationId xmlns:a16="http://schemas.microsoft.com/office/drawing/2014/main" id="{D5E16642-4DEF-4C42-83CA-781598E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89" name="p23-线-0389">
            <a:extLst xmlns:a="http://schemas.openxmlformats.org/drawingml/2006/main">
              <a:ext uri="{FF2B5EF4-FFF2-40B4-BE49-F238E27FC236}">
                <a16:creationId xmlns:a16="http://schemas.microsoft.com/office/drawing/2014/main" id="{CA97241E-0253-45AA-BE81-6D63F119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0" name="p23-线-0390">
            <a:extLst xmlns:a="http://schemas.openxmlformats.org/drawingml/2006/main">
              <a:ext uri="{FF2B5EF4-FFF2-40B4-BE49-F238E27FC236}">
                <a16:creationId xmlns:a16="http://schemas.microsoft.com/office/drawing/2014/main" id="{5D73914C-A9C1-4E6F-92D7-A6B06BA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1" name="p23-线-0391">
            <a:extLst xmlns:a="http://schemas.openxmlformats.org/drawingml/2006/main">
              <a:ext uri="{FF2B5EF4-FFF2-40B4-BE49-F238E27FC236}">
                <a16:creationId xmlns:a16="http://schemas.microsoft.com/office/drawing/2014/main" id="{2CC3560D-0C65-4D5C-9C56-D2AE735C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2" name="p23-线-0392">
            <a:extLst xmlns:a="http://schemas.openxmlformats.org/drawingml/2006/main">
              <a:ext uri="{FF2B5EF4-FFF2-40B4-BE49-F238E27FC236}">
                <a16:creationId xmlns:a16="http://schemas.microsoft.com/office/drawing/2014/main" id="{6B86204E-F181-4E3D-A42D-760D3CA4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3" name="p23-线-0393">
            <a:extLst xmlns:a="http://schemas.openxmlformats.org/drawingml/2006/main">
              <a:ext uri="{FF2B5EF4-FFF2-40B4-BE49-F238E27FC236}">
                <a16:creationId xmlns:a16="http://schemas.microsoft.com/office/drawing/2014/main" id="{F7816515-1888-4F68-B454-2AFB5E4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4" name="p23-线-0394">
            <a:extLst xmlns:a="http://schemas.openxmlformats.org/drawingml/2006/main">
              <a:ext uri="{FF2B5EF4-FFF2-40B4-BE49-F238E27FC236}">
                <a16:creationId xmlns:a16="http://schemas.microsoft.com/office/drawing/2014/main" id="{B30D700C-5AAF-41F3-859A-F60C7D1E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5" name="p23-线-0395">
            <a:extLst xmlns:a="http://schemas.openxmlformats.org/drawingml/2006/main">
              <a:ext uri="{FF2B5EF4-FFF2-40B4-BE49-F238E27FC236}">
                <a16:creationId xmlns:a16="http://schemas.microsoft.com/office/drawing/2014/main" id="{147A8962-3B8B-4256-903E-BD70FFC0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6" name="p23-线-0396">
            <a:extLst xmlns:a="http://schemas.openxmlformats.org/drawingml/2006/main">
              <a:ext uri="{FF2B5EF4-FFF2-40B4-BE49-F238E27FC236}">
                <a16:creationId xmlns:a16="http://schemas.microsoft.com/office/drawing/2014/main" id="{D3A16083-92C4-4068-858E-D4FF89DD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7" name="p23-线-0397">
            <a:extLst xmlns:a="http://schemas.openxmlformats.org/drawingml/2006/main">
              <a:ext uri="{FF2B5EF4-FFF2-40B4-BE49-F238E27FC236}">
                <a16:creationId xmlns:a16="http://schemas.microsoft.com/office/drawing/2014/main" id="{75FA8406-7A8D-4E27-9269-51AB7DA7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8" name="p23-线-0398">
            <a:extLst xmlns:a="http://schemas.openxmlformats.org/drawingml/2006/main">
              <a:ext uri="{FF2B5EF4-FFF2-40B4-BE49-F238E27FC236}">
                <a16:creationId xmlns:a16="http://schemas.microsoft.com/office/drawing/2014/main" id="{2883E924-4C9C-4216-BCB9-0B250C1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99" name="p23-线-0399">
            <a:extLst xmlns:a="http://schemas.openxmlformats.org/drawingml/2006/main">
              <a:ext uri="{FF2B5EF4-FFF2-40B4-BE49-F238E27FC236}">
                <a16:creationId xmlns:a16="http://schemas.microsoft.com/office/drawing/2014/main" id="{EF118139-039F-4DD9-9F1B-DBEA0A47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0" name="p23-线-0400">
            <a:extLst xmlns:a="http://schemas.openxmlformats.org/drawingml/2006/main">
              <a:ext uri="{FF2B5EF4-FFF2-40B4-BE49-F238E27FC236}">
                <a16:creationId xmlns:a16="http://schemas.microsoft.com/office/drawing/2014/main" id="{884A1A63-1CD6-4A74-BEFD-1E3FCFC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1" name="p23-线-0401">
            <a:extLst xmlns:a="http://schemas.openxmlformats.org/drawingml/2006/main">
              <a:ext uri="{FF2B5EF4-FFF2-40B4-BE49-F238E27FC236}">
                <a16:creationId xmlns:a16="http://schemas.microsoft.com/office/drawing/2014/main" id="{2E6E2A31-BD71-498A-82C3-CB145432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2" name="p23-线-0402">
            <a:extLst xmlns:a="http://schemas.openxmlformats.org/drawingml/2006/main">
              <a:ext uri="{FF2B5EF4-FFF2-40B4-BE49-F238E27FC236}">
                <a16:creationId xmlns:a16="http://schemas.microsoft.com/office/drawing/2014/main" id="{2BF0835D-6C7D-45CC-9936-2899F6A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3" name="p23-线-0403">
            <a:extLst xmlns:a="http://schemas.openxmlformats.org/drawingml/2006/main">
              <a:ext uri="{FF2B5EF4-FFF2-40B4-BE49-F238E27FC236}">
                <a16:creationId xmlns:a16="http://schemas.microsoft.com/office/drawing/2014/main" id="{8B0B5962-11BD-42B4-997A-4BDD6277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4" name="p23-线-0404">
            <a:extLst xmlns:a="http://schemas.openxmlformats.org/drawingml/2006/main">
              <a:ext uri="{FF2B5EF4-FFF2-40B4-BE49-F238E27FC236}">
                <a16:creationId xmlns:a16="http://schemas.microsoft.com/office/drawing/2014/main" id="{64AC10F9-AC7F-4D68-96D1-E434EA8A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14972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5" name="p23-线-0405">
            <a:extLst xmlns:a="http://schemas.openxmlformats.org/drawingml/2006/main">
              <a:ext uri="{FF2B5EF4-FFF2-40B4-BE49-F238E27FC236}">
                <a16:creationId xmlns:a16="http://schemas.microsoft.com/office/drawing/2014/main" id="{7D2962D9-AE2E-42CB-A4F3-BB706E8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6" name="p23-线-0406">
            <a:extLst xmlns:a="http://schemas.openxmlformats.org/drawingml/2006/main">
              <a:ext uri="{FF2B5EF4-FFF2-40B4-BE49-F238E27FC236}">
                <a16:creationId xmlns:a16="http://schemas.microsoft.com/office/drawing/2014/main" id="{D537DAA7-B766-4775-9B94-BD884E54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149725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07" name="p23-线-0407">
            <a:extLst xmlns:a="http://schemas.openxmlformats.org/drawingml/2006/main">
              <a:ext uri="{FF2B5EF4-FFF2-40B4-BE49-F238E27FC236}">
                <a16:creationId xmlns:a16="http://schemas.microsoft.com/office/drawing/2014/main" id="{C980A52B-5C14-4918-A55D-F1922BD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49725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8" name="p23-线-0408">
            <a:extLst xmlns:a="http://schemas.openxmlformats.org/drawingml/2006/main">
              <a:ext uri="{FF2B5EF4-FFF2-40B4-BE49-F238E27FC236}">
                <a16:creationId xmlns:a16="http://schemas.microsoft.com/office/drawing/2014/main" id="{620997A8-9A4E-414B-9356-F277E46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9" name="p23-线-0409">
            <a:extLst xmlns:a="http://schemas.openxmlformats.org/drawingml/2006/main">
              <a:ext uri="{FF2B5EF4-FFF2-40B4-BE49-F238E27FC236}">
                <a16:creationId xmlns:a16="http://schemas.microsoft.com/office/drawing/2014/main" id="{362C7D02-27C8-402C-9658-74EE4AC3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0" name="p23-线-0410">
            <a:extLst xmlns:a="http://schemas.openxmlformats.org/drawingml/2006/main">
              <a:ext uri="{FF2B5EF4-FFF2-40B4-BE49-F238E27FC236}">
                <a16:creationId xmlns:a16="http://schemas.microsoft.com/office/drawing/2014/main" id="{E095EFDB-BCB4-479D-94BF-73250348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11" name="p23-线-0411">
            <a:extLst xmlns:a="http://schemas.openxmlformats.org/drawingml/2006/main">
              <a:ext uri="{FF2B5EF4-FFF2-40B4-BE49-F238E27FC236}">
                <a16:creationId xmlns:a16="http://schemas.microsoft.com/office/drawing/2014/main" id="{4CD0A3C4-2F3E-4CF8-AA34-5B5F9C66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2" name="p23-线-0412">
            <a:extLst xmlns:a="http://schemas.openxmlformats.org/drawingml/2006/main">
              <a:ext uri="{FF2B5EF4-FFF2-40B4-BE49-F238E27FC236}">
                <a16:creationId xmlns:a16="http://schemas.microsoft.com/office/drawing/2014/main" id="{2676F930-5544-4C01-A5CE-3A55AEED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3" name="p23-线-0413">
            <a:extLst xmlns:a="http://schemas.openxmlformats.org/drawingml/2006/main">
              <a:ext uri="{FF2B5EF4-FFF2-40B4-BE49-F238E27FC236}">
                <a16:creationId xmlns:a16="http://schemas.microsoft.com/office/drawing/2014/main" id="{5C2E60F2-5FBE-41BA-A152-3D752E0F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14" name="p23-线-0414">
            <a:extLst xmlns:a="http://schemas.openxmlformats.org/drawingml/2006/main">
              <a:ext uri="{FF2B5EF4-FFF2-40B4-BE49-F238E27FC236}">
                <a16:creationId xmlns:a16="http://schemas.microsoft.com/office/drawing/2014/main" id="{1B4681CF-02EB-4C30-AECC-FB34C2B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5" name="p23-线-0415">
            <a:extLst xmlns:a="http://schemas.openxmlformats.org/drawingml/2006/main">
              <a:ext uri="{FF2B5EF4-FFF2-40B4-BE49-F238E27FC236}">
                <a16:creationId xmlns:a16="http://schemas.microsoft.com/office/drawing/2014/main" id="{FB7DBDBE-5E0A-4292-A94A-D28B663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6" name="p23-线-0416">
            <a:extLst xmlns:a="http://schemas.openxmlformats.org/drawingml/2006/main">
              <a:ext uri="{FF2B5EF4-FFF2-40B4-BE49-F238E27FC236}">
                <a16:creationId xmlns:a16="http://schemas.microsoft.com/office/drawing/2014/main" id="{19CD1C09-CD0E-4725-A8F2-2B1EDB5A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17" name="p23-线-0417">
            <a:extLst xmlns:a="http://schemas.openxmlformats.org/drawingml/2006/main">
              <a:ext uri="{FF2B5EF4-FFF2-40B4-BE49-F238E27FC236}">
                <a16:creationId xmlns:a16="http://schemas.microsoft.com/office/drawing/2014/main" id="{349833C5-C658-47F9-B0A5-0E4F92CF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8" name="p23-线-0418">
            <a:extLst xmlns:a="http://schemas.openxmlformats.org/drawingml/2006/main">
              <a:ext uri="{FF2B5EF4-FFF2-40B4-BE49-F238E27FC236}">
                <a16:creationId xmlns:a16="http://schemas.microsoft.com/office/drawing/2014/main" id="{65A652BA-F990-4145-AB16-CC260766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9" name="p23-线-0419">
            <a:extLst xmlns:a="http://schemas.openxmlformats.org/drawingml/2006/main">
              <a:ext uri="{FF2B5EF4-FFF2-40B4-BE49-F238E27FC236}">
                <a16:creationId xmlns:a16="http://schemas.microsoft.com/office/drawing/2014/main" id="{3BFE933B-CB41-4FC5-BB62-A7F28CBC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0" name="p23-线-0420">
            <a:extLst xmlns:a="http://schemas.openxmlformats.org/drawingml/2006/main">
              <a:ext uri="{FF2B5EF4-FFF2-40B4-BE49-F238E27FC236}">
                <a16:creationId xmlns:a16="http://schemas.microsoft.com/office/drawing/2014/main" id="{ED1DF0AC-E6F4-4944-A6FD-6C58017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1" name="p23-线-0421">
            <a:extLst xmlns:a="http://schemas.openxmlformats.org/drawingml/2006/main">
              <a:ext uri="{FF2B5EF4-FFF2-40B4-BE49-F238E27FC236}">
                <a16:creationId xmlns:a16="http://schemas.microsoft.com/office/drawing/2014/main" id="{10D8BCB1-492B-43FC-BFE6-30AB7745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2" name="p23-线-0422">
            <a:extLst xmlns:a="http://schemas.openxmlformats.org/drawingml/2006/main">
              <a:ext uri="{FF2B5EF4-FFF2-40B4-BE49-F238E27FC236}">
                <a16:creationId xmlns:a16="http://schemas.microsoft.com/office/drawing/2014/main" id="{36F7C6FF-4025-4245-A34C-1D16105B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3" name="p23-线-0423">
            <a:extLst xmlns:a="http://schemas.openxmlformats.org/drawingml/2006/main">
              <a:ext uri="{FF2B5EF4-FFF2-40B4-BE49-F238E27FC236}">
                <a16:creationId xmlns:a16="http://schemas.microsoft.com/office/drawing/2014/main" id="{530807C8-938F-4E80-8450-F2FD1B0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4" name="p23-线-0424">
            <a:extLst xmlns:a="http://schemas.openxmlformats.org/drawingml/2006/main">
              <a:ext uri="{FF2B5EF4-FFF2-40B4-BE49-F238E27FC236}">
                <a16:creationId xmlns:a16="http://schemas.microsoft.com/office/drawing/2014/main" id="{40BE04C8-258B-49E8-9646-ABE1A39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5" name="p23-线-0425">
            <a:extLst xmlns:a="http://schemas.openxmlformats.org/drawingml/2006/main">
              <a:ext uri="{FF2B5EF4-FFF2-40B4-BE49-F238E27FC236}">
                <a16:creationId xmlns:a16="http://schemas.microsoft.com/office/drawing/2014/main" id="{F4D3A369-9065-4A7A-AD55-A1BCA42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6" name="p23-线-0426">
            <a:extLst xmlns:a="http://schemas.openxmlformats.org/drawingml/2006/main">
              <a:ext uri="{FF2B5EF4-FFF2-40B4-BE49-F238E27FC236}">
                <a16:creationId xmlns:a16="http://schemas.microsoft.com/office/drawing/2014/main" id="{5D81CA34-6711-489F-A55E-2E3C75DB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7" name="p23-线-0427">
            <a:extLst xmlns:a="http://schemas.openxmlformats.org/drawingml/2006/main">
              <a:ext uri="{FF2B5EF4-FFF2-40B4-BE49-F238E27FC236}">
                <a16:creationId xmlns:a16="http://schemas.microsoft.com/office/drawing/2014/main" id="{C85006EA-0F84-4E77-BD6F-915BFD0E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8" name="p23-线-0428">
            <a:extLst xmlns:a="http://schemas.openxmlformats.org/drawingml/2006/main">
              <a:ext uri="{FF2B5EF4-FFF2-40B4-BE49-F238E27FC236}">
                <a16:creationId xmlns:a16="http://schemas.microsoft.com/office/drawing/2014/main" id="{521A3FBE-1D87-4024-80C1-9D1B1DA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9" name="p23-线-0429">
            <a:extLst xmlns:a="http://schemas.openxmlformats.org/drawingml/2006/main">
              <a:ext uri="{FF2B5EF4-FFF2-40B4-BE49-F238E27FC236}">
                <a16:creationId xmlns:a16="http://schemas.microsoft.com/office/drawing/2014/main" id="{5C07A207-621B-4212-87C0-85FC7118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0" name="p23-线-0430">
            <a:extLst xmlns:a="http://schemas.openxmlformats.org/drawingml/2006/main">
              <a:ext uri="{FF2B5EF4-FFF2-40B4-BE49-F238E27FC236}">
                <a16:creationId xmlns:a16="http://schemas.microsoft.com/office/drawing/2014/main" id="{13D0AACA-4F67-41F6-905B-5F19D611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1" name="p23-线-0431">
            <a:extLst xmlns:a="http://schemas.openxmlformats.org/drawingml/2006/main">
              <a:ext uri="{FF2B5EF4-FFF2-40B4-BE49-F238E27FC236}">
                <a16:creationId xmlns:a16="http://schemas.microsoft.com/office/drawing/2014/main" id="{9E8E702C-0321-44AD-935F-DFC3CB7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2" name="p23-线-0432">
            <a:extLst xmlns:a="http://schemas.openxmlformats.org/drawingml/2006/main">
              <a:ext uri="{FF2B5EF4-FFF2-40B4-BE49-F238E27FC236}">
                <a16:creationId xmlns:a16="http://schemas.microsoft.com/office/drawing/2014/main" id="{E50D87A0-B609-474B-A1A4-A9A1AAE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3" name="p23-线-0433">
            <a:extLst xmlns:a="http://schemas.openxmlformats.org/drawingml/2006/main">
              <a:ext uri="{FF2B5EF4-FFF2-40B4-BE49-F238E27FC236}">
                <a16:creationId xmlns:a16="http://schemas.microsoft.com/office/drawing/2014/main" id="{3C6006B7-8740-40A7-AA0B-2A25DFE8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4" name="p23-线-0434">
            <a:extLst xmlns:a="http://schemas.openxmlformats.org/drawingml/2006/main">
              <a:ext uri="{FF2B5EF4-FFF2-40B4-BE49-F238E27FC236}">
                <a16:creationId xmlns:a16="http://schemas.microsoft.com/office/drawing/2014/main" id="{34DFDE1E-1C17-4934-856B-F75BA6B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5" name="p23-线-0435">
            <a:extLst xmlns:a="http://schemas.openxmlformats.org/drawingml/2006/main">
              <a:ext uri="{FF2B5EF4-FFF2-40B4-BE49-F238E27FC236}">
                <a16:creationId xmlns:a16="http://schemas.microsoft.com/office/drawing/2014/main" id="{5E000BF5-0451-450F-A868-A5489F8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298950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6" name="p23-线-0436">
            <a:extLst xmlns:a="http://schemas.openxmlformats.org/drawingml/2006/main">
              <a:ext uri="{FF2B5EF4-FFF2-40B4-BE49-F238E27FC236}">
                <a16:creationId xmlns:a16="http://schemas.microsoft.com/office/drawing/2014/main" id="{026C04C0-47F3-40E4-897E-F9377A3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7" name="p23-线-0437">
            <a:extLst xmlns:a="http://schemas.openxmlformats.org/drawingml/2006/main">
              <a:ext uri="{FF2B5EF4-FFF2-40B4-BE49-F238E27FC236}">
                <a16:creationId xmlns:a16="http://schemas.microsoft.com/office/drawing/2014/main" id="{FBAFED63-560B-47C8-BA61-BF1CAC7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298950"/>
            <a:ext cx="183832" cy="149225"/>
          </a:xfrm>
          <a:custGeom xmlns:a="http://schemas.openxmlformats.org/drawingml/2006/main">
            <a:pathLst>
              <a:path w="183832" h="149225">
                <a:moveTo>
                  <a:pt x="0" y="0"/>
                </a:moveTo>
                <a:lnTo>
                  <a:pt x="183832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8" name="p23-线-0438">
            <a:extLst xmlns:a="http://schemas.openxmlformats.org/drawingml/2006/main">
              <a:ext uri="{FF2B5EF4-FFF2-40B4-BE49-F238E27FC236}">
                <a16:creationId xmlns:a16="http://schemas.microsoft.com/office/drawing/2014/main" id="{2DCD97FC-036A-4FD5-B474-3AB88AF1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98950"/>
            <a:ext cx="95" cy="149225"/>
          </a:xfrm>
          <a:custGeom xmlns:a="http://schemas.openxmlformats.org/drawingml/2006/main">
            <a:pathLst>
              <a:path w="95" h="149225">
                <a:moveTo>
                  <a:pt x="0" y="0"/>
                </a:moveTo>
                <a:lnTo>
                  <a:pt x="0" y="1492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9" name="p23-线-0439">
            <a:extLst xmlns:a="http://schemas.openxmlformats.org/drawingml/2006/main">
              <a:ext uri="{FF2B5EF4-FFF2-40B4-BE49-F238E27FC236}">
                <a16:creationId xmlns:a16="http://schemas.microsoft.com/office/drawing/2014/main" id="{14E9D617-9DB4-42EC-823D-BD332BEF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0" name="p23-线-0440">
            <a:extLst xmlns:a="http://schemas.openxmlformats.org/drawingml/2006/main">
              <a:ext uri="{FF2B5EF4-FFF2-40B4-BE49-F238E27FC236}">
                <a16:creationId xmlns:a16="http://schemas.microsoft.com/office/drawing/2014/main" id="{BCBA8AD9-E1E0-4EB1-A01E-EF24670D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783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1" name="p23-线-0441">
            <a:extLst xmlns:a="http://schemas.openxmlformats.org/drawingml/2006/main">
              <a:ext uri="{FF2B5EF4-FFF2-40B4-BE49-F238E27FC236}">
                <a16:creationId xmlns:a16="http://schemas.microsoft.com/office/drawing/2014/main" id="{B90BD82C-3D7C-4F13-B510-C9EC253E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2" name="p23-线-0442">
            <a:extLst xmlns:a="http://schemas.openxmlformats.org/drawingml/2006/main">
              <a:ext uri="{FF2B5EF4-FFF2-40B4-BE49-F238E27FC236}">
                <a16:creationId xmlns:a16="http://schemas.microsoft.com/office/drawing/2014/main" id="{FC999A1A-C753-4719-B56D-7C40767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3" name="p23-线-0443">
            <a:extLst xmlns:a="http://schemas.openxmlformats.org/drawingml/2006/main">
              <a:ext uri="{FF2B5EF4-FFF2-40B4-BE49-F238E27FC236}">
                <a16:creationId xmlns:a16="http://schemas.microsoft.com/office/drawing/2014/main" id="{9D24E954-99B8-416F-8D45-775C30EE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4" name="p23-线-0444">
            <a:extLst xmlns:a="http://schemas.openxmlformats.org/drawingml/2006/main">
              <a:ext uri="{FF2B5EF4-FFF2-40B4-BE49-F238E27FC236}">
                <a16:creationId xmlns:a16="http://schemas.microsoft.com/office/drawing/2014/main" id="{37101DBC-817A-44D5-8685-E309F8D9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5" name="p23-线-0445">
            <a:extLst xmlns:a="http://schemas.openxmlformats.org/drawingml/2006/main">
              <a:ext uri="{FF2B5EF4-FFF2-40B4-BE49-F238E27FC236}">
                <a16:creationId xmlns:a16="http://schemas.microsoft.com/office/drawing/2014/main" id="{0065AD89-2168-429A-8B2B-0604633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945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6" name="p23-线-0446">
            <a:extLst xmlns:a="http://schemas.openxmlformats.org/drawingml/2006/main">
              <a:ext uri="{FF2B5EF4-FFF2-40B4-BE49-F238E27FC236}">
                <a16:creationId xmlns:a16="http://schemas.microsoft.com/office/drawing/2014/main" id="{0D11BEB6-D8E7-4781-93A7-6A18733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778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7" name="p23-线-0447">
            <a:extLst xmlns:a="http://schemas.openxmlformats.org/drawingml/2006/main">
              <a:ext uri="{FF2B5EF4-FFF2-40B4-BE49-F238E27FC236}">
                <a16:creationId xmlns:a16="http://schemas.microsoft.com/office/drawing/2014/main" id="{9AF27BAB-2BFA-4002-B3CB-D829D55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8" name="p23-线-0448">
            <a:extLst xmlns:a="http://schemas.openxmlformats.org/drawingml/2006/main">
              <a:ext uri="{FF2B5EF4-FFF2-40B4-BE49-F238E27FC236}">
                <a16:creationId xmlns:a16="http://schemas.microsoft.com/office/drawing/2014/main" id="{AB12DCF5-4C02-42FA-BBA8-67C49BDD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43" y="4448175"/>
            <a:ext cx="183832" cy="95"/>
          </a:xfrm>
          <a:custGeom xmlns:a="http://schemas.openxmlformats.org/drawingml/2006/main">
            <a:pathLst>
              <a:path w="183832" h="95">
                <a:moveTo>
                  <a:pt x="0" y="0"/>
                </a:moveTo>
                <a:lnTo>
                  <a:pt x="183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9" name="p23-椭圆-0449">
            <a:extLst xmlns:a="http://schemas.openxmlformats.org/drawingml/2006/main">
              <a:ext uri="{FF2B5EF4-FFF2-40B4-BE49-F238E27FC236}">
                <a16:creationId xmlns:a16="http://schemas.microsoft.com/office/drawing/2014/main" id="{BEB29846-9DD4-4D55-BBF4-8A9275CE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739" y="3793640"/>
            <a:ext cx="144087" cy="115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0" name="p23-椭圆-0450">
            <a:extLst xmlns:a="http://schemas.openxmlformats.org/drawingml/2006/main">
              <a:ext uri="{FF2B5EF4-FFF2-40B4-BE49-F238E27FC236}">
                <a16:creationId xmlns:a16="http://schemas.microsoft.com/office/drawing/2014/main" id="{DEFF657E-1DBD-4263-A2EE-114C4B9B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018" y="3789332"/>
            <a:ext cx="154859" cy="123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1" name="p23-椭圆-0451">
            <a:extLst xmlns:a="http://schemas.openxmlformats.org/drawingml/2006/main">
              <a:ext uri="{FF2B5EF4-FFF2-40B4-BE49-F238E27FC236}">
                <a16:creationId xmlns:a16="http://schemas.microsoft.com/office/drawing/2014/main" id="{FE7F3033-88ED-4E55-86FA-282C5F8D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370" y="3777881"/>
            <a:ext cx="183486" cy="146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2" name="p23-椭圆-0452">
            <a:extLst xmlns:a="http://schemas.openxmlformats.org/drawingml/2006/main">
              <a:ext uri="{FF2B5EF4-FFF2-40B4-BE49-F238E27FC236}">
                <a16:creationId xmlns:a16="http://schemas.microsoft.com/office/drawing/2014/main" id="{DA54AC92-7463-4B5C-BE5C-829623D8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333" y="3791720"/>
            <a:ext cx="148888" cy="119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3" name="p23-椭圆-0453">
            <a:extLst xmlns:a="http://schemas.openxmlformats.org/drawingml/2006/main">
              <a:ext uri="{FF2B5EF4-FFF2-40B4-BE49-F238E27FC236}">
                <a16:creationId xmlns:a16="http://schemas.microsoft.com/office/drawing/2014/main" id="{D6B094D4-1CAF-456F-81CC-0B3541C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914" y="3791652"/>
            <a:ext cx="149056" cy="119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4" name="p23-椭圆-0454">
            <a:extLst xmlns:a="http://schemas.openxmlformats.org/drawingml/2006/main">
              <a:ext uri="{FF2B5EF4-FFF2-40B4-BE49-F238E27FC236}">
                <a16:creationId xmlns:a16="http://schemas.microsoft.com/office/drawing/2014/main" id="{A03BD9C4-9C66-4D84-87FE-1AA62AE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353" y="4087782"/>
            <a:ext cx="154859" cy="123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5" name="p23-椭圆-0455">
            <a:extLst xmlns:a="http://schemas.openxmlformats.org/drawingml/2006/main">
              <a:ext uri="{FF2B5EF4-FFF2-40B4-BE49-F238E27FC236}">
                <a16:creationId xmlns:a16="http://schemas.microsoft.com/office/drawing/2014/main" id="{DE108BC9-7FF9-4B6F-8349-993BD5C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705" y="4076331"/>
            <a:ext cx="183486" cy="146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6" name="p23-椭圆-0456">
            <a:extLst xmlns:a="http://schemas.openxmlformats.org/drawingml/2006/main">
              <a:ext uri="{FF2B5EF4-FFF2-40B4-BE49-F238E27FC236}">
                <a16:creationId xmlns:a16="http://schemas.microsoft.com/office/drawing/2014/main" id="{7B3DB219-8AB4-4737-B026-0376A371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668" y="4090170"/>
            <a:ext cx="148888" cy="119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7" name="p23-椭圆-0457">
            <a:extLst xmlns:a="http://schemas.openxmlformats.org/drawingml/2006/main">
              <a:ext uri="{FF2B5EF4-FFF2-40B4-BE49-F238E27FC236}">
                <a16:creationId xmlns:a16="http://schemas.microsoft.com/office/drawing/2014/main" id="{332962E1-8DC7-4D54-A137-ACF031E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249" y="4090102"/>
            <a:ext cx="149056" cy="119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8" name="p23-椭圆-0458">
            <a:extLst xmlns:a="http://schemas.openxmlformats.org/drawingml/2006/main">
              <a:ext uri="{FF2B5EF4-FFF2-40B4-BE49-F238E27FC236}">
                <a16:creationId xmlns:a16="http://schemas.microsoft.com/office/drawing/2014/main" id="{454CE36E-37F7-4B20-B981-9A648233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686" y="4076319"/>
            <a:ext cx="183514" cy="146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459" name="p23-路径-0459">
            <a:extLst xmlns:a="http://schemas.openxmlformats.org/drawingml/2006/main">
              <a:ext uri="{FF2B5EF4-FFF2-40B4-BE49-F238E27FC236}">
                <a16:creationId xmlns:a16="http://schemas.microsoft.com/office/drawing/2014/main" id="{3146B135-1F0C-4F00-90CF-1AA2492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17711"/>
            <a:ext cx="1685925" cy="158055"/>
          </a:xfrm>
          <a:custGeom xmlns:a="http://schemas.openxmlformats.org/drawingml/2006/main">
            <a:pathLst>
              <a:path w="1685925" h="158055">
                <a:moveTo>
                  <a:pt x="0" y="64882"/>
                </a:moveTo>
                <a:lnTo>
                  <a:pt x="45044" y="43765"/>
                </a:lnTo>
                <a:lnTo>
                  <a:pt x="91029" y="27202"/>
                </a:lnTo>
                <a:lnTo>
                  <a:pt x="137909" y="14868"/>
                </a:lnTo>
                <a:lnTo>
                  <a:pt x="185640" y="6440"/>
                </a:lnTo>
                <a:lnTo>
                  <a:pt x="234177" y="1592"/>
                </a:lnTo>
                <a:lnTo>
                  <a:pt x="283475" y="0"/>
                </a:lnTo>
                <a:lnTo>
                  <a:pt x="333490" y="1339"/>
                </a:lnTo>
                <a:lnTo>
                  <a:pt x="384177" y="5286"/>
                </a:lnTo>
                <a:lnTo>
                  <a:pt x="435492" y="11514"/>
                </a:lnTo>
                <a:lnTo>
                  <a:pt x="487388" y="19699"/>
                </a:lnTo>
                <a:lnTo>
                  <a:pt x="592750" y="40645"/>
                </a:lnTo>
                <a:lnTo>
                  <a:pt x="699904" y="65525"/>
                </a:lnTo>
                <a:lnTo>
                  <a:pt x="808494" y="91743"/>
                </a:lnTo>
                <a:lnTo>
                  <a:pt x="918161" y="116702"/>
                </a:lnTo>
                <a:lnTo>
                  <a:pt x="1028547" y="137804"/>
                </a:lnTo>
                <a:lnTo>
                  <a:pt x="1083897" y="146098"/>
                </a:lnTo>
                <a:lnTo>
                  <a:pt x="1139294" y="152454"/>
                </a:lnTo>
                <a:lnTo>
                  <a:pt x="1194691" y="156548"/>
                </a:lnTo>
                <a:lnTo>
                  <a:pt x="1250045" y="158055"/>
                </a:lnTo>
                <a:lnTo>
                  <a:pt x="1305309" y="156650"/>
                </a:lnTo>
                <a:lnTo>
                  <a:pt x="1360441" y="152008"/>
                </a:lnTo>
                <a:lnTo>
                  <a:pt x="1415394" y="143806"/>
                </a:lnTo>
                <a:lnTo>
                  <a:pt x="1470125" y="131719"/>
                </a:lnTo>
                <a:lnTo>
                  <a:pt x="1524588" y="115421"/>
                </a:lnTo>
                <a:lnTo>
                  <a:pt x="1578739" y="94589"/>
                </a:lnTo>
                <a:lnTo>
                  <a:pt x="1632533" y="68897"/>
                </a:lnTo>
                <a:lnTo>
                  <a:pt x="1685925" y="380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460" name="p23-文本-0460">
            <a:extLst xmlns:a="http://schemas.openxmlformats.org/drawingml/2006/main">
              <a:ext uri="{FF2B5EF4-FFF2-40B4-BE49-F238E27FC236}">
                <a16:creationId xmlns:a16="http://schemas.microsoft.com/office/drawing/2014/main" id="{7FA2739A-2340-4123-AE5D-05358C82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797" y="453180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分步控制负载</a:t>
            </a:r>
          </a:p>
        </p:txBody>
      </p:sp>
      <p:sp>
        <p:nvSpPr>
          <p:cNvPr id="461" name="p23-路径-0461">
            <a:extLst xmlns:a="http://schemas.openxmlformats.org/drawingml/2006/main">
              <a:ext uri="{FF2B5EF4-FFF2-40B4-BE49-F238E27FC236}">
                <a16:creationId xmlns:a16="http://schemas.microsoft.com/office/drawing/2014/main" id="{63E5BAB0-35B6-44A6-A9CB-9A2AF864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07168"/>
            <a:ext cx="485775" cy="177165"/>
          </a:xfrm>
          <a:custGeom xmlns:a="http://schemas.openxmlformats.org/drawingml/2006/main">
            <a:pathLst>
              <a:path w="485775" h="177165">
                <a:moveTo>
                  <a:pt x="0" y="126683"/>
                </a:moveTo>
                <a:lnTo>
                  <a:pt x="342900" y="126683"/>
                </a:lnTo>
                <a:lnTo>
                  <a:pt x="342900" y="177165"/>
                </a:lnTo>
                <a:lnTo>
                  <a:pt x="485775" y="88583"/>
                </a:lnTo>
                <a:lnTo>
                  <a:pt x="342900" y="0"/>
                </a:lnTo>
                <a:lnTo>
                  <a:pt x="342900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462" name="p23-文本-0462">
            <a:extLst xmlns:a="http://schemas.openxmlformats.org/drawingml/2006/main">
              <a:ext uri="{FF2B5EF4-FFF2-40B4-BE49-F238E27FC236}">
                <a16:creationId xmlns:a16="http://schemas.microsoft.com/office/drawing/2014/main" id="{A5A351F2-3C51-4197-83F4-A7D895CC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98352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共同输出：可测样品</a:t>
            </a:r>
          </a:p>
        </p:txBody>
      </p:sp>
      <p:sp>
        <p:nvSpPr>
          <p:cNvPr id="463" name="p23-文本-0463">
            <a:extLst xmlns:a="http://schemas.openxmlformats.org/drawingml/2006/main">
              <a:ext uri="{FF2B5EF4-FFF2-40B4-BE49-F238E27FC236}">
                <a16:creationId xmlns:a16="http://schemas.microsoft.com/office/drawing/2014/main" id="{F3126DBC-04EF-4C40-98D2-2DD98B98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50777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优势：空间位置明确</a:t>
            </a:r>
          </a:p>
        </p:txBody>
      </p:sp>
      <p:sp>
        <p:nvSpPr>
          <p:cNvPr id="464" name="p23-文本-0464">
            <a:extLst xmlns:a="http://schemas.openxmlformats.org/drawingml/2006/main">
              <a:ext uri="{FF2B5EF4-FFF2-40B4-BE49-F238E27FC236}">
                <a16:creationId xmlns:a16="http://schemas.microsoft.com/office/drawing/2014/main" id="{65750AD7-CDF3-4546-9143-B765DB8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320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记录批次、质量与厚度</a:t>
            </a:r>
          </a:p>
        </p:txBody>
      </p:sp>
      <p:sp>
        <p:nvSpPr>
          <p:cNvPr id="465" name="p23-路径-0465">
            <a:extLst xmlns:a="http://schemas.openxmlformats.org/drawingml/2006/main">
              <a:ext uri="{FF2B5EF4-FFF2-40B4-BE49-F238E27FC236}">
                <a16:creationId xmlns:a16="http://schemas.microsoft.com/office/drawing/2014/main" id="{19ABD402-92A4-4483-A46C-D6E6661B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38475"/>
            <a:ext cx="5457825" cy="2095500"/>
          </a:xfrm>
          <a:custGeom xmlns:a="http://schemas.openxmlformats.org/drawingml/2006/main">
            <a:pathLst>
              <a:path w="5457825" h="2095500">
                <a:moveTo>
                  <a:pt x="5457825" y="0"/>
                </a:moveTo>
                <a:lnTo>
                  <a:pt x="5457825" y="2095500"/>
                </a:lnTo>
                <a:lnTo>
                  <a:pt x="0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F4E79"/>
            </a:solidFill>
          </a:ln>
        </p:spPr>
      </p:sp>
      <p:sp>
        <p:nvSpPr>
          <p:cNvPr id="466" name="p23-路径-0466">
            <a:extLst xmlns:a="http://schemas.openxmlformats.org/drawingml/2006/main">
              <a:ext uri="{FF2B5EF4-FFF2-40B4-BE49-F238E27FC236}">
                <a16:creationId xmlns:a16="http://schemas.microsoft.com/office/drawing/2014/main" id="{1272F8FD-2982-476F-9D4E-B4FEB6E5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33950"/>
            <a:ext cx="95" cy="200025"/>
          </a:xfrm>
          <a:custGeom xmlns:a="http://schemas.openxmlformats.org/drawingml/2006/main">
            <a:pathLst>
              <a:path w="9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43434"/>
            </a:solidFill>
          </a:ln>
        </p:spPr>
      </p:sp>
      <p:sp>
        <p:nvSpPr>
          <p:cNvPr id="467" name="p23-路径-0467">
            <a:extLst xmlns:a="http://schemas.openxmlformats.org/drawingml/2006/main">
              <a:ext uri="{FF2B5EF4-FFF2-40B4-BE49-F238E27FC236}">
                <a16:creationId xmlns:a16="http://schemas.microsoft.com/office/drawing/2014/main" id="{D52B49BE-7045-4455-8032-ADB5B2F1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425" y="5133975"/>
            <a:ext cx="99251" cy="133350"/>
          </a:xfrm>
          <a:custGeom xmlns:a="http://schemas.openxmlformats.org/drawingml/2006/main">
            <a:pathLst>
              <a:path w="99251" h="133350">
                <a:moveTo>
                  <a:pt x="21050" y="0"/>
                </a:moveTo>
                <a:lnTo>
                  <a:pt x="21050" y="53340"/>
                </a:lnTo>
                <a:lnTo>
                  <a:pt x="0" y="53340"/>
                </a:lnTo>
                <a:lnTo>
                  <a:pt x="49625" y="133350"/>
                </a:lnTo>
                <a:lnTo>
                  <a:pt x="99251" y="53340"/>
                </a:lnTo>
                <a:lnTo>
                  <a:pt x="78200" y="53340"/>
                </a:lnTo>
                <a:lnTo>
                  <a:pt x="78200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68" name="p23-矩形-0468">
            <a:extLst xmlns:a="http://schemas.openxmlformats.org/drawingml/2006/main">
              <a:ext uri="{FF2B5EF4-FFF2-40B4-BE49-F238E27FC236}">
                <a16:creationId xmlns:a16="http://schemas.microsoft.com/office/drawing/2014/main" id="{2BB520FE-757D-4DEF-921E-29F5777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11239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69" name="p23-文本-0469">
            <a:extLst xmlns:a="http://schemas.openxmlformats.org/drawingml/2006/main">
              <a:ext uri="{FF2B5EF4-FFF2-40B4-BE49-F238E27FC236}">
                <a16:creationId xmlns:a16="http://schemas.microsoft.com/office/drawing/2014/main" id="{316188B0-67C5-420E-AA65-69AE2ACD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2246"/>
            <a:ext cx="9244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共享验证</a:t>
            </a:r>
          </a:p>
        </p:txBody>
      </p:sp>
      <p:sp>
        <p:nvSpPr>
          <p:cNvPr id="470" name="p23-文本-0470">
            <a:extLst xmlns:a="http://schemas.openxmlformats.org/drawingml/2006/main">
              <a:ext uri="{FF2B5EF4-FFF2-40B4-BE49-F238E27FC236}">
                <a16:creationId xmlns:a16="http://schemas.microsoft.com/office/drawing/2014/main" id="{5E833FFC-A713-4E17-AB74-38B84F8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2240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相同归一化基准</a:t>
            </a:r>
          </a:p>
        </p:txBody>
      </p:sp>
      <p:sp>
        <p:nvSpPr>
          <p:cNvPr id="471" name="p23-文本-0471">
            <a:extLst xmlns:a="http://schemas.openxmlformats.org/drawingml/2006/main">
              <a:ext uri="{FF2B5EF4-FFF2-40B4-BE49-F238E27FC236}">
                <a16:creationId xmlns:a16="http://schemas.microsoft.com/office/drawing/2014/main" id="{AA012AEB-8919-4232-9890-288ACA2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22402"/>
            <a:ext cx="16442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盲法读取动态响应</a:t>
            </a:r>
          </a:p>
        </p:txBody>
      </p:sp>
      <p:sp>
        <p:nvSpPr>
          <p:cNvPr id="472" name="p23-文本-0472">
            <a:extLst xmlns:a="http://schemas.openxmlformats.org/drawingml/2006/main">
              <a:ext uri="{FF2B5EF4-FFF2-40B4-BE49-F238E27FC236}">
                <a16:creationId xmlns:a16="http://schemas.microsoft.com/office/drawing/2014/main" id="{1ADDA495-7372-4733-9BF5-1895A74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52240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独立批次复核</a:t>
            </a:r>
          </a:p>
        </p:txBody>
      </p:sp>
      <p:sp>
        <p:nvSpPr>
          <p:cNvPr id="473" name="p23-文本-0473">
            <a:extLst xmlns:a="http://schemas.openxmlformats.org/drawingml/2006/main">
              <a:ext uri="{FF2B5EF4-FFF2-40B4-BE49-F238E27FC236}">
                <a16:creationId xmlns:a16="http://schemas.microsoft.com/office/drawing/2014/main" id="{1051AEB3-0297-4D7D-B2C8-9681786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48" y="6062007"/>
            <a:ext cx="70003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比较的是共同端点下的差异，而不是两套各自优化的测量口径</a:t>
            </a:r>
          </a:p>
        </p:txBody>
      </p:sp>
      <p:sp>
        <p:nvSpPr>
          <p:cNvPr id="474" name="p23-文本-0474">
            <a:extLst xmlns:a="http://schemas.openxmlformats.org/drawingml/2006/main">
              <a:ext uri="{FF2B5EF4-FFF2-40B4-BE49-F238E27FC236}">
                <a16:creationId xmlns:a16="http://schemas.microsoft.com/office/drawing/2014/main" id="{5C1AED01-BBE5-45D5-AD37-6BFBC65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23</a:t>
            </a:r>
          </a:p>
        </p:txBody>
      </p:sp>
    </p:spTree>
    <p:extLst>
      <p:ext uri="{BB962C8B-B14F-4D97-AF65-F5344CB8AC3E}">
        <p14:creationId xmlns:p14="http://schemas.microsoft.com/office/powerpoint/2010/main" val="18701626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24-矩形-0001">
            <a:extLst xmlns:a="http://schemas.openxmlformats.org/drawingml/2006/main">
              <a:ext uri="{FF2B5EF4-FFF2-40B4-BE49-F238E27FC236}">
                <a16:creationId xmlns:a16="http://schemas.microsoft.com/office/drawing/2014/main" id="{8A4350E1-79B3-4860-A37F-8771394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4-矩形-0002">
            <a:extLst xmlns:a="http://schemas.openxmlformats.org/drawingml/2006/main">
              <a:ext uri="{FF2B5EF4-FFF2-40B4-BE49-F238E27FC236}">
                <a16:creationId xmlns:a16="http://schemas.microsoft.com/office/drawing/2014/main" id="{85125AFF-7C52-4DD0-B9FC-EFE84E7F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4-文本-0003">
            <a:extLst xmlns:a="http://schemas.openxmlformats.org/drawingml/2006/main">
              <a:ext uri="{FF2B5EF4-FFF2-40B4-BE49-F238E27FC236}">
                <a16:creationId xmlns:a16="http://schemas.microsoft.com/office/drawing/2014/main" id="{A2878E0B-3F30-4CFD-9132-00A2EC36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阶段计划以可验收产物驱动下一步</a:t>
            </a:r>
          </a:p>
        </p:txBody>
      </p:sp>
      <p:sp>
        <p:nvSpPr>
          <p:cNvPr id="4" name="p24-文本-0004">
            <a:extLst xmlns:a="http://schemas.openxmlformats.org/drawingml/2006/main">
              <a:ext uri="{FF2B5EF4-FFF2-40B4-BE49-F238E27FC236}">
                <a16:creationId xmlns:a16="http://schemas.microsoft.com/office/drawing/2014/main" id="{3B3F38F3-C77F-40F4-A227-B9839FDD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3832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基准建立、条件筛选、独立复测与失效分析分阶段推进</a:t>
            </a:r>
          </a:p>
        </p:txBody>
      </p:sp>
      <p:sp>
        <p:nvSpPr>
          <p:cNvPr id="5" name="p24-线-0005">
            <a:extLst xmlns:a="http://schemas.openxmlformats.org/drawingml/2006/main">
              <a:ext uri="{FF2B5EF4-FFF2-40B4-BE49-F238E27FC236}">
                <a16:creationId xmlns:a16="http://schemas.microsoft.com/office/drawing/2014/main" id="{60D36A7B-1454-4E8A-B971-2B6C741E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4-文本-0006">
            <a:extLst xmlns:a="http://schemas.openxmlformats.org/drawingml/2006/main">
              <a:ext uri="{FF2B5EF4-FFF2-40B4-BE49-F238E27FC236}">
                <a16:creationId xmlns:a16="http://schemas.microsoft.com/office/drawing/2014/main" id="{E12534E3-7D8C-418B-A506-05E16D2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45" y="1370056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窗口一</a:t>
            </a:r>
          </a:p>
        </p:txBody>
      </p:sp>
      <p:sp>
        <p:nvSpPr>
          <p:cNvPr id="7" name="p24-线-0007">
            <a:extLst xmlns:a="http://schemas.openxmlformats.org/drawingml/2006/main">
              <a:ext uri="{FF2B5EF4-FFF2-40B4-BE49-F238E27FC236}">
                <a16:creationId xmlns:a16="http://schemas.microsoft.com/office/drawing/2014/main" id="{773E59FE-3E68-4B98-A574-8B721B0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8" name="p24-文本-0008">
            <a:extLst xmlns:a="http://schemas.openxmlformats.org/drawingml/2006/main">
              <a:ext uri="{FF2B5EF4-FFF2-40B4-BE49-F238E27FC236}">
                <a16:creationId xmlns:a16="http://schemas.microsoft.com/office/drawing/2014/main" id="{70C1782B-3224-4B88-8BFE-849AA96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1370056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窗口二</a:t>
            </a:r>
          </a:p>
        </p:txBody>
      </p:sp>
      <p:sp>
        <p:nvSpPr>
          <p:cNvPr id="9" name="p24-线-0009">
            <a:extLst xmlns:a="http://schemas.openxmlformats.org/drawingml/2006/main">
              <a:ext uri="{FF2B5EF4-FFF2-40B4-BE49-F238E27FC236}">
                <a16:creationId xmlns:a16="http://schemas.microsoft.com/office/drawing/2014/main" id="{07D83C0A-88AC-4082-A483-B749C21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0" name="p24-文本-0010">
            <a:extLst xmlns:a="http://schemas.openxmlformats.org/drawingml/2006/main">
              <a:ext uri="{FF2B5EF4-FFF2-40B4-BE49-F238E27FC236}">
                <a16:creationId xmlns:a16="http://schemas.microsoft.com/office/drawing/2014/main" id="{BF5E1C43-C1A3-4F28-9813-4755644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45" y="1370056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窗口三</a:t>
            </a:r>
          </a:p>
        </p:txBody>
      </p:sp>
      <p:sp>
        <p:nvSpPr>
          <p:cNvPr id="11" name="p24-线-0011">
            <a:extLst xmlns:a="http://schemas.openxmlformats.org/drawingml/2006/main">
              <a:ext uri="{FF2B5EF4-FFF2-40B4-BE49-F238E27FC236}">
                <a16:creationId xmlns:a16="http://schemas.microsoft.com/office/drawing/2014/main" id="{997A5690-EADC-4812-A924-FD9C829A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2" name="p24-文本-0012">
            <a:extLst xmlns:a="http://schemas.openxmlformats.org/drawingml/2006/main">
              <a:ext uri="{FF2B5EF4-FFF2-40B4-BE49-F238E27FC236}">
                <a16:creationId xmlns:a16="http://schemas.microsoft.com/office/drawing/2014/main" id="{B4E79AF6-F9A6-4A26-8008-38C8F62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45" y="1370056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窗口四</a:t>
            </a:r>
          </a:p>
        </p:txBody>
      </p:sp>
      <p:sp>
        <p:nvSpPr>
          <p:cNvPr id="13" name="p24-线-0013">
            <a:extLst xmlns:a="http://schemas.openxmlformats.org/drawingml/2006/main">
              <a:ext uri="{FF2B5EF4-FFF2-40B4-BE49-F238E27FC236}">
                <a16:creationId xmlns:a16="http://schemas.microsoft.com/office/drawing/2014/main" id="{BBF7CA11-83FF-4ABC-AE6F-AA31308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4" name="p24-文本-0014">
            <a:extLst xmlns:a="http://schemas.openxmlformats.org/drawingml/2006/main">
              <a:ext uri="{FF2B5EF4-FFF2-40B4-BE49-F238E27FC236}">
                <a16:creationId xmlns:a16="http://schemas.microsoft.com/office/drawing/2014/main" id="{FB24F2C1-742D-45D3-A3A4-DEB8642C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945" y="1370056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窗口五</a:t>
            </a:r>
          </a:p>
        </p:txBody>
      </p:sp>
      <p:sp>
        <p:nvSpPr>
          <p:cNvPr id="15" name="p24-线-0015">
            <a:extLst xmlns:a="http://schemas.openxmlformats.org/drawingml/2006/main">
              <a:ext uri="{FF2B5EF4-FFF2-40B4-BE49-F238E27FC236}">
                <a16:creationId xmlns:a16="http://schemas.microsoft.com/office/drawing/2014/main" id="{15FD799F-5A3F-46B2-AFF3-6EFDFA2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6" name="p24-文本-0016">
            <a:extLst xmlns:a="http://schemas.openxmlformats.org/drawingml/2006/main">
              <a:ext uri="{FF2B5EF4-FFF2-40B4-BE49-F238E27FC236}">
                <a16:creationId xmlns:a16="http://schemas.microsoft.com/office/drawing/2014/main" id="{AD6E9AD5-D54F-40C6-B6C4-240E44F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1370056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窗口六</a:t>
            </a:r>
          </a:p>
        </p:txBody>
      </p:sp>
      <p:sp>
        <p:nvSpPr>
          <p:cNvPr id="17" name="p24-线-0017">
            <a:extLst xmlns:a="http://schemas.openxmlformats.org/drawingml/2006/main">
              <a:ext uri="{FF2B5EF4-FFF2-40B4-BE49-F238E27FC236}">
                <a16:creationId xmlns:a16="http://schemas.microsoft.com/office/drawing/2014/main" id="{0D937588-59D3-42D4-AFF4-C940936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8" name="p24-线-0018">
            <a:extLst xmlns:a="http://schemas.openxmlformats.org/drawingml/2006/main">
              <a:ext uri="{FF2B5EF4-FFF2-40B4-BE49-F238E27FC236}">
                <a16:creationId xmlns:a16="http://schemas.microsoft.com/office/drawing/2014/main" id="{582315C9-E46E-45EF-8DFE-04BCEBB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52600"/>
            <a:ext cx="95" cy="3076575"/>
          </a:xfrm>
          <a:custGeom xmlns:a="http://schemas.openxmlformats.org/drawingml/2006/main">
            <a:pathLst>
              <a:path w="9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9" name="p24-文本-0019">
            <a:extLst xmlns:a="http://schemas.openxmlformats.org/drawingml/2006/main">
              <a:ext uri="{FF2B5EF4-FFF2-40B4-BE49-F238E27FC236}">
                <a16:creationId xmlns:a16="http://schemas.microsoft.com/office/drawing/2014/main" id="{F8B18ECC-BEA6-44BC-8292-B64E8EA5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92824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基准与误差范围</a:t>
            </a:r>
          </a:p>
        </p:txBody>
      </p:sp>
      <p:sp>
        <p:nvSpPr>
          <p:cNvPr id="20" name="p24-矩形-0020">
            <a:extLst xmlns:a="http://schemas.openxmlformats.org/drawingml/2006/main">
              <a:ext uri="{FF2B5EF4-FFF2-40B4-BE49-F238E27FC236}">
                <a16:creationId xmlns:a16="http://schemas.microsoft.com/office/drawing/2014/main" id="{EB814829-34B6-426A-98BE-6F56C51B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38325"/>
            <a:ext cx="1143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" name="p24-线-0021">
            <a:extLst xmlns:a="http://schemas.openxmlformats.org/drawingml/2006/main">
              <a:ext uri="{FF2B5EF4-FFF2-40B4-BE49-F238E27FC236}">
                <a16:creationId xmlns:a16="http://schemas.microsoft.com/office/drawing/2014/main" id="{6D1B7DBC-B6F8-4F87-B842-6502158D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2" name="p24-文本-0022">
            <a:extLst xmlns:a="http://schemas.openxmlformats.org/drawingml/2006/main">
              <a:ext uri="{FF2B5EF4-FFF2-40B4-BE49-F238E27FC236}">
                <a16:creationId xmlns:a16="http://schemas.microsoft.com/office/drawing/2014/main" id="{D8F52A07-9BCF-4FA8-A4E6-D99D0DAB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374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小规模条件筛选</a:t>
            </a:r>
          </a:p>
        </p:txBody>
      </p:sp>
      <p:sp>
        <p:nvSpPr>
          <p:cNvPr id="23" name="p24-矩形-0023">
            <a:extLst xmlns:a="http://schemas.openxmlformats.org/drawingml/2006/main">
              <a:ext uri="{FF2B5EF4-FFF2-40B4-BE49-F238E27FC236}">
                <a16:creationId xmlns:a16="http://schemas.microsoft.com/office/drawing/2014/main" id="{14C499BC-34D8-4E1F-8FE9-49A74CC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1143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" name="p24-线-0024">
            <a:extLst xmlns:a="http://schemas.openxmlformats.org/drawingml/2006/main">
              <a:ext uri="{FF2B5EF4-FFF2-40B4-BE49-F238E27FC236}">
                <a16:creationId xmlns:a16="http://schemas.microsoft.com/office/drawing/2014/main" id="{282DFFA2-ECBF-4F07-80EF-ED63195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417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5" name="p24-文本-0025">
            <a:extLst xmlns:a="http://schemas.openxmlformats.org/drawingml/2006/main">
              <a:ext uri="{FF2B5EF4-FFF2-40B4-BE49-F238E27FC236}">
                <a16:creationId xmlns:a16="http://schemas.microsoft.com/office/drawing/2014/main" id="{C4875339-3C92-4AD1-9B1E-65F8214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73924"/>
            <a:ext cx="17225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候选样品独立复测</a:t>
            </a:r>
          </a:p>
        </p:txBody>
      </p:sp>
      <p:sp>
        <p:nvSpPr>
          <p:cNvPr id="26" name="p24-矩形-0026">
            <a:extLst xmlns:a="http://schemas.openxmlformats.org/drawingml/2006/main">
              <a:ext uri="{FF2B5EF4-FFF2-40B4-BE49-F238E27FC236}">
                <a16:creationId xmlns:a16="http://schemas.microsoft.com/office/drawing/2014/main" id="{A024512C-E81D-4E79-8FC6-79044B9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19425"/>
            <a:ext cx="2400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" name="p24-线-0027">
            <a:extLst xmlns:a="http://schemas.openxmlformats.org/drawingml/2006/main">
              <a:ext uri="{FF2B5EF4-FFF2-40B4-BE49-F238E27FC236}">
                <a16:creationId xmlns:a16="http://schemas.microsoft.com/office/drawing/2014/main" id="{9BEF8821-AC5A-4346-913F-77261C0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1472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8" name="p24-文本-0028">
            <a:extLst xmlns:a="http://schemas.openxmlformats.org/drawingml/2006/main">
              <a:ext uri="{FF2B5EF4-FFF2-40B4-BE49-F238E27FC236}">
                <a16:creationId xmlns:a16="http://schemas.microsoft.com/office/drawing/2014/main" id="{7C4454F7-460A-49A4-959B-42346E6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4474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失效模式与耐受窗口</a:t>
            </a:r>
          </a:p>
        </p:txBody>
      </p:sp>
      <p:sp>
        <p:nvSpPr>
          <p:cNvPr id="29" name="p24-矩形-0029">
            <a:extLst xmlns:a="http://schemas.openxmlformats.org/drawingml/2006/main">
              <a:ext uri="{FF2B5EF4-FFF2-40B4-BE49-F238E27FC236}">
                <a16:creationId xmlns:a16="http://schemas.microsoft.com/office/drawing/2014/main" id="{4068278F-53EA-409A-9E98-2FBED688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9975"/>
            <a:ext cx="1143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0" name="p24-线-0030">
            <a:extLst xmlns:a="http://schemas.openxmlformats.org/drawingml/2006/main">
              <a:ext uri="{FF2B5EF4-FFF2-40B4-BE49-F238E27FC236}">
                <a16:creationId xmlns:a16="http://schemas.microsoft.com/office/drawing/2014/main" id="{4E77B761-53FB-4922-9367-1FEFBF5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0527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31" name="p24-文本-0031">
            <a:extLst xmlns:a="http://schemas.openxmlformats.org/drawingml/2006/main">
              <a:ext uri="{FF2B5EF4-FFF2-40B4-BE49-F238E27FC236}">
                <a16:creationId xmlns:a16="http://schemas.microsoft.com/office/drawing/2014/main" id="{803F496A-FAF4-436F-B213-19D2F038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5024"/>
            <a:ext cx="17225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汇总与可复现交付</a:t>
            </a:r>
          </a:p>
        </p:txBody>
      </p:sp>
      <p:sp>
        <p:nvSpPr>
          <p:cNvPr id="32" name="p24-矩形-0032">
            <a:extLst xmlns:a="http://schemas.openxmlformats.org/drawingml/2006/main">
              <a:ext uri="{FF2B5EF4-FFF2-40B4-BE49-F238E27FC236}">
                <a16:creationId xmlns:a16="http://schemas.microsoft.com/office/drawing/2014/main" id="{F9A2CAC4-E391-40D5-B0F6-0547E012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00525"/>
            <a:ext cx="1143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3" name="p24-线-0033">
            <a:extLst xmlns:a="http://schemas.openxmlformats.org/drawingml/2006/main">
              <a:ext uri="{FF2B5EF4-FFF2-40B4-BE49-F238E27FC236}">
                <a16:creationId xmlns:a16="http://schemas.microsoft.com/office/drawing/2014/main" id="{B8BE2F33-FF89-47A2-B37A-AE704DFF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9582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34" name="p24-路径-0034">
            <a:extLst xmlns:a="http://schemas.openxmlformats.org/drawingml/2006/main">
              <a:ext uri="{FF2B5EF4-FFF2-40B4-BE49-F238E27FC236}">
                <a16:creationId xmlns:a16="http://schemas.microsoft.com/office/drawing/2014/main" id="{5EEA62E0-8CB7-4125-8019-C125A8D3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180975" cy="323850"/>
          </a:xfrm>
          <a:custGeom xmlns:a="http://schemas.openxmlformats.org/drawingml/2006/main">
            <a:pathLst>
              <a:path w="180975" h="323850">
                <a:moveTo>
                  <a:pt x="0" y="0"/>
                </a:moveTo>
                <a:lnTo>
                  <a:pt x="180975" y="0"/>
                </a:lnTo>
                <a:lnTo>
                  <a:pt x="18097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44E"/>
            </a:solidFill>
          </a:ln>
        </p:spPr>
      </p:sp>
      <p:sp>
        <p:nvSpPr>
          <p:cNvPr id="35" name="p24-路径-0035">
            <a:extLst xmlns:a="http://schemas.openxmlformats.org/drawingml/2006/main">
              <a:ext uri="{FF2B5EF4-FFF2-40B4-BE49-F238E27FC236}">
                <a16:creationId xmlns:a16="http://schemas.microsoft.com/office/drawing/2014/main" id="{0E3D1663-ACCF-4CB1-8028-FCE3BFEA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681" y="2276475"/>
            <a:ext cx="94488" cy="152400"/>
          </a:xfrm>
          <a:custGeom xmlns:a="http://schemas.openxmlformats.org/drawingml/2006/main">
            <a:pathLst>
              <a:path w="94488" h="152400">
                <a:moveTo>
                  <a:pt x="28194" y="0"/>
                </a:moveTo>
                <a:lnTo>
                  <a:pt x="28194" y="76200"/>
                </a:lnTo>
                <a:lnTo>
                  <a:pt x="0" y="76200"/>
                </a:lnTo>
                <a:lnTo>
                  <a:pt x="47244" y="152400"/>
                </a:lnTo>
                <a:lnTo>
                  <a:pt x="94488" y="76200"/>
                </a:lnTo>
                <a:lnTo>
                  <a:pt x="66294" y="76200"/>
                </a:lnTo>
                <a:lnTo>
                  <a:pt x="66294" y="0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0">
            <a:noFill/>
          </a:ln>
        </p:spPr>
      </p:sp>
      <p:sp>
        <p:nvSpPr>
          <p:cNvPr id="36" name="p24-路径-0036">
            <a:extLst xmlns:a="http://schemas.openxmlformats.org/drawingml/2006/main">
              <a:ext uri="{FF2B5EF4-FFF2-40B4-BE49-F238E27FC236}">
                <a16:creationId xmlns:a16="http://schemas.microsoft.com/office/drawing/2014/main" id="{D2FD1D73-0D41-4194-9454-647D3D8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180975" cy="323850"/>
          </a:xfrm>
          <a:custGeom xmlns:a="http://schemas.openxmlformats.org/drawingml/2006/main">
            <a:pathLst>
              <a:path w="180975" h="323850">
                <a:moveTo>
                  <a:pt x="0" y="0"/>
                </a:moveTo>
                <a:lnTo>
                  <a:pt x="180975" y="0"/>
                </a:lnTo>
                <a:lnTo>
                  <a:pt x="18097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44E"/>
            </a:solidFill>
          </a:ln>
        </p:spPr>
      </p:sp>
      <p:sp>
        <p:nvSpPr>
          <p:cNvPr id="37" name="p24-路径-0037">
            <a:extLst xmlns:a="http://schemas.openxmlformats.org/drawingml/2006/main">
              <a:ext uri="{FF2B5EF4-FFF2-40B4-BE49-F238E27FC236}">
                <a16:creationId xmlns:a16="http://schemas.microsoft.com/office/drawing/2014/main" id="{37FD90FC-BC89-4D65-A3A6-A56EDBA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981" y="2867025"/>
            <a:ext cx="94488" cy="152400"/>
          </a:xfrm>
          <a:custGeom xmlns:a="http://schemas.openxmlformats.org/drawingml/2006/main">
            <a:pathLst>
              <a:path w="94488" h="152400">
                <a:moveTo>
                  <a:pt x="28194" y="0"/>
                </a:moveTo>
                <a:lnTo>
                  <a:pt x="28194" y="76200"/>
                </a:lnTo>
                <a:lnTo>
                  <a:pt x="0" y="76200"/>
                </a:lnTo>
                <a:lnTo>
                  <a:pt x="47244" y="152400"/>
                </a:lnTo>
                <a:lnTo>
                  <a:pt x="94488" y="76200"/>
                </a:lnTo>
                <a:lnTo>
                  <a:pt x="66294" y="76200"/>
                </a:lnTo>
                <a:lnTo>
                  <a:pt x="66294" y="0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0">
            <a:noFill/>
          </a:ln>
        </p:spPr>
      </p:sp>
      <p:sp>
        <p:nvSpPr>
          <p:cNvPr id="38" name="p24-路径-0038">
            <a:extLst xmlns:a="http://schemas.openxmlformats.org/drawingml/2006/main">
              <a:ext uri="{FF2B5EF4-FFF2-40B4-BE49-F238E27FC236}">
                <a16:creationId xmlns:a16="http://schemas.microsoft.com/office/drawing/2014/main" id="{86790751-58F6-421B-A0CC-60C74AC1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180975" cy="323850"/>
          </a:xfrm>
          <a:custGeom xmlns:a="http://schemas.openxmlformats.org/drawingml/2006/main">
            <a:pathLst>
              <a:path w="180975" h="323850">
                <a:moveTo>
                  <a:pt x="0" y="0"/>
                </a:moveTo>
                <a:lnTo>
                  <a:pt x="180975" y="0"/>
                </a:lnTo>
                <a:lnTo>
                  <a:pt x="18097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44E"/>
            </a:solidFill>
          </a:ln>
        </p:spPr>
      </p:sp>
      <p:sp>
        <p:nvSpPr>
          <p:cNvPr id="39" name="p24-路径-0039">
            <a:extLst xmlns:a="http://schemas.openxmlformats.org/drawingml/2006/main">
              <a:ext uri="{FF2B5EF4-FFF2-40B4-BE49-F238E27FC236}">
                <a16:creationId xmlns:a16="http://schemas.microsoft.com/office/drawing/2014/main" id="{6C5C914C-D60F-429F-9BC4-64EA67A6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581" y="3457575"/>
            <a:ext cx="94488" cy="152400"/>
          </a:xfrm>
          <a:custGeom xmlns:a="http://schemas.openxmlformats.org/drawingml/2006/main">
            <a:pathLst>
              <a:path w="94488" h="152400">
                <a:moveTo>
                  <a:pt x="28194" y="0"/>
                </a:moveTo>
                <a:lnTo>
                  <a:pt x="28194" y="76200"/>
                </a:lnTo>
                <a:lnTo>
                  <a:pt x="0" y="76200"/>
                </a:lnTo>
                <a:lnTo>
                  <a:pt x="47244" y="152400"/>
                </a:lnTo>
                <a:lnTo>
                  <a:pt x="94488" y="76200"/>
                </a:lnTo>
                <a:lnTo>
                  <a:pt x="66294" y="76200"/>
                </a:lnTo>
                <a:lnTo>
                  <a:pt x="66294" y="0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0">
            <a:noFill/>
          </a:ln>
        </p:spPr>
      </p:sp>
      <p:sp>
        <p:nvSpPr>
          <p:cNvPr id="40" name="p24-路径-0040">
            <a:extLst xmlns:a="http://schemas.openxmlformats.org/drawingml/2006/main">
              <a:ext uri="{FF2B5EF4-FFF2-40B4-BE49-F238E27FC236}">
                <a16:creationId xmlns:a16="http://schemas.microsoft.com/office/drawing/2014/main" id="{D6205FBB-FAA6-497B-99E8-E839F67D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90950"/>
            <a:ext cx="180975" cy="323850"/>
          </a:xfrm>
          <a:custGeom xmlns:a="http://schemas.openxmlformats.org/drawingml/2006/main">
            <a:pathLst>
              <a:path w="180975" h="323850">
                <a:moveTo>
                  <a:pt x="0" y="0"/>
                </a:moveTo>
                <a:lnTo>
                  <a:pt x="180975" y="0"/>
                </a:lnTo>
                <a:lnTo>
                  <a:pt x="18097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44E"/>
            </a:solidFill>
          </a:ln>
        </p:spPr>
      </p:sp>
      <p:sp>
        <p:nvSpPr>
          <p:cNvPr id="41" name="p24-路径-0041">
            <a:extLst xmlns:a="http://schemas.openxmlformats.org/drawingml/2006/main">
              <a:ext uri="{FF2B5EF4-FFF2-40B4-BE49-F238E27FC236}">
                <a16:creationId xmlns:a16="http://schemas.microsoft.com/office/drawing/2014/main" id="{8E8ADF38-A97E-4989-A595-A22849F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881" y="4048125"/>
            <a:ext cx="94488" cy="152400"/>
          </a:xfrm>
          <a:custGeom xmlns:a="http://schemas.openxmlformats.org/drawingml/2006/main">
            <a:pathLst>
              <a:path w="94488" h="152400">
                <a:moveTo>
                  <a:pt x="28194" y="0"/>
                </a:moveTo>
                <a:lnTo>
                  <a:pt x="28194" y="76200"/>
                </a:lnTo>
                <a:lnTo>
                  <a:pt x="0" y="76200"/>
                </a:lnTo>
                <a:lnTo>
                  <a:pt x="47244" y="152400"/>
                </a:lnTo>
                <a:lnTo>
                  <a:pt x="94488" y="76200"/>
                </a:lnTo>
                <a:lnTo>
                  <a:pt x="66294" y="76200"/>
                </a:lnTo>
                <a:lnTo>
                  <a:pt x="66294" y="0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0">
            <a:noFill/>
          </a:ln>
        </p:spPr>
      </p:sp>
      <p:sp>
        <p:nvSpPr>
          <p:cNvPr id="42" name="p24-文本-0042">
            <a:extLst xmlns:a="http://schemas.openxmlformats.org/drawingml/2006/main">
              <a:ext uri="{FF2B5EF4-FFF2-40B4-BE49-F238E27FC236}">
                <a16:creationId xmlns:a16="http://schemas.microsoft.com/office/drawing/2014/main" id="{88ECD9A9-B21F-4633-A460-5185E2CF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55124"/>
            <a:ext cx="6747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里程碑</a:t>
            </a:r>
          </a:p>
        </p:txBody>
      </p:sp>
      <p:sp>
        <p:nvSpPr>
          <p:cNvPr id="43" name="p24-路径-0043">
            <a:extLst xmlns:a="http://schemas.openxmlformats.org/drawingml/2006/main">
              <a:ext uri="{FF2B5EF4-FFF2-40B4-BE49-F238E27FC236}">
                <a16:creationId xmlns:a16="http://schemas.microsoft.com/office/drawing/2014/main" id="{AD43025E-0F03-4866-89AB-86420609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15302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44" name="p24-文本-0044">
            <a:extLst xmlns:a="http://schemas.openxmlformats.org/drawingml/2006/main">
              <a:ext uri="{FF2B5EF4-FFF2-40B4-BE49-F238E27FC236}">
                <a16:creationId xmlns:a16="http://schemas.microsoft.com/office/drawing/2014/main" id="{0D5B2F5C-EA26-43C1-AA6E-2785DD8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7417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基准可用</a:t>
            </a:r>
          </a:p>
        </p:txBody>
      </p:sp>
      <p:sp>
        <p:nvSpPr>
          <p:cNvPr id="45" name="p24-文本-0045">
            <a:extLst xmlns:a="http://schemas.openxmlformats.org/drawingml/2006/main">
              <a:ext uri="{FF2B5EF4-FFF2-40B4-BE49-F238E27FC236}">
                <a16:creationId xmlns:a16="http://schemas.microsoft.com/office/drawing/2014/main" id="{300FDE1E-6287-4422-9067-7D73A17C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4848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误差边界明确</a:t>
            </a:r>
          </a:p>
        </p:txBody>
      </p:sp>
      <p:sp>
        <p:nvSpPr>
          <p:cNvPr id="46" name="p24-路径-0046">
            <a:extLst xmlns:a="http://schemas.openxmlformats.org/drawingml/2006/main">
              <a:ext uri="{FF2B5EF4-FFF2-40B4-BE49-F238E27FC236}">
                <a16:creationId xmlns:a16="http://schemas.microsoft.com/office/drawing/2014/main" id="{474EBE25-28AF-4548-A640-1D640D3D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5302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47" name="p24-文本-0047">
            <a:extLst xmlns:a="http://schemas.openxmlformats.org/drawingml/2006/main">
              <a:ext uri="{FF2B5EF4-FFF2-40B4-BE49-F238E27FC236}">
                <a16:creationId xmlns:a16="http://schemas.microsoft.com/office/drawing/2014/main" id="{868DB89C-9A76-40EA-80E8-14993A4A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7417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候选收敛</a:t>
            </a:r>
          </a:p>
        </p:txBody>
      </p:sp>
      <p:sp>
        <p:nvSpPr>
          <p:cNvPr id="48" name="p24-文本-0048">
            <a:extLst xmlns:a="http://schemas.openxmlformats.org/drawingml/2006/main">
              <a:ext uri="{FF2B5EF4-FFF2-40B4-BE49-F238E27FC236}">
                <a16:creationId xmlns:a16="http://schemas.microsoft.com/office/drawing/2014/main" id="{B6587B67-3BA7-4859-9596-CAE9572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848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进入独立复测</a:t>
            </a:r>
          </a:p>
        </p:txBody>
      </p:sp>
      <p:sp>
        <p:nvSpPr>
          <p:cNvPr id="49" name="p24-路径-0049">
            <a:extLst xmlns:a="http://schemas.openxmlformats.org/drawingml/2006/main">
              <a:ext uri="{FF2B5EF4-FFF2-40B4-BE49-F238E27FC236}">
                <a16:creationId xmlns:a16="http://schemas.microsoft.com/office/drawing/2014/main" id="{D9721986-4496-43B9-8E29-319748A8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5302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50" name="p24-文本-0050">
            <a:extLst xmlns:a="http://schemas.openxmlformats.org/drawingml/2006/main">
              <a:ext uri="{FF2B5EF4-FFF2-40B4-BE49-F238E27FC236}">
                <a16:creationId xmlns:a16="http://schemas.microsoft.com/office/drawing/2014/main" id="{33BCF957-47FC-479D-A698-7465BA2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74174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结果可交付</a:t>
            </a:r>
          </a:p>
        </p:txBody>
      </p:sp>
      <p:sp>
        <p:nvSpPr>
          <p:cNvPr id="51" name="p24-文本-0051">
            <a:extLst xmlns:a="http://schemas.openxmlformats.org/drawingml/2006/main">
              <a:ext uri="{FF2B5EF4-FFF2-40B4-BE49-F238E27FC236}">
                <a16:creationId xmlns:a16="http://schemas.microsoft.com/office/drawing/2014/main" id="{6397684C-A20A-403A-977F-6AE8717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8485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数据与条件可追溯</a:t>
            </a:r>
          </a:p>
        </p:txBody>
      </p:sp>
      <p:sp>
        <p:nvSpPr>
          <p:cNvPr id="52" name="p24-文本-0052">
            <a:extLst xmlns:a="http://schemas.openxmlformats.org/drawingml/2006/main">
              <a:ext uri="{FF2B5EF4-FFF2-40B4-BE49-F238E27FC236}">
                <a16:creationId xmlns:a16="http://schemas.microsoft.com/office/drawing/2014/main" id="{4476F24D-7E67-4CAF-8D29-0A8A6511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23" y="6062007"/>
            <a:ext cx="648595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上一步的验收产物，决定下一步是否进入及如何收缩范围</a:t>
            </a:r>
          </a:p>
        </p:txBody>
      </p:sp>
      <p:sp>
        <p:nvSpPr>
          <p:cNvPr id="53" name="p24-文本-0053">
            <a:extLst xmlns:a="http://schemas.openxmlformats.org/drawingml/2006/main">
              <a:ext uri="{FF2B5EF4-FFF2-40B4-BE49-F238E27FC236}">
                <a16:creationId xmlns:a16="http://schemas.microsoft.com/office/drawing/2014/main" id="{1F102F83-9BFE-411A-83F2-E0011724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24</a:t>
            </a:r>
          </a:p>
        </p:txBody>
      </p:sp>
    </p:spTree>
    <p:extLst>
      <p:ext uri="{BB962C8B-B14F-4D97-AF65-F5344CB8AC3E}">
        <p14:creationId xmlns:p14="http://schemas.microsoft.com/office/powerpoint/2010/main" val="17286851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p25-矩形-0001">
            <a:extLst xmlns:a="http://schemas.openxmlformats.org/drawingml/2006/main">
              <a:ext uri="{FF2B5EF4-FFF2-40B4-BE49-F238E27FC236}">
                <a16:creationId xmlns:a16="http://schemas.microsoft.com/office/drawing/2014/main" id="{7AFFB66D-CBA4-450D-85EA-6F18536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5-矩形-0002">
            <a:extLst xmlns:a="http://schemas.openxmlformats.org/drawingml/2006/main">
              <a:ext uri="{FF2B5EF4-FFF2-40B4-BE49-F238E27FC236}">
                <a16:creationId xmlns:a16="http://schemas.microsoft.com/office/drawing/2014/main" id="{3844D95B-EDA9-4E12-8B62-C279A8C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5-文本-0003">
            <a:extLst xmlns:a="http://schemas.openxmlformats.org/drawingml/2006/main">
              <a:ext uri="{FF2B5EF4-FFF2-40B4-BE49-F238E27FC236}">
                <a16:creationId xmlns:a16="http://schemas.microsoft.com/office/drawing/2014/main" id="{B60AABC0-27B7-4C9A-8744-070E3E1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6051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任务、方法与可测产出一一对应</a:t>
            </a:r>
          </a:p>
        </p:txBody>
      </p:sp>
      <p:sp>
        <p:nvSpPr>
          <p:cNvPr id="4" name="p25-文本-0004">
            <a:extLst xmlns:a="http://schemas.openxmlformats.org/drawingml/2006/main">
              <a:ext uri="{FF2B5EF4-FFF2-40B4-BE49-F238E27FC236}">
                <a16:creationId xmlns:a16="http://schemas.microsoft.com/office/drawing/2014/main" id="{6E477F02-A32A-47C6-AED5-1421A3B8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0212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每项研究任务形成可记录产物，并按共同标准判断</a:t>
            </a:r>
          </a:p>
        </p:txBody>
      </p:sp>
      <p:sp>
        <p:nvSpPr>
          <p:cNvPr id="5" name="p25-线-0005">
            <a:extLst xmlns:a="http://schemas.openxmlformats.org/drawingml/2006/main">
              <a:ext uri="{FF2B5EF4-FFF2-40B4-BE49-F238E27FC236}">
                <a16:creationId xmlns:a16="http://schemas.microsoft.com/office/drawing/2014/main" id="{DCF9EA31-F33C-4655-B171-768A4A4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5-矩形-0006">
            <a:extLst xmlns:a="http://schemas.openxmlformats.org/drawingml/2006/main">
              <a:ext uri="{FF2B5EF4-FFF2-40B4-BE49-F238E27FC236}">
                <a16:creationId xmlns:a16="http://schemas.microsoft.com/office/drawing/2014/main" id="{849EB41A-533D-42C8-90DE-05C4115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2295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25-文本-0007">
            <a:extLst xmlns:a="http://schemas.openxmlformats.org/drawingml/2006/main">
              <a:ext uri="{FF2B5EF4-FFF2-40B4-BE49-F238E27FC236}">
                <a16:creationId xmlns:a16="http://schemas.microsoft.com/office/drawing/2014/main" id="{DEBFC480-AE4B-4165-98D5-32E2ADC2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960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研究任务</a:t>
            </a:r>
          </a:p>
        </p:txBody>
      </p:sp>
      <p:sp>
        <p:nvSpPr>
          <p:cNvPr id="8" name="p25-矩形-0008">
            <a:extLst xmlns:a="http://schemas.openxmlformats.org/drawingml/2006/main">
              <a:ext uri="{FF2B5EF4-FFF2-40B4-BE49-F238E27FC236}">
                <a16:creationId xmlns:a16="http://schemas.microsoft.com/office/drawing/2014/main" id="{5E17BFE9-7BB3-42CD-BB84-F94B98FA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09700"/>
            <a:ext cx="437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" name="p25-文本-0009">
            <a:extLst xmlns:a="http://schemas.openxmlformats.org/drawingml/2006/main">
              <a:ext uri="{FF2B5EF4-FFF2-40B4-BE49-F238E27FC236}">
                <a16:creationId xmlns:a16="http://schemas.microsoft.com/office/drawing/2014/main" id="{CA734B5F-9F04-4719-AF3B-0E746062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647" y="1431224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实施方法与证据形式</a:t>
            </a:r>
          </a:p>
        </p:txBody>
      </p:sp>
      <p:sp>
        <p:nvSpPr>
          <p:cNvPr id="10" name="p25-矩形-0010">
            <a:extLst xmlns:a="http://schemas.openxmlformats.org/drawingml/2006/main">
              <a:ext uri="{FF2B5EF4-FFF2-40B4-BE49-F238E27FC236}">
                <a16:creationId xmlns:a16="http://schemas.microsoft.com/office/drawing/2014/main" id="{BE09897C-901E-4506-9B0F-B4DD3F4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097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p25-文本-0011">
            <a:extLst xmlns:a="http://schemas.openxmlformats.org/drawingml/2006/main">
              <a:ext uri="{FF2B5EF4-FFF2-40B4-BE49-F238E27FC236}">
                <a16:creationId xmlns:a16="http://schemas.microsoft.com/office/drawing/2014/main" id="{591CF0C7-86F1-4564-96C5-3740B13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635" y="1431224"/>
            <a:ext cx="18442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可测产出与判断依据</a:t>
            </a:r>
          </a:p>
        </p:txBody>
      </p:sp>
      <p:sp>
        <p:nvSpPr>
          <p:cNvPr id="12" name="p25-矩形-0012">
            <a:extLst xmlns:a="http://schemas.openxmlformats.org/drawingml/2006/main">
              <a:ext uri="{FF2B5EF4-FFF2-40B4-BE49-F238E27FC236}">
                <a16:creationId xmlns:a16="http://schemas.microsoft.com/office/drawing/2014/main" id="{309EE086-9EBE-4B11-A1EC-5E03ED4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123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p25-文本-0013">
            <a:extLst xmlns:a="http://schemas.openxmlformats.org/drawingml/2006/main">
              <a:ext uri="{FF2B5EF4-FFF2-40B4-BE49-F238E27FC236}">
                <a16:creationId xmlns:a16="http://schemas.microsoft.com/office/drawing/2014/main" id="{E0CE3F7A-B352-4137-857F-8E5FD96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3642"/>
            <a:ext cx="14218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定位响应窗口</a:t>
            </a:r>
          </a:p>
        </p:txBody>
      </p:sp>
      <p:sp>
        <p:nvSpPr>
          <p:cNvPr id="14" name="p25-文本-0014">
            <a:extLst xmlns:a="http://schemas.openxmlformats.org/drawingml/2006/main">
              <a:ext uri="{FF2B5EF4-FFF2-40B4-BE49-F238E27FC236}">
                <a16:creationId xmlns:a16="http://schemas.microsoft.com/office/drawing/2014/main" id="{0AE58B38-5387-4BB2-AA38-2359495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4481"/>
            <a:ext cx="422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范围</a:t>
            </a:r>
          </a:p>
        </p:txBody>
      </p:sp>
      <p:sp>
        <p:nvSpPr>
          <p:cNvPr id="15" name="p25-文本-0015">
            <a:extLst xmlns:a="http://schemas.openxmlformats.org/drawingml/2006/main">
              <a:ext uri="{FF2B5EF4-FFF2-40B4-BE49-F238E27FC236}">
                <a16:creationId xmlns:a16="http://schemas.microsoft.com/office/drawing/2014/main" id="{2895DCD5-FCA7-4ABE-A480-16A9546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5585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覆盖可行条件范围</a:t>
            </a:r>
          </a:p>
        </p:txBody>
      </p:sp>
      <p:sp>
        <p:nvSpPr>
          <p:cNvPr id="16" name="p25-文本-0016">
            <a:extLst xmlns:a="http://schemas.openxmlformats.org/drawingml/2006/main">
              <a:ext uri="{FF2B5EF4-FFF2-40B4-BE49-F238E27FC236}">
                <a16:creationId xmlns:a16="http://schemas.microsoft.com/office/drawing/2014/main" id="{4C63B3F8-69F6-4A40-8523-A605B21D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797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设置边界与空白</a:t>
            </a:r>
          </a:p>
        </p:txBody>
      </p:sp>
      <p:sp>
        <p:nvSpPr>
          <p:cNvPr id="17" name="p25-矩形-0017">
            <a:extLst xmlns:a="http://schemas.openxmlformats.org/drawingml/2006/main">
              <a:ext uri="{FF2B5EF4-FFF2-40B4-BE49-F238E27FC236}">
                <a16:creationId xmlns:a16="http://schemas.microsoft.com/office/drawing/2014/main" id="{9FDBF43C-867A-46E0-AC38-58F6FEF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8" name="p25-矩形-0018">
            <a:extLst xmlns:a="http://schemas.openxmlformats.org/drawingml/2006/main">
              <a:ext uri="{FF2B5EF4-FFF2-40B4-BE49-F238E27FC236}">
                <a16:creationId xmlns:a16="http://schemas.microsoft.com/office/drawing/2014/main" id="{33A4B405-ACDF-4020-A2C0-4BBED9B4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53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9" name="p25-矩形-0019">
            <a:extLst xmlns:a="http://schemas.openxmlformats.org/drawingml/2006/main">
              <a:ext uri="{FF2B5EF4-FFF2-40B4-BE49-F238E27FC236}">
                <a16:creationId xmlns:a16="http://schemas.microsoft.com/office/drawing/2014/main" id="{E4ABAC2D-1C3F-499D-9E30-0A99E32A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56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0" name="p25-矩形-0020">
            <a:extLst xmlns:a="http://schemas.openxmlformats.org/drawingml/2006/main">
              <a:ext uri="{FF2B5EF4-FFF2-40B4-BE49-F238E27FC236}">
                <a16:creationId xmlns:a16="http://schemas.microsoft.com/office/drawing/2014/main" id="{1605ACEB-E937-4E3B-9EAB-7CFA92E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59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1" name="p25-矩形-0021">
            <a:extLst xmlns:a="http://schemas.openxmlformats.org/drawingml/2006/main">
              <a:ext uri="{FF2B5EF4-FFF2-40B4-BE49-F238E27FC236}">
                <a16:creationId xmlns:a16="http://schemas.microsoft.com/office/drawing/2014/main" id="{8534075C-367C-447C-A44C-4CB6427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2" name="p25-矩形-0022">
            <a:extLst xmlns:a="http://schemas.openxmlformats.org/drawingml/2006/main">
              <a:ext uri="{FF2B5EF4-FFF2-40B4-BE49-F238E27FC236}">
                <a16:creationId xmlns:a16="http://schemas.microsoft.com/office/drawing/2014/main" id="{19EC9AB4-D2D0-4933-98DC-6167C3B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966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3" name="p25-矩形-0023">
            <a:extLst xmlns:a="http://schemas.openxmlformats.org/drawingml/2006/main">
              <a:ext uri="{FF2B5EF4-FFF2-40B4-BE49-F238E27FC236}">
                <a16:creationId xmlns:a16="http://schemas.microsoft.com/office/drawing/2014/main" id="{1D54B475-69D5-490B-AF02-2E0922E8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469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4" name="p25-矩形-0024">
            <a:extLst xmlns:a="http://schemas.openxmlformats.org/drawingml/2006/main">
              <a:ext uri="{FF2B5EF4-FFF2-40B4-BE49-F238E27FC236}">
                <a16:creationId xmlns:a16="http://schemas.microsoft.com/office/drawing/2014/main" id="{CF373BFF-599B-4782-BF56-1D04BE0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72" y="203835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5" name="p25-矩形-0025">
            <a:extLst xmlns:a="http://schemas.openxmlformats.org/drawingml/2006/main">
              <a:ext uri="{FF2B5EF4-FFF2-40B4-BE49-F238E27FC236}">
                <a16:creationId xmlns:a16="http://schemas.microsoft.com/office/drawing/2014/main" id="{19BA5607-1A1B-47B1-94A4-FE312EB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6" name="p25-矩形-0026">
            <a:extLst xmlns:a="http://schemas.openxmlformats.org/drawingml/2006/main">
              <a:ext uri="{FF2B5EF4-FFF2-40B4-BE49-F238E27FC236}">
                <a16:creationId xmlns:a16="http://schemas.microsoft.com/office/drawing/2014/main" id="{FEC09390-0AC5-43B4-967A-36CD5AB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53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7" name="p25-矩形-0027">
            <a:extLst xmlns:a="http://schemas.openxmlformats.org/drawingml/2006/main">
              <a:ext uri="{FF2B5EF4-FFF2-40B4-BE49-F238E27FC236}">
                <a16:creationId xmlns:a16="http://schemas.microsoft.com/office/drawing/2014/main" id="{862E9CA9-079A-483F-8CE3-EDC42BF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56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" name="p25-矩形-0028">
            <a:extLst xmlns:a="http://schemas.openxmlformats.org/drawingml/2006/main">
              <a:ext uri="{FF2B5EF4-FFF2-40B4-BE49-F238E27FC236}">
                <a16:creationId xmlns:a16="http://schemas.microsoft.com/office/drawing/2014/main" id="{22287F30-812B-4F3A-B4FF-BDAEF557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59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" name="p25-矩形-0029">
            <a:extLst xmlns:a="http://schemas.openxmlformats.org/drawingml/2006/main">
              <a:ext uri="{FF2B5EF4-FFF2-40B4-BE49-F238E27FC236}">
                <a16:creationId xmlns:a16="http://schemas.microsoft.com/office/drawing/2014/main" id="{A28164B9-E16C-4973-817C-074B26EA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" name="p25-矩形-0030">
            <a:extLst xmlns:a="http://schemas.openxmlformats.org/drawingml/2006/main">
              <a:ext uri="{FF2B5EF4-FFF2-40B4-BE49-F238E27FC236}">
                <a16:creationId xmlns:a16="http://schemas.microsoft.com/office/drawing/2014/main" id="{2339177B-D4D9-4BDF-AF7A-3254D63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966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" name="p25-矩形-0031">
            <a:extLst xmlns:a="http://schemas.openxmlformats.org/drawingml/2006/main">
              <a:ext uri="{FF2B5EF4-FFF2-40B4-BE49-F238E27FC236}">
                <a16:creationId xmlns:a16="http://schemas.microsoft.com/office/drawing/2014/main" id="{4FE9DA87-F127-4A59-9F58-C0F2F53D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469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" name="p25-矩形-0032">
            <a:extLst xmlns:a="http://schemas.openxmlformats.org/drawingml/2006/main">
              <a:ext uri="{FF2B5EF4-FFF2-40B4-BE49-F238E27FC236}">
                <a16:creationId xmlns:a16="http://schemas.microsoft.com/office/drawing/2014/main" id="{213468C9-F00C-44AD-9BD3-7070D816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72" y="219456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" name="p25-矩形-0033">
            <a:extLst xmlns:a="http://schemas.openxmlformats.org/drawingml/2006/main">
              <a:ext uri="{FF2B5EF4-FFF2-40B4-BE49-F238E27FC236}">
                <a16:creationId xmlns:a16="http://schemas.microsoft.com/office/drawing/2014/main" id="{9F2F04E7-A50F-4251-ADF7-6E50DB5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4" name="p25-矩形-0034">
            <a:extLst xmlns:a="http://schemas.openxmlformats.org/drawingml/2006/main">
              <a:ext uri="{FF2B5EF4-FFF2-40B4-BE49-F238E27FC236}">
                <a16:creationId xmlns:a16="http://schemas.microsoft.com/office/drawing/2014/main" id="{0B30E2BE-6B02-495D-A447-F1B6D9D1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53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5" name="p25-矩形-0035">
            <a:extLst xmlns:a="http://schemas.openxmlformats.org/drawingml/2006/main">
              <a:ext uri="{FF2B5EF4-FFF2-40B4-BE49-F238E27FC236}">
                <a16:creationId xmlns:a16="http://schemas.microsoft.com/office/drawing/2014/main" id="{2D6903FA-2356-4D21-B4EF-F3B23A55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56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6" name="p25-矩形-0036">
            <a:extLst xmlns:a="http://schemas.openxmlformats.org/drawingml/2006/main">
              <a:ext uri="{FF2B5EF4-FFF2-40B4-BE49-F238E27FC236}">
                <a16:creationId xmlns:a16="http://schemas.microsoft.com/office/drawing/2014/main" id="{7DB1A0BA-08CE-420B-A841-E697712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59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7" name="p25-矩形-0037">
            <a:extLst xmlns:a="http://schemas.openxmlformats.org/drawingml/2006/main">
              <a:ext uri="{FF2B5EF4-FFF2-40B4-BE49-F238E27FC236}">
                <a16:creationId xmlns:a16="http://schemas.microsoft.com/office/drawing/2014/main" id="{3B0B42C1-4836-4C39-B6A3-BE268037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" name="p25-矩形-0038">
            <a:extLst xmlns:a="http://schemas.openxmlformats.org/drawingml/2006/main">
              <a:ext uri="{FF2B5EF4-FFF2-40B4-BE49-F238E27FC236}">
                <a16:creationId xmlns:a16="http://schemas.microsoft.com/office/drawing/2014/main" id="{69CF741E-A88A-4B12-8ED8-21479DF7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966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9" name="p25-矩形-0039">
            <a:extLst xmlns:a="http://schemas.openxmlformats.org/drawingml/2006/main">
              <a:ext uri="{FF2B5EF4-FFF2-40B4-BE49-F238E27FC236}">
                <a16:creationId xmlns:a16="http://schemas.microsoft.com/office/drawing/2014/main" id="{D7E9B37F-2DC7-4323-846F-289DA373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469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0" name="p25-矩形-0040">
            <a:extLst xmlns:a="http://schemas.openxmlformats.org/drawingml/2006/main">
              <a:ext uri="{FF2B5EF4-FFF2-40B4-BE49-F238E27FC236}">
                <a16:creationId xmlns:a16="http://schemas.microsoft.com/office/drawing/2014/main" id="{6DF87015-17AF-443B-B09A-D4B2486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72" y="235077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1" name="p25-矩形-0041">
            <a:extLst xmlns:a="http://schemas.openxmlformats.org/drawingml/2006/main">
              <a:ext uri="{FF2B5EF4-FFF2-40B4-BE49-F238E27FC236}">
                <a16:creationId xmlns:a16="http://schemas.microsoft.com/office/drawing/2014/main" id="{C9AD457F-0782-40FB-AC2D-F4A646A4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2" name="p25-矩形-0042">
            <a:extLst xmlns:a="http://schemas.openxmlformats.org/drawingml/2006/main">
              <a:ext uri="{FF2B5EF4-FFF2-40B4-BE49-F238E27FC236}">
                <a16:creationId xmlns:a16="http://schemas.microsoft.com/office/drawing/2014/main" id="{7652247B-A240-4CD2-B176-514938EB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53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3" name="p25-矩形-0043">
            <a:extLst xmlns:a="http://schemas.openxmlformats.org/drawingml/2006/main">
              <a:ext uri="{FF2B5EF4-FFF2-40B4-BE49-F238E27FC236}">
                <a16:creationId xmlns:a16="http://schemas.microsoft.com/office/drawing/2014/main" id="{90ECFB36-CD5D-4207-8E38-9ADED218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56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4" name="p25-矩形-0044">
            <a:extLst xmlns:a="http://schemas.openxmlformats.org/drawingml/2006/main">
              <a:ext uri="{FF2B5EF4-FFF2-40B4-BE49-F238E27FC236}">
                <a16:creationId xmlns:a16="http://schemas.microsoft.com/office/drawing/2014/main" id="{E22D9D00-D4D8-4EAE-B795-76DCCCF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59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5" name="p25-矩形-0045">
            <a:extLst xmlns:a="http://schemas.openxmlformats.org/drawingml/2006/main">
              <a:ext uri="{FF2B5EF4-FFF2-40B4-BE49-F238E27FC236}">
                <a16:creationId xmlns:a16="http://schemas.microsoft.com/office/drawing/2014/main" id="{3E118EB6-1B49-4642-ABE4-A10571F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6" name="p25-矩形-0046">
            <a:extLst xmlns:a="http://schemas.openxmlformats.org/drawingml/2006/main">
              <a:ext uri="{FF2B5EF4-FFF2-40B4-BE49-F238E27FC236}">
                <a16:creationId xmlns:a16="http://schemas.microsoft.com/office/drawing/2014/main" id="{B13FC0F7-C21D-4AB9-B0EA-F8447E8B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966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47" name="p25-矩形-0047">
            <a:extLst xmlns:a="http://schemas.openxmlformats.org/drawingml/2006/main">
              <a:ext uri="{FF2B5EF4-FFF2-40B4-BE49-F238E27FC236}">
                <a16:creationId xmlns:a16="http://schemas.microsoft.com/office/drawing/2014/main" id="{9B65568D-808F-404E-9ED1-319EC16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469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8" name="p25-矩形-0048">
            <a:extLst xmlns:a="http://schemas.openxmlformats.org/drawingml/2006/main">
              <a:ext uri="{FF2B5EF4-FFF2-40B4-BE49-F238E27FC236}">
                <a16:creationId xmlns:a16="http://schemas.microsoft.com/office/drawing/2014/main" id="{3F75CE67-F4D5-44EF-9954-44DA2892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72" y="250698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9" name="p25-矩形-0049">
            <a:extLst xmlns:a="http://schemas.openxmlformats.org/drawingml/2006/main">
              <a:ext uri="{FF2B5EF4-FFF2-40B4-BE49-F238E27FC236}">
                <a16:creationId xmlns:a16="http://schemas.microsoft.com/office/drawing/2014/main" id="{F7097E78-B7C6-44E7-9879-50B34FC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0" name="p25-矩形-0050">
            <a:extLst xmlns:a="http://schemas.openxmlformats.org/drawingml/2006/main">
              <a:ext uri="{FF2B5EF4-FFF2-40B4-BE49-F238E27FC236}">
                <a16:creationId xmlns:a16="http://schemas.microsoft.com/office/drawing/2014/main" id="{A892ABAF-6411-486B-B059-702C7538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53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1" name="p25-矩形-0051">
            <a:extLst xmlns:a="http://schemas.openxmlformats.org/drawingml/2006/main">
              <a:ext uri="{FF2B5EF4-FFF2-40B4-BE49-F238E27FC236}">
                <a16:creationId xmlns:a16="http://schemas.microsoft.com/office/drawing/2014/main" id="{6E61DB42-E97E-4EC5-BA6B-3101A8B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56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2" name="p25-矩形-0052">
            <a:extLst xmlns:a="http://schemas.openxmlformats.org/drawingml/2006/main">
              <a:ext uri="{FF2B5EF4-FFF2-40B4-BE49-F238E27FC236}">
                <a16:creationId xmlns:a16="http://schemas.microsoft.com/office/drawing/2014/main" id="{EAB83D9D-AE77-4B1E-8E3C-B1B5F62D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59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3" name="p25-矩形-0053">
            <a:extLst xmlns:a="http://schemas.openxmlformats.org/drawingml/2006/main">
              <a:ext uri="{FF2B5EF4-FFF2-40B4-BE49-F238E27FC236}">
                <a16:creationId xmlns:a16="http://schemas.microsoft.com/office/drawing/2014/main" id="{ECDE56BE-201F-4E1C-A2DE-AEE3D16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54" name="p25-矩形-0054">
            <a:extLst xmlns:a="http://schemas.openxmlformats.org/drawingml/2006/main">
              <a:ext uri="{FF2B5EF4-FFF2-40B4-BE49-F238E27FC236}">
                <a16:creationId xmlns:a16="http://schemas.microsoft.com/office/drawing/2014/main" id="{763B245E-AB5A-4471-8E29-ABCB4B78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966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55" name="p25-矩形-0055">
            <a:extLst xmlns:a="http://schemas.openxmlformats.org/drawingml/2006/main">
              <a:ext uri="{FF2B5EF4-FFF2-40B4-BE49-F238E27FC236}">
                <a16:creationId xmlns:a16="http://schemas.microsoft.com/office/drawing/2014/main" id="{71339FE0-866E-43DD-A933-BABFA57D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469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6" name="p25-矩形-0056">
            <a:extLst xmlns:a="http://schemas.openxmlformats.org/drawingml/2006/main">
              <a:ext uri="{FF2B5EF4-FFF2-40B4-BE49-F238E27FC236}">
                <a16:creationId xmlns:a16="http://schemas.microsoft.com/office/drawing/2014/main" id="{5645F6E2-E6C6-49DA-8038-2AC41771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72" y="2663190"/>
            <a:ext cx="205978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7" name="p25-文本-0057">
            <a:extLst xmlns:a="http://schemas.openxmlformats.org/drawingml/2006/main">
              <a:ext uri="{FF2B5EF4-FFF2-40B4-BE49-F238E27FC236}">
                <a16:creationId xmlns:a16="http://schemas.microsoft.com/office/drawing/2014/main" id="{5A158726-8398-4589-8F70-17972DEF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195" y="2890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58" name="p25-文本-0058">
            <a:extLst xmlns:a="http://schemas.openxmlformats.org/drawingml/2006/main">
              <a:ext uri="{FF2B5EF4-FFF2-40B4-BE49-F238E27FC236}">
                <a16:creationId xmlns:a16="http://schemas.microsoft.com/office/drawing/2014/main" id="{EC4C1053-6F5B-41F4-85A1-F4C37D9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08" y="2890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59" name="p25-文本-0059">
            <a:extLst xmlns:a="http://schemas.openxmlformats.org/drawingml/2006/main">
              <a:ext uri="{FF2B5EF4-FFF2-40B4-BE49-F238E27FC236}">
                <a16:creationId xmlns:a16="http://schemas.microsoft.com/office/drawing/2014/main" id="{0A3E2CA3-D53E-41BC-9DEC-FDF4E74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717" y="2890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60" name="p25-文本-0060">
            <a:extLst xmlns:a="http://schemas.openxmlformats.org/drawingml/2006/main">
              <a:ext uri="{FF2B5EF4-FFF2-40B4-BE49-F238E27FC236}">
                <a16:creationId xmlns:a16="http://schemas.microsoft.com/office/drawing/2014/main" id="{04664B38-A951-4EB6-ADD3-D2D6D650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032669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61" name="p25-文本-0061">
            <a:extLst xmlns:a="http://schemas.openxmlformats.org/drawingml/2006/main">
              <a:ext uri="{FF2B5EF4-FFF2-40B4-BE49-F238E27FC236}">
                <a16:creationId xmlns:a16="http://schemas.microsoft.com/office/drawing/2014/main" id="{817E8CC0-2E9A-4BB0-9968-2E3B00FF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657509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62" name="p25-文本-0062">
            <a:extLst xmlns:a="http://schemas.openxmlformats.org/drawingml/2006/main">
              <a:ext uri="{FF2B5EF4-FFF2-40B4-BE49-F238E27FC236}">
                <a16:creationId xmlns:a16="http://schemas.microsoft.com/office/drawing/2014/main" id="{17CF0F2C-2DFA-4603-AD68-C82808BF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6482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产出：条件</a:t>
            </a:r>
            <a:r>
              <a:rPr lang="en-US" sz="15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响应矩阵</a:t>
            </a:r>
          </a:p>
        </p:txBody>
      </p:sp>
      <p:sp>
        <p:nvSpPr>
          <p:cNvPr id="63" name="p25-文本-0063">
            <a:extLst xmlns:a="http://schemas.openxmlformats.org/drawingml/2006/main">
              <a:ext uri="{FF2B5EF4-FFF2-40B4-BE49-F238E27FC236}">
                <a16:creationId xmlns:a16="http://schemas.microsoft.com/office/drawing/2014/main" id="{B1E412AC-E13E-4EBC-8EB2-0C10E65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83927"/>
            <a:ext cx="26443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依据：连续区域而非孤立高值</a:t>
            </a:r>
          </a:p>
        </p:txBody>
      </p:sp>
      <p:sp>
        <p:nvSpPr>
          <p:cNvPr id="64" name="p25-线-0064">
            <a:extLst xmlns:a="http://schemas.openxmlformats.org/drawingml/2006/main">
              <a:ext uri="{FF2B5EF4-FFF2-40B4-BE49-F238E27FC236}">
                <a16:creationId xmlns:a16="http://schemas.microsoft.com/office/drawing/2014/main" id="{2FE8011E-7B26-423A-8FE6-3AEC0769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5277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65" name="p25-矩形-0065">
            <a:extLst xmlns:a="http://schemas.openxmlformats.org/drawingml/2006/main">
              <a:ext uri="{FF2B5EF4-FFF2-40B4-BE49-F238E27FC236}">
                <a16:creationId xmlns:a16="http://schemas.microsoft.com/office/drawing/2014/main" id="{F72AC97E-1088-4548-97B1-BD621205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62300"/>
            <a:ext cx="1123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6" name="p25-文本-0066">
            <a:extLst xmlns:a="http://schemas.openxmlformats.org/drawingml/2006/main">
              <a:ext uri="{FF2B5EF4-FFF2-40B4-BE49-F238E27FC236}">
                <a16:creationId xmlns:a16="http://schemas.microsoft.com/office/drawing/2014/main" id="{F18CD379-8523-4CB7-A9F1-4AF262E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6667"/>
            <a:ext cx="14218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解释变化来源</a:t>
            </a:r>
          </a:p>
        </p:txBody>
      </p:sp>
      <p:sp>
        <p:nvSpPr>
          <p:cNvPr id="67" name="p25-文本-0067">
            <a:extLst xmlns:a="http://schemas.openxmlformats.org/drawingml/2006/main">
              <a:ext uri="{FF2B5EF4-FFF2-40B4-BE49-F238E27FC236}">
                <a16:creationId xmlns:a16="http://schemas.microsoft.com/office/drawing/2014/main" id="{63BBDF84-C6F0-47F6-BAA7-5006BE72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2750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机制线索</a:t>
            </a:r>
          </a:p>
        </p:txBody>
      </p:sp>
      <p:sp>
        <p:nvSpPr>
          <p:cNvPr id="68" name="p25-文本-0068">
            <a:extLst xmlns:a="http://schemas.openxmlformats.org/drawingml/2006/main">
              <a:ext uri="{FF2B5EF4-FFF2-40B4-BE49-F238E27FC236}">
                <a16:creationId xmlns:a16="http://schemas.microsoft.com/office/drawing/2014/main" id="{59E9B047-6E01-41DB-A79F-735B889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9888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光谱与动态测量</a:t>
            </a:r>
          </a:p>
        </p:txBody>
      </p:sp>
      <p:sp>
        <p:nvSpPr>
          <p:cNvPr id="69" name="p25-文本-0069">
            <a:extLst xmlns:a="http://schemas.openxmlformats.org/drawingml/2006/main">
              <a:ext uri="{FF2B5EF4-FFF2-40B4-BE49-F238E27FC236}">
                <a16:creationId xmlns:a16="http://schemas.microsoft.com/office/drawing/2014/main" id="{1DBEFF27-147C-4F2C-BA70-28721EA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22731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固定材料负载</a:t>
            </a:r>
          </a:p>
        </p:txBody>
      </p:sp>
      <p:sp>
        <p:nvSpPr>
          <p:cNvPr id="70" name="p25-线-0070">
            <a:extLst xmlns:a="http://schemas.openxmlformats.org/drawingml/2006/main">
              <a:ext uri="{FF2B5EF4-FFF2-40B4-BE49-F238E27FC236}">
                <a16:creationId xmlns:a16="http://schemas.microsoft.com/office/drawing/2014/main" id="{5DB8CD9F-2DF6-4B06-8879-12358C2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33850"/>
            <a:ext cx="1752600" cy="95"/>
          </a:xfrm>
          <a:custGeom xmlns:a="http://schemas.openxmlformats.org/drawingml/2006/main">
            <a:pathLst>
              <a:path w="1752600" h="95">
                <a:moveTo>
                  <a:pt x="0" y="0"/>
                </a:moveTo>
                <a:lnTo>
                  <a:pt x="1752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71" name="p25-路径-0071">
            <a:extLst xmlns:a="http://schemas.openxmlformats.org/drawingml/2006/main">
              <a:ext uri="{FF2B5EF4-FFF2-40B4-BE49-F238E27FC236}">
                <a16:creationId xmlns:a16="http://schemas.microsoft.com/office/drawing/2014/main" id="{B60DF8B0-3D15-4C56-B903-7EEB5B1A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57613"/>
            <a:ext cx="1752600" cy="282892"/>
          </a:xfrm>
          <a:custGeom xmlns:a="http://schemas.openxmlformats.org/drawingml/2006/main">
            <a:pathLst>
              <a:path w="1752600" h="282892">
                <a:moveTo>
                  <a:pt x="0" y="282892"/>
                </a:moveTo>
                <a:lnTo>
                  <a:pt x="11430" y="282892"/>
                </a:lnTo>
                <a:lnTo>
                  <a:pt x="23813" y="282892"/>
                </a:lnTo>
                <a:lnTo>
                  <a:pt x="35243" y="282892"/>
                </a:lnTo>
                <a:lnTo>
                  <a:pt x="46672" y="282892"/>
                </a:lnTo>
                <a:lnTo>
                  <a:pt x="58103" y="282892"/>
                </a:lnTo>
                <a:lnTo>
                  <a:pt x="70485" y="282892"/>
                </a:lnTo>
                <a:lnTo>
                  <a:pt x="81915" y="282892"/>
                </a:lnTo>
                <a:lnTo>
                  <a:pt x="93345" y="282892"/>
                </a:lnTo>
                <a:lnTo>
                  <a:pt x="104775" y="282892"/>
                </a:lnTo>
                <a:lnTo>
                  <a:pt x="117157" y="282892"/>
                </a:lnTo>
                <a:lnTo>
                  <a:pt x="128588" y="282892"/>
                </a:lnTo>
                <a:lnTo>
                  <a:pt x="140018" y="282892"/>
                </a:lnTo>
                <a:lnTo>
                  <a:pt x="151447" y="282892"/>
                </a:lnTo>
                <a:lnTo>
                  <a:pt x="163830" y="282892"/>
                </a:lnTo>
                <a:lnTo>
                  <a:pt x="175260" y="282892"/>
                </a:lnTo>
                <a:lnTo>
                  <a:pt x="186690" y="282892"/>
                </a:lnTo>
                <a:lnTo>
                  <a:pt x="199072" y="282892"/>
                </a:lnTo>
                <a:lnTo>
                  <a:pt x="210503" y="282892"/>
                </a:lnTo>
                <a:lnTo>
                  <a:pt x="221932" y="282892"/>
                </a:lnTo>
                <a:lnTo>
                  <a:pt x="233363" y="282892"/>
                </a:lnTo>
                <a:lnTo>
                  <a:pt x="245745" y="282892"/>
                </a:lnTo>
                <a:lnTo>
                  <a:pt x="257175" y="282892"/>
                </a:lnTo>
                <a:lnTo>
                  <a:pt x="268605" y="282892"/>
                </a:lnTo>
                <a:lnTo>
                  <a:pt x="280035" y="282892"/>
                </a:lnTo>
                <a:lnTo>
                  <a:pt x="292418" y="281940"/>
                </a:lnTo>
                <a:lnTo>
                  <a:pt x="303847" y="277178"/>
                </a:lnTo>
                <a:lnTo>
                  <a:pt x="315278" y="257175"/>
                </a:lnTo>
                <a:lnTo>
                  <a:pt x="326707" y="203835"/>
                </a:lnTo>
                <a:lnTo>
                  <a:pt x="339090" y="126683"/>
                </a:lnTo>
                <a:lnTo>
                  <a:pt x="350520" y="87630"/>
                </a:lnTo>
                <a:lnTo>
                  <a:pt x="361950" y="126683"/>
                </a:lnTo>
                <a:lnTo>
                  <a:pt x="374332" y="203835"/>
                </a:lnTo>
                <a:lnTo>
                  <a:pt x="385763" y="257175"/>
                </a:lnTo>
                <a:lnTo>
                  <a:pt x="397193" y="277178"/>
                </a:lnTo>
                <a:lnTo>
                  <a:pt x="408622" y="281940"/>
                </a:lnTo>
                <a:lnTo>
                  <a:pt x="421005" y="282892"/>
                </a:lnTo>
                <a:lnTo>
                  <a:pt x="432435" y="282892"/>
                </a:lnTo>
                <a:lnTo>
                  <a:pt x="443865" y="282892"/>
                </a:lnTo>
                <a:lnTo>
                  <a:pt x="455295" y="282892"/>
                </a:lnTo>
                <a:lnTo>
                  <a:pt x="467678" y="282892"/>
                </a:lnTo>
                <a:lnTo>
                  <a:pt x="479107" y="282892"/>
                </a:lnTo>
                <a:lnTo>
                  <a:pt x="490538" y="282892"/>
                </a:lnTo>
                <a:lnTo>
                  <a:pt x="501968" y="282892"/>
                </a:lnTo>
                <a:lnTo>
                  <a:pt x="514350" y="282892"/>
                </a:lnTo>
                <a:lnTo>
                  <a:pt x="525780" y="282892"/>
                </a:lnTo>
                <a:lnTo>
                  <a:pt x="537210" y="282892"/>
                </a:lnTo>
                <a:lnTo>
                  <a:pt x="549593" y="282892"/>
                </a:lnTo>
                <a:lnTo>
                  <a:pt x="561022" y="282892"/>
                </a:lnTo>
                <a:lnTo>
                  <a:pt x="572453" y="282892"/>
                </a:lnTo>
                <a:lnTo>
                  <a:pt x="583882" y="282892"/>
                </a:lnTo>
                <a:lnTo>
                  <a:pt x="596265" y="282892"/>
                </a:lnTo>
                <a:lnTo>
                  <a:pt x="607695" y="282892"/>
                </a:lnTo>
                <a:lnTo>
                  <a:pt x="619125" y="282892"/>
                </a:lnTo>
                <a:lnTo>
                  <a:pt x="630555" y="282892"/>
                </a:lnTo>
                <a:lnTo>
                  <a:pt x="642938" y="282892"/>
                </a:lnTo>
                <a:lnTo>
                  <a:pt x="654368" y="282892"/>
                </a:lnTo>
                <a:lnTo>
                  <a:pt x="665797" y="282892"/>
                </a:lnTo>
                <a:lnTo>
                  <a:pt x="677228" y="281940"/>
                </a:lnTo>
                <a:lnTo>
                  <a:pt x="689610" y="281940"/>
                </a:lnTo>
                <a:lnTo>
                  <a:pt x="701040" y="280035"/>
                </a:lnTo>
                <a:lnTo>
                  <a:pt x="712470" y="274320"/>
                </a:lnTo>
                <a:lnTo>
                  <a:pt x="724853" y="260033"/>
                </a:lnTo>
                <a:lnTo>
                  <a:pt x="736282" y="229553"/>
                </a:lnTo>
                <a:lnTo>
                  <a:pt x="747713" y="179070"/>
                </a:lnTo>
                <a:lnTo>
                  <a:pt x="759143" y="111442"/>
                </a:lnTo>
                <a:lnTo>
                  <a:pt x="771525" y="42863"/>
                </a:lnTo>
                <a:lnTo>
                  <a:pt x="782955" y="0"/>
                </a:lnTo>
                <a:lnTo>
                  <a:pt x="794385" y="0"/>
                </a:lnTo>
                <a:lnTo>
                  <a:pt x="805815" y="42863"/>
                </a:lnTo>
                <a:lnTo>
                  <a:pt x="818197" y="111442"/>
                </a:lnTo>
                <a:lnTo>
                  <a:pt x="829628" y="179070"/>
                </a:lnTo>
                <a:lnTo>
                  <a:pt x="841057" y="229553"/>
                </a:lnTo>
                <a:lnTo>
                  <a:pt x="852488" y="260033"/>
                </a:lnTo>
                <a:lnTo>
                  <a:pt x="864870" y="274320"/>
                </a:lnTo>
                <a:lnTo>
                  <a:pt x="876300" y="280035"/>
                </a:lnTo>
                <a:lnTo>
                  <a:pt x="887730" y="281940"/>
                </a:lnTo>
                <a:lnTo>
                  <a:pt x="900113" y="281940"/>
                </a:lnTo>
                <a:lnTo>
                  <a:pt x="911543" y="282892"/>
                </a:lnTo>
                <a:lnTo>
                  <a:pt x="922972" y="282892"/>
                </a:lnTo>
                <a:lnTo>
                  <a:pt x="934403" y="282892"/>
                </a:lnTo>
                <a:lnTo>
                  <a:pt x="946785" y="282892"/>
                </a:lnTo>
                <a:lnTo>
                  <a:pt x="958215" y="282892"/>
                </a:lnTo>
                <a:lnTo>
                  <a:pt x="969645" y="282892"/>
                </a:lnTo>
                <a:lnTo>
                  <a:pt x="981075" y="282892"/>
                </a:lnTo>
                <a:lnTo>
                  <a:pt x="993457" y="282892"/>
                </a:lnTo>
                <a:lnTo>
                  <a:pt x="1004888" y="282892"/>
                </a:lnTo>
                <a:lnTo>
                  <a:pt x="1016318" y="282892"/>
                </a:lnTo>
                <a:lnTo>
                  <a:pt x="1027747" y="282892"/>
                </a:lnTo>
                <a:lnTo>
                  <a:pt x="1040130" y="282892"/>
                </a:lnTo>
                <a:lnTo>
                  <a:pt x="1051560" y="282892"/>
                </a:lnTo>
                <a:lnTo>
                  <a:pt x="1062990" y="282892"/>
                </a:lnTo>
                <a:lnTo>
                  <a:pt x="1075372" y="282892"/>
                </a:lnTo>
                <a:lnTo>
                  <a:pt x="1086803" y="282892"/>
                </a:lnTo>
                <a:lnTo>
                  <a:pt x="1098232" y="282892"/>
                </a:lnTo>
                <a:lnTo>
                  <a:pt x="1109663" y="282892"/>
                </a:lnTo>
                <a:lnTo>
                  <a:pt x="1122045" y="282892"/>
                </a:lnTo>
                <a:lnTo>
                  <a:pt x="1133475" y="282892"/>
                </a:lnTo>
                <a:lnTo>
                  <a:pt x="1144905" y="282892"/>
                </a:lnTo>
                <a:lnTo>
                  <a:pt x="1156335" y="282892"/>
                </a:lnTo>
                <a:lnTo>
                  <a:pt x="1168718" y="282892"/>
                </a:lnTo>
                <a:lnTo>
                  <a:pt x="1180147" y="282892"/>
                </a:lnTo>
                <a:lnTo>
                  <a:pt x="1191578" y="282892"/>
                </a:lnTo>
                <a:lnTo>
                  <a:pt x="1203007" y="281940"/>
                </a:lnTo>
                <a:lnTo>
                  <a:pt x="1215390" y="272415"/>
                </a:lnTo>
                <a:lnTo>
                  <a:pt x="1226820" y="221933"/>
                </a:lnTo>
                <a:lnTo>
                  <a:pt x="1238250" y="136208"/>
                </a:lnTo>
                <a:lnTo>
                  <a:pt x="1250632" y="136208"/>
                </a:lnTo>
                <a:lnTo>
                  <a:pt x="1262063" y="221933"/>
                </a:lnTo>
                <a:lnTo>
                  <a:pt x="1273493" y="272415"/>
                </a:lnTo>
                <a:lnTo>
                  <a:pt x="1284922" y="281940"/>
                </a:lnTo>
                <a:lnTo>
                  <a:pt x="1297305" y="282892"/>
                </a:lnTo>
                <a:lnTo>
                  <a:pt x="1308735" y="282892"/>
                </a:lnTo>
                <a:lnTo>
                  <a:pt x="1320165" y="282892"/>
                </a:lnTo>
                <a:lnTo>
                  <a:pt x="1331595" y="282892"/>
                </a:lnTo>
                <a:lnTo>
                  <a:pt x="1343978" y="282892"/>
                </a:lnTo>
                <a:lnTo>
                  <a:pt x="1355407" y="282892"/>
                </a:lnTo>
                <a:lnTo>
                  <a:pt x="1366838" y="282892"/>
                </a:lnTo>
                <a:lnTo>
                  <a:pt x="1378268" y="282892"/>
                </a:lnTo>
                <a:lnTo>
                  <a:pt x="1390650" y="282892"/>
                </a:lnTo>
                <a:lnTo>
                  <a:pt x="1402080" y="282892"/>
                </a:lnTo>
                <a:lnTo>
                  <a:pt x="1413510" y="282892"/>
                </a:lnTo>
                <a:lnTo>
                  <a:pt x="1425893" y="282892"/>
                </a:lnTo>
                <a:lnTo>
                  <a:pt x="1437322" y="282892"/>
                </a:lnTo>
                <a:lnTo>
                  <a:pt x="1448753" y="281940"/>
                </a:lnTo>
                <a:lnTo>
                  <a:pt x="1460182" y="280988"/>
                </a:lnTo>
                <a:lnTo>
                  <a:pt x="1472565" y="275272"/>
                </a:lnTo>
                <a:lnTo>
                  <a:pt x="1483995" y="260985"/>
                </a:lnTo>
                <a:lnTo>
                  <a:pt x="1495425" y="232410"/>
                </a:lnTo>
                <a:lnTo>
                  <a:pt x="1506855" y="196215"/>
                </a:lnTo>
                <a:lnTo>
                  <a:pt x="1519238" y="169545"/>
                </a:lnTo>
                <a:lnTo>
                  <a:pt x="1530668" y="169545"/>
                </a:lnTo>
                <a:lnTo>
                  <a:pt x="1542097" y="196215"/>
                </a:lnTo>
                <a:lnTo>
                  <a:pt x="1553528" y="232410"/>
                </a:lnTo>
                <a:lnTo>
                  <a:pt x="1565910" y="260985"/>
                </a:lnTo>
                <a:lnTo>
                  <a:pt x="1577340" y="275272"/>
                </a:lnTo>
                <a:lnTo>
                  <a:pt x="1588770" y="280988"/>
                </a:lnTo>
                <a:lnTo>
                  <a:pt x="1601153" y="281940"/>
                </a:lnTo>
                <a:lnTo>
                  <a:pt x="1612582" y="282892"/>
                </a:lnTo>
                <a:lnTo>
                  <a:pt x="1624013" y="282892"/>
                </a:lnTo>
                <a:lnTo>
                  <a:pt x="1635443" y="282892"/>
                </a:lnTo>
                <a:lnTo>
                  <a:pt x="1647825" y="282892"/>
                </a:lnTo>
                <a:lnTo>
                  <a:pt x="1659255" y="282892"/>
                </a:lnTo>
                <a:lnTo>
                  <a:pt x="1670685" y="282892"/>
                </a:lnTo>
                <a:lnTo>
                  <a:pt x="1682115" y="282892"/>
                </a:lnTo>
                <a:lnTo>
                  <a:pt x="1694497" y="282892"/>
                </a:lnTo>
                <a:lnTo>
                  <a:pt x="1705928" y="282892"/>
                </a:lnTo>
                <a:lnTo>
                  <a:pt x="1717357" y="282892"/>
                </a:lnTo>
                <a:lnTo>
                  <a:pt x="1728788" y="282892"/>
                </a:lnTo>
                <a:lnTo>
                  <a:pt x="1741170" y="282892"/>
                </a:lnTo>
                <a:lnTo>
                  <a:pt x="1752600" y="28289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72" name="p25-路径-0072">
            <a:extLst xmlns:a="http://schemas.openxmlformats.org/drawingml/2006/main">
              <a:ext uri="{FF2B5EF4-FFF2-40B4-BE49-F238E27FC236}">
                <a16:creationId xmlns:a16="http://schemas.microsoft.com/office/drawing/2014/main" id="{4BC01EE0-8F1D-437F-BC84-04159A2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28073"/>
            <a:ext cx="1752600" cy="286703"/>
          </a:xfrm>
          <a:custGeom xmlns:a="http://schemas.openxmlformats.org/drawingml/2006/main">
            <a:pathLst>
              <a:path w="1752600" h="286703">
                <a:moveTo>
                  <a:pt x="0" y="286703"/>
                </a:moveTo>
                <a:lnTo>
                  <a:pt x="11430" y="286703"/>
                </a:lnTo>
                <a:lnTo>
                  <a:pt x="23813" y="286703"/>
                </a:lnTo>
                <a:lnTo>
                  <a:pt x="35243" y="286703"/>
                </a:lnTo>
                <a:lnTo>
                  <a:pt x="46672" y="286703"/>
                </a:lnTo>
                <a:lnTo>
                  <a:pt x="58103" y="286703"/>
                </a:lnTo>
                <a:lnTo>
                  <a:pt x="70485" y="286703"/>
                </a:lnTo>
                <a:lnTo>
                  <a:pt x="81915" y="286703"/>
                </a:lnTo>
                <a:lnTo>
                  <a:pt x="93345" y="286703"/>
                </a:lnTo>
                <a:lnTo>
                  <a:pt x="104775" y="286703"/>
                </a:lnTo>
                <a:lnTo>
                  <a:pt x="117157" y="286703"/>
                </a:lnTo>
                <a:lnTo>
                  <a:pt x="128588" y="286703"/>
                </a:lnTo>
                <a:lnTo>
                  <a:pt x="140018" y="286703"/>
                </a:lnTo>
                <a:lnTo>
                  <a:pt x="151447" y="286703"/>
                </a:lnTo>
                <a:lnTo>
                  <a:pt x="163830" y="286703"/>
                </a:lnTo>
                <a:lnTo>
                  <a:pt x="175260" y="286703"/>
                </a:lnTo>
                <a:lnTo>
                  <a:pt x="186690" y="286703"/>
                </a:lnTo>
                <a:lnTo>
                  <a:pt x="199072" y="286703"/>
                </a:lnTo>
                <a:lnTo>
                  <a:pt x="210503" y="286703"/>
                </a:lnTo>
                <a:lnTo>
                  <a:pt x="221932" y="286703"/>
                </a:lnTo>
                <a:lnTo>
                  <a:pt x="233363" y="286703"/>
                </a:lnTo>
                <a:lnTo>
                  <a:pt x="245745" y="286703"/>
                </a:lnTo>
                <a:lnTo>
                  <a:pt x="257175" y="286703"/>
                </a:lnTo>
                <a:lnTo>
                  <a:pt x="268605" y="286703"/>
                </a:lnTo>
                <a:lnTo>
                  <a:pt x="280035" y="286703"/>
                </a:lnTo>
                <a:lnTo>
                  <a:pt x="292418" y="286703"/>
                </a:lnTo>
                <a:lnTo>
                  <a:pt x="303847" y="286703"/>
                </a:lnTo>
                <a:lnTo>
                  <a:pt x="315278" y="283845"/>
                </a:lnTo>
                <a:lnTo>
                  <a:pt x="326707" y="267653"/>
                </a:lnTo>
                <a:lnTo>
                  <a:pt x="339090" y="221933"/>
                </a:lnTo>
                <a:lnTo>
                  <a:pt x="350520" y="146685"/>
                </a:lnTo>
                <a:lnTo>
                  <a:pt x="361950" y="93345"/>
                </a:lnTo>
                <a:lnTo>
                  <a:pt x="374332" y="118110"/>
                </a:lnTo>
                <a:lnTo>
                  <a:pt x="385763" y="193358"/>
                </a:lnTo>
                <a:lnTo>
                  <a:pt x="397193" y="254318"/>
                </a:lnTo>
                <a:lnTo>
                  <a:pt x="408622" y="280035"/>
                </a:lnTo>
                <a:lnTo>
                  <a:pt x="421005" y="285750"/>
                </a:lnTo>
                <a:lnTo>
                  <a:pt x="432435" y="286703"/>
                </a:lnTo>
                <a:lnTo>
                  <a:pt x="443865" y="286703"/>
                </a:lnTo>
                <a:lnTo>
                  <a:pt x="455295" y="286703"/>
                </a:lnTo>
                <a:lnTo>
                  <a:pt x="467678" y="286703"/>
                </a:lnTo>
                <a:lnTo>
                  <a:pt x="479107" y="286703"/>
                </a:lnTo>
                <a:lnTo>
                  <a:pt x="490538" y="286703"/>
                </a:lnTo>
                <a:lnTo>
                  <a:pt x="501968" y="286703"/>
                </a:lnTo>
                <a:lnTo>
                  <a:pt x="514350" y="286703"/>
                </a:lnTo>
                <a:lnTo>
                  <a:pt x="525780" y="286703"/>
                </a:lnTo>
                <a:lnTo>
                  <a:pt x="537210" y="286703"/>
                </a:lnTo>
                <a:lnTo>
                  <a:pt x="549593" y="286703"/>
                </a:lnTo>
                <a:lnTo>
                  <a:pt x="561022" y="286703"/>
                </a:lnTo>
                <a:lnTo>
                  <a:pt x="572453" y="286703"/>
                </a:lnTo>
                <a:lnTo>
                  <a:pt x="583882" y="286703"/>
                </a:lnTo>
                <a:lnTo>
                  <a:pt x="596265" y="286703"/>
                </a:lnTo>
                <a:lnTo>
                  <a:pt x="607695" y="286703"/>
                </a:lnTo>
                <a:lnTo>
                  <a:pt x="619125" y="286703"/>
                </a:lnTo>
                <a:lnTo>
                  <a:pt x="630555" y="286703"/>
                </a:lnTo>
                <a:lnTo>
                  <a:pt x="642938" y="286703"/>
                </a:lnTo>
                <a:lnTo>
                  <a:pt x="654368" y="286703"/>
                </a:lnTo>
                <a:lnTo>
                  <a:pt x="665797" y="286703"/>
                </a:lnTo>
                <a:lnTo>
                  <a:pt x="677228" y="286703"/>
                </a:lnTo>
                <a:lnTo>
                  <a:pt x="689610" y="286703"/>
                </a:lnTo>
                <a:lnTo>
                  <a:pt x="701040" y="286703"/>
                </a:lnTo>
                <a:lnTo>
                  <a:pt x="712470" y="284798"/>
                </a:lnTo>
                <a:lnTo>
                  <a:pt x="724853" y="280035"/>
                </a:lnTo>
                <a:lnTo>
                  <a:pt x="736282" y="268605"/>
                </a:lnTo>
                <a:lnTo>
                  <a:pt x="747713" y="241935"/>
                </a:lnTo>
                <a:lnTo>
                  <a:pt x="759143" y="195263"/>
                </a:lnTo>
                <a:lnTo>
                  <a:pt x="771525" y="130493"/>
                </a:lnTo>
                <a:lnTo>
                  <a:pt x="782955" y="60008"/>
                </a:lnTo>
                <a:lnTo>
                  <a:pt x="794385" y="9525"/>
                </a:lnTo>
                <a:lnTo>
                  <a:pt x="805815" y="0"/>
                </a:lnTo>
                <a:lnTo>
                  <a:pt x="818197" y="36195"/>
                </a:lnTo>
                <a:lnTo>
                  <a:pt x="829628" y="101918"/>
                </a:lnTo>
                <a:lnTo>
                  <a:pt x="841057" y="171450"/>
                </a:lnTo>
                <a:lnTo>
                  <a:pt x="852488" y="225743"/>
                </a:lnTo>
                <a:lnTo>
                  <a:pt x="864870" y="260033"/>
                </a:lnTo>
                <a:lnTo>
                  <a:pt x="876300" y="277178"/>
                </a:lnTo>
                <a:lnTo>
                  <a:pt x="887730" y="283845"/>
                </a:lnTo>
                <a:lnTo>
                  <a:pt x="900113" y="285750"/>
                </a:lnTo>
                <a:lnTo>
                  <a:pt x="911543" y="286703"/>
                </a:lnTo>
                <a:lnTo>
                  <a:pt x="922972" y="286703"/>
                </a:lnTo>
                <a:lnTo>
                  <a:pt x="934403" y="286703"/>
                </a:lnTo>
                <a:lnTo>
                  <a:pt x="946785" y="286703"/>
                </a:lnTo>
                <a:lnTo>
                  <a:pt x="958215" y="286703"/>
                </a:lnTo>
                <a:lnTo>
                  <a:pt x="969645" y="286703"/>
                </a:lnTo>
                <a:lnTo>
                  <a:pt x="981075" y="286703"/>
                </a:lnTo>
                <a:lnTo>
                  <a:pt x="993457" y="286703"/>
                </a:lnTo>
                <a:lnTo>
                  <a:pt x="1004888" y="286703"/>
                </a:lnTo>
                <a:lnTo>
                  <a:pt x="1016318" y="286703"/>
                </a:lnTo>
                <a:lnTo>
                  <a:pt x="1027747" y="286703"/>
                </a:lnTo>
                <a:lnTo>
                  <a:pt x="1040130" y="286703"/>
                </a:lnTo>
                <a:lnTo>
                  <a:pt x="1051560" y="286703"/>
                </a:lnTo>
                <a:lnTo>
                  <a:pt x="1062990" y="286703"/>
                </a:lnTo>
                <a:lnTo>
                  <a:pt x="1075372" y="286703"/>
                </a:lnTo>
                <a:lnTo>
                  <a:pt x="1086803" y="286703"/>
                </a:lnTo>
                <a:lnTo>
                  <a:pt x="1098232" y="286703"/>
                </a:lnTo>
                <a:lnTo>
                  <a:pt x="1109663" y="286703"/>
                </a:lnTo>
                <a:lnTo>
                  <a:pt x="1122045" y="286703"/>
                </a:lnTo>
                <a:lnTo>
                  <a:pt x="1133475" y="286703"/>
                </a:lnTo>
                <a:lnTo>
                  <a:pt x="1144905" y="286703"/>
                </a:lnTo>
                <a:lnTo>
                  <a:pt x="1156335" y="286703"/>
                </a:lnTo>
                <a:lnTo>
                  <a:pt x="1168718" y="286703"/>
                </a:lnTo>
                <a:lnTo>
                  <a:pt x="1180147" y="286703"/>
                </a:lnTo>
                <a:lnTo>
                  <a:pt x="1191578" y="286703"/>
                </a:lnTo>
                <a:lnTo>
                  <a:pt x="1203007" y="286703"/>
                </a:lnTo>
                <a:lnTo>
                  <a:pt x="1215390" y="286703"/>
                </a:lnTo>
                <a:lnTo>
                  <a:pt x="1226820" y="280988"/>
                </a:lnTo>
                <a:lnTo>
                  <a:pt x="1238250" y="241935"/>
                </a:lnTo>
                <a:lnTo>
                  <a:pt x="1250632" y="155258"/>
                </a:lnTo>
                <a:lnTo>
                  <a:pt x="1262063" y="129540"/>
                </a:lnTo>
                <a:lnTo>
                  <a:pt x="1273493" y="209550"/>
                </a:lnTo>
                <a:lnTo>
                  <a:pt x="1284922" y="271463"/>
                </a:lnTo>
                <a:lnTo>
                  <a:pt x="1297305" y="285750"/>
                </a:lnTo>
                <a:lnTo>
                  <a:pt x="1308735" y="286703"/>
                </a:lnTo>
                <a:lnTo>
                  <a:pt x="1320165" y="286703"/>
                </a:lnTo>
                <a:lnTo>
                  <a:pt x="1331595" y="286703"/>
                </a:lnTo>
                <a:lnTo>
                  <a:pt x="1343978" y="286703"/>
                </a:lnTo>
                <a:lnTo>
                  <a:pt x="1355407" y="286703"/>
                </a:lnTo>
                <a:lnTo>
                  <a:pt x="1366838" y="286703"/>
                </a:lnTo>
                <a:lnTo>
                  <a:pt x="1378268" y="286703"/>
                </a:lnTo>
                <a:lnTo>
                  <a:pt x="1390650" y="286703"/>
                </a:lnTo>
                <a:lnTo>
                  <a:pt x="1402080" y="286703"/>
                </a:lnTo>
                <a:lnTo>
                  <a:pt x="1413510" y="286703"/>
                </a:lnTo>
                <a:lnTo>
                  <a:pt x="1425893" y="286703"/>
                </a:lnTo>
                <a:lnTo>
                  <a:pt x="1437322" y="286703"/>
                </a:lnTo>
                <a:lnTo>
                  <a:pt x="1448753" y="286703"/>
                </a:lnTo>
                <a:lnTo>
                  <a:pt x="1460182" y="286703"/>
                </a:lnTo>
                <a:lnTo>
                  <a:pt x="1472565" y="285750"/>
                </a:lnTo>
                <a:lnTo>
                  <a:pt x="1483995" y="280988"/>
                </a:lnTo>
                <a:lnTo>
                  <a:pt x="1495425" y="269558"/>
                </a:lnTo>
                <a:lnTo>
                  <a:pt x="1506855" y="243840"/>
                </a:lnTo>
                <a:lnTo>
                  <a:pt x="1519238" y="208598"/>
                </a:lnTo>
                <a:lnTo>
                  <a:pt x="1530668" y="177165"/>
                </a:lnTo>
                <a:lnTo>
                  <a:pt x="1542097" y="171450"/>
                </a:lnTo>
                <a:lnTo>
                  <a:pt x="1553528" y="194310"/>
                </a:lnTo>
                <a:lnTo>
                  <a:pt x="1565910" y="230505"/>
                </a:lnTo>
                <a:lnTo>
                  <a:pt x="1577340" y="260985"/>
                </a:lnTo>
                <a:lnTo>
                  <a:pt x="1588770" y="278130"/>
                </a:lnTo>
                <a:lnTo>
                  <a:pt x="1601153" y="284798"/>
                </a:lnTo>
                <a:lnTo>
                  <a:pt x="1612582" y="286703"/>
                </a:lnTo>
                <a:lnTo>
                  <a:pt x="1624013" y="286703"/>
                </a:lnTo>
                <a:lnTo>
                  <a:pt x="1635443" y="286703"/>
                </a:lnTo>
                <a:lnTo>
                  <a:pt x="1647825" y="286703"/>
                </a:lnTo>
                <a:lnTo>
                  <a:pt x="1659255" y="286703"/>
                </a:lnTo>
                <a:lnTo>
                  <a:pt x="1670685" y="286703"/>
                </a:lnTo>
                <a:lnTo>
                  <a:pt x="1682115" y="286703"/>
                </a:lnTo>
                <a:lnTo>
                  <a:pt x="1694497" y="286703"/>
                </a:lnTo>
                <a:lnTo>
                  <a:pt x="1705928" y="286703"/>
                </a:lnTo>
                <a:lnTo>
                  <a:pt x="1717357" y="286703"/>
                </a:lnTo>
                <a:lnTo>
                  <a:pt x="1728788" y="286703"/>
                </a:lnTo>
                <a:lnTo>
                  <a:pt x="1741170" y="286703"/>
                </a:lnTo>
                <a:lnTo>
                  <a:pt x="1752600" y="2867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73" name="p25-路径-0073">
            <a:extLst xmlns:a="http://schemas.openxmlformats.org/drawingml/2006/main">
              <a:ext uri="{FF2B5EF4-FFF2-40B4-BE49-F238E27FC236}">
                <a16:creationId xmlns:a16="http://schemas.microsoft.com/office/drawing/2014/main" id="{AB8CFB81-A8BC-4F58-90F6-5D078FC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01390"/>
            <a:ext cx="1752600" cy="288607"/>
          </a:xfrm>
          <a:custGeom xmlns:a="http://schemas.openxmlformats.org/drawingml/2006/main">
            <a:pathLst>
              <a:path w="1752600" h="288607">
                <a:moveTo>
                  <a:pt x="0" y="288607"/>
                </a:moveTo>
                <a:lnTo>
                  <a:pt x="11430" y="288607"/>
                </a:lnTo>
                <a:lnTo>
                  <a:pt x="23813" y="288607"/>
                </a:lnTo>
                <a:lnTo>
                  <a:pt x="35243" y="288607"/>
                </a:lnTo>
                <a:lnTo>
                  <a:pt x="46672" y="288607"/>
                </a:lnTo>
                <a:lnTo>
                  <a:pt x="58103" y="288607"/>
                </a:lnTo>
                <a:lnTo>
                  <a:pt x="70485" y="288607"/>
                </a:lnTo>
                <a:lnTo>
                  <a:pt x="81915" y="288607"/>
                </a:lnTo>
                <a:lnTo>
                  <a:pt x="93345" y="288607"/>
                </a:lnTo>
                <a:lnTo>
                  <a:pt x="104775" y="288607"/>
                </a:lnTo>
                <a:lnTo>
                  <a:pt x="117157" y="288607"/>
                </a:lnTo>
                <a:lnTo>
                  <a:pt x="128588" y="288607"/>
                </a:lnTo>
                <a:lnTo>
                  <a:pt x="140018" y="288607"/>
                </a:lnTo>
                <a:lnTo>
                  <a:pt x="151447" y="288607"/>
                </a:lnTo>
                <a:lnTo>
                  <a:pt x="163830" y="288607"/>
                </a:lnTo>
                <a:lnTo>
                  <a:pt x="175260" y="288607"/>
                </a:lnTo>
                <a:lnTo>
                  <a:pt x="186690" y="288607"/>
                </a:lnTo>
                <a:lnTo>
                  <a:pt x="199072" y="288607"/>
                </a:lnTo>
                <a:lnTo>
                  <a:pt x="210503" y="288607"/>
                </a:lnTo>
                <a:lnTo>
                  <a:pt x="221932" y="288607"/>
                </a:lnTo>
                <a:lnTo>
                  <a:pt x="233363" y="288607"/>
                </a:lnTo>
                <a:lnTo>
                  <a:pt x="245745" y="288607"/>
                </a:lnTo>
                <a:lnTo>
                  <a:pt x="257175" y="288607"/>
                </a:lnTo>
                <a:lnTo>
                  <a:pt x="268605" y="288607"/>
                </a:lnTo>
                <a:lnTo>
                  <a:pt x="280035" y="288607"/>
                </a:lnTo>
                <a:lnTo>
                  <a:pt x="292418" y="288607"/>
                </a:lnTo>
                <a:lnTo>
                  <a:pt x="303847" y="288607"/>
                </a:lnTo>
                <a:lnTo>
                  <a:pt x="315278" y="288607"/>
                </a:lnTo>
                <a:lnTo>
                  <a:pt x="326707" y="286702"/>
                </a:lnTo>
                <a:lnTo>
                  <a:pt x="339090" y="274320"/>
                </a:lnTo>
                <a:lnTo>
                  <a:pt x="350520" y="236220"/>
                </a:lnTo>
                <a:lnTo>
                  <a:pt x="361950" y="163830"/>
                </a:lnTo>
                <a:lnTo>
                  <a:pt x="374332" y="100965"/>
                </a:lnTo>
                <a:lnTo>
                  <a:pt x="385763" y="108585"/>
                </a:lnTo>
                <a:lnTo>
                  <a:pt x="397193" y="179070"/>
                </a:lnTo>
                <a:lnTo>
                  <a:pt x="408622" y="246697"/>
                </a:lnTo>
                <a:lnTo>
                  <a:pt x="421005" y="278130"/>
                </a:lnTo>
                <a:lnTo>
                  <a:pt x="432435" y="287655"/>
                </a:lnTo>
                <a:lnTo>
                  <a:pt x="443865" y="288607"/>
                </a:lnTo>
                <a:lnTo>
                  <a:pt x="455295" y="288607"/>
                </a:lnTo>
                <a:lnTo>
                  <a:pt x="467678" y="288607"/>
                </a:lnTo>
                <a:lnTo>
                  <a:pt x="479107" y="288607"/>
                </a:lnTo>
                <a:lnTo>
                  <a:pt x="490538" y="288607"/>
                </a:lnTo>
                <a:lnTo>
                  <a:pt x="501968" y="288607"/>
                </a:lnTo>
                <a:lnTo>
                  <a:pt x="514350" y="288607"/>
                </a:lnTo>
                <a:lnTo>
                  <a:pt x="525780" y="288607"/>
                </a:lnTo>
                <a:lnTo>
                  <a:pt x="537210" y="288607"/>
                </a:lnTo>
                <a:lnTo>
                  <a:pt x="549593" y="288607"/>
                </a:lnTo>
                <a:lnTo>
                  <a:pt x="561022" y="288607"/>
                </a:lnTo>
                <a:lnTo>
                  <a:pt x="572453" y="288607"/>
                </a:lnTo>
                <a:lnTo>
                  <a:pt x="583882" y="288607"/>
                </a:lnTo>
                <a:lnTo>
                  <a:pt x="596265" y="288607"/>
                </a:lnTo>
                <a:lnTo>
                  <a:pt x="607695" y="288607"/>
                </a:lnTo>
                <a:lnTo>
                  <a:pt x="619125" y="288607"/>
                </a:lnTo>
                <a:lnTo>
                  <a:pt x="630555" y="288607"/>
                </a:lnTo>
                <a:lnTo>
                  <a:pt x="642938" y="288607"/>
                </a:lnTo>
                <a:lnTo>
                  <a:pt x="654368" y="288607"/>
                </a:lnTo>
                <a:lnTo>
                  <a:pt x="665797" y="288607"/>
                </a:lnTo>
                <a:lnTo>
                  <a:pt x="677228" y="288607"/>
                </a:lnTo>
                <a:lnTo>
                  <a:pt x="689610" y="288607"/>
                </a:lnTo>
                <a:lnTo>
                  <a:pt x="701040" y="288607"/>
                </a:lnTo>
                <a:lnTo>
                  <a:pt x="712470" y="288607"/>
                </a:lnTo>
                <a:lnTo>
                  <a:pt x="724853" y="287655"/>
                </a:lnTo>
                <a:lnTo>
                  <a:pt x="736282" y="283845"/>
                </a:lnTo>
                <a:lnTo>
                  <a:pt x="747713" y="273367"/>
                </a:lnTo>
                <a:lnTo>
                  <a:pt x="759143" y="250507"/>
                </a:lnTo>
                <a:lnTo>
                  <a:pt x="771525" y="208597"/>
                </a:lnTo>
                <a:lnTo>
                  <a:pt x="782955" y="146685"/>
                </a:lnTo>
                <a:lnTo>
                  <a:pt x="794385" y="75247"/>
                </a:lnTo>
                <a:lnTo>
                  <a:pt x="805815" y="19050"/>
                </a:lnTo>
                <a:lnTo>
                  <a:pt x="818197" y="0"/>
                </a:lnTo>
                <a:lnTo>
                  <a:pt x="829628" y="27622"/>
                </a:lnTo>
                <a:lnTo>
                  <a:pt x="841057" y="89535"/>
                </a:lnTo>
                <a:lnTo>
                  <a:pt x="852488" y="160020"/>
                </a:lnTo>
                <a:lnTo>
                  <a:pt x="864870" y="218122"/>
                </a:lnTo>
                <a:lnTo>
                  <a:pt x="876300" y="256222"/>
                </a:lnTo>
                <a:lnTo>
                  <a:pt x="887730" y="276225"/>
                </a:lnTo>
                <a:lnTo>
                  <a:pt x="900113" y="284797"/>
                </a:lnTo>
                <a:lnTo>
                  <a:pt x="911543" y="287655"/>
                </a:lnTo>
                <a:lnTo>
                  <a:pt x="922972" y="288607"/>
                </a:lnTo>
                <a:lnTo>
                  <a:pt x="934403" y="288607"/>
                </a:lnTo>
                <a:lnTo>
                  <a:pt x="946785" y="288607"/>
                </a:lnTo>
                <a:lnTo>
                  <a:pt x="958215" y="288607"/>
                </a:lnTo>
                <a:lnTo>
                  <a:pt x="969645" y="288607"/>
                </a:lnTo>
                <a:lnTo>
                  <a:pt x="981075" y="288607"/>
                </a:lnTo>
                <a:lnTo>
                  <a:pt x="993457" y="288607"/>
                </a:lnTo>
                <a:lnTo>
                  <a:pt x="1004888" y="288607"/>
                </a:lnTo>
                <a:lnTo>
                  <a:pt x="1016318" y="288607"/>
                </a:lnTo>
                <a:lnTo>
                  <a:pt x="1027747" y="288607"/>
                </a:lnTo>
                <a:lnTo>
                  <a:pt x="1040130" y="288607"/>
                </a:lnTo>
                <a:lnTo>
                  <a:pt x="1051560" y="288607"/>
                </a:lnTo>
                <a:lnTo>
                  <a:pt x="1062990" y="288607"/>
                </a:lnTo>
                <a:lnTo>
                  <a:pt x="1075372" y="288607"/>
                </a:lnTo>
                <a:lnTo>
                  <a:pt x="1086803" y="288607"/>
                </a:lnTo>
                <a:lnTo>
                  <a:pt x="1098232" y="288607"/>
                </a:lnTo>
                <a:lnTo>
                  <a:pt x="1109663" y="288607"/>
                </a:lnTo>
                <a:lnTo>
                  <a:pt x="1122045" y="288607"/>
                </a:lnTo>
                <a:lnTo>
                  <a:pt x="1133475" y="288607"/>
                </a:lnTo>
                <a:lnTo>
                  <a:pt x="1144905" y="288607"/>
                </a:lnTo>
                <a:lnTo>
                  <a:pt x="1156335" y="288607"/>
                </a:lnTo>
                <a:lnTo>
                  <a:pt x="1168718" y="288607"/>
                </a:lnTo>
                <a:lnTo>
                  <a:pt x="1180147" y="288607"/>
                </a:lnTo>
                <a:lnTo>
                  <a:pt x="1191578" y="288607"/>
                </a:lnTo>
                <a:lnTo>
                  <a:pt x="1203007" y="288607"/>
                </a:lnTo>
                <a:lnTo>
                  <a:pt x="1215390" y="288607"/>
                </a:lnTo>
                <a:lnTo>
                  <a:pt x="1226820" y="288607"/>
                </a:lnTo>
                <a:lnTo>
                  <a:pt x="1238250" y="284797"/>
                </a:lnTo>
                <a:lnTo>
                  <a:pt x="1250632" y="256222"/>
                </a:lnTo>
                <a:lnTo>
                  <a:pt x="1262063" y="174307"/>
                </a:lnTo>
                <a:lnTo>
                  <a:pt x="1273493" y="125730"/>
                </a:lnTo>
                <a:lnTo>
                  <a:pt x="1284922" y="193357"/>
                </a:lnTo>
                <a:lnTo>
                  <a:pt x="1297305" y="265747"/>
                </a:lnTo>
                <a:lnTo>
                  <a:pt x="1308735" y="286702"/>
                </a:lnTo>
                <a:lnTo>
                  <a:pt x="1320165" y="288607"/>
                </a:lnTo>
                <a:lnTo>
                  <a:pt x="1331595" y="288607"/>
                </a:lnTo>
                <a:lnTo>
                  <a:pt x="1343978" y="288607"/>
                </a:lnTo>
                <a:lnTo>
                  <a:pt x="1355407" y="288607"/>
                </a:lnTo>
                <a:lnTo>
                  <a:pt x="1366838" y="288607"/>
                </a:lnTo>
                <a:lnTo>
                  <a:pt x="1378268" y="288607"/>
                </a:lnTo>
                <a:lnTo>
                  <a:pt x="1390650" y="288607"/>
                </a:lnTo>
                <a:lnTo>
                  <a:pt x="1402080" y="288607"/>
                </a:lnTo>
                <a:lnTo>
                  <a:pt x="1413510" y="288607"/>
                </a:lnTo>
                <a:lnTo>
                  <a:pt x="1425893" y="288607"/>
                </a:lnTo>
                <a:lnTo>
                  <a:pt x="1437322" y="288607"/>
                </a:lnTo>
                <a:lnTo>
                  <a:pt x="1448753" y="288607"/>
                </a:lnTo>
                <a:lnTo>
                  <a:pt x="1460182" y="288607"/>
                </a:lnTo>
                <a:lnTo>
                  <a:pt x="1472565" y="288607"/>
                </a:lnTo>
                <a:lnTo>
                  <a:pt x="1483995" y="287655"/>
                </a:lnTo>
                <a:lnTo>
                  <a:pt x="1495425" y="284797"/>
                </a:lnTo>
                <a:lnTo>
                  <a:pt x="1506855" y="274320"/>
                </a:lnTo>
                <a:lnTo>
                  <a:pt x="1519238" y="251460"/>
                </a:lnTo>
                <a:lnTo>
                  <a:pt x="1530668" y="217170"/>
                </a:lnTo>
                <a:lnTo>
                  <a:pt x="1542097" y="183832"/>
                </a:lnTo>
                <a:lnTo>
                  <a:pt x="1553528" y="171450"/>
                </a:lnTo>
                <a:lnTo>
                  <a:pt x="1565910" y="189547"/>
                </a:lnTo>
                <a:lnTo>
                  <a:pt x="1577340" y="224790"/>
                </a:lnTo>
                <a:lnTo>
                  <a:pt x="1588770" y="257175"/>
                </a:lnTo>
                <a:lnTo>
                  <a:pt x="1601153" y="277177"/>
                </a:lnTo>
                <a:lnTo>
                  <a:pt x="1612582" y="285750"/>
                </a:lnTo>
                <a:lnTo>
                  <a:pt x="1624013" y="287655"/>
                </a:lnTo>
                <a:lnTo>
                  <a:pt x="1635443" y="288607"/>
                </a:lnTo>
                <a:lnTo>
                  <a:pt x="1647825" y="288607"/>
                </a:lnTo>
                <a:lnTo>
                  <a:pt x="1659255" y="288607"/>
                </a:lnTo>
                <a:lnTo>
                  <a:pt x="1670685" y="288607"/>
                </a:lnTo>
                <a:lnTo>
                  <a:pt x="1682115" y="288607"/>
                </a:lnTo>
                <a:lnTo>
                  <a:pt x="1694497" y="288607"/>
                </a:lnTo>
                <a:lnTo>
                  <a:pt x="1705928" y="288607"/>
                </a:lnTo>
                <a:lnTo>
                  <a:pt x="1717357" y="288607"/>
                </a:lnTo>
                <a:lnTo>
                  <a:pt x="1728788" y="288607"/>
                </a:lnTo>
                <a:lnTo>
                  <a:pt x="1741170" y="288607"/>
                </a:lnTo>
                <a:lnTo>
                  <a:pt x="1752600" y="28860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74" name="p25-文本-0074">
            <a:extLst xmlns:a="http://schemas.openxmlformats.org/drawingml/2006/main">
              <a:ext uri="{FF2B5EF4-FFF2-40B4-BE49-F238E27FC236}">
                <a16:creationId xmlns:a16="http://schemas.microsoft.com/office/drawing/2014/main" id="{BBDE9EBA-1BDC-43C2-8BE4-BAFBC95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488" y="4183252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75" name="p25-文本-0075">
            <a:extLst xmlns:a="http://schemas.openxmlformats.org/drawingml/2006/main">
              <a:ext uri="{FF2B5EF4-FFF2-40B4-BE49-F238E27FC236}">
                <a16:creationId xmlns:a16="http://schemas.microsoft.com/office/drawing/2014/main" id="{71D2246E-74A6-44B3-AC2C-F936D3E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07852"/>
            <a:ext cx="24443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产出：特征信号与速率参数</a:t>
            </a:r>
          </a:p>
        </p:txBody>
      </p:sp>
      <p:sp>
        <p:nvSpPr>
          <p:cNvPr id="76" name="p25-文本-0076">
            <a:extLst xmlns:a="http://schemas.openxmlformats.org/drawingml/2006/main">
              <a:ext uri="{FF2B5EF4-FFF2-40B4-BE49-F238E27FC236}">
                <a16:creationId xmlns:a16="http://schemas.microsoft.com/office/drawing/2014/main" id="{D8214613-DBE3-485C-BFE4-F4C112D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26952"/>
            <a:ext cx="24443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依据：变化方向与对照一致</a:t>
            </a:r>
          </a:p>
        </p:txBody>
      </p:sp>
      <p:sp>
        <p:nvSpPr>
          <p:cNvPr id="77" name="p25-线-0077">
            <a:extLst xmlns:a="http://schemas.openxmlformats.org/drawingml/2006/main">
              <a:ext uri="{FF2B5EF4-FFF2-40B4-BE49-F238E27FC236}">
                <a16:creationId xmlns:a16="http://schemas.microsoft.com/office/drawing/2014/main" id="{E1C9B362-9D11-4AA2-86F8-782722D4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78" name="p25-矩形-0078">
            <a:extLst xmlns:a="http://schemas.openxmlformats.org/drawingml/2006/main">
              <a:ext uri="{FF2B5EF4-FFF2-40B4-BE49-F238E27FC236}">
                <a16:creationId xmlns:a16="http://schemas.microsoft.com/office/drawing/2014/main" id="{F1A295D7-4807-4521-9F55-0AEA4157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05325"/>
            <a:ext cx="1123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p25-文本-0079">
            <a:extLst xmlns:a="http://schemas.openxmlformats.org/drawingml/2006/main">
              <a:ext uri="{FF2B5EF4-FFF2-40B4-BE49-F238E27FC236}">
                <a16:creationId xmlns:a16="http://schemas.microsoft.com/office/drawing/2014/main" id="{8DC14178-88FC-44B4-A397-B9339F23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39692"/>
            <a:ext cx="14218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检验可复现性</a:t>
            </a:r>
          </a:p>
        </p:txBody>
      </p:sp>
      <p:sp>
        <p:nvSpPr>
          <p:cNvPr id="80" name="p25-文本-0080">
            <a:extLst xmlns:a="http://schemas.openxmlformats.org/drawingml/2006/main">
              <a:ext uri="{FF2B5EF4-FFF2-40B4-BE49-F238E27FC236}">
                <a16:creationId xmlns:a16="http://schemas.microsoft.com/office/drawing/2014/main" id="{7A9605C8-FD16-4D31-9819-BC2FE5B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70531"/>
            <a:ext cx="613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重复性</a:t>
            </a:r>
          </a:p>
        </p:txBody>
      </p:sp>
      <p:sp>
        <p:nvSpPr>
          <p:cNvPr id="81" name="p25-文本-0081">
            <a:extLst xmlns:a="http://schemas.openxmlformats.org/drawingml/2006/main">
              <a:ext uri="{FF2B5EF4-FFF2-40B4-BE49-F238E27FC236}">
                <a16:creationId xmlns:a16="http://schemas.microsoft.com/office/drawing/2014/main" id="{6A950E41-DC21-4E18-B160-26E0E9B9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4190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留出独立批次</a:t>
            </a:r>
          </a:p>
        </p:txBody>
      </p:sp>
      <p:sp>
        <p:nvSpPr>
          <p:cNvPr id="82" name="p25-文本-0082">
            <a:extLst xmlns:a="http://schemas.openxmlformats.org/drawingml/2006/main">
              <a:ext uri="{FF2B5EF4-FFF2-40B4-BE49-F238E27FC236}">
                <a16:creationId xmlns:a16="http://schemas.microsoft.com/office/drawing/2014/main" id="{DCF0E78B-56DB-489F-87A3-7929FFE6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06575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重复完整测量流程</a:t>
            </a:r>
          </a:p>
        </p:txBody>
      </p:sp>
      <p:sp>
        <p:nvSpPr>
          <p:cNvPr id="83" name="p25-线-0083">
            <a:extLst xmlns:a="http://schemas.openxmlformats.org/drawingml/2006/main">
              <a:ext uri="{FF2B5EF4-FFF2-40B4-BE49-F238E27FC236}">
                <a16:creationId xmlns:a16="http://schemas.microsoft.com/office/drawing/2014/main" id="{34CB8C28-9E44-45E9-ADC4-DF0272C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95925"/>
            <a:ext cx="1666875" cy="95"/>
          </a:xfrm>
          <a:custGeom xmlns:a="http://schemas.openxmlformats.org/drawingml/2006/main">
            <a:pathLst>
              <a:path w="1666875" h="95">
                <a:moveTo>
                  <a:pt x="0" y="0"/>
                </a:moveTo>
                <a:lnTo>
                  <a:pt x="166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84" name="p25-线-0084">
            <a:extLst xmlns:a="http://schemas.openxmlformats.org/drawingml/2006/main">
              <a:ext uri="{FF2B5EF4-FFF2-40B4-BE49-F238E27FC236}">
                <a16:creationId xmlns:a16="http://schemas.microsoft.com/office/drawing/2014/main" id="{BC3D3D32-CD58-4DFD-96AC-E317A676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81550"/>
            <a:ext cx="95" cy="714375"/>
          </a:xfrm>
          <a:custGeom xmlns:a="http://schemas.openxmlformats.org/drawingml/2006/main">
            <a:pathLst>
              <a:path w="9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85" name="p25-线-0085">
            <a:extLst xmlns:a="http://schemas.openxmlformats.org/drawingml/2006/main">
              <a:ext uri="{FF2B5EF4-FFF2-40B4-BE49-F238E27FC236}">
                <a16:creationId xmlns:a16="http://schemas.microsoft.com/office/drawing/2014/main" id="{11B3F21B-81E5-45D8-A5CE-27CD7F03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81550"/>
            <a:ext cx="1666875" cy="714375"/>
          </a:xfrm>
          <a:custGeom xmlns:a="http://schemas.openxmlformats.org/drawingml/2006/main">
            <a:pathLst>
              <a:path w="1666875" h="714375">
                <a:moveTo>
                  <a:pt x="0" y="714375"/>
                </a:moveTo>
                <a:lnTo>
                  <a:pt x="166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86" name="p25-椭圆-0086">
            <a:extLst xmlns:a="http://schemas.openxmlformats.org/drawingml/2006/main">
              <a:ext uri="{FF2B5EF4-FFF2-40B4-BE49-F238E27FC236}">
                <a16:creationId xmlns:a16="http://schemas.microsoft.com/office/drawing/2014/main" id="{D91F6972-2F7F-4A38-9CC1-FDCB66A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544401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7" name="p25-椭圆-0087">
            <a:extLst xmlns:a="http://schemas.openxmlformats.org/drawingml/2006/main">
              <a:ext uri="{FF2B5EF4-FFF2-40B4-BE49-F238E27FC236}">
                <a16:creationId xmlns:a16="http://schemas.microsoft.com/office/drawing/2014/main" id="{5CA0FA78-3F6F-4E44-AF08-30F11FE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05" y="49469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25-椭圆-0088">
            <a:extLst xmlns:a="http://schemas.openxmlformats.org/drawingml/2006/main">
              <a:ext uri="{FF2B5EF4-FFF2-40B4-BE49-F238E27FC236}">
                <a16:creationId xmlns:a16="http://schemas.microsoft.com/office/drawing/2014/main" id="{1BC35921-443E-4772-B4D4-D6959BA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516" y="53272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9" name="p25-椭圆-0089">
            <a:extLst xmlns:a="http://schemas.openxmlformats.org/drawingml/2006/main">
              <a:ext uri="{FF2B5EF4-FFF2-40B4-BE49-F238E27FC236}">
                <a16:creationId xmlns:a16="http://schemas.microsoft.com/office/drawing/2014/main" id="{89A56691-484F-429F-9063-E754E3D4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701" y="492025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0" name="p25-椭圆-0090">
            <a:extLst xmlns:a="http://schemas.openxmlformats.org/drawingml/2006/main">
              <a:ext uri="{FF2B5EF4-FFF2-40B4-BE49-F238E27FC236}">
                <a16:creationId xmlns:a16="http://schemas.microsoft.com/office/drawing/2014/main" id="{8020B3D3-E783-481F-AB7F-D5E7EDB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12" y="50719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1" name="p25-椭圆-0091">
            <a:extLst xmlns:a="http://schemas.openxmlformats.org/drawingml/2006/main">
              <a:ext uri="{FF2B5EF4-FFF2-40B4-BE49-F238E27FC236}">
                <a16:creationId xmlns:a16="http://schemas.microsoft.com/office/drawing/2014/main" id="{89FAA286-328A-4B47-910E-475005A9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322" y="53583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25-椭圆-0092">
            <a:extLst xmlns:a="http://schemas.openxmlformats.org/drawingml/2006/main">
              <a:ext uri="{FF2B5EF4-FFF2-40B4-BE49-F238E27FC236}">
                <a16:creationId xmlns:a16="http://schemas.microsoft.com/office/drawing/2014/main" id="{CA9D4A6F-9D7E-4747-BFEF-C0FA10A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507" y="50326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25-椭圆-0093">
            <a:extLst xmlns:a="http://schemas.openxmlformats.org/drawingml/2006/main">
              <a:ext uri="{FF2B5EF4-FFF2-40B4-BE49-F238E27FC236}">
                <a16:creationId xmlns:a16="http://schemas.microsoft.com/office/drawing/2014/main" id="{9B9AD686-5316-4F9C-B6D4-284BC36D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818" y="524617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4" name="p25-椭圆-0094">
            <a:extLst xmlns:a="http://schemas.openxmlformats.org/drawingml/2006/main">
              <a:ext uri="{FF2B5EF4-FFF2-40B4-BE49-F238E27FC236}">
                <a16:creationId xmlns:a16="http://schemas.microsoft.com/office/drawing/2014/main" id="{432AFFEA-CABD-4939-A889-1E82F574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003" y="47725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5" name="p25-椭圆-0095">
            <a:extLst xmlns:a="http://schemas.openxmlformats.org/drawingml/2006/main">
              <a:ext uri="{FF2B5EF4-FFF2-40B4-BE49-F238E27FC236}">
                <a16:creationId xmlns:a16="http://schemas.microsoft.com/office/drawing/2014/main" id="{84E08AD5-D54E-4E92-B2CC-81B9B91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314" y="50810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25-椭圆-0096">
            <a:extLst xmlns:a="http://schemas.openxmlformats.org/drawingml/2006/main">
              <a:ext uri="{FF2B5EF4-FFF2-40B4-BE49-F238E27FC236}">
                <a16:creationId xmlns:a16="http://schemas.microsoft.com/office/drawing/2014/main" id="{CFC26A7F-EC28-40C6-B888-A585BEE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624" y="54083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7" name="p25-椭圆-0097">
            <a:extLst xmlns:a="http://schemas.openxmlformats.org/drawingml/2006/main">
              <a:ext uri="{FF2B5EF4-FFF2-40B4-BE49-F238E27FC236}">
                <a16:creationId xmlns:a16="http://schemas.microsoft.com/office/drawing/2014/main" id="{73275BE1-942D-4044-A4E0-05CABAE9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809" y="48494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8" name="p25-椭圆-0098">
            <a:extLst xmlns:a="http://schemas.openxmlformats.org/drawingml/2006/main">
              <a:ext uri="{FF2B5EF4-FFF2-40B4-BE49-F238E27FC236}">
                <a16:creationId xmlns:a16="http://schemas.microsoft.com/office/drawing/2014/main" id="{63CC7D26-38CD-47DE-B40A-F92E78D8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120" y="51143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9" name="p25-椭圆-0099">
            <a:extLst xmlns:a="http://schemas.openxmlformats.org/drawingml/2006/main">
              <a:ext uri="{FF2B5EF4-FFF2-40B4-BE49-F238E27FC236}">
                <a16:creationId xmlns:a16="http://schemas.microsoft.com/office/drawing/2014/main" id="{7CF9A820-12AC-442A-8279-B38D350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430" y="544401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25-椭圆-0100">
            <a:extLst xmlns:a="http://schemas.openxmlformats.org/drawingml/2006/main">
              <a:ext uri="{FF2B5EF4-FFF2-40B4-BE49-F238E27FC236}">
                <a16:creationId xmlns:a16="http://schemas.microsoft.com/office/drawing/2014/main" id="{0362D4E4-EAE1-4D99-AA33-9C6FBDCE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616" y="50264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1" name="p25-椭圆-0101">
            <a:extLst xmlns:a="http://schemas.openxmlformats.org/drawingml/2006/main">
              <a:ext uri="{FF2B5EF4-FFF2-40B4-BE49-F238E27FC236}">
                <a16:creationId xmlns:a16="http://schemas.microsoft.com/office/drawing/2014/main" id="{1FC07BD7-04E6-402B-936B-202E0444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926" y="51945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2" name="p25-椭圆-0102">
            <a:extLst xmlns:a="http://schemas.openxmlformats.org/drawingml/2006/main">
              <a:ext uri="{FF2B5EF4-FFF2-40B4-BE49-F238E27FC236}">
                <a16:creationId xmlns:a16="http://schemas.microsoft.com/office/drawing/2014/main" id="{2F874DF2-74BB-41AE-8D34-D4F3E68B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11" y="483427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3" name="p25-椭圆-0103">
            <a:extLst xmlns:a="http://schemas.openxmlformats.org/drawingml/2006/main">
              <a:ext uri="{FF2B5EF4-FFF2-40B4-BE49-F238E27FC236}">
                <a16:creationId xmlns:a16="http://schemas.microsoft.com/office/drawing/2014/main" id="{850F3B9D-3862-4718-8270-68C300F6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422" y="517979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4" name="p25-椭圆-0104">
            <a:extLst xmlns:a="http://schemas.openxmlformats.org/drawingml/2006/main">
              <a:ext uri="{FF2B5EF4-FFF2-40B4-BE49-F238E27FC236}">
                <a16:creationId xmlns:a16="http://schemas.microsoft.com/office/drawing/2014/main" id="{F348813A-4732-4A8B-8CAF-840088D8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732" y="534266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5" name="p25-椭圆-0105">
            <a:extLst xmlns:a="http://schemas.openxmlformats.org/drawingml/2006/main">
              <a:ext uri="{FF2B5EF4-FFF2-40B4-BE49-F238E27FC236}">
                <a16:creationId xmlns:a16="http://schemas.microsoft.com/office/drawing/2014/main" id="{7868ED0B-7FC0-4E36-9E00-17F8410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18" y="48720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6" name="p25-椭圆-0106">
            <a:extLst xmlns:a="http://schemas.openxmlformats.org/drawingml/2006/main">
              <a:ext uri="{FF2B5EF4-FFF2-40B4-BE49-F238E27FC236}">
                <a16:creationId xmlns:a16="http://schemas.microsoft.com/office/drawing/2014/main" id="{D7008801-C0EF-4B12-B0CE-D1F8C7F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28" y="52664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7" name="p25-椭圆-0107">
            <a:extLst xmlns:a="http://schemas.openxmlformats.org/drawingml/2006/main">
              <a:ext uri="{FF2B5EF4-FFF2-40B4-BE49-F238E27FC236}">
                <a16:creationId xmlns:a16="http://schemas.microsoft.com/office/drawing/2014/main" id="{34CF8A12-E18E-42F5-8799-FAEA613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414" y="48059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8" name="p25-椭圆-0108">
            <a:extLst xmlns:a="http://schemas.openxmlformats.org/drawingml/2006/main">
              <a:ext uri="{FF2B5EF4-FFF2-40B4-BE49-F238E27FC236}">
                <a16:creationId xmlns:a16="http://schemas.microsoft.com/office/drawing/2014/main" id="{D8FD9D8B-5C53-4804-9B2F-AFA9E9F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724" y="49648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9" name="p25-椭圆-0109">
            <a:extLst xmlns:a="http://schemas.openxmlformats.org/drawingml/2006/main">
              <a:ext uri="{FF2B5EF4-FFF2-40B4-BE49-F238E27FC236}">
                <a16:creationId xmlns:a16="http://schemas.microsoft.com/office/drawing/2014/main" id="{B24B3569-AA1D-4E18-B467-1E9DED9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034" y="53017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0" name="p25-椭圆-0110">
            <a:extLst xmlns:a="http://schemas.openxmlformats.org/drawingml/2006/main">
              <a:ext uri="{FF2B5EF4-FFF2-40B4-BE49-F238E27FC236}">
                <a16:creationId xmlns:a16="http://schemas.microsoft.com/office/drawing/2014/main" id="{13A61060-5D2C-43C6-B569-62714E75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20" y="49488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1" name="p25-椭圆-0111">
            <a:extLst xmlns:a="http://schemas.openxmlformats.org/drawingml/2006/main">
              <a:ext uri="{FF2B5EF4-FFF2-40B4-BE49-F238E27FC236}">
                <a16:creationId xmlns:a16="http://schemas.microsoft.com/office/drawing/2014/main" id="{A3D6587C-EEC9-4088-9AF3-BA2B4567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530" y="51225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2" name="p25-椭圆-0112">
            <a:extLst xmlns:a="http://schemas.openxmlformats.org/drawingml/2006/main">
              <a:ext uri="{FF2B5EF4-FFF2-40B4-BE49-F238E27FC236}">
                <a16:creationId xmlns:a16="http://schemas.microsoft.com/office/drawing/2014/main" id="{1CEDB5A8-8896-41E4-94CC-7D66AF80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841" y="53460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3" name="p25-椭圆-0113">
            <a:extLst xmlns:a="http://schemas.openxmlformats.org/drawingml/2006/main">
              <a:ext uri="{FF2B5EF4-FFF2-40B4-BE49-F238E27FC236}">
                <a16:creationId xmlns:a16="http://schemas.microsoft.com/office/drawing/2014/main" id="{16C35D58-A433-47E5-A218-0DA41CC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26" y="50232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4" name="p25-椭圆-0114">
            <a:extLst xmlns:a="http://schemas.openxmlformats.org/drawingml/2006/main">
              <a:ext uri="{FF2B5EF4-FFF2-40B4-BE49-F238E27FC236}">
                <a16:creationId xmlns:a16="http://schemas.microsoft.com/office/drawing/2014/main" id="{2F093C23-45FD-49D2-8474-94BBA8FD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336" y="52985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5" name="p25-椭圆-0115">
            <a:extLst xmlns:a="http://schemas.openxmlformats.org/drawingml/2006/main">
              <a:ext uri="{FF2B5EF4-FFF2-40B4-BE49-F238E27FC236}">
                <a16:creationId xmlns:a16="http://schemas.microsoft.com/office/drawing/2014/main" id="{3C504592-0772-4968-A438-B6B5BFA6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522" y="47725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6" name="p25-椭圆-0116">
            <a:extLst xmlns:a="http://schemas.openxmlformats.org/drawingml/2006/main">
              <a:ext uri="{FF2B5EF4-FFF2-40B4-BE49-F238E27FC236}">
                <a16:creationId xmlns:a16="http://schemas.microsoft.com/office/drawing/2014/main" id="{BA4DF612-265C-4F51-8D75-0EDB206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832" y="50552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7" name="p25-椭圆-0117">
            <a:extLst xmlns:a="http://schemas.openxmlformats.org/drawingml/2006/main">
              <a:ext uri="{FF2B5EF4-FFF2-40B4-BE49-F238E27FC236}">
                <a16:creationId xmlns:a16="http://schemas.microsoft.com/office/drawing/2014/main" id="{D73A9D1C-E163-4273-88BB-094BA00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143" y="5429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8" name="p25-椭圆-0118">
            <a:extLst xmlns:a="http://schemas.openxmlformats.org/drawingml/2006/main">
              <a:ext uri="{FF2B5EF4-FFF2-40B4-BE49-F238E27FC236}">
                <a16:creationId xmlns:a16="http://schemas.microsoft.com/office/drawing/2014/main" id="{231A949A-0496-44C9-87E5-61B51C9F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328" y="49031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9" name="p25-椭圆-0119">
            <a:extLst xmlns:a="http://schemas.openxmlformats.org/drawingml/2006/main">
              <a:ext uri="{FF2B5EF4-FFF2-40B4-BE49-F238E27FC236}">
                <a16:creationId xmlns:a16="http://schemas.microsoft.com/office/drawing/2014/main" id="{79AFBDAB-78DC-4A6D-AF31-1CC893AA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38" y="51078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0" name="p25-椭圆-0120">
            <a:extLst xmlns:a="http://schemas.openxmlformats.org/drawingml/2006/main">
              <a:ext uri="{FF2B5EF4-FFF2-40B4-BE49-F238E27FC236}">
                <a16:creationId xmlns:a16="http://schemas.microsoft.com/office/drawing/2014/main" id="{32C604FD-D26F-486E-BB1B-8DE337E7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949" y="544401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1" name="p25-椭圆-0121">
            <a:extLst xmlns:a="http://schemas.openxmlformats.org/drawingml/2006/main">
              <a:ext uri="{FF2B5EF4-FFF2-40B4-BE49-F238E27FC236}">
                <a16:creationId xmlns:a16="http://schemas.microsoft.com/office/drawing/2014/main" id="{041AD39B-EDDF-4D42-B7F0-F16DB722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34" y="50751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2" name="p25-椭圆-0122">
            <a:extLst xmlns:a="http://schemas.openxmlformats.org/drawingml/2006/main">
              <a:ext uri="{FF2B5EF4-FFF2-40B4-BE49-F238E27FC236}">
                <a16:creationId xmlns:a16="http://schemas.microsoft.com/office/drawing/2014/main" id="{ECC48EEC-F7D9-4213-B24C-A831791A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445" y="52264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3" name="p25-椭圆-0123">
            <a:extLst xmlns:a="http://schemas.openxmlformats.org/drawingml/2006/main">
              <a:ext uri="{FF2B5EF4-FFF2-40B4-BE49-F238E27FC236}">
                <a16:creationId xmlns:a16="http://schemas.microsoft.com/office/drawing/2014/main" id="{AC22C0A3-CACF-4E42-9076-463BB6C4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630" y="48093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4" name="p25-椭圆-0124">
            <a:extLst xmlns:a="http://schemas.openxmlformats.org/drawingml/2006/main">
              <a:ext uri="{FF2B5EF4-FFF2-40B4-BE49-F238E27FC236}">
                <a16:creationId xmlns:a16="http://schemas.microsoft.com/office/drawing/2014/main" id="{CED090DA-CF02-412E-BB66-317920CF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940" y="519419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5" name="p25-椭圆-0125">
            <a:extLst xmlns:a="http://schemas.openxmlformats.org/drawingml/2006/main">
              <a:ext uri="{FF2B5EF4-FFF2-40B4-BE49-F238E27FC236}">
                <a16:creationId xmlns:a16="http://schemas.microsoft.com/office/drawing/2014/main" id="{098100AB-A21A-451F-8B32-34FBCB4D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51" y="539830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6" name="p25-椭圆-0126">
            <a:extLst xmlns:a="http://schemas.openxmlformats.org/drawingml/2006/main">
              <a:ext uri="{FF2B5EF4-FFF2-40B4-BE49-F238E27FC236}">
                <a16:creationId xmlns:a16="http://schemas.microsoft.com/office/drawing/2014/main" id="{1627F141-18EA-498D-AFC2-562FB17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436" y="487205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7" name="p25-椭圆-0127">
            <a:extLst xmlns:a="http://schemas.openxmlformats.org/drawingml/2006/main">
              <a:ext uri="{FF2B5EF4-FFF2-40B4-BE49-F238E27FC236}">
                <a16:creationId xmlns:a16="http://schemas.microsoft.com/office/drawing/2014/main" id="{1D167851-5ABB-4E91-A8D0-8F15ECB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747" y="524721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8" name="p25-椭圆-0128">
            <a:extLst xmlns:a="http://schemas.openxmlformats.org/drawingml/2006/main">
              <a:ext uri="{FF2B5EF4-FFF2-40B4-BE49-F238E27FC236}">
                <a16:creationId xmlns:a16="http://schemas.microsoft.com/office/drawing/2014/main" id="{59EFA19C-14F8-42E5-A183-731A92A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32" y="484996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9" name="p25-椭圆-0129">
            <a:extLst xmlns:a="http://schemas.openxmlformats.org/drawingml/2006/main">
              <a:ext uri="{FF2B5EF4-FFF2-40B4-BE49-F238E27FC236}">
                <a16:creationId xmlns:a16="http://schemas.microsoft.com/office/drawing/2014/main" id="{1B9531C7-E9CC-4539-B480-53BB0D05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242" y="50030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0" name="p25-椭圆-0130">
            <a:extLst xmlns:a="http://schemas.openxmlformats.org/drawingml/2006/main">
              <a:ext uri="{FF2B5EF4-FFF2-40B4-BE49-F238E27FC236}">
                <a16:creationId xmlns:a16="http://schemas.microsoft.com/office/drawing/2014/main" id="{E72C4710-E169-416B-BA48-463E7D6D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553" y="52790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1" name="p25-文本-0131">
            <a:extLst xmlns:a="http://schemas.openxmlformats.org/drawingml/2006/main">
              <a:ext uri="{FF2B5EF4-FFF2-40B4-BE49-F238E27FC236}">
                <a16:creationId xmlns:a16="http://schemas.microsoft.com/office/drawing/2014/main" id="{D5FEC224-A6AC-43CA-B6EB-E8573D7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863" y="55739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32" name="p25-文本-0132">
            <a:extLst xmlns:a="http://schemas.openxmlformats.org/drawingml/2006/main">
              <a:ext uri="{FF2B5EF4-FFF2-40B4-BE49-F238E27FC236}">
                <a16:creationId xmlns:a16="http://schemas.microsoft.com/office/drawing/2014/main" id="{DBDD98EF-CC1A-41A6-BF13-54CF5520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452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33" name="p25-文本-0133">
            <a:extLst xmlns:a="http://schemas.openxmlformats.org/drawingml/2006/main">
              <a:ext uri="{FF2B5EF4-FFF2-40B4-BE49-F238E27FC236}">
                <a16:creationId xmlns:a16="http://schemas.microsoft.com/office/drawing/2014/main" id="{76C74D40-080E-4CB4-B64D-CF5A69FA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5087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产出：跨批次误差分布</a:t>
            </a:r>
          </a:p>
        </p:txBody>
      </p:sp>
      <p:sp>
        <p:nvSpPr>
          <p:cNvPr id="134" name="p25-文本-0134">
            <a:extLst xmlns:a="http://schemas.openxmlformats.org/drawingml/2006/main">
              <a:ext uri="{FF2B5EF4-FFF2-40B4-BE49-F238E27FC236}">
                <a16:creationId xmlns:a16="http://schemas.microsoft.com/office/drawing/2014/main" id="{CCDBFC81-CE12-4F28-B6F8-85CA7591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169977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依据：偏差在预设范围内</a:t>
            </a:r>
          </a:p>
        </p:txBody>
      </p:sp>
      <p:sp>
        <p:nvSpPr>
          <p:cNvPr id="135" name="p25-线-0135">
            <a:extLst xmlns:a="http://schemas.openxmlformats.org/drawingml/2006/main">
              <a:ext uri="{FF2B5EF4-FFF2-40B4-BE49-F238E27FC236}">
                <a16:creationId xmlns:a16="http://schemas.microsoft.com/office/drawing/2014/main" id="{9571CDEE-DF2A-42FA-848C-47FC97C4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3882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36" name="p25-线-0136">
            <a:extLst xmlns:a="http://schemas.openxmlformats.org/drawingml/2006/main">
              <a:ext uri="{FF2B5EF4-FFF2-40B4-BE49-F238E27FC236}">
                <a16:creationId xmlns:a16="http://schemas.microsoft.com/office/drawing/2014/main" id="{4AC3AE2F-EE1A-4A4A-869F-1D0E9D1E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33550"/>
            <a:ext cx="95" cy="4105275"/>
          </a:xfrm>
          <a:custGeom xmlns:a="http://schemas.openxmlformats.org/drawingml/2006/main">
            <a:pathLst>
              <a:path w="95" h="4105275">
                <a:moveTo>
                  <a:pt x="0" y="0"/>
                </a:moveTo>
                <a:lnTo>
                  <a:pt x="0" y="41052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37" name="p25-线-0137">
            <a:extLst xmlns:a="http://schemas.openxmlformats.org/drawingml/2006/main">
              <a:ext uri="{FF2B5EF4-FFF2-40B4-BE49-F238E27FC236}">
                <a16:creationId xmlns:a16="http://schemas.microsoft.com/office/drawing/2014/main" id="{8780FEB5-8F27-4689-8414-335F8B2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95" cy="4105275"/>
          </a:xfrm>
          <a:custGeom xmlns:a="http://schemas.openxmlformats.org/drawingml/2006/main">
            <a:pathLst>
              <a:path w="95" h="4105275">
                <a:moveTo>
                  <a:pt x="0" y="0"/>
                </a:moveTo>
                <a:lnTo>
                  <a:pt x="0" y="41052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38" name="p25-文本-0138">
            <a:extLst xmlns:a="http://schemas.openxmlformats.org/drawingml/2006/main">
              <a:ext uri="{FF2B5EF4-FFF2-40B4-BE49-F238E27FC236}">
                <a16:creationId xmlns:a16="http://schemas.microsoft.com/office/drawing/2014/main" id="{2A770A89-5C88-4F8C-90DE-0D70E6F0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73" y="6062007"/>
            <a:ext cx="545725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每一项方法都应通向一个可记录、可比较的产出</a:t>
            </a:r>
          </a:p>
        </p:txBody>
      </p:sp>
      <p:sp>
        <p:nvSpPr>
          <p:cNvPr id="139" name="p25-文本-0139">
            <a:extLst xmlns:a="http://schemas.openxmlformats.org/drawingml/2006/main">
              <a:ext uri="{FF2B5EF4-FFF2-40B4-BE49-F238E27FC236}">
                <a16:creationId xmlns:a16="http://schemas.microsoft.com/office/drawing/2014/main" id="{4993DB23-6877-471A-87FA-64D9EE36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25</a:t>
            </a:r>
          </a:p>
        </p:txBody>
      </p:sp>
    </p:spTree>
    <p:extLst>
      <p:ext uri="{BB962C8B-B14F-4D97-AF65-F5344CB8AC3E}">
        <p14:creationId xmlns:p14="http://schemas.microsoft.com/office/powerpoint/2010/main" val="9553378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6" name="p26-矩形-0001">
            <a:extLst xmlns:a="http://schemas.openxmlformats.org/drawingml/2006/main">
              <a:ext uri="{FF2B5EF4-FFF2-40B4-BE49-F238E27FC236}">
                <a16:creationId xmlns:a16="http://schemas.microsoft.com/office/drawing/2014/main" id="{DC129C10-0623-4EA8-9855-DF21A2F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6-矩形-0002">
            <a:extLst xmlns:a="http://schemas.openxmlformats.org/drawingml/2006/main">
              <a:ext uri="{FF2B5EF4-FFF2-40B4-BE49-F238E27FC236}">
                <a16:creationId xmlns:a16="http://schemas.microsoft.com/office/drawing/2014/main" id="{A081D1FF-041B-4473-BD1F-995052BD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6-文本-0003">
            <a:extLst xmlns:a="http://schemas.openxmlformats.org/drawingml/2006/main">
              <a:ext uri="{FF2B5EF4-FFF2-40B4-BE49-F238E27FC236}">
                <a16:creationId xmlns:a16="http://schemas.microsoft.com/office/drawing/2014/main" id="{C02510D1-018C-4AE9-A9D1-A1D37232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2528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计算与实验通过可追溯数据形成闭环</a:t>
            </a:r>
          </a:p>
        </p:txBody>
      </p:sp>
      <p:sp>
        <p:nvSpPr>
          <p:cNvPr id="4" name="p26-文本-0004">
            <a:extLst xmlns:a="http://schemas.openxmlformats.org/drawingml/2006/main">
              <a:ext uri="{FF2B5EF4-FFF2-40B4-BE49-F238E27FC236}">
                <a16:creationId xmlns:a16="http://schemas.microsoft.com/office/drawing/2014/main" id="{75065907-D28D-436F-95F2-A8E996C8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3832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结构、测量与边界条件进入分析，实验检验后更新预测</a:t>
            </a:r>
          </a:p>
        </p:txBody>
      </p:sp>
      <p:sp>
        <p:nvSpPr>
          <p:cNvPr id="5" name="p26-线-0005">
            <a:extLst xmlns:a="http://schemas.openxmlformats.org/drawingml/2006/main">
              <a:ext uri="{FF2B5EF4-FFF2-40B4-BE49-F238E27FC236}">
                <a16:creationId xmlns:a16="http://schemas.microsoft.com/office/drawing/2014/main" id="{8B9C11BE-0455-4C68-9A12-447040AC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6-矩形-0006">
            <a:extLst xmlns:a="http://schemas.openxmlformats.org/drawingml/2006/main">
              <a:ext uri="{FF2B5EF4-FFF2-40B4-BE49-F238E27FC236}">
                <a16:creationId xmlns:a16="http://schemas.microsoft.com/office/drawing/2014/main" id="{629E93E7-F112-4DC6-A962-E92CC41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390650"/>
            <a:ext cx="28479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7" name="p26-文本-0007">
            <a:extLst xmlns:a="http://schemas.openxmlformats.org/drawingml/2006/main">
              <a:ext uri="{FF2B5EF4-FFF2-40B4-BE49-F238E27FC236}">
                <a16:creationId xmlns:a16="http://schemas.microsoft.com/office/drawing/2014/main" id="{4BD1BD5E-3D88-4AF3-AF37-521A469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674" y="15022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结构与配方记录</a:t>
            </a:r>
          </a:p>
        </p:txBody>
      </p:sp>
      <p:sp>
        <p:nvSpPr>
          <p:cNvPr id="8" name="p26-矩形-0008">
            <a:extLst xmlns:a="http://schemas.openxmlformats.org/drawingml/2006/main">
              <a:ext uri="{FF2B5EF4-FFF2-40B4-BE49-F238E27FC236}">
                <a16:creationId xmlns:a16="http://schemas.microsoft.com/office/drawing/2014/main" id="{CBE27C97-823C-411C-81DC-9F317BF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90650"/>
            <a:ext cx="28479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9" name="p26-文本-0009">
            <a:extLst xmlns:a="http://schemas.openxmlformats.org/drawingml/2006/main">
              <a:ext uri="{FF2B5EF4-FFF2-40B4-BE49-F238E27FC236}">
                <a16:creationId xmlns:a16="http://schemas.microsoft.com/office/drawing/2014/main" id="{2B465900-4ECB-40A1-9AF9-E41D052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000" y="15022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历史测量与对照</a:t>
            </a:r>
          </a:p>
        </p:txBody>
      </p:sp>
      <p:sp>
        <p:nvSpPr>
          <p:cNvPr id="10" name="p26-矩形-0010">
            <a:extLst xmlns:a="http://schemas.openxmlformats.org/drawingml/2006/main">
              <a:ext uri="{FF2B5EF4-FFF2-40B4-BE49-F238E27FC236}">
                <a16:creationId xmlns:a16="http://schemas.microsoft.com/office/drawing/2014/main" id="{1DE22CB1-B291-4563-AC56-4B89FAAC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90650"/>
            <a:ext cx="28479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1" name="p26-文本-0011">
            <a:extLst xmlns:a="http://schemas.openxmlformats.org/drawingml/2006/main">
              <a:ext uri="{FF2B5EF4-FFF2-40B4-BE49-F238E27FC236}">
                <a16:creationId xmlns:a16="http://schemas.microsoft.com/office/drawing/2014/main" id="{200B8CA1-87CE-4185-A141-60ED93F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325" y="1502299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条件边界与成本</a:t>
            </a:r>
          </a:p>
        </p:txBody>
      </p:sp>
      <p:sp>
        <p:nvSpPr>
          <p:cNvPr id="12" name="p26-线-0012">
            <a:extLst xmlns:a="http://schemas.openxmlformats.org/drawingml/2006/main">
              <a:ext uri="{FF2B5EF4-FFF2-40B4-BE49-F238E27FC236}">
                <a16:creationId xmlns:a16="http://schemas.microsoft.com/office/drawing/2014/main" id="{FEFBB425-498A-4B81-AD9F-0F86E256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19300"/>
            <a:ext cx="7496175" cy="95"/>
          </a:xfrm>
          <a:custGeom xmlns:a="http://schemas.openxmlformats.org/drawingml/2006/main">
            <a:pathLst>
              <a:path w="7496175" h="95">
                <a:moveTo>
                  <a:pt x="0" y="0"/>
                </a:moveTo>
                <a:lnTo>
                  <a:pt x="7496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3" name="p26-线-0013">
            <a:extLst xmlns:a="http://schemas.openxmlformats.org/drawingml/2006/main">
              <a:ext uri="{FF2B5EF4-FFF2-40B4-BE49-F238E27FC236}">
                <a16:creationId xmlns:a16="http://schemas.microsoft.com/office/drawing/2014/main" id="{4F5A377B-D98C-48C5-BC6C-55F78D0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145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4" name="p26-线-0014">
            <a:extLst xmlns:a="http://schemas.openxmlformats.org/drawingml/2006/main">
              <a:ext uri="{FF2B5EF4-FFF2-40B4-BE49-F238E27FC236}">
                <a16:creationId xmlns:a16="http://schemas.microsoft.com/office/drawing/2014/main" id="{3A531E9E-C573-43CD-816E-BFF4474F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145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5" name="p26-线-0015">
            <a:extLst xmlns:a="http://schemas.openxmlformats.org/drawingml/2006/main">
              <a:ext uri="{FF2B5EF4-FFF2-40B4-BE49-F238E27FC236}">
                <a16:creationId xmlns:a16="http://schemas.microsoft.com/office/drawing/2014/main" id="{D37F5DB9-6FFA-41BE-B8B9-5619234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145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6" name="p26-路径-0016">
            <a:extLst xmlns:a="http://schemas.openxmlformats.org/drawingml/2006/main">
              <a:ext uri="{FF2B5EF4-FFF2-40B4-BE49-F238E27FC236}">
                <a16:creationId xmlns:a16="http://schemas.microsoft.com/office/drawing/2014/main" id="{A86474E4-B017-4D21-BFA8-CADE2AE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479" y="2019300"/>
            <a:ext cx="153543" cy="323850"/>
          </a:xfrm>
          <a:custGeom xmlns:a="http://schemas.openxmlformats.org/drawingml/2006/main">
            <a:pathLst>
              <a:path w="153543" h="323850">
                <a:moveTo>
                  <a:pt x="48197" y="0"/>
                </a:moveTo>
                <a:lnTo>
                  <a:pt x="48197" y="200025"/>
                </a:lnTo>
                <a:lnTo>
                  <a:pt x="0" y="200025"/>
                </a:lnTo>
                <a:lnTo>
                  <a:pt x="76772" y="323850"/>
                </a:lnTo>
                <a:lnTo>
                  <a:pt x="153543" y="200025"/>
                </a:lnTo>
                <a:lnTo>
                  <a:pt x="105347" y="200025"/>
                </a:lnTo>
                <a:lnTo>
                  <a:pt x="105347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" name="p26-路径-0017">
            <a:extLst xmlns:a="http://schemas.openxmlformats.org/drawingml/2006/main">
              <a:ext uri="{FF2B5EF4-FFF2-40B4-BE49-F238E27FC236}">
                <a16:creationId xmlns:a16="http://schemas.microsoft.com/office/drawing/2014/main" id="{632D99E7-0DC1-4F55-A9CC-ED3D223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979" y="2019300"/>
            <a:ext cx="153543" cy="323850"/>
          </a:xfrm>
          <a:custGeom xmlns:a="http://schemas.openxmlformats.org/drawingml/2006/main">
            <a:pathLst>
              <a:path w="153543" h="323850">
                <a:moveTo>
                  <a:pt x="48196" y="0"/>
                </a:moveTo>
                <a:lnTo>
                  <a:pt x="48196" y="200025"/>
                </a:lnTo>
                <a:lnTo>
                  <a:pt x="0" y="200025"/>
                </a:lnTo>
                <a:lnTo>
                  <a:pt x="76771" y="323850"/>
                </a:lnTo>
                <a:lnTo>
                  <a:pt x="153543" y="200025"/>
                </a:lnTo>
                <a:lnTo>
                  <a:pt x="105346" y="200025"/>
                </a:lnTo>
                <a:lnTo>
                  <a:pt x="105346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" name="p26-矩形-0018">
            <a:extLst xmlns:a="http://schemas.openxmlformats.org/drawingml/2006/main">
              <a:ext uri="{FF2B5EF4-FFF2-40B4-BE49-F238E27FC236}">
                <a16:creationId xmlns:a16="http://schemas.microsoft.com/office/drawing/2014/main" id="{5740747D-B292-4760-8B8E-F425E798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4762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9" name="p26-矩形-0019">
            <a:extLst xmlns:a="http://schemas.openxmlformats.org/drawingml/2006/main">
              <a:ext uri="{FF2B5EF4-FFF2-40B4-BE49-F238E27FC236}">
                <a16:creationId xmlns:a16="http://schemas.microsoft.com/office/drawing/2014/main" id="{34F295AF-7724-4E4C-A745-EC423AA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" name="p26-文本-0020">
            <a:extLst xmlns:a="http://schemas.openxmlformats.org/drawingml/2006/main">
              <a:ext uri="{FF2B5EF4-FFF2-40B4-BE49-F238E27FC236}">
                <a16:creationId xmlns:a16="http://schemas.microsoft.com/office/drawing/2014/main" id="{DBDF36A3-033A-48C6-92EC-48A720EE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460" y="2412299"/>
            <a:ext cx="26443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计算工作区：形成可检验预测</a:t>
            </a:r>
          </a:p>
        </p:txBody>
      </p:sp>
      <p:sp>
        <p:nvSpPr>
          <p:cNvPr id="21" name="p26-矩形-0021">
            <a:extLst xmlns:a="http://schemas.openxmlformats.org/drawingml/2006/main">
              <a:ext uri="{FF2B5EF4-FFF2-40B4-BE49-F238E27FC236}">
                <a16:creationId xmlns:a16="http://schemas.microsoft.com/office/drawing/2014/main" id="{6C3A701B-EFD8-49CB-9637-06393E2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2" name="p26-矩形-0022">
            <a:extLst xmlns:a="http://schemas.openxmlformats.org/drawingml/2006/main">
              <a:ext uri="{FF2B5EF4-FFF2-40B4-BE49-F238E27FC236}">
                <a16:creationId xmlns:a16="http://schemas.microsoft.com/office/drawing/2014/main" id="{06FC3693-0948-4D0F-9E3D-56F3C90A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3" name="p26-矩形-0023">
            <a:extLst xmlns:a="http://schemas.openxmlformats.org/drawingml/2006/main">
              <a:ext uri="{FF2B5EF4-FFF2-40B4-BE49-F238E27FC236}">
                <a16:creationId xmlns:a16="http://schemas.microsoft.com/office/drawing/2014/main" id="{F4AE6211-4FAE-4EF2-8B8E-FA2EBADD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4" name="p26-矩形-0024">
            <a:extLst xmlns:a="http://schemas.openxmlformats.org/drawingml/2006/main">
              <a:ext uri="{FF2B5EF4-FFF2-40B4-BE49-F238E27FC236}">
                <a16:creationId xmlns:a16="http://schemas.microsoft.com/office/drawing/2014/main" id="{98369329-4F82-4B4A-9314-07811D4A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5" name="p26-矩形-0025">
            <a:extLst xmlns:a="http://schemas.openxmlformats.org/drawingml/2006/main">
              <a:ext uri="{FF2B5EF4-FFF2-40B4-BE49-F238E27FC236}">
                <a16:creationId xmlns:a16="http://schemas.microsoft.com/office/drawing/2014/main" id="{83E2ED90-10BE-4566-8A0C-F0EAA530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6" name="p26-矩形-0026">
            <a:extLst xmlns:a="http://schemas.openxmlformats.org/drawingml/2006/main">
              <a:ext uri="{FF2B5EF4-FFF2-40B4-BE49-F238E27FC236}">
                <a16:creationId xmlns:a16="http://schemas.microsoft.com/office/drawing/2014/main" id="{0DF5BB20-1424-4677-BCE8-30FD2F96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7" name="p26-矩形-0027">
            <a:extLst xmlns:a="http://schemas.openxmlformats.org/drawingml/2006/main">
              <a:ext uri="{FF2B5EF4-FFF2-40B4-BE49-F238E27FC236}">
                <a16:creationId xmlns:a16="http://schemas.microsoft.com/office/drawing/2014/main" id="{7E06E1ED-5236-4D28-860D-709B069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8" name="p26-矩形-0028">
            <a:extLst xmlns:a="http://schemas.openxmlformats.org/drawingml/2006/main">
              <a:ext uri="{FF2B5EF4-FFF2-40B4-BE49-F238E27FC236}">
                <a16:creationId xmlns:a16="http://schemas.microsoft.com/office/drawing/2014/main" id="{9CCBB500-0B94-49DC-A0D4-0FEE9FC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" name="p26-矩形-0029">
            <a:extLst xmlns:a="http://schemas.openxmlformats.org/drawingml/2006/main">
              <a:ext uri="{FF2B5EF4-FFF2-40B4-BE49-F238E27FC236}">
                <a16:creationId xmlns:a16="http://schemas.microsoft.com/office/drawing/2014/main" id="{6462EBDB-1A3F-43BF-BE6B-F764BA5C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" name="p26-矩形-0030">
            <a:extLst xmlns:a="http://schemas.openxmlformats.org/drawingml/2006/main">
              <a:ext uri="{FF2B5EF4-FFF2-40B4-BE49-F238E27FC236}">
                <a16:creationId xmlns:a16="http://schemas.microsoft.com/office/drawing/2014/main" id="{2806B894-9D8B-4433-8A15-9E3954AE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3" y="295275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" name="p26-矩形-0031">
            <a:extLst xmlns:a="http://schemas.openxmlformats.org/drawingml/2006/main">
              <a:ext uri="{FF2B5EF4-FFF2-40B4-BE49-F238E27FC236}">
                <a16:creationId xmlns:a16="http://schemas.microsoft.com/office/drawing/2014/main" id="{92A397AB-D084-4C7A-9BC2-3A2C783A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" name="p26-矩形-0032">
            <a:extLst xmlns:a="http://schemas.openxmlformats.org/drawingml/2006/main">
              <a:ext uri="{FF2B5EF4-FFF2-40B4-BE49-F238E27FC236}">
                <a16:creationId xmlns:a16="http://schemas.microsoft.com/office/drawing/2014/main" id="{21609A35-1331-4775-BB47-E95628C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" name="p26-矩形-0033">
            <a:extLst xmlns:a="http://schemas.openxmlformats.org/drawingml/2006/main">
              <a:ext uri="{FF2B5EF4-FFF2-40B4-BE49-F238E27FC236}">
                <a16:creationId xmlns:a16="http://schemas.microsoft.com/office/drawing/2014/main" id="{50D28A7D-A2CA-4403-8A8C-B0EA029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4" name="p26-矩形-0034">
            <a:extLst xmlns:a="http://schemas.openxmlformats.org/drawingml/2006/main">
              <a:ext uri="{FF2B5EF4-FFF2-40B4-BE49-F238E27FC236}">
                <a16:creationId xmlns:a16="http://schemas.microsoft.com/office/drawing/2014/main" id="{AD2A0421-093A-46CB-BB00-EB7153A0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5" name="p26-矩形-0035">
            <a:extLst xmlns:a="http://schemas.openxmlformats.org/drawingml/2006/main">
              <a:ext uri="{FF2B5EF4-FFF2-40B4-BE49-F238E27FC236}">
                <a16:creationId xmlns:a16="http://schemas.microsoft.com/office/drawing/2014/main" id="{61EB0CB1-387C-4702-9CB6-30AEDA38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" name="p26-矩形-0036">
            <a:extLst xmlns:a="http://schemas.openxmlformats.org/drawingml/2006/main">
              <a:ext uri="{FF2B5EF4-FFF2-40B4-BE49-F238E27FC236}">
                <a16:creationId xmlns:a16="http://schemas.microsoft.com/office/drawing/2014/main" id="{8CBB0B84-340D-44C8-B5B5-DB15E31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" name="p26-矩形-0037">
            <a:extLst xmlns:a="http://schemas.openxmlformats.org/drawingml/2006/main">
              <a:ext uri="{FF2B5EF4-FFF2-40B4-BE49-F238E27FC236}">
                <a16:creationId xmlns:a16="http://schemas.microsoft.com/office/drawing/2014/main" id="{D50628F6-9FBE-44F4-8FC7-D356555E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" name="p26-矩形-0038">
            <a:extLst xmlns:a="http://schemas.openxmlformats.org/drawingml/2006/main">
              <a:ext uri="{FF2B5EF4-FFF2-40B4-BE49-F238E27FC236}">
                <a16:creationId xmlns:a16="http://schemas.microsoft.com/office/drawing/2014/main" id="{A14C0417-971B-4B22-8DE8-CC81DC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9" name="p26-矩形-0039">
            <a:extLst xmlns:a="http://schemas.openxmlformats.org/drawingml/2006/main">
              <a:ext uri="{FF2B5EF4-FFF2-40B4-BE49-F238E27FC236}">
                <a16:creationId xmlns:a16="http://schemas.microsoft.com/office/drawing/2014/main" id="{764D2867-4E7C-422E-8D52-44846B62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0" name="p26-矩形-0040">
            <a:extLst xmlns:a="http://schemas.openxmlformats.org/drawingml/2006/main">
              <a:ext uri="{FF2B5EF4-FFF2-40B4-BE49-F238E27FC236}">
                <a16:creationId xmlns:a16="http://schemas.microsoft.com/office/drawing/2014/main" id="{58295B58-C28A-496E-9CD8-C2A5F9B3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3" y="310038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1" name="p26-矩形-0041">
            <a:extLst xmlns:a="http://schemas.openxmlformats.org/drawingml/2006/main">
              <a:ext uri="{FF2B5EF4-FFF2-40B4-BE49-F238E27FC236}">
                <a16:creationId xmlns:a16="http://schemas.microsoft.com/office/drawing/2014/main" id="{0877C6E1-6330-4AA9-A22D-2CEDABA0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2" name="p26-矩形-0042">
            <a:extLst xmlns:a="http://schemas.openxmlformats.org/drawingml/2006/main">
              <a:ext uri="{FF2B5EF4-FFF2-40B4-BE49-F238E27FC236}">
                <a16:creationId xmlns:a16="http://schemas.microsoft.com/office/drawing/2014/main" id="{B47BE5CB-90EC-4D8A-B93B-AF46D498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3" name="p26-矩形-0043">
            <a:extLst xmlns:a="http://schemas.openxmlformats.org/drawingml/2006/main">
              <a:ext uri="{FF2B5EF4-FFF2-40B4-BE49-F238E27FC236}">
                <a16:creationId xmlns:a16="http://schemas.microsoft.com/office/drawing/2014/main" id="{022555E4-FD6B-42C5-8A1A-661113A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4" name="p26-矩形-0044">
            <a:extLst xmlns:a="http://schemas.openxmlformats.org/drawingml/2006/main">
              <a:ext uri="{FF2B5EF4-FFF2-40B4-BE49-F238E27FC236}">
                <a16:creationId xmlns:a16="http://schemas.microsoft.com/office/drawing/2014/main" id="{39285F93-A795-4604-A919-A6DDBA9B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5" name="p26-矩形-0045">
            <a:extLst xmlns:a="http://schemas.openxmlformats.org/drawingml/2006/main">
              <a:ext uri="{FF2B5EF4-FFF2-40B4-BE49-F238E27FC236}">
                <a16:creationId xmlns:a16="http://schemas.microsoft.com/office/drawing/2014/main" id="{4ECE3A79-C490-4BB0-BFE7-5AEE057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6" name="p26-矩形-0046">
            <a:extLst xmlns:a="http://schemas.openxmlformats.org/drawingml/2006/main">
              <a:ext uri="{FF2B5EF4-FFF2-40B4-BE49-F238E27FC236}">
                <a16:creationId xmlns:a16="http://schemas.microsoft.com/office/drawing/2014/main" id="{0C4166D0-BBD9-42EF-9D9D-F88C0A0A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7" name="p26-矩形-0047">
            <a:extLst xmlns:a="http://schemas.openxmlformats.org/drawingml/2006/main">
              <a:ext uri="{FF2B5EF4-FFF2-40B4-BE49-F238E27FC236}">
                <a16:creationId xmlns:a16="http://schemas.microsoft.com/office/drawing/2014/main" id="{E417DC22-B592-4B3C-9A0C-EC8CD8D8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8" name="p26-矩形-0048">
            <a:extLst xmlns:a="http://schemas.openxmlformats.org/drawingml/2006/main">
              <a:ext uri="{FF2B5EF4-FFF2-40B4-BE49-F238E27FC236}">
                <a16:creationId xmlns:a16="http://schemas.microsoft.com/office/drawing/2014/main" id="{C524E19C-2F9C-467F-A5D8-88115B35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9" name="p26-矩形-0049">
            <a:extLst xmlns:a="http://schemas.openxmlformats.org/drawingml/2006/main">
              <a:ext uri="{FF2B5EF4-FFF2-40B4-BE49-F238E27FC236}">
                <a16:creationId xmlns:a16="http://schemas.microsoft.com/office/drawing/2014/main" id="{053AC42F-93E4-4B3E-9DB9-EF9A854E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0" name="p26-矩形-0050">
            <a:extLst xmlns:a="http://schemas.openxmlformats.org/drawingml/2006/main">
              <a:ext uri="{FF2B5EF4-FFF2-40B4-BE49-F238E27FC236}">
                <a16:creationId xmlns:a16="http://schemas.microsoft.com/office/drawing/2014/main" id="{7CB0742A-1D86-448B-8CBF-512956B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3" y="3248025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51" name="p26-矩形-0051">
            <a:extLst xmlns:a="http://schemas.openxmlformats.org/drawingml/2006/main">
              <a:ext uri="{FF2B5EF4-FFF2-40B4-BE49-F238E27FC236}">
                <a16:creationId xmlns:a16="http://schemas.microsoft.com/office/drawing/2014/main" id="{F1C9D678-98C4-4EE1-BA16-215C95F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2" name="p26-矩形-0052">
            <a:extLst xmlns:a="http://schemas.openxmlformats.org/drawingml/2006/main">
              <a:ext uri="{FF2B5EF4-FFF2-40B4-BE49-F238E27FC236}">
                <a16:creationId xmlns:a16="http://schemas.microsoft.com/office/drawing/2014/main" id="{663F44DE-9185-43E2-B65C-93D5979D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3" name="p26-矩形-0053">
            <a:extLst xmlns:a="http://schemas.openxmlformats.org/drawingml/2006/main">
              <a:ext uri="{FF2B5EF4-FFF2-40B4-BE49-F238E27FC236}">
                <a16:creationId xmlns:a16="http://schemas.microsoft.com/office/drawing/2014/main" id="{605E287E-8333-4F1D-89FE-EBB572D3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4" name="p26-矩形-0054">
            <a:extLst xmlns:a="http://schemas.openxmlformats.org/drawingml/2006/main">
              <a:ext uri="{FF2B5EF4-FFF2-40B4-BE49-F238E27FC236}">
                <a16:creationId xmlns:a16="http://schemas.microsoft.com/office/drawing/2014/main" id="{40B94376-FB44-4612-A3C8-8E44DB3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5" name="p26-矩形-0055">
            <a:extLst xmlns:a="http://schemas.openxmlformats.org/drawingml/2006/main">
              <a:ext uri="{FF2B5EF4-FFF2-40B4-BE49-F238E27FC236}">
                <a16:creationId xmlns:a16="http://schemas.microsoft.com/office/drawing/2014/main" id="{CBBA4FEC-BEF3-40A8-A0B9-26C087EA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6" name="p26-矩形-0056">
            <a:extLst xmlns:a="http://schemas.openxmlformats.org/drawingml/2006/main">
              <a:ext uri="{FF2B5EF4-FFF2-40B4-BE49-F238E27FC236}">
                <a16:creationId xmlns:a16="http://schemas.microsoft.com/office/drawing/2014/main" id="{B3826835-2B23-4005-93CD-256D13EC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7" name="p26-矩形-0057">
            <a:extLst xmlns:a="http://schemas.openxmlformats.org/drawingml/2006/main">
              <a:ext uri="{FF2B5EF4-FFF2-40B4-BE49-F238E27FC236}">
                <a16:creationId xmlns:a16="http://schemas.microsoft.com/office/drawing/2014/main" id="{7B989512-9744-4209-B334-0A2F048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8" name="p26-矩形-0058">
            <a:extLst xmlns:a="http://schemas.openxmlformats.org/drawingml/2006/main">
              <a:ext uri="{FF2B5EF4-FFF2-40B4-BE49-F238E27FC236}">
                <a16:creationId xmlns:a16="http://schemas.microsoft.com/office/drawing/2014/main" id="{66D12328-0986-4BBD-95FA-4C144BAD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9" name="p26-矩形-0059">
            <a:extLst xmlns:a="http://schemas.openxmlformats.org/drawingml/2006/main">
              <a:ext uri="{FF2B5EF4-FFF2-40B4-BE49-F238E27FC236}">
                <a16:creationId xmlns:a16="http://schemas.microsoft.com/office/drawing/2014/main" id="{F3010016-01BB-487F-86A6-D986EDB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0" name="p26-矩形-0060">
            <a:extLst xmlns:a="http://schemas.openxmlformats.org/drawingml/2006/main">
              <a:ext uri="{FF2B5EF4-FFF2-40B4-BE49-F238E27FC236}">
                <a16:creationId xmlns:a16="http://schemas.microsoft.com/office/drawing/2014/main" id="{20A1181D-C248-4DEB-8F24-88DF405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3" y="3395663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1" name="p26-矩形-0061">
            <a:extLst xmlns:a="http://schemas.openxmlformats.org/drawingml/2006/main">
              <a:ext uri="{FF2B5EF4-FFF2-40B4-BE49-F238E27FC236}">
                <a16:creationId xmlns:a16="http://schemas.microsoft.com/office/drawing/2014/main" id="{886EFDD2-62F6-4EF7-8908-FF8E9FF7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2" name="p26-矩形-0062">
            <a:extLst xmlns:a="http://schemas.openxmlformats.org/drawingml/2006/main">
              <a:ext uri="{FF2B5EF4-FFF2-40B4-BE49-F238E27FC236}">
                <a16:creationId xmlns:a16="http://schemas.microsoft.com/office/drawing/2014/main" id="{93C71711-41FF-4E9B-8607-8FA3F65C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3" name="p26-矩形-0063">
            <a:extLst xmlns:a="http://schemas.openxmlformats.org/drawingml/2006/main">
              <a:ext uri="{FF2B5EF4-FFF2-40B4-BE49-F238E27FC236}">
                <a16:creationId xmlns:a16="http://schemas.microsoft.com/office/drawing/2014/main" id="{A1D57DC5-6E35-415D-9780-056183C8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4" name="p26-矩形-0064">
            <a:extLst xmlns:a="http://schemas.openxmlformats.org/drawingml/2006/main">
              <a:ext uri="{FF2B5EF4-FFF2-40B4-BE49-F238E27FC236}">
                <a16:creationId xmlns:a16="http://schemas.microsoft.com/office/drawing/2014/main" id="{A7A8DB0F-3BD2-4691-A866-B24BD6BE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65" name="p26-矩形-0065">
            <a:extLst xmlns:a="http://schemas.openxmlformats.org/drawingml/2006/main">
              <a:ext uri="{FF2B5EF4-FFF2-40B4-BE49-F238E27FC236}">
                <a16:creationId xmlns:a16="http://schemas.microsoft.com/office/drawing/2014/main" id="{8CFF534B-E64E-4ADA-AD14-6D39996D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66" name="p26-矩形-0066">
            <a:extLst xmlns:a="http://schemas.openxmlformats.org/drawingml/2006/main">
              <a:ext uri="{FF2B5EF4-FFF2-40B4-BE49-F238E27FC236}">
                <a16:creationId xmlns:a16="http://schemas.microsoft.com/office/drawing/2014/main" id="{931B2DE1-D696-43BA-8934-011E38F3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67" name="p26-矩形-0067">
            <a:extLst xmlns:a="http://schemas.openxmlformats.org/drawingml/2006/main">
              <a:ext uri="{FF2B5EF4-FFF2-40B4-BE49-F238E27FC236}">
                <a16:creationId xmlns:a16="http://schemas.microsoft.com/office/drawing/2014/main" id="{9BE19085-9CDE-4C4C-8975-E01FB803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68" name="p26-矩形-0068">
            <a:extLst xmlns:a="http://schemas.openxmlformats.org/drawingml/2006/main">
              <a:ext uri="{FF2B5EF4-FFF2-40B4-BE49-F238E27FC236}">
                <a16:creationId xmlns:a16="http://schemas.microsoft.com/office/drawing/2014/main" id="{555B267F-A607-4EC3-9AED-54C4C09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9" name="p26-矩形-0069">
            <a:extLst xmlns:a="http://schemas.openxmlformats.org/drawingml/2006/main">
              <a:ext uri="{FF2B5EF4-FFF2-40B4-BE49-F238E27FC236}">
                <a16:creationId xmlns:a16="http://schemas.microsoft.com/office/drawing/2014/main" id="{291F4969-C223-424A-886E-0BC6C862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0" name="p26-矩形-0070">
            <a:extLst xmlns:a="http://schemas.openxmlformats.org/drawingml/2006/main">
              <a:ext uri="{FF2B5EF4-FFF2-40B4-BE49-F238E27FC236}">
                <a16:creationId xmlns:a16="http://schemas.microsoft.com/office/drawing/2014/main" id="{F2B0AEC0-7832-4BFE-8281-1BE30B19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3" y="3543300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1" name="p26-矩形-0071">
            <a:extLst xmlns:a="http://schemas.openxmlformats.org/drawingml/2006/main">
              <a:ext uri="{FF2B5EF4-FFF2-40B4-BE49-F238E27FC236}">
                <a16:creationId xmlns:a16="http://schemas.microsoft.com/office/drawing/2014/main" id="{F6E2BE23-0C9C-4D59-AD73-4A0FC55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2" name="p26-矩形-0072">
            <a:extLst xmlns:a="http://schemas.openxmlformats.org/drawingml/2006/main">
              <a:ext uri="{FF2B5EF4-FFF2-40B4-BE49-F238E27FC236}">
                <a16:creationId xmlns:a16="http://schemas.microsoft.com/office/drawing/2014/main" id="{0B148FAB-6BC0-4E66-B5A8-0DFD03D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3" name="p26-矩形-0073">
            <a:extLst xmlns:a="http://schemas.openxmlformats.org/drawingml/2006/main">
              <a:ext uri="{FF2B5EF4-FFF2-40B4-BE49-F238E27FC236}">
                <a16:creationId xmlns:a16="http://schemas.microsoft.com/office/drawing/2014/main" id="{F6D29963-5119-4EA6-B0F3-A5B2CC3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4" name="p26-矩形-0074">
            <a:extLst xmlns:a="http://schemas.openxmlformats.org/drawingml/2006/main">
              <a:ext uri="{FF2B5EF4-FFF2-40B4-BE49-F238E27FC236}">
                <a16:creationId xmlns:a16="http://schemas.microsoft.com/office/drawing/2014/main" id="{9FCAB9DD-274A-4858-89C5-73F4E12F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5" name="p26-矩形-0075">
            <a:extLst xmlns:a="http://schemas.openxmlformats.org/drawingml/2006/main">
              <a:ext uri="{FF2B5EF4-FFF2-40B4-BE49-F238E27FC236}">
                <a16:creationId xmlns:a16="http://schemas.microsoft.com/office/drawing/2014/main" id="{7B64BAF7-9642-4849-888B-70DF405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76" name="p26-矩形-0076">
            <a:extLst xmlns:a="http://schemas.openxmlformats.org/drawingml/2006/main">
              <a:ext uri="{FF2B5EF4-FFF2-40B4-BE49-F238E27FC236}">
                <a16:creationId xmlns:a16="http://schemas.microsoft.com/office/drawing/2014/main" id="{9030199F-FAF1-4BC4-8D99-045897BB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77" name="p26-矩形-0077">
            <a:extLst xmlns:a="http://schemas.openxmlformats.org/drawingml/2006/main">
              <a:ext uri="{FF2B5EF4-FFF2-40B4-BE49-F238E27FC236}">
                <a16:creationId xmlns:a16="http://schemas.microsoft.com/office/drawing/2014/main" id="{EA06F72B-EA38-4F9D-B1DD-E263D91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8" name="p26-矩形-0078">
            <a:extLst xmlns:a="http://schemas.openxmlformats.org/drawingml/2006/main">
              <a:ext uri="{FF2B5EF4-FFF2-40B4-BE49-F238E27FC236}">
                <a16:creationId xmlns:a16="http://schemas.microsoft.com/office/drawing/2014/main" id="{8A8465F1-C114-472D-AF74-6A54228D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9" name="p26-矩形-0079">
            <a:extLst xmlns:a="http://schemas.openxmlformats.org/drawingml/2006/main">
              <a:ext uri="{FF2B5EF4-FFF2-40B4-BE49-F238E27FC236}">
                <a16:creationId xmlns:a16="http://schemas.microsoft.com/office/drawing/2014/main" id="{5AB6E318-A1C2-4CAD-B9A2-6279596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0" name="p26-矩形-0080">
            <a:extLst xmlns:a="http://schemas.openxmlformats.org/drawingml/2006/main">
              <a:ext uri="{FF2B5EF4-FFF2-40B4-BE49-F238E27FC236}">
                <a16:creationId xmlns:a16="http://schemas.microsoft.com/office/drawing/2014/main" id="{CBE2E145-4560-4FAA-B713-549DE4B5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3" y="3690938"/>
            <a:ext cx="164783" cy="138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1" name="p26-文本-0081">
            <a:extLst xmlns:a="http://schemas.openxmlformats.org/drawingml/2006/main">
              <a:ext uri="{FF2B5EF4-FFF2-40B4-BE49-F238E27FC236}">
                <a16:creationId xmlns:a16="http://schemas.microsoft.com/office/drawing/2014/main" id="{3F40BB39-4C94-4FB2-BC20-DE7D168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3" y="39092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2" name="p26-文本-0082">
            <a:extLst xmlns:a="http://schemas.openxmlformats.org/drawingml/2006/main">
              <a:ext uri="{FF2B5EF4-FFF2-40B4-BE49-F238E27FC236}">
                <a16:creationId xmlns:a16="http://schemas.microsoft.com/office/drawing/2014/main" id="{BF25A352-AF69-4287-BDEB-F35B024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010" y="390920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6</a:t>
            </a:r>
          </a:p>
        </p:txBody>
      </p:sp>
      <p:sp>
        <p:nvSpPr>
          <p:cNvPr id="83" name="p26-文本-0083">
            <a:extLst xmlns:a="http://schemas.openxmlformats.org/drawingml/2006/main">
              <a:ext uri="{FF2B5EF4-FFF2-40B4-BE49-F238E27FC236}">
                <a16:creationId xmlns:a16="http://schemas.microsoft.com/office/drawing/2014/main" id="{47263FCE-53D3-4369-83B1-B5186A6B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284" y="3909208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10</a:t>
            </a:r>
          </a:p>
        </p:txBody>
      </p:sp>
      <p:sp>
        <p:nvSpPr>
          <p:cNvPr id="84" name="p26-文本-0084">
            <a:extLst xmlns:a="http://schemas.openxmlformats.org/drawingml/2006/main">
              <a:ext uri="{FF2B5EF4-FFF2-40B4-BE49-F238E27FC236}">
                <a16:creationId xmlns:a16="http://schemas.microsoft.com/office/drawing/2014/main" id="{220A0471-BB94-4F7A-AF4D-B654CEF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8" y="2941325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5" name="p26-文本-0085">
            <a:extLst xmlns:a="http://schemas.openxmlformats.org/drawingml/2006/main">
              <a:ext uri="{FF2B5EF4-FFF2-40B4-BE49-F238E27FC236}">
                <a16:creationId xmlns:a16="http://schemas.microsoft.com/office/drawing/2014/main" id="{E57580CC-4AFA-4BF5-92CC-E8F11B3B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8" y="367951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6</a:t>
            </a:r>
          </a:p>
        </p:txBody>
      </p:sp>
      <p:sp>
        <p:nvSpPr>
          <p:cNvPr id="86" name="p26-线-0086">
            <a:extLst xmlns:a="http://schemas.openxmlformats.org/drawingml/2006/main">
              <a:ext uri="{FF2B5EF4-FFF2-40B4-BE49-F238E27FC236}">
                <a16:creationId xmlns:a16="http://schemas.microsoft.com/office/drawing/2014/main" id="{92E3F394-0E7D-4CEA-99DC-3C1C359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1676400" cy="95"/>
          </a:xfrm>
          <a:custGeom xmlns:a="http://schemas.openxmlformats.org/drawingml/2006/main"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87" name="p26-线-0087">
            <a:extLst xmlns:a="http://schemas.openxmlformats.org/drawingml/2006/main">
              <a:ext uri="{FF2B5EF4-FFF2-40B4-BE49-F238E27FC236}">
                <a16:creationId xmlns:a16="http://schemas.microsoft.com/office/drawing/2014/main" id="{4CC09F8F-CED4-432D-A74B-9DAA7C69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88" name="p26-线-0088">
            <a:extLst xmlns:a="http://schemas.openxmlformats.org/drawingml/2006/main">
              <a:ext uri="{FF2B5EF4-FFF2-40B4-BE49-F238E27FC236}">
                <a16:creationId xmlns:a16="http://schemas.microsoft.com/office/drawing/2014/main" id="{DEE2318A-BD9C-4C8C-84AC-5A27B30C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1676400" cy="800100"/>
          </a:xfrm>
          <a:custGeom xmlns:a="http://schemas.openxmlformats.org/drawingml/2006/main">
            <a:pathLst>
              <a:path w="1676400" h="800100">
                <a:moveTo>
                  <a:pt x="0" y="800100"/>
                </a:moveTo>
                <a:lnTo>
                  <a:pt x="167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89" name="p26-椭圆-0089">
            <a:extLst xmlns:a="http://schemas.openxmlformats.org/drawingml/2006/main">
              <a:ext uri="{FF2B5EF4-FFF2-40B4-BE49-F238E27FC236}">
                <a16:creationId xmlns:a16="http://schemas.microsoft.com/office/drawing/2014/main" id="{48F66D02-01C8-4F5A-B844-F2099662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270" y="37555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0" name="p26-椭圆-0090">
            <a:extLst xmlns:a="http://schemas.openxmlformats.org/drawingml/2006/main">
              <a:ext uri="{FF2B5EF4-FFF2-40B4-BE49-F238E27FC236}">
                <a16:creationId xmlns:a16="http://schemas.microsoft.com/office/drawing/2014/main" id="{EA1B43AC-7335-4C41-A1EB-3D64A663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342" y="31987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1" name="p26-椭圆-0091">
            <a:extLst xmlns:a="http://schemas.openxmlformats.org/drawingml/2006/main">
              <a:ext uri="{FF2B5EF4-FFF2-40B4-BE49-F238E27FC236}">
                <a16:creationId xmlns:a16="http://schemas.microsoft.com/office/drawing/2014/main" id="{7ED745EC-74BB-402B-AE8E-94445E9A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014" y="36247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26-椭圆-0092">
            <a:extLst xmlns:a="http://schemas.openxmlformats.org/drawingml/2006/main">
              <a:ext uri="{FF2B5EF4-FFF2-40B4-BE49-F238E27FC236}">
                <a16:creationId xmlns:a16="http://schemas.microsoft.com/office/drawing/2014/main" id="{BBE14A73-FD2A-4C21-AC3D-F2AB6241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087" y="31689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26-椭圆-0093">
            <a:extLst xmlns:a="http://schemas.openxmlformats.org/drawingml/2006/main">
              <a:ext uri="{FF2B5EF4-FFF2-40B4-BE49-F238E27FC236}">
                <a16:creationId xmlns:a16="http://schemas.microsoft.com/office/drawing/2014/main" id="{C5D2AB05-C3E4-4C1B-9D11-F18808BD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759" y="33388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4" name="p26-椭圆-0094">
            <a:extLst xmlns:a="http://schemas.openxmlformats.org/drawingml/2006/main">
              <a:ext uri="{FF2B5EF4-FFF2-40B4-BE49-F238E27FC236}">
                <a16:creationId xmlns:a16="http://schemas.microsoft.com/office/drawing/2014/main" id="{C2F1D1D2-132B-4E8F-A497-3C252468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431" y="36595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5" name="p26-椭圆-0095">
            <a:extLst xmlns:a="http://schemas.openxmlformats.org/drawingml/2006/main">
              <a:ext uri="{FF2B5EF4-FFF2-40B4-BE49-F238E27FC236}">
                <a16:creationId xmlns:a16="http://schemas.microsoft.com/office/drawing/2014/main" id="{8FE2BBFF-2E2D-4080-8887-83BA645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03" y="32947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26-椭圆-0096">
            <a:extLst xmlns:a="http://schemas.openxmlformats.org/drawingml/2006/main">
              <a:ext uri="{FF2B5EF4-FFF2-40B4-BE49-F238E27FC236}">
                <a16:creationId xmlns:a16="http://schemas.microsoft.com/office/drawing/2014/main" id="{1E56F3D5-8F06-44C8-83C9-4B06275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175" y="353393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7" name="p26-椭圆-0097">
            <a:extLst xmlns:a="http://schemas.openxmlformats.org/drawingml/2006/main">
              <a:ext uri="{FF2B5EF4-FFF2-40B4-BE49-F238E27FC236}">
                <a16:creationId xmlns:a16="http://schemas.microsoft.com/office/drawing/2014/main" id="{AE166CDD-6BCD-47CF-B20C-8FA1A42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247" y="30034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8" name="p26-椭圆-0098">
            <a:extLst xmlns:a="http://schemas.openxmlformats.org/drawingml/2006/main">
              <a:ext uri="{FF2B5EF4-FFF2-40B4-BE49-F238E27FC236}">
                <a16:creationId xmlns:a16="http://schemas.microsoft.com/office/drawing/2014/main" id="{05BE8671-B181-485B-ABD3-6FDD8F0F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20" y="33490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9" name="p26-椭圆-0099">
            <a:extLst xmlns:a="http://schemas.openxmlformats.org/drawingml/2006/main">
              <a:ext uri="{FF2B5EF4-FFF2-40B4-BE49-F238E27FC236}">
                <a16:creationId xmlns:a16="http://schemas.microsoft.com/office/drawing/2014/main" id="{2EE3AF76-D579-4795-802A-16BB7DA1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592" y="37155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26-椭圆-0100">
            <a:extLst xmlns:a="http://schemas.openxmlformats.org/drawingml/2006/main">
              <a:ext uri="{FF2B5EF4-FFF2-40B4-BE49-F238E27FC236}">
                <a16:creationId xmlns:a16="http://schemas.microsoft.com/office/drawing/2014/main" id="{F38F9A86-45EF-4535-B186-6166A0C2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664" y="308957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1" name="p26-椭圆-0101">
            <a:extLst xmlns:a="http://schemas.openxmlformats.org/drawingml/2006/main">
              <a:ext uri="{FF2B5EF4-FFF2-40B4-BE49-F238E27FC236}">
                <a16:creationId xmlns:a16="http://schemas.microsoft.com/office/drawing/2014/main" id="{A2A96509-9C61-44F1-902A-606F41D5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336" y="33862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2" name="p26-椭圆-0102">
            <a:extLst xmlns:a="http://schemas.openxmlformats.org/drawingml/2006/main">
              <a:ext uri="{FF2B5EF4-FFF2-40B4-BE49-F238E27FC236}">
                <a16:creationId xmlns:a16="http://schemas.microsoft.com/office/drawing/2014/main" id="{0A05842A-A226-4D9E-8CB4-2E4A40EB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08" y="37555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3" name="p26-椭圆-0103">
            <a:extLst xmlns:a="http://schemas.openxmlformats.org/drawingml/2006/main">
              <a:ext uri="{FF2B5EF4-FFF2-40B4-BE49-F238E27FC236}">
                <a16:creationId xmlns:a16="http://schemas.microsoft.com/office/drawing/2014/main" id="{CB9C87A9-1893-4E0E-BBE8-18DA50CF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081" y="328787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4" name="p26-椭圆-0104">
            <a:extLst xmlns:a="http://schemas.openxmlformats.org/drawingml/2006/main">
              <a:ext uri="{FF2B5EF4-FFF2-40B4-BE49-F238E27FC236}">
                <a16:creationId xmlns:a16="http://schemas.microsoft.com/office/drawing/2014/main" id="{2EFEA431-F94C-426E-B3ED-B0F2883C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53" y="34761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5" name="p26-椭圆-0105">
            <a:extLst xmlns:a="http://schemas.openxmlformats.org/drawingml/2006/main">
              <a:ext uri="{FF2B5EF4-FFF2-40B4-BE49-F238E27FC236}">
                <a16:creationId xmlns:a16="http://schemas.microsoft.com/office/drawing/2014/main" id="{6BDC25BB-103E-4BF6-B1EF-928AF8F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825" y="307261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6" name="p26-椭圆-0106">
            <a:extLst xmlns:a="http://schemas.openxmlformats.org/drawingml/2006/main">
              <a:ext uri="{FF2B5EF4-FFF2-40B4-BE49-F238E27FC236}">
                <a16:creationId xmlns:a16="http://schemas.microsoft.com/office/drawing/2014/main" id="{F8307E09-DEC5-40A8-864A-F95BFB6F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497" y="345959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7" name="p26-椭圆-0107">
            <a:extLst xmlns:a="http://schemas.openxmlformats.org/drawingml/2006/main">
              <a:ext uri="{FF2B5EF4-FFF2-40B4-BE49-F238E27FC236}">
                <a16:creationId xmlns:a16="http://schemas.microsoft.com/office/drawing/2014/main" id="{632B746E-0B8F-4A9F-A787-99953B2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169" y="36420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8" name="p26-椭圆-0108">
            <a:extLst xmlns:a="http://schemas.openxmlformats.org/drawingml/2006/main">
              <a:ext uri="{FF2B5EF4-FFF2-40B4-BE49-F238E27FC236}">
                <a16:creationId xmlns:a16="http://schemas.microsoft.com/office/drawing/2014/main" id="{9298AA3C-54B3-418B-8BE6-BBD2E3A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241" y="311490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9" name="p26-椭圆-0109">
            <a:extLst xmlns:a="http://schemas.openxmlformats.org/drawingml/2006/main">
              <a:ext uri="{FF2B5EF4-FFF2-40B4-BE49-F238E27FC236}">
                <a16:creationId xmlns:a16="http://schemas.microsoft.com/office/drawing/2014/main" id="{7300C6B6-44C9-4724-ABAE-A5EDF8C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14" y="35566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0" name="p26-椭圆-0110">
            <a:extLst xmlns:a="http://schemas.openxmlformats.org/drawingml/2006/main">
              <a:ext uri="{FF2B5EF4-FFF2-40B4-BE49-F238E27FC236}">
                <a16:creationId xmlns:a16="http://schemas.microsoft.com/office/drawing/2014/main" id="{ED832F0A-64C0-4E3D-9D6E-7648C375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986" y="304087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1" name="p26-椭圆-0111">
            <a:extLst xmlns:a="http://schemas.openxmlformats.org/drawingml/2006/main">
              <a:ext uri="{FF2B5EF4-FFF2-40B4-BE49-F238E27FC236}">
                <a16:creationId xmlns:a16="http://schemas.microsoft.com/office/drawing/2014/main" id="{2F3389DD-A23B-4B04-9F7D-32372D42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658" y="32187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2" name="p26-椭圆-0112">
            <a:extLst xmlns:a="http://schemas.openxmlformats.org/drawingml/2006/main">
              <a:ext uri="{FF2B5EF4-FFF2-40B4-BE49-F238E27FC236}">
                <a16:creationId xmlns:a16="http://schemas.microsoft.com/office/drawing/2014/main" id="{DC2887A2-BBC5-4725-B6F8-1695786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30" y="35962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3" name="p26-椭圆-0113">
            <a:extLst xmlns:a="http://schemas.openxmlformats.org/drawingml/2006/main">
              <a:ext uri="{FF2B5EF4-FFF2-40B4-BE49-F238E27FC236}">
                <a16:creationId xmlns:a16="http://schemas.microsoft.com/office/drawing/2014/main" id="{952EB3E8-6BDF-4445-8661-4C0C29B9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402" y="32009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4" name="p26-椭圆-0114">
            <a:extLst xmlns:a="http://schemas.openxmlformats.org/drawingml/2006/main">
              <a:ext uri="{FF2B5EF4-FFF2-40B4-BE49-F238E27FC236}">
                <a16:creationId xmlns:a16="http://schemas.microsoft.com/office/drawing/2014/main" id="{EE379106-62C1-46FC-A297-EB3B8138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074" y="339551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5" name="p26-椭圆-0115">
            <a:extLst xmlns:a="http://schemas.openxmlformats.org/drawingml/2006/main">
              <a:ext uri="{FF2B5EF4-FFF2-40B4-BE49-F238E27FC236}">
                <a16:creationId xmlns:a16="http://schemas.microsoft.com/office/drawing/2014/main" id="{582BF5DE-B81B-404B-9158-0F353325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747" y="364581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6" name="p26-椭圆-0116">
            <a:extLst xmlns:a="http://schemas.openxmlformats.org/drawingml/2006/main">
              <a:ext uri="{FF2B5EF4-FFF2-40B4-BE49-F238E27FC236}">
                <a16:creationId xmlns:a16="http://schemas.microsoft.com/office/drawing/2014/main" id="{9BD5E2E2-1A56-49CB-B12E-7F4F64C7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819" y="32843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7" name="p26-椭圆-0117">
            <a:extLst xmlns:a="http://schemas.openxmlformats.org/drawingml/2006/main">
              <a:ext uri="{FF2B5EF4-FFF2-40B4-BE49-F238E27FC236}">
                <a16:creationId xmlns:a16="http://schemas.microsoft.com/office/drawing/2014/main" id="{3A15337E-4BEE-46C7-8D34-3014739B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491" y="35925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8" name="p26-椭圆-0118">
            <a:extLst xmlns:a="http://schemas.openxmlformats.org/drawingml/2006/main">
              <a:ext uri="{FF2B5EF4-FFF2-40B4-BE49-F238E27FC236}">
                <a16:creationId xmlns:a16="http://schemas.microsoft.com/office/drawing/2014/main" id="{9A19AA06-3938-40F0-B091-D903032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563" y="30034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9" name="p26-椭圆-0119">
            <a:extLst xmlns:a="http://schemas.openxmlformats.org/drawingml/2006/main">
              <a:ext uri="{FF2B5EF4-FFF2-40B4-BE49-F238E27FC236}">
                <a16:creationId xmlns:a16="http://schemas.microsoft.com/office/drawing/2014/main" id="{C813C17A-4011-4423-AD3C-4E7C50D6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235" y="33200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0" name="p26-椭圆-0120">
            <a:extLst xmlns:a="http://schemas.openxmlformats.org/drawingml/2006/main">
              <a:ext uri="{FF2B5EF4-FFF2-40B4-BE49-F238E27FC236}">
                <a16:creationId xmlns:a16="http://schemas.microsoft.com/office/drawing/2014/main" id="{7A3DE516-E6FA-4327-A26B-5EC369E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08" y="37397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1" name="p26-椭圆-0121">
            <a:extLst xmlns:a="http://schemas.openxmlformats.org/drawingml/2006/main">
              <a:ext uri="{FF2B5EF4-FFF2-40B4-BE49-F238E27FC236}">
                <a16:creationId xmlns:a16="http://schemas.microsoft.com/office/drawing/2014/main" id="{AFE20EA0-AE91-49BC-892A-98659F27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80" y="31497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2" name="p26-椭圆-0122">
            <a:extLst xmlns:a="http://schemas.openxmlformats.org/drawingml/2006/main">
              <a:ext uri="{FF2B5EF4-FFF2-40B4-BE49-F238E27FC236}">
                <a16:creationId xmlns:a16="http://schemas.microsoft.com/office/drawing/2014/main" id="{22F02008-1B0B-426B-9FFE-AFEF3EE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652" y="33790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3" name="p26-椭圆-0123">
            <a:extLst xmlns:a="http://schemas.openxmlformats.org/drawingml/2006/main">
              <a:ext uri="{FF2B5EF4-FFF2-40B4-BE49-F238E27FC236}">
                <a16:creationId xmlns:a16="http://schemas.microsoft.com/office/drawing/2014/main" id="{98BFD0E1-AA2A-4A7F-AD9E-1F44C96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324" y="37555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4" name="p26-椭圆-0124">
            <a:extLst xmlns:a="http://schemas.openxmlformats.org/drawingml/2006/main">
              <a:ext uri="{FF2B5EF4-FFF2-40B4-BE49-F238E27FC236}">
                <a16:creationId xmlns:a16="http://schemas.microsoft.com/office/drawing/2014/main" id="{5239C24D-A1B9-461F-9B45-5BD65B6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396" y="33424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5" name="p26-椭圆-0125">
            <a:extLst xmlns:a="http://schemas.openxmlformats.org/drawingml/2006/main">
              <a:ext uri="{FF2B5EF4-FFF2-40B4-BE49-F238E27FC236}">
                <a16:creationId xmlns:a16="http://schemas.microsoft.com/office/drawing/2014/main" id="{F71EDA13-740E-46C6-955A-34EC8618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68" y="35118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6" name="p26-椭圆-0126">
            <a:extLst xmlns:a="http://schemas.openxmlformats.org/drawingml/2006/main">
              <a:ext uri="{FF2B5EF4-FFF2-40B4-BE49-F238E27FC236}">
                <a16:creationId xmlns:a16="http://schemas.microsoft.com/office/drawing/2014/main" id="{853D406A-D3D0-423A-9E98-AB2C6EDA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141" y="30447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7" name="p26-椭圆-0127">
            <a:extLst xmlns:a="http://schemas.openxmlformats.org/drawingml/2006/main">
              <a:ext uri="{FF2B5EF4-FFF2-40B4-BE49-F238E27FC236}">
                <a16:creationId xmlns:a16="http://schemas.microsoft.com/office/drawing/2014/main" id="{E53EDAF1-97F7-4BAA-AE7D-E3B71623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813" y="347571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8" name="p26-椭圆-0128">
            <a:extLst xmlns:a="http://schemas.openxmlformats.org/drawingml/2006/main">
              <a:ext uri="{FF2B5EF4-FFF2-40B4-BE49-F238E27FC236}">
                <a16:creationId xmlns:a16="http://schemas.microsoft.com/office/drawing/2014/main" id="{C65B858C-60DA-4E82-8149-AAECFB82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485" y="370432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9" name="p26-椭圆-0129">
            <a:extLst xmlns:a="http://schemas.openxmlformats.org/drawingml/2006/main">
              <a:ext uri="{FF2B5EF4-FFF2-40B4-BE49-F238E27FC236}">
                <a16:creationId xmlns:a16="http://schemas.microsoft.com/office/drawing/2014/main" id="{36D25AF7-5EB3-4786-ACB6-6EFA962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557" y="31149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0" name="p26-椭圆-0130">
            <a:extLst xmlns:a="http://schemas.openxmlformats.org/drawingml/2006/main">
              <a:ext uri="{FF2B5EF4-FFF2-40B4-BE49-F238E27FC236}">
                <a16:creationId xmlns:a16="http://schemas.microsoft.com/office/drawing/2014/main" id="{34517DDE-6774-44AA-8BC6-9AB5CEC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29" y="35351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1" name="p26-椭圆-0131">
            <a:extLst xmlns:a="http://schemas.openxmlformats.org/drawingml/2006/main">
              <a:ext uri="{FF2B5EF4-FFF2-40B4-BE49-F238E27FC236}">
                <a16:creationId xmlns:a16="http://schemas.microsoft.com/office/drawing/2014/main" id="{45C6EC87-CBB1-477B-B466-5FE37CA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302" y="30901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2" name="p26-椭圆-0132">
            <a:extLst xmlns:a="http://schemas.openxmlformats.org/drawingml/2006/main">
              <a:ext uri="{FF2B5EF4-FFF2-40B4-BE49-F238E27FC236}">
                <a16:creationId xmlns:a16="http://schemas.microsoft.com/office/drawing/2014/main" id="{94C7A592-E461-4203-9861-671F8419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974" y="326160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3" name="p26-椭圆-0133">
            <a:extLst xmlns:a="http://schemas.openxmlformats.org/drawingml/2006/main">
              <a:ext uri="{FF2B5EF4-FFF2-40B4-BE49-F238E27FC236}">
                <a16:creationId xmlns:a16="http://schemas.microsoft.com/office/drawing/2014/main" id="{132CBC8A-E198-4F9C-95EB-FC52B47C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646" y="35707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4" name="p26-文本-0134">
            <a:extLst xmlns:a="http://schemas.openxmlformats.org/drawingml/2006/main">
              <a:ext uri="{FF2B5EF4-FFF2-40B4-BE49-F238E27FC236}">
                <a16:creationId xmlns:a16="http://schemas.microsoft.com/office/drawing/2014/main" id="{5555F7CD-5FAF-4CBF-A3F6-5A89CBB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8797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35" name="p26-文本-0135">
            <a:extLst xmlns:a="http://schemas.openxmlformats.org/drawingml/2006/main">
              <a:ext uri="{FF2B5EF4-FFF2-40B4-BE49-F238E27FC236}">
                <a16:creationId xmlns:a16="http://schemas.microsoft.com/office/drawing/2014/main" id="{F8B1FA54-C366-4CAA-85D1-8E5CB641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735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36" name="p26-文本-0136">
            <a:extLst xmlns:a="http://schemas.openxmlformats.org/drawingml/2006/main">
              <a:ext uri="{FF2B5EF4-FFF2-40B4-BE49-F238E27FC236}">
                <a16:creationId xmlns:a16="http://schemas.microsoft.com/office/drawing/2014/main" id="{33359DF0-9B18-49BA-B0C0-91A0500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" y="417993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统一变量与数据口径</a:t>
            </a:r>
          </a:p>
        </p:txBody>
      </p:sp>
      <p:sp>
        <p:nvSpPr>
          <p:cNvPr id="137" name="p26-文本-0137">
            <a:extLst xmlns:a="http://schemas.openxmlformats.org/drawingml/2006/main">
              <a:ext uri="{FF2B5EF4-FFF2-40B4-BE49-F238E27FC236}">
                <a16:creationId xmlns:a16="http://schemas.microsoft.com/office/drawing/2014/main" id="{DA168CC7-6223-46AA-AB66-95DB1BF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645" y="417993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估计响应与不确定性</a:t>
            </a:r>
          </a:p>
        </p:txBody>
      </p:sp>
      <p:sp>
        <p:nvSpPr>
          <p:cNvPr id="138" name="p26-文本-0138">
            <a:extLst xmlns:a="http://schemas.openxmlformats.org/drawingml/2006/main">
              <a:ext uri="{FF2B5EF4-FFF2-40B4-BE49-F238E27FC236}">
                <a16:creationId xmlns:a16="http://schemas.microsoft.com/office/drawing/2014/main" id="{227DCBCC-0771-4B98-A989-4A3E84B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2831"/>
            <a:ext cx="3470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输出：候选条件、预测值、优先测量区间</a:t>
            </a:r>
          </a:p>
        </p:txBody>
      </p:sp>
      <p:sp>
        <p:nvSpPr>
          <p:cNvPr id="139" name="p26-矩形-0139">
            <a:extLst xmlns:a="http://schemas.openxmlformats.org/drawingml/2006/main">
              <a:ext uri="{FF2B5EF4-FFF2-40B4-BE49-F238E27FC236}">
                <a16:creationId xmlns:a16="http://schemas.microsoft.com/office/drawing/2014/main" id="{882DD006-E8B7-4CBF-9ABA-97D6CDCE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90775"/>
            <a:ext cx="4762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140" name="p26-矩形-0140">
            <a:extLst xmlns:a="http://schemas.openxmlformats.org/drawingml/2006/main">
              <a:ext uri="{FF2B5EF4-FFF2-40B4-BE49-F238E27FC236}">
                <a16:creationId xmlns:a16="http://schemas.microsoft.com/office/drawing/2014/main" id="{C80728AC-1626-4716-BD3E-3A90562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90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1" name="p26-文本-0141">
            <a:extLst xmlns:a="http://schemas.openxmlformats.org/drawingml/2006/main">
              <a:ext uri="{FF2B5EF4-FFF2-40B4-BE49-F238E27FC236}">
                <a16:creationId xmlns:a16="http://schemas.microsoft.com/office/drawing/2014/main" id="{2AEBDF68-CA8C-49B1-A301-F6FFF5D9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197" y="2412299"/>
            <a:ext cx="28443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实验工作区：生成带条件的观测</a:t>
            </a:r>
          </a:p>
        </p:txBody>
      </p:sp>
      <p:sp>
        <p:nvSpPr>
          <p:cNvPr id="142" name="p26-矩形-0142">
            <a:extLst xmlns:a="http://schemas.openxmlformats.org/drawingml/2006/main">
              <a:ext uri="{FF2B5EF4-FFF2-40B4-BE49-F238E27FC236}">
                <a16:creationId xmlns:a16="http://schemas.microsoft.com/office/drawing/2014/main" id="{5223A179-C465-41DB-BEE6-B5CE67B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43225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143" name="p26-椭圆-0143">
            <a:extLst xmlns:a="http://schemas.openxmlformats.org/drawingml/2006/main">
              <a:ext uri="{FF2B5EF4-FFF2-40B4-BE49-F238E27FC236}">
                <a16:creationId xmlns:a16="http://schemas.microsoft.com/office/drawing/2014/main" id="{78E5E659-CF6B-4B30-B084-5D5916F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44" name="p26-椭圆-0144">
            <a:extLst xmlns:a="http://schemas.openxmlformats.org/drawingml/2006/main">
              <a:ext uri="{FF2B5EF4-FFF2-40B4-BE49-F238E27FC236}">
                <a16:creationId xmlns:a16="http://schemas.microsoft.com/office/drawing/2014/main" id="{0F466CF2-6D84-47F1-AFB8-34D93FB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5" name="p26-椭圆-0145">
            <a:extLst xmlns:a="http://schemas.openxmlformats.org/drawingml/2006/main">
              <a:ext uri="{FF2B5EF4-FFF2-40B4-BE49-F238E27FC236}">
                <a16:creationId xmlns:a16="http://schemas.microsoft.com/office/drawing/2014/main" id="{00E96AA6-F618-49BC-86D4-B578BD31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6" name="p26-椭圆-0146">
            <a:extLst xmlns:a="http://schemas.openxmlformats.org/drawingml/2006/main">
              <a:ext uri="{FF2B5EF4-FFF2-40B4-BE49-F238E27FC236}">
                <a16:creationId xmlns:a16="http://schemas.microsoft.com/office/drawing/2014/main" id="{D0BBAB79-3ACE-4847-A663-730AAD7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47" name="p26-椭圆-0147">
            <a:extLst xmlns:a="http://schemas.openxmlformats.org/drawingml/2006/main">
              <a:ext uri="{FF2B5EF4-FFF2-40B4-BE49-F238E27FC236}">
                <a16:creationId xmlns:a16="http://schemas.microsoft.com/office/drawing/2014/main" id="{57251542-9EA1-4FFD-8A15-F7F0859C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48" name="p26-椭圆-0148">
            <a:extLst xmlns:a="http://schemas.openxmlformats.org/drawingml/2006/main">
              <a:ext uri="{FF2B5EF4-FFF2-40B4-BE49-F238E27FC236}">
                <a16:creationId xmlns:a16="http://schemas.microsoft.com/office/drawing/2014/main" id="{8A88E25A-E8F6-40C2-A332-87A9811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49" name="p26-椭圆-0149">
            <a:extLst xmlns:a="http://schemas.openxmlformats.org/drawingml/2006/main">
              <a:ext uri="{FF2B5EF4-FFF2-40B4-BE49-F238E27FC236}">
                <a16:creationId xmlns:a16="http://schemas.microsoft.com/office/drawing/2014/main" id="{E5FD77DE-2EA6-489F-84CE-9ED5584F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50" name="p26-椭圆-0150">
            <a:extLst xmlns:a="http://schemas.openxmlformats.org/drawingml/2006/main">
              <a:ext uri="{FF2B5EF4-FFF2-40B4-BE49-F238E27FC236}">
                <a16:creationId xmlns:a16="http://schemas.microsoft.com/office/drawing/2014/main" id="{964160C8-24DE-4087-BA56-C6D4F23E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51" name="p26-椭圆-0151">
            <a:extLst xmlns:a="http://schemas.openxmlformats.org/drawingml/2006/main">
              <a:ext uri="{FF2B5EF4-FFF2-40B4-BE49-F238E27FC236}">
                <a16:creationId xmlns:a16="http://schemas.microsoft.com/office/drawing/2014/main" id="{BBEE7A17-EB6A-401D-AD28-01E3D782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2" name="p26-椭圆-0152">
            <a:extLst xmlns:a="http://schemas.openxmlformats.org/drawingml/2006/main">
              <a:ext uri="{FF2B5EF4-FFF2-40B4-BE49-F238E27FC236}">
                <a16:creationId xmlns:a16="http://schemas.microsoft.com/office/drawing/2014/main" id="{4E61DFD7-EECE-4807-B690-4987B077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3" name="p26-椭圆-0153">
            <a:extLst xmlns:a="http://schemas.openxmlformats.org/drawingml/2006/main">
              <a:ext uri="{FF2B5EF4-FFF2-40B4-BE49-F238E27FC236}">
                <a16:creationId xmlns:a16="http://schemas.microsoft.com/office/drawing/2014/main" id="{FBE7C887-4B36-4AF1-A954-DF5E992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4" name="p26-椭圆-0154">
            <a:extLst xmlns:a="http://schemas.openxmlformats.org/drawingml/2006/main">
              <a:ext uri="{FF2B5EF4-FFF2-40B4-BE49-F238E27FC236}">
                <a16:creationId xmlns:a16="http://schemas.microsoft.com/office/drawing/2014/main" id="{C3510C4F-04DF-4B4C-9F8E-59B9F853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0045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5" name="p26-椭圆-0155">
            <a:extLst xmlns:a="http://schemas.openxmlformats.org/drawingml/2006/main">
              <a:ext uri="{FF2B5EF4-FFF2-40B4-BE49-F238E27FC236}">
                <a16:creationId xmlns:a16="http://schemas.microsoft.com/office/drawing/2014/main" id="{425F58E5-E98E-444A-9EF4-12E49F2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6" name="p26-椭圆-0156">
            <a:extLst xmlns:a="http://schemas.openxmlformats.org/drawingml/2006/main">
              <a:ext uri="{FF2B5EF4-FFF2-40B4-BE49-F238E27FC236}">
                <a16:creationId xmlns:a16="http://schemas.microsoft.com/office/drawing/2014/main" id="{D1AA99F5-27D8-4316-B4FA-C561718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7" name="p26-椭圆-0157">
            <a:extLst xmlns:a="http://schemas.openxmlformats.org/drawingml/2006/main">
              <a:ext uri="{FF2B5EF4-FFF2-40B4-BE49-F238E27FC236}">
                <a16:creationId xmlns:a16="http://schemas.microsoft.com/office/drawing/2014/main" id="{1D6D2EED-485C-4359-AA9A-BBB271C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58" name="p26-椭圆-0158">
            <a:extLst xmlns:a="http://schemas.openxmlformats.org/drawingml/2006/main">
              <a:ext uri="{FF2B5EF4-FFF2-40B4-BE49-F238E27FC236}">
                <a16:creationId xmlns:a16="http://schemas.microsoft.com/office/drawing/2014/main" id="{19890CD7-698E-4CAE-B027-8BC2019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59" name="p26-椭圆-0159">
            <a:extLst xmlns:a="http://schemas.openxmlformats.org/drawingml/2006/main">
              <a:ext uri="{FF2B5EF4-FFF2-40B4-BE49-F238E27FC236}">
                <a16:creationId xmlns:a16="http://schemas.microsoft.com/office/drawing/2014/main" id="{7A56D130-5E20-4A5D-B436-7A2A66E3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0" name="p26-椭圆-0160">
            <a:extLst xmlns:a="http://schemas.openxmlformats.org/drawingml/2006/main">
              <a:ext uri="{FF2B5EF4-FFF2-40B4-BE49-F238E27FC236}">
                <a16:creationId xmlns:a16="http://schemas.microsoft.com/office/drawing/2014/main" id="{3ADFC5C2-8195-4F03-BCFB-F35D54F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1" name="p26-椭圆-0161">
            <a:extLst xmlns:a="http://schemas.openxmlformats.org/drawingml/2006/main">
              <a:ext uri="{FF2B5EF4-FFF2-40B4-BE49-F238E27FC236}">
                <a16:creationId xmlns:a16="http://schemas.microsoft.com/office/drawing/2014/main" id="{C80CAAF2-0C6B-40DD-AC64-FE72373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62" name="p26-椭圆-0162">
            <a:extLst xmlns:a="http://schemas.openxmlformats.org/drawingml/2006/main">
              <a:ext uri="{FF2B5EF4-FFF2-40B4-BE49-F238E27FC236}">
                <a16:creationId xmlns:a16="http://schemas.microsoft.com/office/drawing/2014/main" id="{A5E3C877-2162-4D2F-9F00-7174CA8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63" name="p26-椭圆-0163">
            <a:extLst xmlns:a="http://schemas.openxmlformats.org/drawingml/2006/main">
              <a:ext uri="{FF2B5EF4-FFF2-40B4-BE49-F238E27FC236}">
                <a16:creationId xmlns:a16="http://schemas.microsoft.com/office/drawing/2014/main" id="{C5FE5EE2-EFF2-4E6F-A3D3-85483D4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4" name="p26-椭圆-0164">
            <a:extLst xmlns:a="http://schemas.openxmlformats.org/drawingml/2006/main">
              <a:ext uri="{FF2B5EF4-FFF2-40B4-BE49-F238E27FC236}">
                <a16:creationId xmlns:a16="http://schemas.microsoft.com/office/drawing/2014/main" id="{86D4BD0F-631E-48AC-854D-9D943EB9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5" name="p26-椭圆-0165">
            <a:extLst xmlns:a="http://schemas.openxmlformats.org/drawingml/2006/main">
              <a:ext uri="{FF2B5EF4-FFF2-40B4-BE49-F238E27FC236}">
                <a16:creationId xmlns:a16="http://schemas.microsoft.com/office/drawing/2014/main" id="{212B9F2A-528A-4A92-BE6E-9BE53368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6" name="p26-椭圆-0166">
            <a:extLst xmlns:a="http://schemas.openxmlformats.org/drawingml/2006/main">
              <a:ext uri="{FF2B5EF4-FFF2-40B4-BE49-F238E27FC236}">
                <a16:creationId xmlns:a16="http://schemas.microsoft.com/office/drawing/2014/main" id="{4E30C55B-2894-4948-B6F3-520066B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1082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67" name="p26-椭圆-0167">
            <a:extLst xmlns:a="http://schemas.openxmlformats.org/drawingml/2006/main">
              <a:ext uri="{FF2B5EF4-FFF2-40B4-BE49-F238E27FC236}">
                <a16:creationId xmlns:a16="http://schemas.microsoft.com/office/drawing/2014/main" id="{40A979E2-2199-43BB-86BE-631C883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8" name="p26-椭圆-0168">
            <a:extLst xmlns:a="http://schemas.openxmlformats.org/drawingml/2006/main">
              <a:ext uri="{FF2B5EF4-FFF2-40B4-BE49-F238E27FC236}">
                <a16:creationId xmlns:a16="http://schemas.microsoft.com/office/drawing/2014/main" id="{478D0D83-F3E8-4583-849C-2D85ED9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69" name="p26-椭圆-0169">
            <a:extLst xmlns:a="http://schemas.openxmlformats.org/drawingml/2006/main">
              <a:ext uri="{FF2B5EF4-FFF2-40B4-BE49-F238E27FC236}">
                <a16:creationId xmlns:a16="http://schemas.microsoft.com/office/drawing/2014/main" id="{9BE0D0ED-ED66-4868-AC0B-A4F3397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0" name="p26-椭圆-0170">
            <a:extLst xmlns:a="http://schemas.openxmlformats.org/drawingml/2006/main">
              <a:ext uri="{FF2B5EF4-FFF2-40B4-BE49-F238E27FC236}">
                <a16:creationId xmlns:a16="http://schemas.microsoft.com/office/drawing/2014/main" id="{5E21E9DB-C181-448F-AF34-71DFBD2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71" name="p26-椭圆-0171">
            <a:extLst xmlns:a="http://schemas.openxmlformats.org/drawingml/2006/main">
              <a:ext uri="{FF2B5EF4-FFF2-40B4-BE49-F238E27FC236}">
                <a16:creationId xmlns:a16="http://schemas.microsoft.com/office/drawing/2014/main" id="{3C5BBB69-C91F-4983-885B-066FA636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2" name="p26-椭圆-0172">
            <a:extLst xmlns:a="http://schemas.openxmlformats.org/drawingml/2006/main">
              <a:ext uri="{FF2B5EF4-FFF2-40B4-BE49-F238E27FC236}">
                <a16:creationId xmlns:a16="http://schemas.microsoft.com/office/drawing/2014/main" id="{76595ECB-C0F2-49BD-9C05-5EE5D15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3" name="p26-椭圆-0173">
            <a:extLst xmlns:a="http://schemas.openxmlformats.org/drawingml/2006/main">
              <a:ext uri="{FF2B5EF4-FFF2-40B4-BE49-F238E27FC236}">
                <a16:creationId xmlns:a16="http://schemas.microsoft.com/office/drawing/2014/main" id="{ECB532A1-ABAA-4E4D-A2D4-E191A68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74" name="p26-椭圆-0174">
            <a:extLst xmlns:a="http://schemas.openxmlformats.org/drawingml/2006/main">
              <a:ext uri="{FF2B5EF4-FFF2-40B4-BE49-F238E27FC236}">
                <a16:creationId xmlns:a16="http://schemas.microsoft.com/office/drawing/2014/main" id="{2499439D-3250-4870-9E2A-2EF4806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5" name="p26-椭圆-0175">
            <a:extLst xmlns:a="http://schemas.openxmlformats.org/drawingml/2006/main">
              <a:ext uri="{FF2B5EF4-FFF2-40B4-BE49-F238E27FC236}">
                <a16:creationId xmlns:a16="http://schemas.microsoft.com/office/drawing/2014/main" id="{A1E9BCDA-2EA2-4965-8FD7-B957897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6" name="p26-椭圆-0176">
            <a:extLst xmlns:a="http://schemas.openxmlformats.org/drawingml/2006/main">
              <a:ext uri="{FF2B5EF4-FFF2-40B4-BE49-F238E27FC236}">
                <a16:creationId xmlns:a16="http://schemas.microsoft.com/office/drawing/2014/main" id="{E9A0670C-FB18-4C71-8770-7930D2A3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77" name="p26-椭圆-0177">
            <a:extLst xmlns:a="http://schemas.openxmlformats.org/drawingml/2006/main">
              <a:ext uri="{FF2B5EF4-FFF2-40B4-BE49-F238E27FC236}">
                <a16:creationId xmlns:a16="http://schemas.microsoft.com/office/drawing/2014/main" id="{89060C01-E53C-436B-BF82-DEDF7B0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78" name="p26-椭圆-0178">
            <a:extLst xmlns:a="http://schemas.openxmlformats.org/drawingml/2006/main">
              <a:ext uri="{FF2B5EF4-FFF2-40B4-BE49-F238E27FC236}">
                <a16:creationId xmlns:a16="http://schemas.microsoft.com/office/drawing/2014/main" id="{15501485-0D20-4EF0-8F2C-0F4B4BAD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21194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79" name="p26-椭圆-0179">
            <a:extLst xmlns:a="http://schemas.openxmlformats.org/drawingml/2006/main">
              <a:ext uri="{FF2B5EF4-FFF2-40B4-BE49-F238E27FC236}">
                <a16:creationId xmlns:a16="http://schemas.microsoft.com/office/drawing/2014/main" id="{77F6CAEA-2293-4B8D-81F1-D16EBCEC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0" name="p26-椭圆-0180">
            <a:extLst xmlns:a="http://schemas.openxmlformats.org/drawingml/2006/main">
              <a:ext uri="{FF2B5EF4-FFF2-40B4-BE49-F238E27FC236}">
                <a16:creationId xmlns:a16="http://schemas.microsoft.com/office/drawing/2014/main" id="{E3381332-8B18-44CA-BF39-FF5974C1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1" name="p26-椭圆-0181">
            <a:extLst xmlns:a="http://schemas.openxmlformats.org/drawingml/2006/main">
              <a:ext uri="{FF2B5EF4-FFF2-40B4-BE49-F238E27FC236}">
                <a16:creationId xmlns:a16="http://schemas.microsoft.com/office/drawing/2014/main" id="{AAA2FAAF-C2BE-40F1-8FF0-4754B4E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2" name="p26-椭圆-0182">
            <a:extLst xmlns:a="http://schemas.openxmlformats.org/drawingml/2006/main">
              <a:ext uri="{FF2B5EF4-FFF2-40B4-BE49-F238E27FC236}">
                <a16:creationId xmlns:a16="http://schemas.microsoft.com/office/drawing/2014/main" id="{5B8CA097-D9E9-4264-8D23-87E2A268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3" name="p26-椭圆-0183">
            <a:extLst xmlns:a="http://schemas.openxmlformats.org/drawingml/2006/main">
              <a:ext uri="{FF2B5EF4-FFF2-40B4-BE49-F238E27FC236}">
                <a16:creationId xmlns:a16="http://schemas.microsoft.com/office/drawing/2014/main" id="{A4A8C0D1-C7BF-49C2-9E38-7701C0D4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84" name="p26-椭圆-0184">
            <a:extLst xmlns:a="http://schemas.openxmlformats.org/drawingml/2006/main">
              <a:ext uri="{FF2B5EF4-FFF2-40B4-BE49-F238E27FC236}">
                <a16:creationId xmlns:a16="http://schemas.microsoft.com/office/drawing/2014/main" id="{6221C176-6D2B-4078-9100-E03B44CD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85" name="p26-椭圆-0185">
            <a:extLst xmlns:a="http://schemas.openxmlformats.org/drawingml/2006/main">
              <a:ext uri="{FF2B5EF4-FFF2-40B4-BE49-F238E27FC236}">
                <a16:creationId xmlns:a16="http://schemas.microsoft.com/office/drawing/2014/main" id="{6EF4BB34-E5B5-4587-8444-24BCE0D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86" name="p26-椭圆-0186">
            <a:extLst xmlns:a="http://schemas.openxmlformats.org/drawingml/2006/main">
              <a:ext uri="{FF2B5EF4-FFF2-40B4-BE49-F238E27FC236}">
                <a16:creationId xmlns:a16="http://schemas.microsoft.com/office/drawing/2014/main" id="{5FB25F16-3449-4A83-9921-FB34441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7" name="p26-椭圆-0187">
            <a:extLst xmlns:a="http://schemas.openxmlformats.org/drawingml/2006/main">
              <a:ext uri="{FF2B5EF4-FFF2-40B4-BE49-F238E27FC236}">
                <a16:creationId xmlns:a16="http://schemas.microsoft.com/office/drawing/2014/main" id="{57E55EF1-D327-4C03-94BA-47A0535A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88" name="p26-椭圆-0188">
            <a:extLst xmlns:a="http://schemas.openxmlformats.org/drawingml/2006/main">
              <a:ext uri="{FF2B5EF4-FFF2-40B4-BE49-F238E27FC236}">
                <a16:creationId xmlns:a16="http://schemas.microsoft.com/office/drawing/2014/main" id="{FFB1FB75-10BC-47AD-BFBB-B9D75E9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89" name="p26-椭圆-0189">
            <a:extLst xmlns:a="http://schemas.openxmlformats.org/drawingml/2006/main">
              <a:ext uri="{FF2B5EF4-FFF2-40B4-BE49-F238E27FC236}">
                <a16:creationId xmlns:a16="http://schemas.microsoft.com/office/drawing/2014/main" id="{232BB77B-B0E6-4692-94D1-BD22D2E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90" name="p26-椭圆-0190">
            <a:extLst xmlns:a="http://schemas.openxmlformats.org/drawingml/2006/main">
              <a:ext uri="{FF2B5EF4-FFF2-40B4-BE49-F238E27FC236}">
                <a16:creationId xmlns:a16="http://schemas.microsoft.com/office/drawing/2014/main" id="{2123F69F-32A0-4D16-A739-AD3521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31566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1" name="p26-椭圆-0191">
            <a:extLst xmlns:a="http://schemas.openxmlformats.org/drawingml/2006/main">
              <a:ext uri="{FF2B5EF4-FFF2-40B4-BE49-F238E27FC236}">
                <a16:creationId xmlns:a16="http://schemas.microsoft.com/office/drawing/2014/main" id="{56F0D833-2506-4EF4-8B3C-0504CFE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2" name="p26-椭圆-0192">
            <a:extLst xmlns:a="http://schemas.openxmlformats.org/drawingml/2006/main">
              <a:ext uri="{FF2B5EF4-FFF2-40B4-BE49-F238E27FC236}">
                <a16:creationId xmlns:a16="http://schemas.microsoft.com/office/drawing/2014/main" id="{71884DE2-4E25-4188-8724-59D2747D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193" name="p26-椭圆-0193">
            <a:extLst xmlns:a="http://schemas.openxmlformats.org/drawingml/2006/main">
              <a:ext uri="{FF2B5EF4-FFF2-40B4-BE49-F238E27FC236}">
                <a16:creationId xmlns:a16="http://schemas.microsoft.com/office/drawing/2014/main" id="{93FE7A6E-D81C-45FA-A329-152D1763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4" name="p26-椭圆-0194">
            <a:extLst xmlns:a="http://schemas.openxmlformats.org/drawingml/2006/main">
              <a:ext uri="{FF2B5EF4-FFF2-40B4-BE49-F238E27FC236}">
                <a16:creationId xmlns:a16="http://schemas.microsoft.com/office/drawing/2014/main" id="{C6007595-E121-4D74-8251-889D994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5" name="p26-椭圆-0195">
            <a:extLst xmlns:a="http://schemas.openxmlformats.org/drawingml/2006/main">
              <a:ext uri="{FF2B5EF4-FFF2-40B4-BE49-F238E27FC236}">
                <a16:creationId xmlns:a16="http://schemas.microsoft.com/office/drawing/2014/main" id="{BE56CF90-8F7F-4246-8DEE-56932B3E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196" name="p26-椭圆-0196">
            <a:extLst xmlns:a="http://schemas.openxmlformats.org/drawingml/2006/main">
              <a:ext uri="{FF2B5EF4-FFF2-40B4-BE49-F238E27FC236}">
                <a16:creationId xmlns:a16="http://schemas.microsoft.com/office/drawing/2014/main" id="{DE7E7F85-1516-4A79-8BB0-4234CDD2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197" name="p26-椭圆-0197">
            <a:extLst xmlns:a="http://schemas.openxmlformats.org/drawingml/2006/main">
              <a:ext uri="{FF2B5EF4-FFF2-40B4-BE49-F238E27FC236}">
                <a16:creationId xmlns:a16="http://schemas.microsoft.com/office/drawing/2014/main" id="{26689230-8267-4016-B8F1-0893A920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8" name="p26-椭圆-0198">
            <a:extLst xmlns:a="http://schemas.openxmlformats.org/drawingml/2006/main">
              <a:ext uri="{FF2B5EF4-FFF2-40B4-BE49-F238E27FC236}">
                <a16:creationId xmlns:a16="http://schemas.microsoft.com/office/drawing/2014/main" id="{825F4861-3AB8-4563-BFAE-0F947129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199" name="p26-椭圆-0199">
            <a:extLst xmlns:a="http://schemas.openxmlformats.org/drawingml/2006/main">
              <a:ext uri="{FF2B5EF4-FFF2-40B4-BE49-F238E27FC236}">
                <a16:creationId xmlns:a16="http://schemas.microsoft.com/office/drawing/2014/main" id="{B88F7488-E1F3-40FC-A2FE-5986BB89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0" name="p26-椭圆-0200">
            <a:extLst xmlns:a="http://schemas.openxmlformats.org/drawingml/2006/main">
              <a:ext uri="{FF2B5EF4-FFF2-40B4-BE49-F238E27FC236}">
                <a16:creationId xmlns:a16="http://schemas.microsoft.com/office/drawing/2014/main" id="{E787AB50-D4A1-49E9-BD8E-2A2A3484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01" name="p26-椭圆-0201">
            <a:extLst xmlns:a="http://schemas.openxmlformats.org/drawingml/2006/main">
              <a:ext uri="{FF2B5EF4-FFF2-40B4-BE49-F238E27FC236}">
                <a16:creationId xmlns:a16="http://schemas.microsoft.com/office/drawing/2014/main" id="{9142055C-F987-4337-A98B-EE45FD8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2" name="p26-椭圆-0202">
            <a:extLst xmlns:a="http://schemas.openxmlformats.org/drawingml/2006/main">
              <a:ext uri="{FF2B5EF4-FFF2-40B4-BE49-F238E27FC236}">
                <a16:creationId xmlns:a16="http://schemas.microsoft.com/office/drawing/2014/main" id="{D76DB9AF-DE18-4BEC-9341-8E6FB38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41937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3" name="p26-椭圆-0203">
            <a:extLst xmlns:a="http://schemas.openxmlformats.org/drawingml/2006/main">
              <a:ext uri="{FF2B5EF4-FFF2-40B4-BE49-F238E27FC236}">
                <a16:creationId xmlns:a16="http://schemas.microsoft.com/office/drawing/2014/main" id="{EA0CC55A-5A08-44F6-A04C-5233EB20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04" name="p26-椭圆-0204">
            <a:extLst xmlns:a="http://schemas.openxmlformats.org/drawingml/2006/main">
              <a:ext uri="{FF2B5EF4-FFF2-40B4-BE49-F238E27FC236}">
                <a16:creationId xmlns:a16="http://schemas.microsoft.com/office/drawing/2014/main" id="{E278B1D5-ABE0-4EB6-B216-00857C4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5" name="p26-椭圆-0205">
            <a:extLst xmlns:a="http://schemas.openxmlformats.org/drawingml/2006/main">
              <a:ext uri="{FF2B5EF4-FFF2-40B4-BE49-F238E27FC236}">
                <a16:creationId xmlns:a16="http://schemas.microsoft.com/office/drawing/2014/main" id="{C0BAEC49-5368-4959-9EC7-9C2AF5B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6" name="p26-椭圆-0206">
            <a:extLst xmlns:a="http://schemas.openxmlformats.org/drawingml/2006/main">
              <a:ext uri="{FF2B5EF4-FFF2-40B4-BE49-F238E27FC236}">
                <a16:creationId xmlns:a16="http://schemas.microsoft.com/office/drawing/2014/main" id="{6B06EC18-1BA7-4D42-AA0B-CB6A4ADB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07" name="p26-椭圆-0207">
            <a:extLst xmlns:a="http://schemas.openxmlformats.org/drawingml/2006/main">
              <a:ext uri="{FF2B5EF4-FFF2-40B4-BE49-F238E27FC236}">
                <a16:creationId xmlns:a16="http://schemas.microsoft.com/office/drawing/2014/main" id="{58D08FEF-93B0-4A01-9F7A-23F47A6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08" name="p26-椭圆-0208">
            <a:extLst xmlns:a="http://schemas.openxmlformats.org/drawingml/2006/main">
              <a:ext uri="{FF2B5EF4-FFF2-40B4-BE49-F238E27FC236}">
                <a16:creationId xmlns:a16="http://schemas.microsoft.com/office/drawing/2014/main" id="{8B91B532-71CA-4851-938E-370F36DD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09" name="p26-椭圆-0209">
            <a:extLst xmlns:a="http://schemas.openxmlformats.org/drawingml/2006/main">
              <a:ext uri="{FF2B5EF4-FFF2-40B4-BE49-F238E27FC236}">
                <a16:creationId xmlns:a16="http://schemas.microsoft.com/office/drawing/2014/main" id="{65F6DB5F-38B9-47F7-A7D4-261889C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0" name="p26-椭圆-0210">
            <a:extLst xmlns:a="http://schemas.openxmlformats.org/drawingml/2006/main">
              <a:ext uri="{FF2B5EF4-FFF2-40B4-BE49-F238E27FC236}">
                <a16:creationId xmlns:a16="http://schemas.microsoft.com/office/drawing/2014/main" id="{667E1D00-2CC2-4B45-9C19-F904E9A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11" name="p26-椭圆-0211">
            <a:extLst xmlns:a="http://schemas.openxmlformats.org/drawingml/2006/main">
              <a:ext uri="{FF2B5EF4-FFF2-40B4-BE49-F238E27FC236}">
                <a16:creationId xmlns:a16="http://schemas.microsoft.com/office/drawing/2014/main" id="{5AB00D92-FA75-45C1-98CC-59977D40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12" name="p26-椭圆-0212">
            <a:extLst xmlns:a="http://schemas.openxmlformats.org/drawingml/2006/main">
              <a:ext uri="{FF2B5EF4-FFF2-40B4-BE49-F238E27FC236}">
                <a16:creationId xmlns:a16="http://schemas.microsoft.com/office/drawing/2014/main" id="{836E071E-0AF2-410F-A73C-E8749C8F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3" name="p26-椭圆-0213">
            <a:extLst xmlns:a="http://schemas.openxmlformats.org/drawingml/2006/main">
              <a:ext uri="{FF2B5EF4-FFF2-40B4-BE49-F238E27FC236}">
                <a16:creationId xmlns:a16="http://schemas.microsoft.com/office/drawing/2014/main" id="{F2E3219A-C7DA-4C0D-8A29-3AEB1EC4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4" name="p26-椭圆-0214">
            <a:extLst xmlns:a="http://schemas.openxmlformats.org/drawingml/2006/main">
              <a:ext uri="{FF2B5EF4-FFF2-40B4-BE49-F238E27FC236}">
                <a16:creationId xmlns:a16="http://schemas.microsoft.com/office/drawing/2014/main" id="{CFD804C9-7004-4D57-8CBA-23A3A98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523095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5" name="p26-椭圆-0215">
            <a:extLst xmlns:a="http://schemas.openxmlformats.org/drawingml/2006/main">
              <a:ext uri="{FF2B5EF4-FFF2-40B4-BE49-F238E27FC236}">
                <a16:creationId xmlns:a16="http://schemas.microsoft.com/office/drawing/2014/main" id="{9AF2EC49-9F74-40FC-ABC5-EB4C6FB9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6" name="p26-椭圆-0216">
            <a:extLst xmlns:a="http://schemas.openxmlformats.org/drawingml/2006/main">
              <a:ext uri="{FF2B5EF4-FFF2-40B4-BE49-F238E27FC236}">
                <a16:creationId xmlns:a16="http://schemas.microsoft.com/office/drawing/2014/main" id="{15040D7B-B1F7-4E9D-95D5-AC4D48F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7" name="p26-椭圆-0217">
            <a:extLst xmlns:a="http://schemas.openxmlformats.org/drawingml/2006/main">
              <a:ext uri="{FF2B5EF4-FFF2-40B4-BE49-F238E27FC236}">
                <a16:creationId xmlns:a16="http://schemas.microsoft.com/office/drawing/2014/main" id="{70288FE1-D7CA-4104-A1C5-A1BF32B2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18" name="p26-椭圆-0218">
            <a:extLst xmlns:a="http://schemas.openxmlformats.org/drawingml/2006/main">
              <a:ext uri="{FF2B5EF4-FFF2-40B4-BE49-F238E27FC236}">
                <a16:creationId xmlns:a16="http://schemas.microsoft.com/office/drawing/2014/main" id="{F279AFB1-D1A2-4C69-9CFC-6E561051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19" name="p26-椭圆-0219">
            <a:extLst xmlns:a="http://schemas.openxmlformats.org/drawingml/2006/main">
              <a:ext uri="{FF2B5EF4-FFF2-40B4-BE49-F238E27FC236}">
                <a16:creationId xmlns:a16="http://schemas.microsoft.com/office/drawing/2014/main" id="{67EE0C03-64EB-4685-917B-0559745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20" name="p26-椭圆-0220">
            <a:extLst xmlns:a="http://schemas.openxmlformats.org/drawingml/2006/main">
              <a:ext uri="{FF2B5EF4-FFF2-40B4-BE49-F238E27FC236}">
                <a16:creationId xmlns:a16="http://schemas.microsoft.com/office/drawing/2014/main" id="{6FE029B4-EFAF-4AAA-9B40-08F366A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1" name="p26-椭圆-0221">
            <a:extLst xmlns:a="http://schemas.openxmlformats.org/drawingml/2006/main">
              <a:ext uri="{FF2B5EF4-FFF2-40B4-BE49-F238E27FC236}">
                <a16:creationId xmlns:a16="http://schemas.microsoft.com/office/drawing/2014/main" id="{475E4009-8414-4AED-AEC7-B11DDD4B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22" name="p26-椭圆-0222">
            <a:extLst xmlns:a="http://schemas.openxmlformats.org/drawingml/2006/main">
              <a:ext uri="{FF2B5EF4-FFF2-40B4-BE49-F238E27FC236}">
                <a16:creationId xmlns:a16="http://schemas.microsoft.com/office/drawing/2014/main" id="{7ED5E834-F859-4FD0-A535-9582990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23" name="p26-椭圆-0223">
            <a:extLst xmlns:a="http://schemas.openxmlformats.org/drawingml/2006/main">
              <a:ext uri="{FF2B5EF4-FFF2-40B4-BE49-F238E27FC236}">
                <a16:creationId xmlns:a16="http://schemas.microsoft.com/office/drawing/2014/main" id="{84B79588-D226-4B21-BDD7-1E2E147F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4" name="p26-椭圆-0224">
            <a:extLst xmlns:a="http://schemas.openxmlformats.org/drawingml/2006/main">
              <a:ext uri="{FF2B5EF4-FFF2-40B4-BE49-F238E27FC236}">
                <a16:creationId xmlns:a16="http://schemas.microsoft.com/office/drawing/2014/main" id="{DE686D4A-81FB-4BE1-8137-8F27DDA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5" name="p26-椭圆-0225">
            <a:extLst xmlns:a="http://schemas.openxmlformats.org/drawingml/2006/main">
              <a:ext uri="{FF2B5EF4-FFF2-40B4-BE49-F238E27FC236}">
                <a16:creationId xmlns:a16="http://schemas.microsoft.com/office/drawing/2014/main" id="{23C12011-DF77-46DA-9372-0BEE39B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6" name="p26-椭圆-0226">
            <a:extLst xmlns:a="http://schemas.openxmlformats.org/drawingml/2006/main">
              <a:ext uri="{FF2B5EF4-FFF2-40B4-BE49-F238E27FC236}">
                <a16:creationId xmlns:a16="http://schemas.microsoft.com/office/drawing/2014/main" id="{886C1645-0249-474B-9D39-1A22A303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626812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27" name="p26-椭圆-0227">
            <a:extLst xmlns:a="http://schemas.openxmlformats.org/drawingml/2006/main">
              <a:ext uri="{FF2B5EF4-FFF2-40B4-BE49-F238E27FC236}">
                <a16:creationId xmlns:a16="http://schemas.microsoft.com/office/drawing/2014/main" id="{4FF23CFF-15F4-4A99-8539-A3711844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90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8" name="p26-椭圆-0228">
            <a:extLst xmlns:a="http://schemas.openxmlformats.org/drawingml/2006/main">
              <a:ext uri="{FF2B5EF4-FFF2-40B4-BE49-F238E27FC236}">
                <a16:creationId xmlns:a16="http://schemas.microsoft.com/office/drawing/2014/main" id="{2FC193A8-5ACB-4081-A237-2E79AE35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09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29" name="p26-椭圆-0229">
            <a:extLst xmlns:a="http://schemas.openxmlformats.org/drawingml/2006/main">
              <a:ext uri="{FF2B5EF4-FFF2-40B4-BE49-F238E27FC236}">
                <a16:creationId xmlns:a16="http://schemas.microsoft.com/office/drawing/2014/main" id="{44DAA934-4A46-47D6-9D2D-E0A53B30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428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0" name="p26-椭圆-0230">
            <a:extLst xmlns:a="http://schemas.openxmlformats.org/drawingml/2006/main">
              <a:ext uri="{FF2B5EF4-FFF2-40B4-BE49-F238E27FC236}">
                <a16:creationId xmlns:a16="http://schemas.microsoft.com/office/drawing/2014/main" id="{CBC2B162-9A6D-47B2-848A-0D6468FA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47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1" name="p26-椭圆-0231">
            <a:extLst xmlns:a="http://schemas.openxmlformats.org/drawingml/2006/main">
              <a:ext uri="{FF2B5EF4-FFF2-40B4-BE49-F238E27FC236}">
                <a16:creationId xmlns:a16="http://schemas.microsoft.com/office/drawing/2014/main" id="{771D23A3-A53A-40EE-A76F-FA69E26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67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2" name="p26-椭圆-0232">
            <a:extLst xmlns:a="http://schemas.openxmlformats.org/drawingml/2006/main">
              <a:ext uri="{FF2B5EF4-FFF2-40B4-BE49-F238E27FC236}">
                <a16:creationId xmlns:a16="http://schemas.microsoft.com/office/drawing/2014/main" id="{09B597BB-DD7A-45B9-A4C0-92889589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86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233" name="p26-椭圆-0233">
            <a:extLst xmlns:a="http://schemas.openxmlformats.org/drawingml/2006/main">
              <a:ext uri="{FF2B5EF4-FFF2-40B4-BE49-F238E27FC236}">
                <a16:creationId xmlns:a16="http://schemas.microsoft.com/office/drawing/2014/main" id="{3999739E-7B6A-4817-A979-54B56C3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105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4" name="p26-椭圆-0234">
            <a:extLst xmlns:a="http://schemas.openxmlformats.org/drawingml/2006/main">
              <a:ext uri="{FF2B5EF4-FFF2-40B4-BE49-F238E27FC236}">
                <a16:creationId xmlns:a16="http://schemas.microsoft.com/office/drawing/2014/main" id="{3F7886E2-201F-4574-BA4A-D9AA7250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524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5" name="p26-椭圆-0235">
            <a:extLst xmlns:a="http://schemas.openxmlformats.org/drawingml/2006/main">
              <a:ext uri="{FF2B5EF4-FFF2-40B4-BE49-F238E27FC236}">
                <a16:creationId xmlns:a16="http://schemas.microsoft.com/office/drawing/2014/main" id="{50038501-E63A-4918-BF2A-81177CE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944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36" name="p26-椭圆-0236">
            <a:extLst xmlns:a="http://schemas.openxmlformats.org/drawingml/2006/main">
              <a:ext uri="{FF2B5EF4-FFF2-40B4-BE49-F238E27FC236}">
                <a16:creationId xmlns:a16="http://schemas.microsoft.com/office/drawing/2014/main" id="{A9F8F993-7286-4ADE-A1AE-D920ED51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63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237" name="p26-椭圆-0237">
            <a:extLst xmlns:a="http://schemas.openxmlformats.org/drawingml/2006/main">
              <a:ext uri="{FF2B5EF4-FFF2-40B4-BE49-F238E27FC236}">
                <a16:creationId xmlns:a16="http://schemas.microsoft.com/office/drawing/2014/main" id="{27D2BDFF-9D10-4735-B331-5BE8F3A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782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238" name="p26-椭圆-0238">
            <a:extLst xmlns:a="http://schemas.openxmlformats.org/drawingml/2006/main">
              <a:ext uri="{FF2B5EF4-FFF2-40B4-BE49-F238E27FC236}">
                <a16:creationId xmlns:a16="http://schemas.microsoft.com/office/drawing/2014/main" id="{F2F43D71-6F2E-4BD3-A254-72B0E13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01" y="3730529"/>
            <a:ext cx="84859" cy="84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239" name="p26-矩形-0239">
            <a:extLst xmlns:a="http://schemas.openxmlformats.org/drawingml/2006/main">
              <a:ext uri="{FF2B5EF4-FFF2-40B4-BE49-F238E27FC236}">
                <a16:creationId xmlns:a16="http://schemas.microsoft.com/office/drawing/2014/main" id="{9D38FC13-170D-4821-89C9-2DA1B01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131" y="3007995"/>
            <a:ext cx="1209866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55555"/>
            </a:solidFill>
          </a:ln>
        </p:spPr>
      </p:sp>
      <p:sp>
        <p:nvSpPr>
          <p:cNvPr id="240" name="p26-矩形-0240">
            <a:extLst xmlns:a="http://schemas.openxmlformats.org/drawingml/2006/main">
              <a:ext uri="{FF2B5EF4-FFF2-40B4-BE49-F238E27FC236}">
                <a16:creationId xmlns:a16="http://schemas.microsoft.com/office/drawing/2014/main" id="{D4A792BC-21AA-41F4-9C05-27CAA64A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292" y="3110865"/>
            <a:ext cx="712660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241" name="p26-线-0241">
            <a:extLst xmlns:a="http://schemas.openxmlformats.org/drawingml/2006/main">
              <a:ext uri="{FF2B5EF4-FFF2-40B4-BE49-F238E27FC236}">
                <a16:creationId xmlns:a16="http://schemas.microsoft.com/office/drawing/2014/main" id="{4273A80B-B686-480B-AB67-BD564E61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0" y="3419475"/>
            <a:ext cx="546926" cy="95"/>
          </a:xfrm>
          <a:custGeom xmlns:a="http://schemas.openxmlformats.org/drawingml/2006/main">
            <a:pathLst>
              <a:path w="546926" h="95">
                <a:moveTo>
                  <a:pt x="0" y="0"/>
                </a:moveTo>
                <a:lnTo>
                  <a:pt x="546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2" name="p26-线-0242">
            <a:extLst xmlns:a="http://schemas.openxmlformats.org/drawingml/2006/main">
              <a:ext uri="{FF2B5EF4-FFF2-40B4-BE49-F238E27FC236}">
                <a16:creationId xmlns:a16="http://schemas.microsoft.com/office/drawing/2014/main" id="{4ADF5931-4D22-4125-9DA7-256A9D4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0" y="3179445"/>
            <a:ext cx="95" cy="240030"/>
          </a:xfrm>
          <a:custGeom xmlns:a="http://schemas.openxmlformats.org/drawingml/2006/main">
            <a:pathLst>
              <a:path w="95" h="240030">
                <a:moveTo>
                  <a:pt x="0" y="0"/>
                </a:moveTo>
                <a:lnTo>
                  <a:pt x="0" y="24003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43" name="p26-线-0243">
            <a:extLst xmlns:a="http://schemas.openxmlformats.org/drawingml/2006/main">
              <a:ext uri="{FF2B5EF4-FFF2-40B4-BE49-F238E27FC236}">
                <a16:creationId xmlns:a16="http://schemas.microsoft.com/office/drawing/2014/main" id="{E6323EEF-3B2A-4B98-ABFB-0A1C3E2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0" y="3239453"/>
            <a:ext cx="546926" cy="95"/>
          </a:xfrm>
          <a:custGeom xmlns:a="http://schemas.openxmlformats.org/drawingml/2006/main">
            <a:pathLst>
              <a:path w="546926" h="95">
                <a:moveTo>
                  <a:pt x="0" y="0"/>
                </a:moveTo>
                <a:lnTo>
                  <a:pt x="546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4" name="p26-线-0244">
            <a:extLst xmlns:a="http://schemas.openxmlformats.org/drawingml/2006/main">
              <a:ext uri="{FF2B5EF4-FFF2-40B4-BE49-F238E27FC236}">
                <a16:creationId xmlns:a16="http://schemas.microsoft.com/office/drawing/2014/main" id="{2B7DC2DF-3F7E-42E0-9984-937B1D92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0" y="3299460"/>
            <a:ext cx="546926" cy="95"/>
          </a:xfrm>
          <a:custGeom xmlns:a="http://schemas.openxmlformats.org/drawingml/2006/main">
            <a:pathLst>
              <a:path w="546926" h="95">
                <a:moveTo>
                  <a:pt x="0" y="0"/>
                </a:moveTo>
                <a:lnTo>
                  <a:pt x="546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5" name="p26-线-0245">
            <a:extLst xmlns:a="http://schemas.openxmlformats.org/drawingml/2006/main">
              <a:ext uri="{FF2B5EF4-FFF2-40B4-BE49-F238E27FC236}">
                <a16:creationId xmlns:a16="http://schemas.microsoft.com/office/drawing/2014/main" id="{66DE553E-74DC-423C-BE42-897E2203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0" y="3359468"/>
            <a:ext cx="546926" cy="95"/>
          </a:xfrm>
          <a:custGeom xmlns:a="http://schemas.openxmlformats.org/drawingml/2006/main">
            <a:pathLst>
              <a:path w="546926" h="95">
                <a:moveTo>
                  <a:pt x="0" y="0"/>
                </a:moveTo>
                <a:lnTo>
                  <a:pt x="546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6" name="p26-路径-0246">
            <a:extLst xmlns:a="http://schemas.openxmlformats.org/drawingml/2006/main">
              <a:ext uri="{FF2B5EF4-FFF2-40B4-BE49-F238E27FC236}">
                <a16:creationId xmlns:a16="http://schemas.microsoft.com/office/drawing/2014/main" id="{28576648-8D20-4758-9904-8CCE3624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0403"/>
            <a:ext cx="546735" cy="134302"/>
          </a:xfrm>
          <a:custGeom xmlns:a="http://schemas.openxmlformats.org/drawingml/2006/main">
            <a:pathLst>
              <a:path w="546735" h="134302">
                <a:moveTo>
                  <a:pt x="0" y="0"/>
                </a:moveTo>
                <a:lnTo>
                  <a:pt x="18097" y="9525"/>
                </a:lnTo>
                <a:lnTo>
                  <a:pt x="36195" y="19050"/>
                </a:lnTo>
                <a:lnTo>
                  <a:pt x="54293" y="28575"/>
                </a:lnTo>
                <a:lnTo>
                  <a:pt x="72390" y="36195"/>
                </a:lnTo>
                <a:lnTo>
                  <a:pt x="91440" y="43815"/>
                </a:lnTo>
                <a:lnTo>
                  <a:pt x="109538" y="51435"/>
                </a:lnTo>
                <a:lnTo>
                  <a:pt x="127635" y="58102"/>
                </a:lnTo>
                <a:lnTo>
                  <a:pt x="145732" y="64770"/>
                </a:lnTo>
                <a:lnTo>
                  <a:pt x="163830" y="70485"/>
                </a:lnTo>
                <a:lnTo>
                  <a:pt x="181927" y="76200"/>
                </a:lnTo>
                <a:lnTo>
                  <a:pt x="200025" y="80963"/>
                </a:lnTo>
                <a:lnTo>
                  <a:pt x="218123" y="85725"/>
                </a:lnTo>
                <a:lnTo>
                  <a:pt x="237173" y="90488"/>
                </a:lnTo>
                <a:lnTo>
                  <a:pt x="255270" y="94297"/>
                </a:lnTo>
                <a:lnTo>
                  <a:pt x="273368" y="98107"/>
                </a:lnTo>
                <a:lnTo>
                  <a:pt x="291465" y="101917"/>
                </a:lnTo>
                <a:lnTo>
                  <a:pt x="309563" y="105727"/>
                </a:lnTo>
                <a:lnTo>
                  <a:pt x="327660" y="108585"/>
                </a:lnTo>
                <a:lnTo>
                  <a:pt x="345757" y="111442"/>
                </a:lnTo>
                <a:lnTo>
                  <a:pt x="364807" y="114300"/>
                </a:lnTo>
                <a:lnTo>
                  <a:pt x="382905" y="117157"/>
                </a:lnTo>
                <a:lnTo>
                  <a:pt x="401002" y="120015"/>
                </a:lnTo>
                <a:lnTo>
                  <a:pt x="419100" y="121920"/>
                </a:lnTo>
                <a:lnTo>
                  <a:pt x="437198" y="124777"/>
                </a:lnTo>
                <a:lnTo>
                  <a:pt x="455295" y="126682"/>
                </a:lnTo>
                <a:lnTo>
                  <a:pt x="473393" y="128588"/>
                </a:lnTo>
                <a:lnTo>
                  <a:pt x="492443" y="130492"/>
                </a:lnTo>
                <a:lnTo>
                  <a:pt x="510540" y="131445"/>
                </a:lnTo>
                <a:lnTo>
                  <a:pt x="528638" y="133350"/>
                </a:lnTo>
                <a:lnTo>
                  <a:pt x="546735" y="13430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47" name="p26-椭圆-0247">
            <a:extLst xmlns:a="http://schemas.openxmlformats.org/drawingml/2006/main">
              <a:ext uri="{FF2B5EF4-FFF2-40B4-BE49-F238E27FC236}">
                <a16:creationId xmlns:a16="http://schemas.microsoft.com/office/drawing/2014/main" id="{4CFD6CE8-9381-4C0E-BBCD-7202B00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31935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8" name="p26-椭圆-0248">
            <a:extLst xmlns:a="http://schemas.openxmlformats.org/drawingml/2006/main">
              <a:ext uri="{FF2B5EF4-FFF2-40B4-BE49-F238E27FC236}">
                <a16:creationId xmlns:a16="http://schemas.microsoft.com/office/drawing/2014/main" id="{72CD5FA9-19C1-4F7B-9A44-DC1539A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875" y="32450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9" name="p26-椭圆-0249">
            <a:extLst xmlns:a="http://schemas.openxmlformats.org/drawingml/2006/main">
              <a:ext uri="{FF2B5EF4-FFF2-40B4-BE49-F238E27FC236}">
                <a16:creationId xmlns:a16="http://schemas.microsoft.com/office/drawing/2014/main" id="{34DBBA40-929C-4795-8BE2-EE0D8590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60" y="327949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0" name="p26-椭圆-0250">
            <a:extLst xmlns:a="http://schemas.openxmlformats.org/drawingml/2006/main">
              <a:ext uri="{FF2B5EF4-FFF2-40B4-BE49-F238E27FC236}">
                <a16:creationId xmlns:a16="http://schemas.microsoft.com/office/drawing/2014/main" id="{1EDD8FE2-DC28-4D3F-8504-89D841F1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645" y="330260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1" name="p26-椭圆-0251">
            <a:extLst xmlns:a="http://schemas.openxmlformats.org/drawingml/2006/main">
              <a:ext uri="{FF2B5EF4-FFF2-40B4-BE49-F238E27FC236}">
                <a16:creationId xmlns:a16="http://schemas.microsoft.com/office/drawing/2014/main" id="{6E180063-D2A8-4CA7-9E26-3674522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030" y="33181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2" name="p26-椭圆-0252">
            <a:extLst xmlns:a="http://schemas.openxmlformats.org/drawingml/2006/main">
              <a:ext uri="{FF2B5EF4-FFF2-40B4-BE49-F238E27FC236}">
                <a16:creationId xmlns:a16="http://schemas.microsoft.com/office/drawing/2014/main" id="{29DAE508-BAE0-45F0-9F1B-D5D102E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415" y="332848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3" name="p26-路径-0253">
            <a:extLst xmlns:a="http://schemas.openxmlformats.org/drawingml/2006/main">
              <a:ext uri="{FF2B5EF4-FFF2-40B4-BE49-F238E27FC236}">
                <a16:creationId xmlns:a16="http://schemas.microsoft.com/office/drawing/2014/main" id="{6A0E72BB-E117-4BD1-9444-12DAFB1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0403"/>
            <a:ext cx="546735" cy="147638"/>
          </a:xfrm>
          <a:custGeom xmlns:a="http://schemas.openxmlformats.org/drawingml/2006/main">
            <a:pathLst>
              <a:path w="546735" h="147638">
                <a:moveTo>
                  <a:pt x="0" y="0"/>
                </a:moveTo>
                <a:lnTo>
                  <a:pt x="18097" y="14288"/>
                </a:lnTo>
                <a:lnTo>
                  <a:pt x="36195" y="28575"/>
                </a:lnTo>
                <a:lnTo>
                  <a:pt x="54293" y="40005"/>
                </a:lnTo>
                <a:lnTo>
                  <a:pt x="72390" y="51435"/>
                </a:lnTo>
                <a:lnTo>
                  <a:pt x="91440" y="60960"/>
                </a:lnTo>
                <a:lnTo>
                  <a:pt x="109538" y="70485"/>
                </a:lnTo>
                <a:lnTo>
                  <a:pt x="127635" y="78105"/>
                </a:lnTo>
                <a:lnTo>
                  <a:pt x="145732" y="85725"/>
                </a:lnTo>
                <a:lnTo>
                  <a:pt x="163830" y="92392"/>
                </a:lnTo>
                <a:lnTo>
                  <a:pt x="181927" y="98107"/>
                </a:lnTo>
                <a:lnTo>
                  <a:pt x="200025" y="103822"/>
                </a:lnTo>
                <a:lnTo>
                  <a:pt x="218123" y="108585"/>
                </a:lnTo>
                <a:lnTo>
                  <a:pt x="237173" y="113347"/>
                </a:lnTo>
                <a:lnTo>
                  <a:pt x="255270" y="117157"/>
                </a:lnTo>
                <a:lnTo>
                  <a:pt x="273368" y="120967"/>
                </a:lnTo>
                <a:lnTo>
                  <a:pt x="291465" y="124777"/>
                </a:lnTo>
                <a:lnTo>
                  <a:pt x="309563" y="127635"/>
                </a:lnTo>
                <a:lnTo>
                  <a:pt x="327660" y="130492"/>
                </a:lnTo>
                <a:lnTo>
                  <a:pt x="345757" y="132397"/>
                </a:lnTo>
                <a:lnTo>
                  <a:pt x="364807" y="134302"/>
                </a:lnTo>
                <a:lnTo>
                  <a:pt x="382905" y="137160"/>
                </a:lnTo>
                <a:lnTo>
                  <a:pt x="401002" y="138113"/>
                </a:lnTo>
                <a:lnTo>
                  <a:pt x="419100" y="140017"/>
                </a:lnTo>
                <a:lnTo>
                  <a:pt x="437198" y="141922"/>
                </a:lnTo>
                <a:lnTo>
                  <a:pt x="455295" y="142875"/>
                </a:lnTo>
                <a:lnTo>
                  <a:pt x="473393" y="143827"/>
                </a:lnTo>
                <a:lnTo>
                  <a:pt x="492443" y="145732"/>
                </a:lnTo>
                <a:lnTo>
                  <a:pt x="510540" y="146685"/>
                </a:lnTo>
                <a:lnTo>
                  <a:pt x="528638" y="147638"/>
                </a:lnTo>
                <a:lnTo>
                  <a:pt x="546735" y="14763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54" name="p26-椭圆-0254">
            <a:extLst xmlns:a="http://schemas.openxmlformats.org/drawingml/2006/main">
              <a:ext uri="{FF2B5EF4-FFF2-40B4-BE49-F238E27FC236}">
                <a16:creationId xmlns:a16="http://schemas.microsoft.com/office/drawing/2014/main" id="{330C9F65-4977-4EA4-BD5F-E86158CA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31935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5" name="p26-椭圆-0255">
            <a:extLst xmlns:a="http://schemas.openxmlformats.org/drawingml/2006/main">
              <a:ext uri="{FF2B5EF4-FFF2-40B4-BE49-F238E27FC236}">
                <a16:creationId xmlns:a16="http://schemas.microsoft.com/office/drawing/2014/main" id="{1A12E26F-9C49-49D5-95E8-898A11AE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875" y="326397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6" name="p26-椭圆-0256">
            <a:extLst xmlns:a="http://schemas.openxmlformats.org/drawingml/2006/main">
              <a:ext uri="{FF2B5EF4-FFF2-40B4-BE49-F238E27FC236}">
                <a16:creationId xmlns:a16="http://schemas.microsoft.com/office/drawing/2014/main" id="{19D2A605-61DC-4863-9D1D-56F7EBB9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60" y="330260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7" name="p26-椭圆-0257">
            <a:extLst xmlns:a="http://schemas.openxmlformats.org/drawingml/2006/main">
              <a:ext uri="{FF2B5EF4-FFF2-40B4-BE49-F238E27FC236}">
                <a16:creationId xmlns:a16="http://schemas.microsoft.com/office/drawing/2014/main" id="{EEBC54B5-D858-4608-AD3F-3E0CFB82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645" y="33238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8" name="p26-椭圆-0258">
            <a:extLst xmlns:a="http://schemas.openxmlformats.org/drawingml/2006/main">
              <a:ext uri="{FF2B5EF4-FFF2-40B4-BE49-F238E27FC236}">
                <a16:creationId xmlns:a16="http://schemas.microsoft.com/office/drawing/2014/main" id="{0FBA8657-D524-450A-A053-EAC988B0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030" y="333544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9" name="p26-椭圆-0259">
            <a:extLst xmlns:a="http://schemas.openxmlformats.org/drawingml/2006/main">
              <a:ext uri="{FF2B5EF4-FFF2-40B4-BE49-F238E27FC236}">
                <a16:creationId xmlns:a16="http://schemas.microsoft.com/office/drawing/2014/main" id="{828B0E61-2E70-4A6C-98AE-84EB0F0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415" y="334183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0" name="p26-路径-0260">
            <a:extLst xmlns:a="http://schemas.openxmlformats.org/drawingml/2006/main">
              <a:ext uri="{FF2B5EF4-FFF2-40B4-BE49-F238E27FC236}">
                <a16:creationId xmlns:a16="http://schemas.microsoft.com/office/drawing/2014/main" id="{A00E9D7B-D049-4402-A677-1B671DA4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0403"/>
            <a:ext cx="546735" cy="153352"/>
          </a:xfrm>
          <a:custGeom xmlns:a="http://schemas.openxmlformats.org/drawingml/2006/main">
            <a:pathLst>
              <a:path w="546735" h="153352">
                <a:moveTo>
                  <a:pt x="0" y="0"/>
                </a:moveTo>
                <a:lnTo>
                  <a:pt x="18097" y="19050"/>
                </a:lnTo>
                <a:lnTo>
                  <a:pt x="36195" y="36195"/>
                </a:lnTo>
                <a:lnTo>
                  <a:pt x="54293" y="51435"/>
                </a:lnTo>
                <a:lnTo>
                  <a:pt x="72390" y="64770"/>
                </a:lnTo>
                <a:lnTo>
                  <a:pt x="91440" y="76200"/>
                </a:lnTo>
                <a:lnTo>
                  <a:pt x="109538" y="85725"/>
                </a:lnTo>
                <a:lnTo>
                  <a:pt x="127635" y="94297"/>
                </a:lnTo>
                <a:lnTo>
                  <a:pt x="145732" y="101917"/>
                </a:lnTo>
                <a:lnTo>
                  <a:pt x="163830" y="108585"/>
                </a:lnTo>
                <a:lnTo>
                  <a:pt x="181927" y="114300"/>
                </a:lnTo>
                <a:lnTo>
                  <a:pt x="200025" y="120015"/>
                </a:lnTo>
                <a:lnTo>
                  <a:pt x="218123" y="124777"/>
                </a:lnTo>
                <a:lnTo>
                  <a:pt x="237173" y="128588"/>
                </a:lnTo>
                <a:lnTo>
                  <a:pt x="255270" y="131445"/>
                </a:lnTo>
                <a:lnTo>
                  <a:pt x="273368" y="134302"/>
                </a:lnTo>
                <a:lnTo>
                  <a:pt x="291465" y="137160"/>
                </a:lnTo>
                <a:lnTo>
                  <a:pt x="309563" y="140017"/>
                </a:lnTo>
                <a:lnTo>
                  <a:pt x="327660" y="141922"/>
                </a:lnTo>
                <a:lnTo>
                  <a:pt x="345757" y="143827"/>
                </a:lnTo>
                <a:lnTo>
                  <a:pt x="364807" y="144780"/>
                </a:lnTo>
                <a:lnTo>
                  <a:pt x="382905" y="146685"/>
                </a:lnTo>
                <a:lnTo>
                  <a:pt x="401002" y="147638"/>
                </a:lnTo>
                <a:lnTo>
                  <a:pt x="419100" y="148590"/>
                </a:lnTo>
                <a:lnTo>
                  <a:pt x="437198" y="149542"/>
                </a:lnTo>
                <a:lnTo>
                  <a:pt x="455295" y="150495"/>
                </a:lnTo>
                <a:lnTo>
                  <a:pt x="473393" y="151447"/>
                </a:lnTo>
                <a:lnTo>
                  <a:pt x="492443" y="151447"/>
                </a:lnTo>
                <a:lnTo>
                  <a:pt x="510540" y="152400"/>
                </a:lnTo>
                <a:lnTo>
                  <a:pt x="528638" y="152400"/>
                </a:lnTo>
                <a:lnTo>
                  <a:pt x="546735" y="153352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61" name="p26-椭圆-0261">
            <a:extLst xmlns:a="http://schemas.openxmlformats.org/drawingml/2006/main">
              <a:ext uri="{FF2B5EF4-FFF2-40B4-BE49-F238E27FC236}">
                <a16:creationId xmlns:a16="http://schemas.microsoft.com/office/drawing/2014/main" id="{B7F8C762-5535-45EC-B3D1-F28E75AA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90" y="319358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2" name="p26-椭圆-0262">
            <a:extLst xmlns:a="http://schemas.openxmlformats.org/drawingml/2006/main">
              <a:ext uri="{FF2B5EF4-FFF2-40B4-BE49-F238E27FC236}">
                <a16:creationId xmlns:a16="http://schemas.microsoft.com/office/drawing/2014/main" id="{F7384E55-A068-46EB-91BF-71F90489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875" y="327949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3" name="p26-椭圆-0263">
            <a:extLst xmlns:a="http://schemas.openxmlformats.org/drawingml/2006/main">
              <a:ext uri="{FF2B5EF4-FFF2-40B4-BE49-F238E27FC236}">
                <a16:creationId xmlns:a16="http://schemas.microsoft.com/office/drawing/2014/main" id="{1A90C062-F521-49BA-8C52-8D51CA6D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60" y="331810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4" name="p26-椭圆-0264">
            <a:extLst xmlns:a="http://schemas.openxmlformats.org/drawingml/2006/main">
              <a:ext uri="{FF2B5EF4-FFF2-40B4-BE49-F238E27FC236}">
                <a16:creationId xmlns:a16="http://schemas.microsoft.com/office/drawing/2014/main" id="{BF7236F1-975E-492B-B320-B99926A5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645" y="333544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5" name="p26-椭圆-0265">
            <a:extLst xmlns:a="http://schemas.openxmlformats.org/drawingml/2006/main">
              <a:ext uri="{FF2B5EF4-FFF2-40B4-BE49-F238E27FC236}">
                <a16:creationId xmlns:a16="http://schemas.microsoft.com/office/drawing/2014/main" id="{71462583-FDCC-44FB-98A9-C3D7AE73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030" y="334324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6" name="p26-椭圆-0266">
            <a:extLst xmlns:a="http://schemas.openxmlformats.org/drawingml/2006/main">
              <a:ext uri="{FF2B5EF4-FFF2-40B4-BE49-F238E27FC236}">
                <a16:creationId xmlns:a16="http://schemas.microsoft.com/office/drawing/2014/main" id="{62E123EE-3084-4AF3-BBD4-95DE9AB0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415" y="334674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7" name="p26-椭圆-0267">
            <a:extLst xmlns:a="http://schemas.openxmlformats.org/drawingml/2006/main">
              <a:ext uri="{FF2B5EF4-FFF2-40B4-BE49-F238E27FC236}">
                <a16:creationId xmlns:a16="http://schemas.microsoft.com/office/drawing/2014/main" id="{D3630A05-3CB2-4998-824D-4087EE32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820" y="3227451"/>
            <a:ext cx="132588" cy="1325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8" name="p26-线-0268">
            <a:extLst xmlns:a="http://schemas.openxmlformats.org/drawingml/2006/main">
              <a:ext uri="{FF2B5EF4-FFF2-40B4-BE49-F238E27FC236}">
                <a16:creationId xmlns:a16="http://schemas.microsoft.com/office/drawing/2014/main" id="{6EDBB9C5-CC6A-4FF6-9656-C466F314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292" y="3819525"/>
            <a:ext cx="878396" cy="95"/>
          </a:xfrm>
          <a:custGeom xmlns:a="http://schemas.openxmlformats.org/drawingml/2006/main">
            <a:pathLst>
              <a:path w="878396" h="95">
                <a:moveTo>
                  <a:pt x="0" y="0"/>
                </a:moveTo>
                <a:lnTo>
                  <a:pt x="8783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1F4E79"/>
            </a:solidFill>
          </a:ln>
        </p:spPr>
      </p:sp>
      <p:sp>
        <p:nvSpPr>
          <p:cNvPr id="269" name="p26-文本-0269">
            <a:extLst xmlns:a="http://schemas.openxmlformats.org/drawingml/2006/main">
              <a:ext uri="{FF2B5EF4-FFF2-40B4-BE49-F238E27FC236}">
                <a16:creationId xmlns:a16="http://schemas.microsoft.com/office/drawing/2014/main" id="{813E03AD-A0B2-45CD-A4E7-BAF6EDAE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179931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按候选条件制备</a:t>
            </a:r>
          </a:p>
        </p:txBody>
      </p:sp>
      <p:sp>
        <p:nvSpPr>
          <p:cNvPr id="270" name="p26-文本-0270">
            <a:extLst xmlns:a="http://schemas.openxmlformats.org/drawingml/2006/main">
              <a:ext uri="{FF2B5EF4-FFF2-40B4-BE49-F238E27FC236}">
                <a16:creationId xmlns:a16="http://schemas.microsoft.com/office/drawing/2014/main" id="{EB875819-099B-4E3A-825A-904964AB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395" y="4179931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同步读取参照信号</a:t>
            </a:r>
          </a:p>
        </p:txBody>
      </p:sp>
      <p:sp>
        <p:nvSpPr>
          <p:cNvPr id="271" name="p26-文本-0271">
            <a:extLst xmlns:a="http://schemas.openxmlformats.org/drawingml/2006/main">
              <a:ext uri="{FF2B5EF4-FFF2-40B4-BE49-F238E27FC236}">
                <a16:creationId xmlns:a16="http://schemas.microsoft.com/office/drawing/2014/main" id="{FF0FFC71-DF9E-4587-9FD6-26B7752E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22831"/>
            <a:ext cx="3280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输出：实测值、误差、异常与制备记录</a:t>
            </a:r>
          </a:p>
        </p:txBody>
      </p:sp>
      <p:sp>
        <p:nvSpPr>
          <p:cNvPr id="272" name="p26-路径-0272">
            <a:extLst xmlns:a="http://schemas.openxmlformats.org/drawingml/2006/main">
              <a:ext uri="{FF2B5EF4-FFF2-40B4-BE49-F238E27FC236}">
                <a16:creationId xmlns:a16="http://schemas.microsoft.com/office/drawing/2014/main" id="{FF86367E-E104-441E-881D-0FFA9AB9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92793"/>
            <a:ext cx="914400" cy="177165"/>
          </a:xfrm>
          <a:custGeom xmlns:a="http://schemas.openxmlformats.org/drawingml/2006/main">
            <a:pathLst>
              <a:path w="914400" h="177165">
                <a:moveTo>
                  <a:pt x="0" y="126683"/>
                </a:moveTo>
                <a:lnTo>
                  <a:pt x="771525" y="126683"/>
                </a:lnTo>
                <a:lnTo>
                  <a:pt x="771525" y="177165"/>
                </a:lnTo>
                <a:lnTo>
                  <a:pt x="914400" y="88583"/>
                </a:lnTo>
                <a:lnTo>
                  <a:pt x="771525" y="0"/>
                </a:lnTo>
                <a:lnTo>
                  <a:pt x="771525" y="50483"/>
                </a:lnTo>
                <a:lnTo>
                  <a:pt x="0" y="5048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3" name="p26-文本-0273">
            <a:extLst xmlns:a="http://schemas.openxmlformats.org/drawingml/2006/main">
              <a:ext uri="{FF2B5EF4-FFF2-40B4-BE49-F238E27FC236}">
                <a16:creationId xmlns:a16="http://schemas.microsoft.com/office/drawing/2014/main" id="{57E56CB2-9EE3-46B3-9CFE-ED40D83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1001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候选条件</a:t>
            </a:r>
          </a:p>
        </p:txBody>
      </p:sp>
      <p:sp>
        <p:nvSpPr>
          <p:cNvPr id="274" name="p26-路径-0274">
            <a:extLst xmlns:a="http://schemas.openxmlformats.org/drawingml/2006/main">
              <a:ext uri="{FF2B5EF4-FFF2-40B4-BE49-F238E27FC236}">
                <a16:creationId xmlns:a16="http://schemas.microsoft.com/office/drawing/2014/main" id="{8B85EE6E-D35E-49F5-825C-9706A71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921443"/>
            <a:ext cx="914400" cy="177165"/>
          </a:xfrm>
          <a:custGeom xmlns:a="http://schemas.openxmlformats.org/drawingml/2006/main">
            <a:pathLst>
              <a:path w="914400" h="177165">
                <a:moveTo>
                  <a:pt x="914400" y="50483"/>
                </a:moveTo>
                <a:lnTo>
                  <a:pt x="142875" y="50483"/>
                </a:lnTo>
                <a:lnTo>
                  <a:pt x="142875" y="0"/>
                </a:lnTo>
                <a:lnTo>
                  <a:pt x="0" y="88583"/>
                </a:lnTo>
                <a:lnTo>
                  <a:pt x="142875" y="177165"/>
                </a:lnTo>
                <a:lnTo>
                  <a:pt x="142875" y="126683"/>
                </a:lnTo>
                <a:lnTo>
                  <a:pt x="914400" y="126683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5" name="p26-文本-0275">
            <a:extLst xmlns:a="http://schemas.openxmlformats.org/drawingml/2006/main">
              <a:ext uri="{FF2B5EF4-FFF2-40B4-BE49-F238E27FC236}">
                <a16:creationId xmlns:a16="http://schemas.microsoft.com/office/drawing/2014/main" id="{D778B5C9-4450-41D5-ADC0-B1F53F0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5301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初步观测</a:t>
            </a:r>
          </a:p>
        </p:txBody>
      </p:sp>
      <p:sp>
        <p:nvSpPr>
          <p:cNvPr id="276" name="p26-路径-0276">
            <a:extLst xmlns:a="http://schemas.openxmlformats.org/drawingml/2006/main">
              <a:ext uri="{FF2B5EF4-FFF2-40B4-BE49-F238E27FC236}">
                <a16:creationId xmlns:a16="http://schemas.microsoft.com/office/drawing/2014/main" id="{226D2B66-0FE2-4B24-9C76-F146965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884" y="4991100"/>
            <a:ext cx="141732" cy="295275"/>
          </a:xfrm>
          <a:custGeom xmlns:a="http://schemas.openxmlformats.org/drawingml/2006/main">
            <a:pathLst>
              <a:path w="141732" h="295275">
                <a:moveTo>
                  <a:pt x="42291" y="0"/>
                </a:moveTo>
                <a:lnTo>
                  <a:pt x="42291" y="180975"/>
                </a:lnTo>
                <a:lnTo>
                  <a:pt x="0" y="180975"/>
                </a:lnTo>
                <a:lnTo>
                  <a:pt x="70866" y="295275"/>
                </a:lnTo>
                <a:lnTo>
                  <a:pt x="141732" y="180975"/>
                </a:lnTo>
                <a:lnTo>
                  <a:pt x="99441" y="180975"/>
                </a:lnTo>
                <a:lnTo>
                  <a:pt x="99441" y="0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77" name="p26-矩形-0277">
            <a:extLst xmlns:a="http://schemas.openxmlformats.org/drawingml/2006/main">
              <a:ext uri="{FF2B5EF4-FFF2-40B4-BE49-F238E27FC236}">
                <a16:creationId xmlns:a16="http://schemas.microsoft.com/office/drawing/2014/main" id="{EA218971-123F-4C14-AC71-BB7D45B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149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8" name="p26-文本-0278">
            <a:extLst xmlns:a="http://schemas.openxmlformats.org/drawingml/2006/main">
              <a:ext uri="{FF2B5EF4-FFF2-40B4-BE49-F238E27FC236}">
                <a16:creationId xmlns:a16="http://schemas.microsoft.com/office/drawing/2014/main" id="{CAEF5370-927E-48DB-97B4-39505A7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359924"/>
            <a:ext cx="46562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数据回流：实测</a:t>
            </a:r>
            <a:r>
              <a:rPr lang="en-US" sz="1650" b="1">
                <a:solidFill>
                  <a:srgbClr val="343434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6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预测残差、失败条件与新增批次</a:t>
            </a:r>
          </a:p>
        </p:txBody>
      </p:sp>
      <p:sp>
        <p:nvSpPr>
          <p:cNvPr id="279" name="p26-文本-0279">
            <a:extLst xmlns:a="http://schemas.openxmlformats.org/drawingml/2006/main">
              <a:ext uri="{FF2B5EF4-FFF2-40B4-BE49-F238E27FC236}">
                <a16:creationId xmlns:a16="http://schemas.microsoft.com/office/drawing/2014/main" id="{269094CC-2A42-4032-93A1-C7D6E36A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56306"/>
            <a:ext cx="499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更新可行范围与不确定性，再选择下一轮最有信息的测量。</a:t>
            </a:r>
          </a:p>
        </p:txBody>
      </p:sp>
      <p:sp>
        <p:nvSpPr>
          <p:cNvPr id="280" name="p26-路径-0280">
            <a:extLst xmlns:a="http://schemas.openxmlformats.org/drawingml/2006/main">
              <a:ext uri="{FF2B5EF4-FFF2-40B4-BE49-F238E27FC236}">
                <a16:creationId xmlns:a16="http://schemas.microsoft.com/office/drawing/2014/main" id="{13DC6CC3-F62F-4CF3-9701-C5CFD239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2609850" cy="3448050"/>
          </a:xfrm>
          <a:custGeom xmlns:a="http://schemas.openxmlformats.org/drawingml/2006/main">
            <a:pathLst>
              <a:path w="2609850" h="3448050">
                <a:moveTo>
                  <a:pt x="1247775" y="3448050"/>
                </a:moveTo>
                <a:lnTo>
                  <a:pt x="0" y="3448050"/>
                </a:lnTo>
                <a:lnTo>
                  <a:pt x="0" y="0"/>
                </a:lnTo>
                <a:lnTo>
                  <a:pt x="2609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43434"/>
            </a:solidFill>
          </a:ln>
        </p:spPr>
      </p:sp>
      <p:sp>
        <p:nvSpPr>
          <p:cNvPr id="281" name="p26-路径-0281">
            <a:extLst xmlns:a="http://schemas.openxmlformats.org/drawingml/2006/main">
              <a:ext uri="{FF2B5EF4-FFF2-40B4-BE49-F238E27FC236}">
                <a16:creationId xmlns:a16="http://schemas.microsoft.com/office/drawing/2014/main" id="{1BFAD7F7-DBD4-40E1-880A-64CB3058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129409"/>
            <a:ext cx="476250" cy="141732"/>
          </a:xfrm>
          <a:custGeom xmlns:a="http://schemas.openxmlformats.org/drawingml/2006/main">
            <a:pathLst>
              <a:path w="476250" h="141732">
                <a:moveTo>
                  <a:pt x="0" y="99441"/>
                </a:moveTo>
                <a:lnTo>
                  <a:pt x="361950" y="99441"/>
                </a:lnTo>
                <a:lnTo>
                  <a:pt x="361950" y="141732"/>
                </a:lnTo>
                <a:lnTo>
                  <a:pt x="476250" y="70866"/>
                </a:lnTo>
                <a:lnTo>
                  <a:pt x="361950" y="0"/>
                </a:lnTo>
                <a:lnTo>
                  <a:pt x="361950" y="42291"/>
                </a:lnTo>
                <a:lnTo>
                  <a:pt x="0" y="42291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82" name="p26-矩形-0282">
            <a:extLst xmlns:a="http://schemas.openxmlformats.org/drawingml/2006/main">
              <a:ext uri="{FF2B5EF4-FFF2-40B4-BE49-F238E27FC236}">
                <a16:creationId xmlns:a16="http://schemas.microsoft.com/office/drawing/2014/main" id="{121A7E53-FA22-468B-B7C5-5548AA7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038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3" name="p26-文本-0283">
            <a:extLst xmlns:a="http://schemas.openxmlformats.org/drawingml/2006/main">
              <a:ext uri="{FF2B5EF4-FFF2-40B4-BE49-F238E27FC236}">
                <a16:creationId xmlns:a16="http://schemas.microsoft.com/office/drawing/2014/main" id="{C67E96AF-DC9F-4A56-9327-A08ED50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363"/>
            <a:ext cx="7239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更新模型</a:t>
            </a:r>
          </a:p>
        </p:txBody>
      </p:sp>
      <p:sp>
        <p:nvSpPr>
          <p:cNvPr id="284" name="p26-文本-0284">
            <a:extLst xmlns:a="http://schemas.openxmlformats.org/drawingml/2006/main">
              <a:ext uri="{FF2B5EF4-FFF2-40B4-BE49-F238E27FC236}">
                <a16:creationId xmlns:a16="http://schemas.microsoft.com/office/drawing/2014/main" id="{F342417F-DD31-4EF0-8675-348A33B5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23" y="6062007"/>
            <a:ext cx="648595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反馈携带具体误差信息，才能改变下一轮预测与实验选择</a:t>
            </a:r>
          </a:p>
        </p:txBody>
      </p:sp>
      <p:sp>
        <p:nvSpPr>
          <p:cNvPr id="285" name="p26-文本-0285">
            <a:extLst xmlns:a="http://schemas.openxmlformats.org/drawingml/2006/main">
              <a:ext uri="{FF2B5EF4-FFF2-40B4-BE49-F238E27FC236}">
                <a16:creationId xmlns:a16="http://schemas.microsoft.com/office/drawing/2014/main" id="{5CEED6C6-E041-48FB-9754-BEB3CE1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26</a:t>
            </a:r>
          </a:p>
        </p:txBody>
      </p:sp>
    </p:spTree>
    <p:extLst>
      <p:ext uri="{BB962C8B-B14F-4D97-AF65-F5344CB8AC3E}">
        <p14:creationId xmlns:p14="http://schemas.microsoft.com/office/powerpoint/2010/main" val="1408493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p27-矩形-0001">
            <a:extLst xmlns:a="http://schemas.openxmlformats.org/drawingml/2006/main">
              <a:ext uri="{FF2B5EF4-FFF2-40B4-BE49-F238E27FC236}">
                <a16:creationId xmlns:a16="http://schemas.microsoft.com/office/drawing/2014/main" id="{F798F43D-2330-4DAB-AFF5-637A5709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7-矩形-0002">
            <a:extLst xmlns:a="http://schemas.openxmlformats.org/drawingml/2006/main">
              <a:ext uri="{FF2B5EF4-FFF2-40B4-BE49-F238E27FC236}">
                <a16:creationId xmlns:a16="http://schemas.microsoft.com/office/drawing/2014/main" id="{FB3A020E-C191-499A-9A4F-E9C03261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7-文本-0003">
            <a:extLst xmlns:a="http://schemas.openxmlformats.org/drawingml/2006/main">
              <a:ext uri="{FF2B5EF4-FFF2-40B4-BE49-F238E27FC236}">
                <a16:creationId xmlns:a16="http://schemas.microsoft.com/office/drawing/2014/main" id="{1C30C5C6-22E4-4EA6-8986-66C2918D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6051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三项独立判断共同界定研究价值</a:t>
            </a:r>
          </a:p>
        </p:txBody>
      </p:sp>
      <p:sp>
        <p:nvSpPr>
          <p:cNvPr id="4" name="p27-文本-0004">
            <a:extLst xmlns:a="http://schemas.openxmlformats.org/drawingml/2006/main">
              <a:ext uri="{FF2B5EF4-FFF2-40B4-BE49-F238E27FC236}">
                <a16:creationId xmlns:a16="http://schemas.microsoft.com/office/drawing/2014/main" id="{81723EA2-9496-4EB6-B1A7-9190539A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5288089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条件图谱确定候选窗口，独立批次复核结论，并提出下一阶段验证</a:t>
            </a:r>
          </a:p>
        </p:txBody>
      </p:sp>
      <p:sp>
        <p:nvSpPr>
          <p:cNvPr id="5" name="p27-线-0005">
            <a:extLst xmlns:a="http://schemas.openxmlformats.org/drawingml/2006/main">
              <a:ext uri="{FF2B5EF4-FFF2-40B4-BE49-F238E27FC236}">
                <a16:creationId xmlns:a16="http://schemas.microsoft.com/office/drawing/2014/main" id="{1EDF5044-B257-4286-82E5-0E5F666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7-矩形-0006">
            <a:extLst xmlns:a="http://schemas.openxmlformats.org/drawingml/2006/main">
              <a:ext uri="{FF2B5EF4-FFF2-40B4-BE49-F238E27FC236}">
                <a16:creationId xmlns:a16="http://schemas.microsoft.com/office/drawing/2014/main" id="{37DC40DA-4A37-4D8C-A013-53EAB69C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175"/>
            <a:ext cx="4953000" cy="456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p27-文本-0007">
            <a:extLst xmlns:a="http://schemas.openxmlformats.org/drawingml/2006/main">
              <a:ext uri="{FF2B5EF4-FFF2-40B4-BE49-F238E27FC236}">
                <a16:creationId xmlns:a16="http://schemas.microsoft.com/office/drawing/2014/main" id="{DA7C3DC0-9F3A-4278-B373-3C032688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8107"/>
            <a:ext cx="134245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形成了什么</a:t>
            </a:r>
          </a:p>
        </p:txBody>
      </p:sp>
      <p:sp>
        <p:nvSpPr>
          <p:cNvPr id="8" name="p27-文本-0008">
            <a:extLst xmlns:a="http://schemas.openxmlformats.org/drawingml/2006/main">
              <a:ext uri="{FF2B5EF4-FFF2-40B4-BE49-F238E27FC236}">
                <a16:creationId xmlns:a16="http://schemas.microsoft.com/office/drawing/2014/main" id="{A5B75944-9260-4ACA-8647-D4B61AC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7996"/>
            <a:ext cx="333432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建立条件</a:t>
            </a:r>
            <a:r>
              <a:rPr lang="en-US"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</a:t>
            </a:r>
            <a:r>
              <a:rPr lang="en-US"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响应的对应关系</a:t>
            </a:r>
          </a:p>
        </p:txBody>
      </p:sp>
      <p:sp>
        <p:nvSpPr>
          <p:cNvPr id="9" name="p27-文本-0009">
            <a:extLst xmlns:a="http://schemas.openxmlformats.org/drawingml/2006/main">
              <a:ext uri="{FF2B5EF4-FFF2-40B4-BE49-F238E27FC236}">
                <a16:creationId xmlns:a16="http://schemas.microsoft.com/office/drawing/2014/main" id="{121F8B09-D7BA-457F-A6A0-89FB645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8996"/>
            <a:ext cx="26770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给出可复核的候选条件范围</a:t>
            </a:r>
          </a:p>
        </p:txBody>
      </p:sp>
      <p:sp>
        <p:nvSpPr>
          <p:cNvPr id="10" name="p27-矩形-0010">
            <a:extLst xmlns:a="http://schemas.openxmlformats.org/drawingml/2006/main">
              <a:ext uri="{FF2B5EF4-FFF2-40B4-BE49-F238E27FC236}">
                <a16:creationId xmlns:a16="http://schemas.microsoft.com/office/drawing/2014/main" id="{DBF3F02C-2791-47F4-8A0C-3550B8E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1" name="p27-矩形-0011">
            <a:extLst xmlns:a="http://schemas.openxmlformats.org/drawingml/2006/main">
              <a:ext uri="{FF2B5EF4-FFF2-40B4-BE49-F238E27FC236}">
                <a16:creationId xmlns:a16="http://schemas.microsoft.com/office/drawing/2014/main" id="{720320F6-0CA8-4B45-A011-FCE27CC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2" name="p27-矩形-0012">
            <a:extLst xmlns:a="http://schemas.openxmlformats.org/drawingml/2006/main">
              <a:ext uri="{FF2B5EF4-FFF2-40B4-BE49-F238E27FC236}">
                <a16:creationId xmlns:a16="http://schemas.microsoft.com/office/drawing/2014/main" id="{6EBB4C2D-75DA-4FD6-B0FB-446437FC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3" name="p27-矩形-0013">
            <a:extLst xmlns:a="http://schemas.openxmlformats.org/drawingml/2006/main">
              <a:ext uri="{FF2B5EF4-FFF2-40B4-BE49-F238E27FC236}">
                <a16:creationId xmlns:a16="http://schemas.microsoft.com/office/drawing/2014/main" id="{FBA6CAE5-C8AE-47C6-8457-8881DBC0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4" name="p27-矩形-0014">
            <a:extLst xmlns:a="http://schemas.openxmlformats.org/drawingml/2006/main">
              <a:ext uri="{FF2B5EF4-FFF2-40B4-BE49-F238E27FC236}">
                <a16:creationId xmlns:a16="http://schemas.microsoft.com/office/drawing/2014/main" id="{A2CC3348-3C27-4331-AE19-FFA55CEF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5" name="p27-矩形-0015">
            <a:extLst xmlns:a="http://schemas.openxmlformats.org/drawingml/2006/main">
              <a:ext uri="{FF2B5EF4-FFF2-40B4-BE49-F238E27FC236}">
                <a16:creationId xmlns:a16="http://schemas.microsoft.com/office/drawing/2014/main" id="{7CF4F035-D46D-470D-BC55-B16CC9E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6" name="p27-矩形-0016">
            <a:extLst xmlns:a="http://schemas.openxmlformats.org/drawingml/2006/main">
              <a:ext uri="{FF2B5EF4-FFF2-40B4-BE49-F238E27FC236}">
                <a16:creationId xmlns:a16="http://schemas.microsoft.com/office/drawing/2014/main" id="{09E521C4-A947-4F5F-9FF0-336F7B0D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7" name="p27-矩形-0017">
            <a:extLst xmlns:a="http://schemas.openxmlformats.org/drawingml/2006/main">
              <a:ext uri="{FF2B5EF4-FFF2-40B4-BE49-F238E27FC236}">
                <a16:creationId xmlns:a16="http://schemas.microsoft.com/office/drawing/2014/main" id="{52F09AC3-833B-4F30-947E-0DC53628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8" name="p27-矩形-0018">
            <a:extLst xmlns:a="http://schemas.openxmlformats.org/drawingml/2006/main">
              <a:ext uri="{FF2B5EF4-FFF2-40B4-BE49-F238E27FC236}">
                <a16:creationId xmlns:a16="http://schemas.microsoft.com/office/drawing/2014/main" id="{1B8238F8-42A0-4354-B33F-3020081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9" name="p27-矩形-0019">
            <a:extLst xmlns:a="http://schemas.openxmlformats.org/drawingml/2006/main">
              <a:ext uri="{FF2B5EF4-FFF2-40B4-BE49-F238E27FC236}">
                <a16:creationId xmlns:a16="http://schemas.microsoft.com/office/drawing/2014/main" id="{97050460-1388-47E6-BF0D-CA385C76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095625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0" name="p27-矩形-0020">
            <a:extLst xmlns:a="http://schemas.openxmlformats.org/drawingml/2006/main">
              <a:ext uri="{FF2B5EF4-FFF2-40B4-BE49-F238E27FC236}">
                <a16:creationId xmlns:a16="http://schemas.microsoft.com/office/drawing/2014/main" id="{75EC4668-5BC8-40EC-B59A-4FBFDAB8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1" name="p27-矩形-0021">
            <a:extLst xmlns:a="http://schemas.openxmlformats.org/drawingml/2006/main">
              <a:ext uri="{FF2B5EF4-FFF2-40B4-BE49-F238E27FC236}">
                <a16:creationId xmlns:a16="http://schemas.microsoft.com/office/drawing/2014/main" id="{FF24E6B3-730E-4134-9C2E-2751530E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2" name="p27-矩形-0022">
            <a:extLst xmlns:a="http://schemas.openxmlformats.org/drawingml/2006/main">
              <a:ext uri="{FF2B5EF4-FFF2-40B4-BE49-F238E27FC236}">
                <a16:creationId xmlns:a16="http://schemas.microsoft.com/office/drawing/2014/main" id="{A6A300EB-C8A5-412B-B392-15AC11F0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3" name="p27-矩形-0023">
            <a:extLst xmlns:a="http://schemas.openxmlformats.org/drawingml/2006/main">
              <a:ext uri="{FF2B5EF4-FFF2-40B4-BE49-F238E27FC236}">
                <a16:creationId xmlns:a16="http://schemas.microsoft.com/office/drawing/2014/main" id="{D5FB2D4D-99CE-41B5-8EDC-F6CB755C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4" name="p27-矩形-0024">
            <a:extLst xmlns:a="http://schemas.openxmlformats.org/drawingml/2006/main">
              <a:ext uri="{FF2B5EF4-FFF2-40B4-BE49-F238E27FC236}">
                <a16:creationId xmlns:a16="http://schemas.microsoft.com/office/drawing/2014/main" id="{A4F0CBCD-89A1-4174-9940-0BCD235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5" name="p27-矩形-0025">
            <a:extLst xmlns:a="http://schemas.openxmlformats.org/drawingml/2006/main">
              <a:ext uri="{FF2B5EF4-FFF2-40B4-BE49-F238E27FC236}">
                <a16:creationId xmlns:a16="http://schemas.microsoft.com/office/drawing/2014/main" id="{5810A8C3-198B-49BB-B626-6CFA7E2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6" name="p27-矩形-0026">
            <a:extLst xmlns:a="http://schemas.openxmlformats.org/drawingml/2006/main">
              <a:ext uri="{FF2B5EF4-FFF2-40B4-BE49-F238E27FC236}">
                <a16:creationId xmlns:a16="http://schemas.microsoft.com/office/drawing/2014/main" id="{71CCF7F5-E279-424B-BFF3-C563098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7" name="p27-矩形-0027">
            <a:extLst xmlns:a="http://schemas.openxmlformats.org/drawingml/2006/main">
              <a:ext uri="{FF2B5EF4-FFF2-40B4-BE49-F238E27FC236}">
                <a16:creationId xmlns:a16="http://schemas.microsoft.com/office/drawing/2014/main" id="{0ED6BD5F-471A-435A-8A8F-C9E60AD5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8" name="p27-矩形-0028">
            <a:extLst xmlns:a="http://schemas.openxmlformats.org/drawingml/2006/main">
              <a:ext uri="{FF2B5EF4-FFF2-40B4-BE49-F238E27FC236}">
                <a16:creationId xmlns:a16="http://schemas.microsoft.com/office/drawing/2014/main" id="{03C447F1-5F7A-41BF-9D4E-CABBA116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" name="p27-矩形-0029">
            <a:extLst xmlns:a="http://schemas.openxmlformats.org/drawingml/2006/main">
              <a:ext uri="{FF2B5EF4-FFF2-40B4-BE49-F238E27FC236}">
                <a16:creationId xmlns:a16="http://schemas.microsoft.com/office/drawing/2014/main" id="{07395A58-A9F5-430D-9A3D-0481FD4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275239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" name="p27-矩形-0030">
            <a:extLst xmlns:a="http://schemas.openxmlformats.org/drawingml/2006/main">
              <a:ext uri="{FF2B5EF4-FFF2-40B4-BE49-F238E27FC236}">
                <a16:creationId xmlns:a16="http://schemas.microsoft.com/office/drawing/2014/main" id="{03721BD5-CE6F-4FF3-8C4B-3B1214A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" name="p27-矩形-0031">
            <a:extLst xmlns:a="http://schemas.openxmlformats.org/drawingml/2006/main">
              <a:ext uri="{FF2B5EF4-FFF2-40B4-BE49-F238E27FC236}">
                <a16:creationId xmlns:a16="http://schemas.microsoft.com/office/drawing/2014/main" id="{F29548F3-E270-47B1-A0AB-90974FCC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" name="p27-矩形-0032">
            <a:extLst xmlns:a="http://schemas.openxmlformats.org/drawingml/2006/main">
              <a:ext uri="{FF2B5EF4-FFF2-40B4-BE49-F238E27FC236}">
                <a16:creationId xmlns:a16="http://schemas.microsoft.com/office/drawing/2014/main" id="{71155FD3-006C-4526-BFD5-6E272760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" name="p27-矩形-0033">
            <a:extLst xmlns:a="http://schemas.openxmlformats.org/drawingml/2006/main">
              <a:ext uri="{FF2B5EF4-FFF2-40B4-BE49-F238E27FC236}">
                <a16:creationId xmlns:a16="http://schemas.microsoft.com/office/drawing/2014/main" id="{66B1A761-C062-4C9C-AD23-13D8990E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" name="p27-矩形-0034">
            <a:extLst xmlns:a="http://schemas.openxmlformats.org/drawingml/2006/main">
              <a:ext uri="{FF2B5EF4-FFF2-40B4-BE49-F238E27FC236}">
                <a16:creationId xmlns:a16="http://schemas.microsoft.com/office/drawing/2014/main" id="{765558F2-BFB9-4546-8089-664ACF3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" name="p27-矩形-0035">
            <a:extLst xmlns:a="http://schemas.openxmlformats.org/drawingml/2006/main">
              <a:ext uri="{FF2B5EF4-FFF2-40B4-BE49-F238E27FC236}">
                <a16:creationId xmlns:a16="http://schemas.microsoft.com/office/drawing/2014/main" id="{D92B1730-6E88-4F06-966D-EDF8A7E8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" name="p27-矩形-0036">
            <a:extLst xmlns:a="http://schemas.openxmlformats.org/drawingml/2006/main">
              <a:ext uri="{FF2B5EF4-FFF2-40B4-BE49-F238E27FC236}">
                <a16:creationId xmlns:a16="http://schemas.microsoft.com/office/drawing/2014/main" id="{6889CBD1-76F4-4BCA-B9C0-1B26F58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" name="p27-矩形-0037">
            <a:extLst xmlns:a="http://schemas.openxmlformats.org/drawingml/2006/main">
              <a:ext uri="{FF2B5EF4-FFF2-40B4-BE49-F238E27FC236}">
                <a16:creationId xmlns:a16="http://schemas.microsoft.com/office/drawing/2014/main" id="{37132A83-6A51-435C-96A1-A18BF67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" name="p27-矩形-0038">
            <a:extLst xmlns:a="http://schemas.openxmlformats.org/drawingml/2006/main">
              <a:ext uri="{FF2B5EF4-FFF2-40B4-BE49-F238E27FC236}">
                <a16:creationId xmlns:a16="http://schemas.microsoft.com/office/drawing/2014/main" id="{982E0A6B-8849-4392-8589-D1568263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9" name="p27-矩形-0039">
            <a:extLst xmlns:a="http://schemas.openxmlformats.org/drawingml/2006/main">
              <a:ext uri="{FF2B5EF4-FFF2-40B4-BE49-F238E27FC236}">
                <a16:creationId xmlns:a16="http://schemas.microsoft.com/office/drawing/2014/main" id="{50D49DCB-AA36-44F5-B7B9-1FA9C6FF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454854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0" name="p27-矩形-0040">
            <a:extLst xmlns:a="http://schemas.openxmlformats.org/drawingml/2006/main">
              <a:ext uri="{FF2B5EF4-FFF2-40B4-BE49-F238E27FC236}">
                <a16:creationId xmlns:a16="http://schemas.microsoft.com/office/drawing/2014/main" id="{14978BC4-BD10-4B91-8459-2E97768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1" name="p27-矩形-0041">
            <a:extLst xmlns:a="http://schemas.openxmlformats.org/drawingml/2006/main">
              <a:ext uri="{FF2B5EF4-FFF2-40B4-BE49-F238E27FC236}">
                <a16:creationId xmlns:a16="http://schemas.microsoft.com/office/drawing/2014/main" id="{CD241DE2-F4F4-47E6-AC4E-378A4245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2" name="p27-矩形-0042">
            <a:extLst xmlns:a="http://schemas.openxmlformats.org/drawingml/2006/main">
              <a:ext uri="{FF2B5EF4-FFF2-40B4-BE49-F238E27FC236}">
                <a16:creationId xmlns:a16="http://schemas.microsoft.com/office/drawing/2014/main" id="{94C27103-69E9-43FC-B451-31B8B23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3" name="p27-矩形-0043">
            <a:extLst xmlns:a="http://schemas.openxmlformats.org/drawingml/2006/main">
              <a:ext uri="{FF2B5EF4-FFF2-40B4-BE49-F238E27FC236}">
                <a16:creationId xmlns:a16="http://schemas.microsoft.com/office/drawing/2014/main" id="{A072BC6E-32B6-4785-80FB-B38D8399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4" name="p27-矩形-0044">
            <a:extLst xmlns:a="http://schemas.openxmlformats.org/drawingml/2006/main">
              <a:ext uri="{FF2B5EF4-FFF2-40B4-BE49-F238E27FC236}">
                <a16:creationId xmlns:a16="http://schemas.microsoft.com/office/drawing/2014/main" id="{B82A5B17-31A2-4DB0-BFD2-6AAF12E1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5" name="p27-矩形-0045">
            <a:extLst xmlns:a="http://schemas.openxmlformats.org/drawingml/2006/main">
              <a:ext uri="{FF2B5EF4-FFF2-40B4-BE49-F238E27FC236}">
                <a16:creationId xmlns:a16="http://schemas.microsoft.com/office/drawing/2014/main" id="{A5AE0065-1D20-4B97-B084-B6ECCFAE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46" name="p27-矩形-0046">
            <a:extLst xmlns:a="http://schemas.openxmlformats.org/drawingml/2006/main">
              <a:ext uri="{FF2B5EF4-FFF2-40B4-BE49-F238E27FC236}">
                <a16:creationId xmlns:a16="http://schemas.microsoft.com/office/drawing/2014/main" id="{53860D22-C416-459A-95A5-BE4C5373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7" name="p27-矩形-0047">
            <a:extLst xmlns:a="http://schemas.openxmlformats.org/drawingml/2006/main">
              <a:ext uri="{FF2B5EF4-FFF2-40B4-BE49-F238E27FC236}">
                <a16:creationId xmlns:a16="http://schemas.microsoft.com/office/drawing/2014/main" id="{977ACB58-098C-4A76-8733-3D4CBE7E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8" name="p27-矩形-0048">
            <a:extLst xmlns:a="http://schemas.openxmlformats.org/drawingml/2006/main">
              <a:ext uri="{FF2B5EF4-FFF2-40B4-BE49-F238E27FC236}">
                <a16:creationId xmlns:a16="http://schemas.microsoft.com/office/drawing/2014/main" id="{7FB7A530-51F0-4CE8-8BD0-EE37E4A0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9" name="p27-矩形-0049">
            <a:extLst xmlns:a="http://schemas.openxmlformats.org/drawingml/2006/main">
              <a:ext uri="{FF2B5EF4-FFF2-40B4-BE49-F238E27FC236}">
                <a16:creationId xmlns:a16="http://schemas.microsoft.com/office/drawing/2014/main" id="{9827BC12-439C-4029-8234-7EED3570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634468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50" name="p27-矩形-0050">
            <a:extLst xmlns:a="http://schemas.openxmlformats.org/drawingml/2006/main">
              <a:ext uri="{FF2B5EF4-FFF2-40B4-BE49-F238E27FC236}">
                <a16:creationId xmlns:a16="http://schemas.microsoft.com/office/drawing/2014/main" id="{225B3EF5-B38D-41E0-9169-4C7EAED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1" name="p27-矩形-0051">
            <a:extLst xmlns:a="http://schemas.openxmlformats.org/drawingml/2006/main">
              <a:ext uri="{FF2B5EF4-FFF2-40B4-BE49-F238E27FC236}">
                <a16:creationId xmlns:a16="http://schemas.microsoft.com/office/drawing/2014/main" id="{F3053277-4424-42D3-A416-FDC2D23F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2" name="p27-矩形-0052">
            <a:extLst xmlns:a="http://schemas.openxmlformats.org/drawingml/2006/main">
              <a:ext uri="{FF2B5EF4-FFF2-40B4-BE49-F238E27FC236}">
                <a16:creationId xmlns:a16="http://schemas.microsoft.com/office/drawing/2014/main" id="{7F33CE04-DB2B-4F32-B94D-F97ED7A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3" name="p27-矩形-0053">
            <a:extLst xmlns:a="http://schemas.openxmlformats.org/drawingml/2006/main">
              <a:ext uri="{FF2B5EF4-FFF2-40B4-BE49-F238E27FC236}">
                <a16:creationId xmlns:a16="http://schemas.microsoft.com/office/drawing/2014/main" id="{AA909D8F-FAF9-4C54-804E-997B6431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4" name="p27-矩形-0054">
            <a:extLst xmlns:a="http://schemas.openxmlformats.org/drawingml/2006/main">
              <a:ext uri="{FF2B5EF4-FFF2-40B4-BE49-F238E27FC236}">
                <a16:creationId xmlns:a16="http://schemas.microsoft.com/office/drawing/2014/main" id="{CA7F0A01-6284-40B9-A784-EACAAF8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55" name="p27-矩形-0055">
            <a:extLst xmlns:a="http://schemas.openxmlformats.org/drawingml/2006/main">
              <a:ext uri="{FF2B5EF4-FFF2-40B4-BE49-F238E27FC236}">
                <a16:creationId xmlns:a16="http://schemas.microsoft.com/office/drawing/2014/main" id="{D01DA4CD-9AD8-4D33-BEF4-DF0D30D2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56" name="p27-矩形-0056">
            <a:extLst xmlns:a="http://schemas.openxmlformats.org/drawingml/2006/main">
              <a:ext uri="{FF2B5EF4-FFF2-40B4-BE49-F238E27FC236}">
                <a16:creationId xmlns:a16="http://schemas.microsoft.com/office/drawing/2014/main" id="{E1EC27BB-4294-4396-B98F-5425545B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57" name="p27-矩形-0057">
            <a:extLst xmlns:a="http://schemas.openxmlformats.org/drawingml/2006/main">
              <a:ext uri="{FF2B5EF4-FFF2-40B4-BE49-F238E27FC236}">
                <a16:creationId xmlns:a16="http://schemas.microsoft.com/office/drawing/2014/main" id="{E550E581-0C24-430B-B771-972C2FB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8" name="p27-矩形-0058">
            <a:extLst xmlns:a="http://schemas.openxmlformats.org/drawingml/2006/main">
              <a:ext uri="{FF2B5EF4-FFF2-40B4-BE49-F238E27FC236}">
                <a16:creationId xmlns:a16="http://schemas.microsoft.com/office/drawing/2014/main" id="{69D81266-781D-4C8F-A39D-A212040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9" name="p27-矩形-0059">
            <a:extLst xmlns:a="http://schemas.openxmlformats.org/drawingml/2006/main">
              <a:ext uri="{FF2B5EF4-FFF2-40B4-BE49-F238E27FC236}">
                <a16:creationId xmlns:a16="http://schemas.microsoft.com/office/drawing/2014/main" id="{AB345AB7-30F6-406D-861A-BD0127A7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814082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0" name="p27-矩形-0060">
            <a:extLst xmlns:a="http://schemas.openxmlformats.org/drawingml/2006/main">
              <a:ext uri="{FF2B5EF4-FFF2-40B4-BE49-F238E27FC236}">
                <a16:creationId xmlns:a16="http://schemas.microsoft.com/office/drawing/2014/main" id="{AF1A8FFB-552F-40DD-B289-CCA40D5C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1" name="p27-矩形-0061">
            <a:extLst xmlns:a="http://schemas.openxmlformats.org/drawingml/2006/main">
              <a:ext uri="{FF2B5EF4-FFF2-40B4-BE49-F238E27FC236}">
                <a16:creationId xmlns:a16="http://schemas.microsoft.com/office/drawing/2014/main" id="{E9B7C3DA-EB07-4442-8477-A545157F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2" name="p27-矩形-0062">
            <a:extLst xmlns:a="http://schemas.openxmlformats.org/drawingml/2006/main">
              <a:ext uri="{FF2B5EF4-FFF2-40B4-BE49-F238E27FC236}">
                <a16:creationId xmlns:a16="http://schemas.microsoft.com/office/drawing/2014/main" id="{A5F6875B-C1EC-471C-B30A-C5AB437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63" name="p27-矩形-0063">
            <a:extLst xmlns:a="http://schemas.openxmlformats.org/drawingml/2006/main">
              <a:ext uri="{FF2B5EF4-FFF2-40B4-BE49-F238E27FC236}">
                <a16:creationId xmlns:a16="http://schemas.microsoft.com/office/drawing/2014/main" id="{342477FE-7A4E-4156-B71E-F7BB934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64" name="p27-矩形-0064">
            <a:extLst xmlns:a="http://schemas.openxmlformats.org/drawingml/2006/main">
              <a:ext uri="{FF2B5EF4-FFF2-40B4-BE49-F238E27FC236}">
                <a16:creationId xmlns:a16="http://schemas.microsoft.com/office/drawing/2014/main" id="{9F2D4E4F-5C19-42BB-87BE-B997935F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65" name="p27-矩形-0065">
            <a:extLst xmlns:a="http://schemas.openxmlformats.org/drawingml/2006/main">
              <a:ext uri="{FF2B5EF4-FFF2-40B4-BE49-F238E27FC236}">
                <a16:creationId xmlns:a16="http://schemas.microsoft.com/office/drawing/2014/main" id="{2B30C295-2163-447E-ADCF-3507D65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66" name="p27-矩形-0066">
            <a:extLst xmlns:a="http://schemas.openxmlformats.org/drawingml/2006/main">
              <a:ext uri="{FF2B5EF4-FFF2-40B4-BE49-F238E27FC236}">
                <a16:creationId xmlns:a16="http://schemas.microsoft.com/office/drawing/2014/main" id="{5C9EF689-D5A4-4A45-840E-ADEA2FC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67" name="p27-矩形-0067">
            <a:extLst xmlns:a="http://schemas.openxmlformats.org/drawingml/2006/main">
              <a:ext uri="{FF2B5EF4-FFF2-40B4-BE49-F238E27FC236}">
                <a16:creationId xmlns:a16="http://schemas.microsoft.com/office/drawing/2014/main" id="{E4B7D18E-43A8-4AF1-9B92-FE50334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8" name="p27-矩形-0068">
            <a:extLst xmlns:a="http://schemas.openxmlformats.org/drawingml/2006/main">
              <a:ext uri="{FF2B5EF4-FFF2-40B4-BE49-F238E27FC236}">
                <a16:creationId xmlns:a16="http://schemas.microsoft.com/office/drawing/2014/main" id="{010664EC-F678-4108-AD1B-9AF6BCE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9" name="p27-矩形-0069">
            <a:extLst xmlns:a="http://schemas.openxmlformats.org/drawingml/2006/main">
              <a:ext uri="{FF2B5EF4-FFF2-40B4-BE49-F238E27FC236}">
                <a16:creationId xmlns:a16="http://schemas.microsoft.com/office/drawing/2014/main" id="{F9DF15E9-E486-4CBE-B756-138E8F53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993696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70" name="p27-矩形-0070">
            <a:extLst xmlns:a="http://schemas.openxmlformats.org/drawingml/2006/main">
              <a:ext uri="{FF2B5EF4-FFF2-40B4-BE49-F238E27FC236}">
                <a16:creationId xmlns:a16="http://schemas.microsoft.com/office/drawing/2014/main" id="{5436FA94-8C17-41EF-87A4-5A32E0B9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1" name="p27-矩形-0071">
            <a:extLst xmlns:a="http://schemas.openxmlformats.org/drawingml/2006/main">
              <a:ext uri="{FF2B5EF4-FFF2-40B4-BE49-F238E27FC236}">
                <a16:creationId xmlns:a16="http://schemas.microsoft.com/office/drawing/2014/main" id="{A88F9E95-8C9C-427E-80C1-591794C0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2" name="p27-矩形-0072">
            <a:extLst xmlns:a="http://schemas.openxmlformats.org/drawingml/2006/main">
              <a:ext uri="{FF2B5EF4-FFF2-40B4-BE49-F238E27FC236}">
                <a16:creationId xmlns:a16="http://schemas.microsoft.com/office/drawing/2014/main" id="{EA406A4B-4F88-452E-B316-E3B1DF41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3" name="p27-矩形-0073">
            <a:extLst xmlns:a="http://schemas.openxmlformats.org/drawingml/2006/main">
              <a:ext uri="{FF2B5EF4-FFF2-40B4-BE49-F238E27FC236}">
                <a16:creationId xmlns:a16="http://schemas.microsoft.com/office/drawing/2014/main" id="{37E1AEAE-BD7B-4BCC-AF26-C11E4973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74" name="p27-矩形-0074">
            <a:extLst xmlns:a="http://schemas.openxmlformats.org/drawingml/2006/main">
              <a:ext uri="{FF2B5EF4-FFF2-40B4-BE49-F238E27FC236}">
                <a16:creationId xmlns:a16="http://schemas.microsoft.com/office/drawing/2014/main" id="{C7A8D20A-9223-4617-8D55-143CA7E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75" name="p27-矩形-0075">
            <a:extLst xmlns:a="http://schemas.openxmlformats.org/drawingml/2006/main">
              <a:ext uri="{FF2B5EF4-FFF2-40B4-BE49-F238E27FC236}">
                <a16:creationId xmlns:a16="http://schemas.microsoft.com/office/drawing/2014/main" id="{1C181F86-9576-4B20-8CE8-28EB5EC1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76" name="p27-矩形-0076">
            <a:extLst xmlns:a="http://schemas.openxmlformats.org/drawingml/2006/main">
              <a:ext uri="{FF2B5EF4-FFF2-40B4-BE49-F238E27FC236}">
                <a16:creationId xmlns:a16="http://schemas.microsoft.com/office/drawing/2014/main" id="{CBF66A10-639D-4329-9AC7-EB6899FD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7" name="p27-矩形-0077">
            <a:extLst xmlns:a="http://schemas.openxmlformats.org/drawingml/2006/main">
              <a:ext uri="{FF2B5EF4-FFF2-40B4-BE49-F238E27FC236}">
                <a16:creationId xmlns:a16="http://schemas.microsoft.com/office/drawing/2014/main" id="{EC406BC2-8989-4CA6-BB28-D97ADED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8" name="p27-矩形-0078">
            <a:extLst xmlns:a="http://schemas.openxmlformats.org/drawingml/2006/main">
              <a:ext uri="{FF2B5EF4-FFF2-40B4-BE49-F238E27FC236}">
                <a16:creationId xmlns:a16="http://schemas.microsoft.com/office/drawing/2014/main" id="{6B35C53D-2475-47E7-93BB-F90BBDB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9" name="p27-矩形-0079">
            <a:extLst xmlns:a="http://schemas.openxmlformats.org/drawingml/2006/main">
              <a:ext uri="{FF2B5EF4-FFF2-40B4-BE49-F238E27FC236}">
                <a16:creationId xmlns:a16="http://schemas.microsoft.com/office/drawing/2014/main" id="{D65263D7-DB2B-4015-B62E-9E59120F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4173311"/>
            <a:ext cx="160020" cy="170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0" name="p27-文本-0080">
            <a:extLst xmlns:a="http://schemas.openxmlformats.org/drawingml/2006/main">
              <a:ext uri="{FF2B5EF4-FFF2-40B4-BE49-F238E27FC236}">
                <a16:creationId xmlns:a16="http://schemas.microsoft.com/office/drawing/2014/main" id="{12B2AF59-D4BF-4BB7-A72C-01BA6036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" y="44235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1" name="p27-文本-0081">
            <a:extLst xmlns:a="http://schemas.openxmlformats.org/drawingml/2006/main">
              <a:ext uri="{FF2B5EF4-FFF2-40B4-BE49-F238E27FC236}">
                <a16:creationId xmlns:a16="http://schemas.microsoft.com/office/drawing/2014/main" id="{701113A4-738B-4C3A-BF38-81552C6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991" y="44235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6</a:t>
            </a:r>
          </a:p>
        </p:txBody>
      </p:sp>
      <p:sp>
        <p:nvSpPr>
          <p:cNvPr id="82" name="p27-文本-0082">
            <a:extLst xmlns:a="http://schemas.openxmlformats.org/drawingml/2006/main">
              <a:ext uri="{FF2B5EF4-FFF2-40B4-BE49-F238E27FC236}">
                <a16:creationId xmlns:a16="http://schemas.microsoft.com/office/drawing/2014/main" id="{14D1062D-5D0D-4F2F-A77C-3A85C45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15" y="4423558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10</a:t>
            </a:r>
          </a:p>
        </p:txBody>
      </p:sp>
      <p:sp>
        <p:nvSpPr>
          <p:cNvPr id="83" name="p27-文本-0083">
            <a:extLst xmlns:a="http://schemas.openxmlformats.org/drawingml/2006/main">
              <a:ext uri="{FF2B5EF4-FFF2-40B4-BE49-F238E27FC236}">
                <a16:creationId xmlns:a16="http://schemas.microsoft.com/office/drawing/2014/main" id="{CF69949C-645F-4E79-9D48-B5C0B65C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105624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4" name="p27-文本-0084">
            <a:extLst xmlns:a="http://schemas.openxmlformats.org/drawingml/2006/main">
              <a:ext uri="{FF2B5EF4-FFF2-40B4-BE49-F238E27FC236}">
                <a16:creationId xmlns:a16="http://schemas.microsoft.com/office/drawing/2014/main" id="{B8B196C2-6348-4F2F-A57E-C45CA9A1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183310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7</a:t>
            </a:r>
          </a:p>
        </p:txBody>
      </p:sp>
      <p:sp>
        <p:nvSpPr>
          <p:cNvPr id="85" name="p27-线-0085">
            <a:extLst xmlns:a="http://schemas.openxmlformats.org/drawingml/2006/main">
              <a:ext uri="{FF2B5EF4-FFF2-40B4-BE49-F238E27FC236}">
                <a16:creationId xmlns:a16="http://schemas.microsoft.com/office/drawing/2014/main" id="{808C8841-7BCB-46B8-86D3-9DE3F3D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3387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86" name="p27-线-0086">
            <a:extLst xmlns:a="http://schemas.openxmlformats.org/drawingml/2006/main">
              <a:ext uri="{FF2B5EF4-FFF2-40B4-BE49-F238E27FC236}">
                <a16:creationId xmlns:a16="http://schemas.microsoft.com/office/drawing/2014/main" id="{34AF00B7-D08F-42F2-9416-5C51FBD3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00425"/>
            <a:ext cx="95" cy="933450"/>
          </a:xfrm>
          <a:custGeom xmlns:a="http://schemas.openxmlformats.org/drawingml/2006/main"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87" name="p27-线-0087">
            <a:extLst xmlns:a="http://schemas.openxmlformats.org/drawingml/2006/main">
              <a:ext uri="{FF2B5EF4-FFF2-40B4-BE49-F238E27FC236}">
                <a16:creationId xmlns:a16="http://schemas.microsoft.com/office/drawing/2014/main" id="{2E79104B-D9B8-48A2-9336-31DD2D93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3387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88" name="p27-文本-0088">
            <a:extLst xmlns:a="http://schemas.openxmlformats.org/drawingml/2006/main">
              <a:ext uri="{FF2B5EF4-FFF2-40B4-BE49-F238E27FC236}">
                <a16:creationId xmlns:a16="http://schemas.microsoft.com/office/drawing/2014/main" id="{99702FC9-D0D8-4DE5-9519-FEB5553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6267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89" name="p27-线-0089">
            <a:extLst xmlns:a="http://schemas.openxmlformats.org/drawingml/2006/main">
              <a:ext uri="{FF2B5EF4-FFF2-40B4-BE49-F238E27FC236}">
                <a16:creationId xmlns:a16="http://schemas.microsoft.com/office/drawing/2014/main" id="{FFBA59D6-15E6-4530-A8B6-3174CBB3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867150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90" name="p27-文本-0090">
            <a:extLst xmlns:a="http://schemas.openxmlformats.org/drawingml/2006/main">
              <a:ext uri="{FF2B5EF4-FFF2-40B4-BE49-F238E27FC236}">
                <a16:creationId xmlns:a16="http://schemas.microsoft.com/office/drawing/2014/main" id="{15D3C78E-2A31-45CD-8B5F-0DC8E05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3795945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91" name="p27-线-0091">
            <a:extLst xmlns:a="http://schemas.openxmlformats.org/drawingml/2006/main">
              <a:ext uri="{FF2B5EF4-FFF2-40B4-BE49-F238E27FC236}">
                <a16:creationId xmlns:a16="http://schemas.microsoft.com/office/drawing/2014/main" id="{896DDD9B-3E4E-4330-9F99-13782B1D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0042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92" name="p27-文本-0092">
            <a:extLst xmlns:a="http://schemas.openxmlformats.org/drawingml/2006/main">
              <a:ext uri="{FF2B5EF4-FFF2-40B4-BE49-F238E27FC236}">
                <a16:creationId xmlns:a16="http://schemas.microsoft.com/office/drawing/2014/main" id="{CFEB28F0-8C31-4733-BAD1-BE8AD9DB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2922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93" name="p27-路径-0093">
            <a:extLst xmlns:a="http://schemas.openxmlformats.org/drawingml/2006/main">
              <a:ext uri="{FF2B5EF4-FFF2-40B4-BE49-F238E27FC236}">
                <a16:creationId xmlns:a16="http://schemas.microsoft.com/office/drawing/2014/main" id="{65D9A4E5-C3A0-4E91-B466-43DDADFB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64280"/>
            <a:ext cx="1628775" cy="495300"/>
          </a:xfrm>
          <a:custGeom xmlns:a="http://schemas.openxmlformats.org/drawingml/2006/main">
            <a:pathLst>
              <a:path w="1628775" h="495300">
                <a:moveTo>
                  <a:pt x="0" y="492442"/>
                </a:moveTo>
                <a:lnTo>
                  <a:pt x="27622" y="490538"/>
                </a:lnTo>
                <a:lnTo>
                  <a:pt x="54292" y="488633"/>
                </a:lnTo>
                <a:lnTo>
                  <a:pt x="81915" y="485775"/>
                </a:lnTo>
                <a:lnTo>
                  <a:pt x="108585" y="481965"/>
                </a:lnTo>
                <a:lnTo>
                  <a:pt x="135255" y="477203"/>
                </a:lnTo>
                <a:lnTo>
                  <a:pt x="162878" y="470535"/>
                </a:lnTo>
                <a:lnTo>
                  <a:pt x="189547" y="461963"/>
                </a:lnTo>
                <a:lnTo>
                  <a:pt x="217170" y="451485"/>
                </a:lnTo>
                <a:lnTo>
                  <a:pt x="243840" y="438150"/>
                </a:lnTo>
                <a:lnTo>
                  <a:pt x="271463" y="422910"/>
                </a:lnTo>
                <a:lnTo>
                  <a:pt x="299085" y="402908"/>
                </a:lnTo>
                <a:lnTo>
                  <a:pt x="325755" y="381000"/>
                </a:lnTo>
                <a:lnTo>
                  <a:pt x="353378" y="354330"/>
                </a:lnTo>
                <a:lnTo>
                  <a:pt x="380047" y="325755"/>
                </a:lnTo>
                <a:lnTo>
                  <a:pt x="407670" y="293370"/>
                </a:lnTo>
                <a:lnTo>
                  <a:pt x="434340" y="259080"/>
                </a:lnTo>
                <a:lnTo>
                  <a:pt x="461010" y="221933"/>
                </a:lnTo>
                <a:lnTo>
                  <a:pt x="488633" y="184785"/>
                </a:lnTo>
                <a:lnTo>
                  <a:pt x="515303" y="148590"/>
                </a:lnTo>
                <a:lnTo>
                  <a:pt x="542925" y="113348"/>
                </a:lnTo>
                <a:lnTo>
                  <a:pt x="570547" y="80963"/>
                </a:lnTo>
                <a:lnTo>
                  <a:pt x="597217" y="52388"/>
                </a:lnTo>
                <a:lnTo>
                  <a:pt x="624840" y="29528"/>
                </a:lnTo>
                <a:lnTo>
                  <a:pt x="651510" y="12383"/>
                </a:lnTo>
                <a:lnTo>
                  <a:pt x="678180" y="2858"/>
                </a:lnTo>
                <a:lnTo>
                  <a:pt x="705803" y="0"/>
                </a:lnTo>
                <a:lnTo>
                  <a:pt x="732472" y="5715"/>
                </a:lnTo>
                <a:lnTo>
                  <a:pt x="760095" y="18098"/>
                </a:lnTo>
                <a:lnTo>
                  <a:pt x="786765" y="38100"/>
                </a:lnTo>
                <a:lnTo>
                  <a:pt x="814388" y="62865"/>
                </a:lnTo>
                <a:lnTo>
                  <a:pt x="842010" y="93345"/>
                </a:lnTo>
                <a:lnTo>
                  <a:pt x="868680" y="126683"/>
                </a:lnTo>
                <a:lnTo>
                  <a:pt x="896303" y="162878"/>
                </a:lnTo>
                <a:lnTo>
                  <a:pt x="922972" y="200025"/>
                </a:lnTo>
                <a:lnTo>
                  <a:pt x="950595" y="237173"/>
                </a:lnTo>
                <a:lnTo>
                  <a:pt x="977265" y="272415"/>
                </a:lnTo>
                <a:lnTo>
                  <a:pt x="1003935" y="306705"/>
                </a:lnTo>
                <a:lnTo>
                  <a:pt x="1031558" y="337185"/>
                </a:lnTo>
                <a:lnTo>
                  <a:pt x="1058228" y="365760"/>
                </a:lnTo>
                <a:lnTo>
                  <a:pt x="1085850" y="390525"/>
                </a:lnTo>
                <a:lnTo>
                  <a:pt x="1113472" y="411480"/>
                </a:lnTo>
                <a:lnTo>
                  <a:pt x="1140143" y="429578"/>
                </a:lnTo>
                <a:lnTo>
                  <a:pt x="1167765" y="443865"/>
                </a:lnTo>
                <a:lnTo>
                  <a:pt x="1194435" y="456248"/>
                </a:lnTo>
                <a:lnTo>
                  <a:pt x="1221105" y="465773"/>
                </a:lnTo>
                <a:lnTo>
                  <a:pt x="1248728" y="473392"/>
                </a:lnTo>
                <a:lnTo>
                  <a:pt x="1275397" y="479108"/>
                </a:lnTo>
                <a:lnTo>
                  <a:pt x="1303020" y="483870"/>
                </a:lnTo>
                <a:lnTo>
                  <a:pt x="1329690" y="486728"/>
                </a:lnTo>
                <a:lnTo>
                  <a:pt x="1357313" y="489585"/>
                </a:lnTo>
                <a:lnTo>
                  <a:pt x="1384935" y="491490"/>
                </a:lnTo>
                <a:lnTo>
                  <a:pt x="1411605" y="492442"/>
                </a:lnTo>
                <a:lnTo>
                  <a:pt x="1438275" y="493395"/>
                </a:lnTo>
                <a:lnTo>
                  <a:pt x="1465897" y="493395"/>
                </a:lnTo>
                <a:lnTo>
                  <a:pt x="1493520" y="494348"/>
                </a:lnTo>
                <a:lnTo>
                  <a:pt x="1520190" y="494348"/>
                </a:lnTo>
                <a:lnTo>
                  <a:pt x="1546860" y="494348"/>
                </a:lnTo>
                <a:lnTo>
                  <a:pt x="1574483" y="494348"/>
                </a:lnTo>
                <a:lnTo>
                  <a:pt x="1601153" y="494348"/>
                </a:lnTo>
                <a:lnTo>
                  <a:pt x="1628775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94" name="p27-椭圆-0094">
            <a:extLst xmlns:a="http://schemas.openxmlformats.org/drawingml/2006/main">
              <a:ext uri="{FF2B5EF4-FFF2-40B4-BE49-F238E27FC236}">
                <a16:creationId xmlns:a16="http://schemas.microsoft.com/office/drawing/2014/main" id="{4F5B8B8D-5252-41A3-915C-7DDEE55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48" y="422672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5" name="p27-椭圆-0095">
            <a:extLst xmlns:a="http://schemas.openxmlformats.org/drawingml/2006/main">
              <a:ext uri="{FF2B5EF4-FFF2-40B4-BE49-F238E27FC236}">
                <a16:creationId xmlns:a16="http://schemas.microsoft.com/office/drawing/2014/main" id="{4F56F787-9F33-4577-866C-E39D7FD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202" y="411539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27-椭圆-0096">
            <a:extLst xmlns:a="http://schemas.openxmlformats.org/drawingml/2006/main">
              <a:ext uri="{FF2B5EF4-FFF2-40B4-BE49-F238E27FC236}">
                <a16:creationId xmlns:a16="http://schemas.microsoft.com/office/drawing/2014/main" id="{70AFD0CF-DB34-40C5-9567-5553B6B6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957" y="374712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7" name="p27-椭圆-0097">
            <a:extLst xmlns:a="http://schemas.openxmlformats.org/drawingml/2006/main">
              <a:ext uri="{FF2B5EF4-FFF2-40B4-BE49-F238E27FC236}">
                <a16:creationId xmlns:a16="http://schemas.microsoft.com/office/drawing/2014/main" id="{95897C01-CECC-43C1-840D-93745713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713" y="400749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8" name="p27-椭圆-0098">
            <a:extLst xmlns:a="http://schemas.openxmlformats.org/drawingml/2006/main">
              <a:ext uri="{FF2B5EF4-FFF2-40B4-BE49-F238E27FC236}">
                <a16:creationId xmlns:a16="http://schemas.microsoft.com/office/drawing/2014/main" id="{ADF2CB16-A70B-4139-A849-5437A4D9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468" y="421851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9" name="p27-椭圆-0099">
            <a:extLst xmlns:a="http://schemas.openxmlformats.org/drawingml/2006/main">
              <a:ext uri="{FF2B5EF4-FFF2-40B4-BE49-F238E27FC236}">
                <a16:creationId xmlns:a16="http://schemas.microsoft.com/office/drawing/2014/main" id="{3A22CBB8-54B4-4D97-8A96-AEB1A4DE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23" y="422961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27-路径-0100">
            <a:extLst xmlns:a="http://schemas.openxmlformats.org/drawingml/2006/main">
              <a:ext uri="{FF2B5EF4-FFF2-40B4-BE49-F238E27FC236}">
                <a16:creationId xmlns:a16="http://schemas.microsoft.com/office/drawing/2014/main" id="{EB393BF9-C01D-45FD-A529-D13A079D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541395"/>
            <a:ext cx="1628775" cy="717233"/>
          </a:xfrm>
          <a:custGeom xmlns:a="http://schemas.openxmlformats.org/drawingml/2006/main">
            <a:pathLst>
              <a:path w="1628775" h="717233">
                <a:moveTo>
                  <a:pt x="0" y="717233"/>
                </a:moveTo>
                <a:lnTo>
                  <a:pt x="27622" y="717233"/>
                </a:lnTo>
                <a:lnTo>
                  <a:pt x="54292" y="717233"/>
                </a:lnTo>
                <a:lnTo>
                  <a:pt x="81915" y="717233"/>
                </a:lnTo>
                <a:lnTo>
                  <a:pt x="108585" y="716280"/>
                </a:lnTo>
                <a:lnTo>
                  <a:pt x="135255" y="715327"/>
                </a:lnTo>
                <a:lnTo>
                  <a:pt x="162878" y="714375"/>
                </a:lnTo>
                <a:lnTo>
                  <a:pt x="189547" y="712470"/>
                </a:lnTo>
                <a:lnTo>
                  <a:pt x="217170" y="710565"/>
                </a:lnTo>
                <a:lnTo>
                  <a:pt x="243840" y="706755"/>
                </a:lnTo>
                <a:lnTo>
                  <a:pt x="271463" y="702945"/>
                </a:lnTo>
                <a:lnTo>
                  <a:pt x="299085" y="696277"/>
                </a:lnTo>
                <a:lnTo>
                  <a:pt x="325755" y="688658"/>
                </a:lnTo>
                <a:lnTo>
                  <a:pt x="353378" y="678180"/>
                </a:lnTo>
                <a:lnTo>
                  <a:pt x="380047" y="664845"/>
                </a:lnTo>
                <a:lnTo>
                  <a:pt x="407670" y="647700"/>
                </a:lnTo>
                <a:lnTo>
                  <a:pt x="434340" y="626745"/>
                </a:lnTo>
                <a:lnTo>
                  <a:pt x="461010" y="601980"/>
                </a:lnTo>
                <a:lnTo>
                  <a:pt x="488633" y="572452"/>
                </a:lnTo>
                <a:lnTo>
                  <a:pt x="515303" y="537210"/>
                </a:lnTo>
                <a:lnTo>
                  <a:pt x="542925" y="497205"/>
                </a:lnTo>
                <a:lnTo>
                  <a:pt x="570547" y="453390"/>
                </a:lnTo>
                <a:lnTo>
                  <a:pt x="597217" y="404813"/>
                </a:lnTo>
                <a:lnTo>
                  <a:pt x="624840" y="353377"/>
                </a:lnTo>
                <a:lnTo>
                  <a:pt x="651510" y="300038"/>
                </a:lnTo>
                <a:lnTo>
                  <a:pt x="678180" y="245745"/>
                </a:lnTo>
                <a:lnTo>
                  <a:pt x="705803" y="193358"/>
                </a:lnTo>
                <a:lnTo>
                  <a:pt x="732472" y="143827"/>
                </a:lnTo>
                <a:lnTo>
                  <a:pt x="760095" y="98108"/>
                </a:lnTo>
                <a:lnTo>
                  <a:pt x="786765" y="60008"/>
                </a:lnTo>
                <a:lnTo>
                  <a:pt x="814388" y="30480"/>
                </a:lnTo>
                <a:lnTo>
                  <a:pt x="842010" y="9525"/>
                </a:lnTo>
                <a:lnTo>
                  <a:pt x="868680" y="0"/>
                </a:lnTo>
                <a:lnTo>
                  <a:pt x="896303" y="952"/>
                </a:lnTo>
                <a:lnTo>
                  <a:pt x="922972" y="13335"/>
                </a:lnTo>
                <a:lnTo>
                  <a:pt x="950595" y="35242"/>
                </a:lnTo>
                <a:lnTo>
                  <a:pt x="977265" y="67627"/>
                </a:lnTo>
                <a:lnTo>
                  <a:pt x="1003935" y="106680"/>
                </a:lnTo>
                <a:lnTo>
                  <a:pt x="1031558" y="153352"/>
                </a:lnTo>
                <a:lnTo>
                  <a:pt x="1058228" y="203835"/>
                </a:lnTo>
                <a:lnTo>
                  <a:pt x="1085850" y="257175"/>
                </a:lnTo>
                <a:lnTo>
                  <a:pt x="1113472" y="310515"/>
                </a:lnTo>
                <a:lnTo>
                  <a:pt x="1140143" y="363855"/>
                </a:lnTo>
                <a:lnTo>
                  <a:pt x="1167765" y="415290"/>
                </a:lnTo>
                <a:lnTo>
                  <a:pt x="1194435" y="462915"/>
                </a:lnTo>
                <a:lnTo>
                  <a:pt x="1221105" y="505777"/>
                </a:lnTo>
                <a:lnTo>
                  <a:pt x="1248728" y="544830"/>
                </a:lnTo>
                <a:lnTo>
                  <a:pt x="1275397" y="578167"/>
                </a:lnTo>
                <a:lnTo>
                  <a:pt x="1303020" y="607695"/>
                </a:lnTo>
                <a:lnTo>
                  <a:pt x="1329690" y="631508"/>
                </a:lnTo>
                <a:lnTo>
                  <a:pt x="1357313" y="651510"/>
                </a:lnTo>
                <a:lnTo>
                  <a:pt x="1384935" y="667702"/>
                </a:lnTo>
                <a:lnTo>
                  <a:pt x="1411605" y="680085"/>
                </a:lnTo>
                <a:lnTo>
                  <a:pt x="1438275" y="690563"/>
                </a:lnTo>
                <a:lnTo>
                  <a:pt x="1465897" y="698183"/>
                </a:lnTo>
                <a:lnTo>
                  <a:pt x="1493520" y="703897"/>
                </a:lnTo>
                <a:lnTo>
                  <a:pt x="1520190" y="707708"/>
                </a:lnTo>
                <a:lnTo>
                  <a:pt x="1546860" y="710565"/>
                </a:lnTo>
                <a:lnTo>
                  <a:pt x="1574483" y="713422"/>
                </a:lnTo>
                <a:lnTo>
                  <a:pt x="1601153" y="714375"/>
                </a:lnTo>
                <a:lnTo>
                  <a:pt x="1628775" y="715327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101" name="p27-椭圆-0101">
            <a:extLst xmlns:a="http://schemas.openxmlformats.org/drawingml/2006/main">
              <a:ext uri="{FF2B5EF4-FFF2-40B4-BE49-F238E27FC236}">
                <a16:creationId xmlns:a16="http://schemas.microsoft.com/office/drawing/2014/main" id="{F581307F-7DD9-411C-AFB2-A53F2ED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48" y="422944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2" name="p27-椭圆-0102">
            <a:extLst xmlns:a="http://schemas.openxmlformats.org/drawingml/2006/main">
              <a:ext uri="{FF2B5EF4-FFF2-40B4-BE49-F238E27FC236}">
                <a16:creationId xmlns:a16="http://schemas.microsoft.com/office/drawing/2014/main" id="{821B73AE-0F09-41C3-8803-9FFEC05E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202" y="420043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3" name="p27-椭圆-0103">
            <a:extLst xmlns:a="http://schemas.openxmlformats.org/drawingml/2006/main">
              <a:ext uri="{FF2B5EF4-FFF2-40B4-BE49-F238E27FC236}">
                <a16:creationId xmlns:a16="http://schemas.microsoft.com/office/drawing/2014/main" id="{E851A644-209B-46C6-B8D1-9AC1692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957" y="381204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4" name="p27-椭圆-0104">
            <a:extLst xmlns:a="http://schemas.openxmlformats.org/drawingml/2006/main">
              <a:ext uri="{FF2B5EF4-FFF2-40B4-BE49-F238E27FC236}">
                <a16:creationId xmlns:a16="http://schemas.microsoft.com/office/drawing/2014/main" id="{C20A3DCA-548B-4EA8-8E9B-17238AB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713" y="357913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5" name="p27-椭圆-0105">
            <a:extLst xmlns:a="http://schemas.openxmlformats.org/drawingml/2006/main">
              <a:ext uri="{FF2B5EF4-FFF2-40B4-BE49-F238E27FC236}">
                <a16:creationId xmlns:a16="http://schemas.microsoft.com/office/drawing/2014/main" id="{7C1A38EB-D38D-4A97-8FCD-69E2546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468" y="411917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6" name="p27-椭圆-0106">
            <a:extLst xmlns:a="http://schemas.openxmlformats.org/drawingml/2006/main">
              <a:ext uri="{FF2B5EF4-FFF2-40B4-BE49-F238E27FC236}">
                <a16:creationId xmlns:a16="http://schemas.microsoft.com/office/drawing/2014/main" id="{EB92DD18-C667-4F55-A1B9-26E76DB0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23" y="42276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7" name="p27-文本-0107">
            <a:extLst xmlns:a="http://schemas.openxmlformats.org/drawingml/2006/main">
              <a:ext uri="{FF2B5EF4-FFF2-40B4-BE49-F238E27FC236}">
                <a16:creationId xmlns:a16="http://schemas.microsoft.com/office/drawing/2014/main" id="{A4A189FD-9026-4202-822F-F138DEF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829041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108" name="p27-文本-0108">
            <a:extLst xmlns:a="http://schemas.openxmlformats.org/drawingml/2006/main">
              <a:ext uri="{FF2B5EF4-FFF2-40B4-BE49-F238E27FC236}">
                <a16:creationId xmlns:a16="http://schemas.microsoft.com/office/drawing/2014/main" id="{9A762F4A-7F19-487B-AA3B-5641D90D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443876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条件梯度</a:t>
            </a:r>
          </a:p>
        </p:txBody>
      </p:sp>
      <p:sp>
        <p:nvSpPr>
          <p:cNvPr id="109" name="p27-文本-0109">
            <a:extLst xmlns:a="http://schemas.openxmlformats.org/drawingml/2006/main">
              <a:ext uri="{FF2B5EF4-FFF2-40B4-BE49-F238E27FC236}">
                <a16:creationId xmlns:a16="http://schemas.microsoft.com/office/drawing/2014/main" id="{BBAC452F-71F4-44AA-9E79-B4187170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969" y="43949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10" name="p27-文本-0110">
            <a:extLst xmlns:a="http://schemas.openxmlformats.org/drawingml/2006/main">
              <a:ext uri="{FF2B5EF4-FFF2-40B4-BE49-F238E27FC236}">
                <a16:creationId xmlns:a16="http://schemas.microsoft.com/office/drawing/2014/main" id="{1A027720-77B5-4104-980F-4AE7DF8E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744" y="43949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11" name="p27-线-0111">
            <a:extLst xmlns:a="http://schemas.openxmlformats.org/drawingml/2006/main">
              <a:ext uri="{FF2B5EF4-FFF2-40B4-BE49-F238E27FC236}">
                <a16:creationId xmlns:a16="http://schemas.microsoft.com/office/drawing/2014/main" id="{D841BDB4-727D-46A3-8C73-03685F73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12" name="p27-文本-0112">
            <a:extLst xmlns:a="http://schemas.openxmlformats.org/drawingml/2006/main">
              <a:ext uri="{FF2B5EF4-FFF2-40B4-BE49-F238E27FC236}">
                <a16:creationId xmlns:a16="http://schemas.microsoft.com/office/drawing/2014/main" id="{9CD7569C-E813-427F-BE00-B0158C6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4336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</a:t>
            </a:r>
          </a:p>
        </p:txBody>
      </p:sp>
      <p:sp>
        <p:nvSpPr>
          <p:cNvPr id="113" name="p27-线-0113">
            <a:extLst xmlns:a="http://schemas.openxmlformats.org/drawingml/2006/main">
              <a:ext uri="{FF2B5EF4-FFF2-40B4-BE49-F238E27FC236}">
                <a16:creationId xmlns:a16="http://schemas.microsoft.com/office/drawing/2014/main" id="{5DC8F568-835B-4B9C-A939-26F07AB3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237" y="32575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14" name="p27-文本-0114">
            <a:extLst xmlns:a="http://schemas.openxmlformats.org/drawingml/2006/main">
              <a:ext uri="{FF2B5EF4-FFF2-40B4-BE49-F238E27FC236}">
                <a16:creationId xmlns:a16="http://schemas.microsoft.com/office/drawing/2014/main" id="{A32AAC62-443F-41E0-AA37-90F6BE40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037" y="314336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候选</a:t>
            </a:r>
          </a:p>
        </p:txBody>
      </p:sp>
      <p:sp>
        <p:nvSpPr>
          <p:cNvPr id="115" name="p27-文本-0115">
            <a:extLst xmlns:a="http://schemas.openxmlformats.org/drawingml/2006/main">
              <a:ext uri="{FF2B5EF4-FFF2-40B4-BE49-F238E27FC236}">
                <a16:creationId xmlns:a16="http://schemas.microsoft.com/office/drawing/2014/main" id="{A23FCADA-76DD-4EA1-9D99-8F534F9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665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条件图谱</a:t>
            </a:r>
          </a:p>
        </p:txBody>
      </p:sp>
      <p:sp>
        <p:nvSpPr>
          <p:cNvPr id="116" name="p27-文本-0116">
            <a:extLst xmlns:a="http://schemas.openxmlformats.org/drawingml/2006/main">
              <a:ext uri="{FF2B5EF4-FFF2-40B4-BE49-F238E27FC236}">
                <a16:creationId xmlns:a16="http://schemas.microsoft.com/office/drawing/2014/main" id="{22771463-A671-4725-93E9-9961F01B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4665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性能窗口</a:t>
            </a:r>
          </a:p>
        </p:txBody>
      </p:sp>
      <p:sp>
        <p:nvSpPr>
          <p:cNvPr id="117" name="p27-文本-0117">
            <a:extLst xmlns:a="http://schemas.openxmlformats.org/drawingml/2006/main">
              <a:ext uri="{FF2B5EF4-FFF2-40B4-BE49-F238E27FC236}">
                <a16:creationId xmlns:a16="http://schemas.microsoft.com/office/drawing/2014/main" id="{72A96E8D-7470-41BE-9639-87793C1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8949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响应窗口用于候选排序，</a:t>
            </a:r>
          </a:p>
        </p:txBody>
      </p:sp>
      <p:sp>
        <p:nvSpPr>
          <p:cNvPr id="118" name="p27-文本-0118">
            <a:extLst xmlns:a="http://schemas.openxmlformats.org/drawingml/2006/main">
              <a:ext uri="{FF2B5EF4-FFF2-40B4-BE49-F238E27FC236}">
                <a16:creationId xmlns:a16="http://schemas.microsoft.com/office/drawing/2014/main" id="{FC290646-97EF-4AC8-B383-44D336A1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3274"/>
            <a:ext cx="27702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批次复核确定后续验证条件。</a:t>
            </a:r>
          </a:p>
        </p:txBody>
      </p:sp>
      <p:sp>
        <p:nvSpPr>
          <p:cNvPr id="119" name="p27-线-0119">
            <a:extLst xmlns:a="http://schemas.openxmlformats.org/drawingml/2006/main">
              <a:ext uri="{FF2B5EF4-FFF2-40B4-BE49-F238E27FC236}">
                <a16:creationId xmlns:a16="http://schemas.microsoft.com/office/drawing/2014/main" id="{E23E9B58-2D3F-42D1-904A-E2437F72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00175"/>
            <a:ext cx="95" cy="4562475"/>
          </a:xfrm>
          <a:custGeom xmlns:a="http://schemas.openxmlformats.org/drawingml/2006/main">
            <a:pathLst>
              <a:path w="95" h="4562475">
                <a:moveTo>
                  <a:pt x="0" y="0"/>
                </a:moveTo>
                <a:lnTo>
                  <a:pt x="0" y="45624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</a:ln>
        </p:spPr>
      </p:sp>
      <p:sp>
        <p:nvSpPr>
          <p:cNvPr id="120" name="p27-文本-0120">
            <a:extLst xmlns:a="http://schemas.openxmlformats.org/drawingml/2006/main">
              <a:ext uri="{FF2B5EF4-FFF2-40B4-BE49-F238E27FC236}">
                <a16:creationId xmlns:a16="http://schemas.microsoft.com/office/drawing/2014/main" id="{2EA5E67B-5C27-43A6-A2BD-1C1DE61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8107"/>
            <a:ext cx="10852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为何可信</a:t>
            </a:r>
          </a:p>
        </p:txBody>
      </p:sp>
      <p:sp>
        <p:nvSpPr>
          <p:cNvPr id="121" name="p27-线-0121">
            <a:extLst xmlns:a="http://schemas.openxmlformats.org/drawingml/2006/main">
              <a:ext uri="{FF2B5EF4-FFF2-40B4-BE49-F238E27FC236}">
                <a16:creationId xmlns:a16="http://schemas.microsoft.com/office/drawing/2014/main" id="{CE4B3BBB-660F-4D5E-8D05-B47876FB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90900"/>
            <a:ext cx="1924050" cy="95"/>
          </a:xfrm>
          <a:custGeom xmlns:a="http://schemas.openxmlformats.org/drawingml/2006/main">
            <a:pathLst>
              <a:path w="1924050" h="95">
                <a:moveTo>
                  <a:pt x="0" y="0"/>
                </a:moveTo>
                <a:lnTo>
                  <a:pt x="192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22" name="p27-线-0122">
            <a:extLst xmlns:a="http://schemas.openxmlformats.org/drawingml/2006/main">
              <a:ext uri="{FF2B5EF4-FFF2-40B4-BE49-F238E27FC236}">
                <a16:creationId xmlns:a16="http://schemas.microsoft.com/office/drawing/2014/main" id="{E87C77A3-9424-40AC-A5F9-33E7268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76475"/>
            <a:ext cx="95" cy="1114425"/>
          </a:xfrm>
          <a:custGeom xmlns:a="http://schemas.openxmlformats.org/drawingml/2006/main">
            <a:pathLst>
              <a:path w="95" h="1114425">
                <a:moveTo>
                  <a:pt x="0" y="0"/>
                </a:moveTo>
                <a:lnTo>
                  <a:pt x="0" y="11144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23" name="p27-线-0123">
            <a:extLst xmlns:a="http://schemas.openxmlformats.org/drawingml/2006/main">
              <a:ext uri="{FF2B5EF4-FFF2-40B4-BE49-F238E27FC236}">
                <a16:creationId xmlns:a16="http://schemas.microsoft.com/office/drawing/2014/main" id="{913A3922-1656-43AF-85AE-F993ED18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76475"/>
            <a:ext cx="1924050" cy="1114425"/>
          </a:xfrm>
          <a:custGeom xmlns:a="http://schemas.openxmlformats.org/drawingml/2006/main">
            <a:pathLst>
              <a:path w="1924050" h="1114425">
                <a:moveTo>
                  <a:pt x="0" y="1114425"/>
                </a:moveTo>
                <a:lnTo>
                  <a:pt x="192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124" name="p27-椭圆-0124">
            <a:extLst xmlns:a="http://schemas.openxmlformats.org/drawingml/2006/main">
              <a:ext uri="{FF2B5EF4-FFF2-40B4-BE49-F238E27FC236}">
                <a16:creationId xmlns:a16="http://schemas.microsoft.com/office/drawing/2014/main" id="{C4754B6D-1E32-4806-9881-1B08B418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33269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5" name="p27-椭圆-0125">
            <a:extLst xmlns:a="http://schemas.openxmlformats.org/drawingml/2006/main">
              <a:ext uri="{FF2B5EF4-FFF2-40B4-BE49-F238E27FC236}">
                <a16:creationId xmlns:a16="http://schemas.microsoft.com/office/drawing/2014/main" id="{561DDDFF-8417-42FD-AAD4-98AC55D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673" y="255150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6" name="p27-椭圆-0126">
            <a:extLst xmlns:a="http://schemas.openxmlformats.org/drawingml/2006/main">
              <a:ext uri="{FF2B5EF4-FFF2-40B4-BE49-F238E27FC236}">
                <a16:creationId xmlns:a16="http://schemas.microsoft.com/office/drawing/2014/main" id="{BAF9F14B-3E39-4384-AC84-50342B99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752" y="314489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7" name="p27-椭圆-0127">
            <a:extLst xmlns:a="http://schemas.openxmlformats.org/drawingml/2006/main">
              <a:ext uri="{FF2B5EF4-FFF2-40B4-BE49-F238E27FC236}">
                <a16:creationId xmlns:a16="http://schemas.microsoft.com/office/drawing/2014/main" id="{04CC0857-C739-4CC6-96D5-0F38183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880" y="25099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8" name="p27-椭圆-0128">
            <a:extLst xmlns:a="http://schemas.openxmlformats.org/drawingml/2006/main">
              <a:ext uri="{FF2B5EF4-FFF2-40B4-BE49-F238E27FC236}">
                <a16:creationId xmlns:a16="http://schemas.microsoft.com/office/drawing/2014/main" id="{DD646F82-B56B-4AD8-B15F-650BCB6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958" y="274659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29" name="p27-椭圆-0129">
            <a:extLst xmlns:a="http://schemas.openxmlformats.org/drawingml/2006/main">
              <a:ext uri="{FF2B5EF4-FFF2-40B4-BE49-F238E27FC236}">
                <a16:creationId xmlns:a16="http://schemas.microsoft.com/office/drawing/2014/main" id="{8154F572-033B-4202-8625-076FE5F2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036" y="319328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0" name="p27-椭圆-0130">
            <a:extLst xmlns:a="http://schemas.openxmlformats.org/drawingml/2006/main">
              <a:ext uri="{FF2B5EF4-FFF2-40B4-BE49-F238E27FC236}">
                <a16:creationId xmlns:a16="http://schemas.microsoft.com/office/drawing/2014/main" id="{2E41FF99-13FC-40F9-84DC-F4DE000C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65" y="26852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1" name="p27-椭圆-0131">
            <a:extLst xmlns:a="http://schemas.openxmlformats.org/drawingml/2006/main">
              <a:ext uri="{FF2B5EF4-FFF2-40B4-BE49-F238E27FC236}">
                <a16:creationId xmlns:a16="http://schemas.microsoft.com/office/drawing/2014/main" id="{FD77B1A0-0D83-4EEC-BE5F-E8A8F4A4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243" y="30183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2" name="p27-椭圆-0132">
            <a:extLst xmlns:a="http://schemas.openxmlformats.org/drawingml/2006/main">
              <a:ext uri="{FF2B5EF4-FFF2-40B4-BE49-F238E27FC236}">
                <a16:creationId xmlns:a16="http://schemas.microsoft.com/office/drawing/2014/main" id="{A53249D3-E1B7-494A-8BE0-33AD2CF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371" y="22794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3" name="p27-椭圆-0133">
            <a:extLst xmlns:a="http://schemas.openxmlformats.org/drawingml/2006/main">
              <a:ext uri="{FF2B5EF4-FFF2-40B4-BE49-F238E27FC236}">
                <a16:creationId xmlns:a16="http://schemas.microsoft.com/office/drawing/2014/main" id="{072960AE-1FFA-4920-A19B-35451EBA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50" y="276076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4" name="p27-椭圆-0134">
            <a:extLst xmlns:a="http://schemas.openxmlformats.org/drawingml/2006/main">
              <a:ext uri="{FF2B5EF4-FFF2-40B4-BE49-F238E27FC236}">
                <a16:creationId xmlns:a16="http://schemas.microsoft.com/office/drawing/2014/main" id="{A9D47A7F-4836-4EF8-BCAF-CEFC7583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528" y="327131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5" name="p27-椭圆-0135">
            <a:extLst xmlns:a="http://schemas.openxmlformats.org/drawingml/2006/main">
              <a:ext uri="{FF2B5EF4-FFF2-40B4-BE49-F238E27FC236}">
                <a16:creationId xmlns:a16="http://schemas.microsoft.com/office/drawing/2014/main" id="{EE758262-971E-4EA8-A68E-E0364A5E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6" y="23994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6" name="p27-椭圆-0136">
            <a:extLst xmlns:a="http://schemas.openxmlformats.org/drawingml/2006/main">
              <a:ext uri="{FF2B5EF4-FFF2-40B4-BE49-F238E27FC236}">
                <a16:creationId xmlns:a16="http://schemas.microsoft.com/office/drawing/2014/main" id="{56A23BB2-C51A-4B58-B206-BAB2565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735" y="28127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7" name="p27-椭圆-0137">
            <a:extLst xmlns:a="http://schemas.openxmlformats.org/drawingml/2006/main">
              <a:ext uri="{FF2B5EF4-FFF2-40B4-BE49-F238E27FC236}">
                <a16:creationId xmlns:a16="http://schemas.microsoft.com/office/drawing/2014/main" id="{B4257580-1BAE-49CD-857D-982ADD8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13" y="33269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8" name="p27-椭圆-0138">
            <a:extLst xmlns:a="http://schemas.openxmlformats.org/drawingml/2006/main">
              <a:ext uri="{FF2B5EF4-FFF2-40B4-BE49-F238E27FC236}">
                <a16:creationId xmlns:a16="http://schemas.microsoft.com/office/drawing/2014/main" id="{7BA571B1-D7A2-4ADF-97FF-79B1EE3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1" y="26756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9" name="p27-椭圆-0139">
            <a:extLst xmlns:a="http://schemas.openxmlformats.org/drawingml/2006/main">
              <a:ext uri="{FF2B5EF4-FFF2-40B4-BE49-F238E27FC236}">
                <a16:creationId xmlns:a16="http://schemas.microsoft.com/office/drawing/2014/main" id="{6E0D5B25-0F7D-4EA9-A9C7-E0D17AD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019" y="293781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0" name="p27-椭圆-0140">
            <a:extLst xmlns:a="http://schemas.openxmlformats.org/drawingml/2006/main">
              <a:ext uri="{FF2B5EF4-FFF2-40B4-BE49-F238E27FC236}">
                <a16:creationId xmlns:a16="http://schemas.microsoft.com/office/drawing/2014/main" id="{A8D0BEED-A6C3-402C-874B-87620D0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148" y="23758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1" name="p27-椭圆-0141">
            <a:extLst xmlns:a="http://schemas.openxmlformats.org/drawingml/2006/main">
              <a:ext uri="{FF2B5EF4-FFF2-40B4-BE49-F238E27FC236}">
                <a16:creationId xmlns:a16="http://schemas.microsoft.com/office/drawing/2014/main" id="{6CCB98F2-511A-4426-B8AE-96806D3E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226" y="29148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2" name="p27-椭圆-0142">
            <a:extLst xmlns:a="http://schemas.openxmlformats.org/drawingml/2006/main">
              <a:ext uri="{FF2B5EF4-FFF2-40B4-BE49-F238E27FC236}">
                <a16:creationId xmlns:a16="http://schemas.microsoft.com/office/drawing/2014/main" id="{6BAE82CC-73A3-462B-9E7D-263CFFE1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304" y="31688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3" name="p27-椭圆-0143">
            <a:extLst xmlns:a="http://schemas.openxmlformats.org/drawingml/2006/main">
              <a:ext uri="{FF2B5EF4-FFF2-40B4-BE49-F238E27FC236}">
                <a16:creationId xmlns:a16="http://schemas.microsoft.com/office/drawing/2014/main" id="{7EC8A680-2AF4-4FCD-A750-CFFF51B1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433" y="243471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4" name="p27-椭圆-0144">
            <a:extLst xmlns:a="http://schemas.openxmlformats.org/drawingml/2006/main">
              <a:ext uri="{FF2B5EF4-FFF2-40B4-BE49-F238E27FC236}">
                <a16:creationId xmlns:a16="http://schemas.microsoft.com/office/drawing/2014/main" id="{8535FB3B-831B-4FA8-9D19-5A3A18B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511" y="30499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5" name="p27-椭圆-0145">
            <a:extLst xmlns:a="http://schemas.openxmlformats.org/drawingml/2006/main">
              <a:ext uri="{FF2B5EF4-FFF2-40B4-BE49-F238E27FC236}">
                <a16:creationId xmlns:a16="http://schemas.microsoft.com/office/drawing/2014/main" id="{3D67EBF1-7529-4418-A9C7-30038F4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639" y="23315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6" name="p27-椭圆-0146">
            <a:extLst xmlns:a="http://schemas.openxmlformats.org/drawingml/2006/main">
              <a:ext uri="{FF2B5EF4-FFF2-40B4-BE49-F238E27FC236}">
                <a16:creationId xmlns:a16="http://schemas.microsoft.com/office/drawing/2014/main" id="{51F33CA9-045E-475F-BC07-C0D9D18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718" y="257941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7" name="p27-椭圆-0147">
            <a:extLst xmlns:a="http://schemas.openxmlformats.org/drawingml/2006/main">
              <a:ext uri="{FF2B5EF4-FFF2-40B4-BE49-F238E27FC236}">
                <a16:creationId xmlns:a16="http://schemas.microsoft.com/office/drawing/2014/main" id="{DD5495E7-6DEC-4952-BC3C-61836A4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796" y="310508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8" name="p27-椭圆-0148">
            <a:extLst xmlns:a="http://schemas.openxmlformats.org/drawingml/2006/main">
              <a:ext uri="{FF2B5EF4-FFF2-40B4-BE49-F238E27FC236}">
                <a16:creationId xmlns:a16="http://schemas.microsoft.com/office/drawing/2014/main" id="{B584E1E1-15E7-4F12-BACB-29EFB7F8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924" y="25546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9" name="p27-椭圆-0149">
            <a:extLst xmlns:a="http://schemas.openxmlformats.org/drawingml/2006/main">
              <a:ext uri="{FF2B5EF4-FFF2-40B4-BE49-F238E27FC236}">
                <a16:creationId xmlns:a16="http://schemas.microsoft.com/office/drawing/2014/main" id="{7D5C8B84-F5BB-440D-965D-CC1A277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002" y="28255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0" name="p27-椭圆-0150">
            <a:extLst xmlns:a="http://schemas.openxmlformats.org/drawingml/2006/main">
              <a:ext uri="{FF2B5EF4-FFF2-40B4-BE49-F238E27FC236}">
                <a16:creationId xmlns:a16="http://schemas.microsoft.com/office/drawing/2014/main" id="{BEB81876-7608-42FB-88DA-C496163C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081" y="31741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1" name="p27-椭圆-0151">
            <a:extLst xmlns:a="http://schemas.openxmlformats.org/drawingml/2006/main">
              <a:ext uri="{FF2B5EF4-FFF2-40B4-BE49-F238E27FC236}">
                <a16:creationId xmlns:a16="http://schemas.microsoft.com/office/drawing/2014/main" id="{240BF128-D725-4A29-B35D-E044043E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209" y="26706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2" name="p27-椭圆-0152">
            <a:extLst xmlns:a="http://schemas.openxmlformats.org/drawingml/2006/main">
              <a:ext uri="{FF2B5EF4-FFF2-40B4-BE49-F238E27FC236}">
                <a16:creationId xmlns:a16="http://schemas.microsoft.com/office/drawing/2014/main" id="{F83A2452-BACC-4679-8EB5-0E992A2A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287" y="31000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3" name="p27-椭圆-0153">
            <a:extLst xmlns:a="http://schemas.openxmlformats.org/drawingml/2006/main">
              <a:ext uri="{FF2B5EF4-FFF2-40B4-BE49-F238E27FC236}">
                <a16:creationId xmlns:a16="http://schemas.microsoft.com/office/drawing/2014/main" id="{F68326D5-22E4-4504-BCC3-1B5497F5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416" y="22794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4" name="p27-椭圆-0154">
            <a:extLst xmlns:a="http://schemas.openxmlformats.org/drawingml/2006/main">
              <a:ext uri="{FF2B5EF4-FFF2-40B4-BE49-F238E27FC236}">
                <a16:creationId xmlns:a16="http://schemas.microsoft.com/office/drawing/2014/main" id="{D4B3CA9E-11BE-435F-A68B-E1E849D4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494" y="27204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5" name="p27-椭圆-0155">
            <a:extLst xmlns:a="http://schemas.openxmlformats.org/drawingml/2006/main">
              <a:ext uri="{FF2B5EF4-FFF2-40B4-BE49-F238E27FC236}">
                <a16:creationId xmlns:a16="http://schemas.microsoft.com/office/drawing/2014/main" id="{33EE7133-8882-4BE0-B313-73155E3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572" y="33050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6" name="p27-椭圆-0156">
            <a:extLst xmlns:a="http://schemas.openxmlformats.org/drawingml/2006/main">
              <a:ext uri="{FF2B5EF4-FFF2-40B4-BE49-F238E27FC236}">
                <a16:creationId xmlns:a16="http://schemas.microsoft.com/office/drawing/2014/main" id="{1874F6DA-9791-4336-A365-B27D1DE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700" y="24832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7" name="p27-椭圆-0157">
            <a:extLst xmlns:a="http://schemas.openxmlformats.org/drawingml/2006/main">
              <a:ext uri="{FF2B5EF4-FFF2-40B4-BE49-F238E27FC236}">
                <a16:creationId xmlns:a16="http://schemas.microsoft.com/office/drawing/2014/main" id="{3D1A9FA9-938B-4E0D-973C-7BBD148D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779" y="280263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8" name="p27-椭圆-0158">
            <a:extLst xmlns:a="http://schemas.openxmlformats.org/drawingml/2006/main">
              <a:ext uri="{FF2B5EF4-FFF2-40B4-BE49-F238E27FC236}">
                <a16:creationId xmlns:a16="http://schemas.microsoft.com/office/drawing/2014/main" id="{57F4745B-BBB6-46C5-8079-734ED2A5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857" y="33269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9" name="p27-椭圆-0159">
            <a:extLst xmlns:a="http://schemas.openxmlformats.org/drawingml/2006/main">
              <a:ext uri="{FF2B5EF4-FFF2-40B4-BE49-F238E27FC236}">
                <a16:creationId xmlns:a16="http://schemas.microsoft.com/office/drawing/2014/main" id="{F95C39FC-E6D6-47F2-AD53-CA17E0E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5" y="27516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0" name="p27-椭圆-0160">
            <a:extLst xmlns:a="http://schemas.openxmlformats.org/drawingml/2006/main">
              <a:ext uri="{FF2B5EF4-FFF2-40B4-BE49-F238E27FC236}">
                <a16:creationId xmlns:a16="http://schemas.microsoft.com/office/drawing/2014/main" id="{D0D9E417-7EAA-4B20-AA78-5620255B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064" y="298756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1" name="p27-椭圆-0161">
            <a:extLst xmlns:a="http://schemas.openxmlformats.org/drawingml/2006/main">
              <a:ext uri="{FF2B5EF4-FFF2-40B4-BE49-F238E27FC236}">
                <a16:creationId xmlns:a16="http://schemas.microsoft.com/office/drawing/2014/main" id="{1E10139F-2E34-4BD2-8E51-09F0C2CA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192" y="23369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2" name="p27-椭圆-0162">
            <a:extLst xmlns:a="http://schemas.openxmlformats.org/drawingml/2006/main">
              <a:ext uri="{FF2B5EF4-FFF2-40B4-BE49-F238E27FC236}">
                <a16:creationId xmlns:a16="http://schemas.microsoft.com/office/drawing/2014/main" id="{12F6067A-05A0-4566-9580-B19B1CAF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270" y="29372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3" name="p27-椭圆-0163">
            <a:extLst xmlns:a="http://schemas.openxmlformats.org/drawingml/2006/main">
              <a:ext uri="{FF2B5EF4-FFF2-40B4-BE49-F238E27FC236}">
                <a16:creationId xmlns:a16="http://schemas.microsoft.com/office/drawing/2014/main" id="{31EBAAD7-29D6-4928-B316-B151987B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49" y="32556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4" name="p27-椭圆-0164">
            <a:extLst xmlns:a="http://schemas.openxmlformats.org/drawingml/2006/main">
              <a:ext uri="{FF2B5EF4-FFF2-40B4-BE49-F238E27FC236}">
                <a16:creationId xmlns:a16="http://schemas.microsoft.com/office/drawing/2014/main" id="{0CF93833-DB58-4D9A-BBD8-580C1F94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477" y="24347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5" name="p27-椭圆-0165">
            <a:extLst xmlns:a="http://schemas.openxmlformats.org/drawingml/2006/main">
              <a:ext uri="{FF2B5EF4-FFF2-40B4-BE49-F238E27FC236}">
                <a16:creationId xmlns:a16="http://schemas.microsoft.com/office/drawing/2014/main" id="{CC29AF27-7111-4DF0-8663-6F214448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555" y="301998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6" name="p27-椭圆-0166">
            <a:extLst xmlns:a="http://schemas.openxmlformats.org/drawingml/2006/main">
              <a:ext uri="{FF2B5EF4-FFF2-40B4-BE49-F238E27FC236}">
                <a16:creationId xmlns:a16="http://schemas.microsoft.com/office/drawing/2014/main" id="{DB301674-CB56-4BEC-8E1A-400D13E4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3" y="24002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7" name="p27-椭圆-0167">
            <a:extLst xmlns:a="http://schemas.openxmlformats.org/drawingml/2006/main">
              <a:ext uri="{FF2B5EF4-FFF2-40B4-BE49-F238E27FC236}">
                <a16:creationId xmlns:a16="http://schemas.microsoft.com/office/drawing/2014/main" id="{491CD461-984E-41C6-AE0D-12E3F98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62" y="26390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8" name="p27-椭圆-0168">
            <a:extLst xmlns:a="http://schemas.openxmlformats.org/drawingml/2006/main">
              <a:ext uri="{FF2B5EF4-FFF2-40B4-BE49-F238E27FC236}">
                <a16:creationId xmlns:a16="http://schemas.microsoft.com/office/drawing/2014/main" id="{A6B537CD-E0FC-4638-9C41-78A054D6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840" y="30696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9" name="p27-文本-0169">
            <a:extLst xmlns:a="http://schemas.openxmlformats.org/drawingml/2006/main">
              <a:ext uri="{FF2B5EF4-FFF2-40B4-BE49-F238E27FC236}">
                <a16:creationId xmlns:a16="http://schemas.microsoft.com/office/drawing/2014/main" id="{075F35C0-1544-4B13-B8AC-8AEF24F5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46887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70" name="p27-文本-0170">
            <a:extLst xmlns:a="http://schemas.openxmlformats.org/drawingml/2006/main">
              <a:ext uri="{FF2B5EF4-FFF2-40B4-BE49-F238E27FC236}">
                <a16:creationId xmlns:a16="http://schemas.microsoft.com/office/drawing/2014/main" id="{3EF348F1-8EFE-4FCD-8798-12DB2AB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4012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71" name="p27-文本-0171">
            <a:extLst xmlns:a="http://schemas.openxmlformats.org/drawingml/2006/main">
              <a:ext uri="{FF2B5EF4-FFF2-40B4-BE49-F238E27FC236}">
                <a16:creationId xmlns:a16="http://schemas.microsoft.com/office/drawing/2014/main" id="{E29C3D59-6DB4-45CC-A0FC-ED661F28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21424"/>
            <a:ext cx="13034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独立批次复核</a:t>
            </a:r>
          </a:p>
        </p:txBody>
      </p:sp>
      <p:sp>
        <p:nvSpPr>
          <p:cNvPr id="172" name="p27-文本-0172">
            <a:extLst xmlns:a="http://schemas.openxmlformats.org/drawingml/2006/main">
              <a:ext uri="{FF2B5EF4-FFF2-40B4-BE49-F238E27FC236}">
                <a16:creationId xmlns:a16="http://schemas.microsoft.com/office/drawing/2014/main" id="{3379E8FF-45C6-47F9-B231-A66F228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21474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对照与空白齐备</a:t>
            </a:r>
          </a:p>
        </p:txBody>
      </p:sp>
      <p:sp>
        <p:nvSpPr>
          <p:cNvPr id="173" name="p27-文本-0173">
            <a:extLst xmlns:a="http://schemas.openxmlformats.org/drawingml/2006/main">
              <a:ext uri="{FF2B5EF4-FFF2-40B4-BE49-F238E27FC236}">
                <a16:creationId xmlns:a16="http://schemas.microsoft.com/office/drawing/2014/main" id="{DDEEBEBF-D3D9-4BBE-A589-F30688B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21524"/>
            <a:ext cx="15129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原始数据可追溯</a:t>
            </a:r>
          </a:p>
        </p:txBody>
      </p:sp>
      <p:sp>
        <p:nvSpPr>
          <p:cNvPr id="174" name="p27-线-0174">
            <a:extLst xmlns:a="http://schemas.openxmlformats.org/drawingml/2006/main">
              <a:ext uri="{FF2B5EF4-FFF2-40B4-BE49-F238E27FC236}">
                <a16:creationId xmlns:a16="http://schemas.microsoft.com/office/drawing/2014/main" id="{42E7896C-275F-4E6A-8D80-FC329CB4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5619750" cy="95"/>
          </a:xfrm>
          <a:custGeom xmlns:a="http://schemas.openxmlformats.org/drawingml/2006/main">
            <a:pathLst>
              <a:path w="5619750" h="95">
                <a:moveTo>
                  <a:pt x="0" y="0"/>
                </a:move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</a:ln>
        </p:spPr>
      </p:sp>
      <p:sp>
        <p:nvSpPr>
          <p:cNvPr id="175" name="p27-文本-0175">
            <a:extLst xmlns:a="http://schemas.openxmlformats.org/drawingml/2006/main">
              <a:ext uri="{FF2B5EF4-FFF2-40B4-BE49-F238E27FC236}">
                <a16:creationId xmlns:a16="http://schemas.microsoft.com/office/drawing/2014/main" id="{75288974-B8E1-4535-8325-3C8144C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4132"/>
            <a:ext cx="18568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下一步验证什么</a:t>
            </a:r>
          </a:p>
        </p:txBody>
      </p:sp>
      <p:sp>
        <p:nvSpPr>
          <p:cNvPr id="176" name="p27-文本-0176">
            <a:extLst xmlns:a="http://schemas.openxmlformats.org/drawingml/2006/main">
              <a:ext uri="{FF2B5EF4-FFF2-40B4-BE49-F238E27FC236}">
                <a16:creationId xmlns:a16="http://schemas.microsoft.com/office/drawing/2014/main" id="{750B326B-8978-4752-97E0-0C2A4EF2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0696"/>
            <a:ext cx="35533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扩展环境条件，检验窗口是否迁移；</a:t>
            </a:r>
          </a:p>
        </p:txBody>
      </p:sp>
      <p:sp>
        <p:nvSpPr>
          <p:cNvPr id="177" name="p27-文本-0177">
            <a:extLst xmlns:a="http://schemas.openxmlformats.org/drawingml/2006/main">
              <a:ext uri="{FF2B5EF4-FFF2-40B4-BE49-F238E27FC236}">
                <a16:creationId xmlns:a16="http://schemas.microsoft.com/office/drawing/2014/main" id="{D8555BFB-8DAD-41ED-B820-847C41F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40271"/>
            <a:ext cx="333432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追踪失效样品，解释偏离的来源。</a:t>
            </a:r>
          </a:p>
        </p:txBody>
      </p:sp>
      <p:sp>
        <p:nvSpPr>
          <p:cNvPr id="178" name="p27-矩形-0178">
            <a:extLst xmlns:a="http://schemas.openxmlformats.org/drawingml/2006/main">
              <a:ext uri="{FF2B5EF4-FFF2-40B4-BE49-F238E27FC236}">
                <a16:creationId xmlns:a16="http://schemas.microsoft.com/office/drawing/2014/main" id="{BE1F7D64-5013-42EF-9D32-9D561CA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561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9" name="p27-文本-0179">
            <a:extLst xmlns:a="http://schemas.openxmlformats.org/drawingml/2006/main">
              <a:ext uri="{FF2B5EF4-FFF2-40B4-BE49-F238E27FC236}">
                <a16:creationId xmlns:a16="http://schemas.microsoft.com/office/drawing/2014/main" id="{6C787D4C-1221-4E5A-BEE4-C19F628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710" y="5608127"/>
            <a:ext cx="26443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新问题由现有证据的边界产生</a:t>
            </a:r>
          </a:p>
        </p:txBody>
      </p:sp>
      <p:sp>
        <p:nvSpPr>
          <p:cNvPr id="180" name="p27-文本-0180">
            <a:extLst xmlns:a="http://schemas.openxmlformats.org/drawingml/2006/main">
              <a:ext uri="{FF2B5EF4-FFF2-40B4-BE49-F238E27FC236}">
                <a16:creationId xmlns:a16="http://schemas.microsoft.com/office/drawing/2014/main" id="{0B0BD366-5280-4152-B253-A6889DFB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27</a:t>
            </a:r>
          </a:p>
        </p:txBody>
      </p:sp>
    </p:spTree>
    <p:extLst>
      <p:ext uri="{BB962C8B-B14F-4D97-AF65-F5344CB8AC3E}">
        <p14:creationId xmlns:p14="http://schemas.microsoft.com/office/powerpoint/2010/main" val="21317351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4" name="p28-矩形-0001">
            <a:extLst xmlns:a="http://schemas.openxmlformats.org/drawingml/2006/main">
              <a:ext uri="{FF2B5EF4-FFF2-40B4-BE49-F238E27FC236}">
                <a16:creationId xmlns:a16="http://schemas.microsoft.com/office/drawing/2014/main" id="{F71ACB3E-21E1-4E79-86F5-34440CE1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8-矩形-0002">
            <a:extLst xmlns:a="http://schemas.openxmlformats.org/drawingml/2006/main">
              <a:ext uri="{FF2B5EF4-FFF2-40B4-BE49-F238E27FC236}">
                <a16:creationId xmlns:a16="http://schemas.microsoft.com/office/drawing/2014/main" id="{0ABAC8AA-F45E-405E-8454-49A0CF6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8-线-0003">
            <a:extLst xmlns:a="http://schemas.openxmlformats.org/drawingml/2006/main">
              <a:ext uri="{FF2B5EF4-FFF2-40B4-BE49-F238E27FC236}">
                <a16:creationId xmlns:a16="http://schemas.microsoft.com/office/drawing/2014/main" id="{DFAD054F-312F-461B-AFDD-582C93A1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4" name="p28-文本-0004">
            <a:extLst xmlns:a="http://schemas.openxmlformats.org/drawingml/2006/main">
              <a:ext uri="{FF2B5EF4-FFF2-40B4-BE49-F238E27FC236}">
                <a16:creationId xmlns:a16="http://schemas.microsoft.com/office/drawing/2014/main" id="{7DE1ECBE-DA16-418D-B7E5-0F02378E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721" y="636863"/>
            <a:ext cx="2170557" cy="756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40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40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感谢聆听</a:t>
            </a:r>
          </a:p>
        </p:txBody>
      </p:sp>
      <p:sp>
        <p:nvSpPr>
          <p:cNvPr id="5" name="p28-文本-0005">
            <a:extLst xmlns:a="http://schemas.openxmlformats.org/drawingml/2006/main">
              <a:ext uri="{FF2B5EF4-FFF2-40B4-BE49-F238E27FC236}">
                <a16:creationId xmlns:a16="http://schemas.microsoft.com/office/drawing/2014/main" id="{7A33F917-88C5-4EC9-809C-E8113959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815" y="1431750"/>
            <a:ext cx="4480370" cy="40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1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多孔材料的结构、机制与可检验设计</a:t>
            </a:r>
          </a:p>
        </p:txBody>
      </p:sp>
      <p:sp>
        <p:nvSpPr>
          <p:cNvPr id="6" name="p28-矩形-0006">
            <a:extLst xmlns:a="http://schemas.openxmlformats.org/drawingml/2006/main">
              <a:ext uri="{FF2B5EF4-FFF2-40B4-BE49-F238E27FC236}">
                <a16:creationId xmlns:a16="http://schemas.microsoft.com/office/drawing/2014/main" id="{5035B97C-D310-4D12-BA4C-B75E7298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28-文本-0007">
            <a:extLst xmlns:a="http://schemas.openxmlformats.org/drawingml/2006/main">
              <a:ext uri="{FF2B5EF4-FFF2-40B4-BE49-F238E27FC236}">
                <a16:creationId xmlns:a16="http://schemas.microsoft.com/office/drawing/2014/main" id="{64C03911-1FFA-44D8-B3C4-81869DFA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322" y="23265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结构观测</a:t>
            </a:r>
          </a:p>
        </p:txBody>
      </p:sp>
      <p:sp>
        <p:nvSpPr>
          <p:cNvPr id="8" name="p28-矩形-0008">
            <a:extLst xmlns:a="http://schemas.openxmlformats.org/drawingml/2006/main">
              <a:ext uri="{FF2B5EF4-FFF2-40B4-BE49-F238E27FC236}">
                <a16:creationId xmlns:a16="http://schemas.microsoft.com/office/drawing/2014/main" id="{53FBF4E6-24B8-4D51-9DC0-EE01BC4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5717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p28-线-0009">
            <a:extLst xmlns:a="http://schemas.openxmlformats.org/drawingml/2006/main">
              <a:ext uri="{FF2B5EF4-FFF2-40B4-BE49-F238E27FC236}">
                <a16:creationId xmlns:a16="http://schemas.microsoft.com/office/drawing/2014/main" id="{DFCB993C-F2C1-4A0B-9E93-E1BD3206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" name="p28-线-0010">
            <a:extLst xmlns:a="http://schemas.openxmlformats.org/drawingml/2006/main">
              <a:ext uri="{FF2B5EF4-FFF2-40B4-BE49-F238E27FC236}">
                <a16:creationId xmlns:a16="http://schemas.microsoft.com/office/drawing/2014/main" id="{B18D4C4C-F3EE-4909-BA0C-7DBD044D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" name="p28-线-0011">
            <a:extLst xmlns:a="http://schemas.openxmlformats.org/drawingml/2006/main">
              <a:ext uri="{FF2B5EF4-FFF2-40B4-BE49-F238E27FC236}">
                <a16:creationId xmlns:a16="http://schemas.microsoft.com/office/drawing/2014/main" id="{8231E59E-E630-498E-B90E-2A74D1F0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" name="p28-线-0012">
            <a:extLst xmlns:a="http://schemas.openxmlformats.org/drawingml/2006/main">
              <a:ext uri="{FF2B5EF4-FFF2-40B4-BE49-F238E27FC236}">
                <a16:creationId xmlns:a16="http://schemas.microsoft.com/office/drawing/2014/main" id="{ABA81764-ABB3-4E28-868C-FFB6E210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" name="p28-线-0013">
            <a:extLst xmlns:a="http://schemas.openxmlformats.org/drawingml/2006/main">
              <a:ext uri="{FF2B5EF4-FFF2-40B4-BE49-F238E27FC236}">
                <a16:creationId xmlns:a16="http://schemas.microsoft.com/office/drawing/2014/main" id="{FBB78E05-576F-4A42-85C4-C6AB540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" name="p28-线-0014">
            <a:extLst xmlns:a="http://schemas.openxmlformats.org/drawingml/2006/main">
              <a:ext uri="{FF2B5EF4-FFF2-40B4-BE49-F238E27FC236}">
                <a16:creationId xmlns:a16="http://schemas.microsoft.com/office/drawing/2014/main" id="{07134856-F227-424A-ADD6-CBA75A3E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" name="p28-线-0015">
            <a:extLst xmlns:a="http://schemas.openxmlformats.org/drawingml/2006/main">
              <a:ext uri="{FF2B5EF4-FFF2-40B4-BE49-F238E27FC236}">
                <a16:creationId xmlns:a16="http://schemas.microsoft.com/office/drawing/2014/main" id="{F9CBB724-4D5F-4C49-9DD8-D1FD1857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" name="p28-线-0016">
            <a:extLst xmlns:a="http://schemas.openxmlformats.org/drawingml/2006/main">
              <a:ext uri="{FF2B5EF4-FFF2-40B4-BE49-F238E27FC236}">
                <a16:creationId xmlns:a16="http://schemas.microsoft.com/office/drawing/2014/main" id="{358EB499-5EE4-4157-8E10-CCD2632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" name="p28-线-0017">
            <a:extLst xmlns:a="http://schemas.openxmlformats.org/drawingml/2006/main">
              <a:ext uri="{FF2B5EF4-FFF2-40B4-BE49-F238E27FC236}">
                <a16:creationId xmlns:a16="http://schemas.microsoft.com/office/drawing/2014/main" id="{4E90747B-C2D2-419C-BABC-BF423BEF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" name="p28-线-0018">
            <a:extLst xmlns:a="http://schemas.openxmlformats.org/drawingml/2006/main">
              <a:ext uri="{FF2B5EF4-FFF2-40B4-BE49-F238E27FC236}">
                <a16:creationId xmlns:a16="http://schemas.microsoft.com/office/drawing/2014/main" id="{0350D843-6632-448A-A28C-C228E7CC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" name="p28-线-0019">
            <a:extLst xmlns:a="http://schemas.openxmlformats.org/drawingml/2006/main">
              <a:ext uri="{FF2B5EF4-FFF2-40B4-BE49-F238E27FC236}">
                <a16:creationId xmlns:a16="http://schemas.microsoft.com/office/drawing/2014/main" id="{4E91803D-83C2-4417-B78E-F7B2A77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" name="p28-线-0020">
            <a:extLst xmlns:a="http://schemas.openxmlformats.org/drawingml/2006/main">
              <a:ext uri="{FF2B5EF4-FFF2-40B4-BE49-F238E27FC236}">
                <a16:creationId xmlns:a16="http://schemas.microsoft.com/office/drawing/2014/main" id="{AB0DA90A-9C5B-472F-AC90-EA96DB66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" name="p28-线-0021">
            <a:extLst xmlns:a="http://schemas.openxmlformats.org/drawingml/2006/main">
              <a:ext uri="{FF2B5EF4-FFF2-40B4-BE49-F238E27FC236}">
                <a16:creationId xmlns:a16="http://schemas.microsoft.com/office/drawing/2014/main" id="{B89CE971-7B16-4E39-844B-D109AB49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" name="p28-线-0022">
            <a:extLst xmlns:a="http://schemas.openxmlformats.org/drawingml/2006/main">
              <a:ext uri="{FF2B5EF4-FFF2-40B4-BE49-F238E27FC236}">
                <a16:creationId xmlns:a16="http://schemas.microsoft.com/office/drawing/2014/main" id="{629DE3E6-92A6-4178-B5F3-0C91370D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" name="p28-线-0023">
            <a:extLst xmlns:a="http://schemas.openxmlformats.org/drawingml/2006/main">
              <a:ext uri="{FF2B5EF4-FFF2-40B4-BE49-F238E27FC236}">
                <a16:creationId xmlns:a16="http://schemas.microsoft.com/office/drawing/2014/main" id="{933C6CA6-A5E3-4E5A-8F18-75D3445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" name="p28-线-0024">
            <a:extLst xmlns:a="http://schemas.openxmlformats.org/drawingml/2006/main">
              <a:ext uri="{FF2B5EF4-FFF2-40B4-BE49-F238E27FC236}">
                <a16:creationId xmlns:a16="http://schemas.microsoft.com/office/drawing/2014/main" id="{18666702-45E7-419F-8576-CBBCC507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" name="p28-线-0025">
            <a:extLst xmlns:a="http://schemas.openxmlformats.org/drawingml/2006/main">
              <a:ext uri="{FF2B5EF4-FFF2-40B4-BE49-F238E27FC236}">
                <a16:creationId xmlns:a16="http://schemas.microsoft.com/office/drawing/2014/main" id="{C1DD2450-AA01-44D0-80C8-0861787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6" name="p28-线-0026">
            <a:extLst xmlns:a="http://schemas.openxmlformats.org/drawingml/2006/main">
              <a:ext uri="{FF2B5EF4-FFF2-40B4-BE49-F238E27FC236}">
                <a16:creationId xmlns:a16="http://schemas.microsoft.com/office/drawing/2014/main" id="{19D77734-081E-44C5-BAFD-8EA89BE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7" name="p28-线-0027">
            <a:extLst xmlns:a="http://schemas.openxmlformats.org/drawingml/2006/main">
              <a:ext uri="{FF2B5EF4-FFF2-40B4-BE49-F238E27FC236}">
                <a16:creationId xmlns:a16="http://schemas.microsoft.com/office/drawing/2014/main" id="{9D448BDE-AFF1-48B6-84A2-351DBE3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28-线-0028">
            <a:extLst xmlns:a="http://schemas.openxmlformats.org/drawingml/2006/main">
              <a:ext uri="{FF2B5EF4-FFF2-40B4-BE49-F238E27FC236}">
                <a16:creationId xmlns:a16="http://schemas.microsoft.com/office/drawing/2014/main" id="{A3C836EC-35DF-4025-BDB6-99C065F6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28-线-0029">
            <a:extLst xmlns:a="http://schemas.openxmlformats.org/drawingml/2006/main">
              <a:ext uri="{FF2B5EF4-FFF2-40B4-BE49-F238E27FC236}">
                <a16:creationId xmlns:a16="http://schemas.microsoft.com/office/drawing/2014/main" id="{AC753189-CDFF-4946-B775-7FC39E1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" name="p28-线-0030">
            <a:extLst xmlns:a="http://schemas.openxmlformats.org/drawingml/2006/main">
              <a:ext uri="{FF2B5EF4-FFF2-40B4-BE49-F238E27FC236}">
                <a16:creationId xmlns:a16="http://schemas.microsoft.com/office/drawing/2014/main" id="{824C00DF-3297-43FC-987C-05A8A7C7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28-线-0031">
            <a:extLst xmlns:a="http://schemas.openxmlformats.org/drawingml/2006/main">
              <a:ext uri="{FF2B5EF4-FFF2-40B4-BE49-F238E27FC236}">
                <a16:creationId xmlns:a16="http://schemas.microsoft.com/office/drawing/2014/main" id="{01EF45EC-DF16-4019-8042-C62B68E0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28-线-0032">
            <a:extLst xmlns:a="http://schemas.openxmlformats.org/drawingml/2006/main">
              <a:ext uri="{FF2B5EF4-FFF2-40B4-BE49-F238E27FC236}">
                <a16:creationId xmlns:a16="http://schemas.microsoft.com/office/drawing/2014/main" id="{4479A3BF-627F-4AAC-866A-84642356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" name="p28-线-0033">
            <a:extLst xmlns:a="http://schemas.openxmlformats.org/drawingml/2006/main">
              <a:ext uri="{FF2B5EF4-FFF2-40B4-BE49-F238E27FC236}">
                <a16:creationId xmlns:a16="http://schemas.microsoft.com/office/drawing/2014/main" id="{A644BD0C-796B-47F6-86CB-69D665BD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28-线-0034">
            <a:extLst xmlns:a="http://schemas.openxmlformats.org/drawingml/2006/main">
              <a:ext uri="{FF2B5EF4-FFF2-40B4-BE49-F238E27FC236}">
                <a16:creationId xmlns:a16="http://schemas.microsoft.com/office/drawing/2014/main" id="{D89A5A67-CE6E-4E73-8282-A8551338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28-线-0035">
            <a:extLst xmlns:a="http://schemas.openxmlformats.org/drawingml/2006/main">
              <a:ext uri="{FF2B5EF4-FFF2-40B4-BE49-F238E27FC236}">
                <a16:creationId xmlns:a16="http://schemas.microsoft.com/office/drawing/2014/main" id="{CF0A5B9C-2F8A-41AE-9A96-93050FB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" name="p28-线-0036">
            <a:extLst xmlns:a="http://schemas.openxmlformats.org/drawingml/2006/main">
              <a:ext uri="{FF2B5EF4-FFF2-40B4-BE49-F238E27FC236}">
                <a16:creationId xmlns:a16="http://schemas.microsoft.com/office/drawing/2014/main" id="{EF9C5113-10BA-404C-B8BD-FE8139D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9085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28-线-0037">
            <a:extLst xmlns:a="http://schemas.openxmlformats.org/drawingml/2006/main">
              <a:ext uri="{FF2B5EF4-FFF2-40B4-BE49-F238E27FC236}">
                <a16:creationId xmlns:a16="http://schemas.microsoft.com/office/drawing/2014/main" id="{D1FC43E3-AB9F-43B6-A6AA-6669F40D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28-线-0038">
            <a:extLst xmlns:a="http://schemas.openxmlformats.org/drawingml/2006/main">
              <a:ext uri="{FF2B5EF4-FFF2-40B4-BE49-F238E27FC236}">
                <a16:creationId xmlns:a16="http://schemas.microsoft.com/office/drawing/2014/main" id="{CB337594-F400-4E1E-B6A0-BCF3C54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9085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" name="p28-线-0039">
            <a:extLst xmlns:a="http://schemas.openxmlformats.org/drawingml/2006/main">
              <a:ext uri="{FF2B5EF4-FFF2-40B4-BE49-F238E27FC236}">
                <a16:creationId xmlns:a16="http://schemas.microsoft.com/office/drawing/2014/main" id="{D742CBBB-BCB6-44B4-9237-8CD7A868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28-线-0040">
            <a:extLst xmlns:a="http://schemas.openxmlformats.org/drawingml/2006/main">
              <a:ext uri="{FF2B5EF4-FFF2-40B4-BE49-F238E27FC236}">
                <a16:creationId xmlns:a16="http://schemas.microsoft.com/office/drawing/2014/main" id="{5834F676-DA01-4FF4-A077-42DBC3F8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28-线-0041">
            <a:extLst xmlns:a="http://schemas.openxmlformats.org/drawingml/2006/main">
              <a:ext uri="{FF2B5EF4-FFF2-40B4-BE49-F238E27FC236}">
                <a16:creationId xmlns:a16="http://schemas.microsoft.com/office/drawing/2014/main" id="{81EA2E03-790C-4A06-B4D8-FF0B7753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2" name="p28-线-0042">
            <a:extLst xmlns:a="http://schemas.openxmlformats.org/drawingml/2006/main">
              <a:ext uri="{FF2B5EF4-FFF2-40B4-BE49-F238E27FC236}">
                <a16:creationId xmlns:a16="http://schemas.microsoft.com/office/drawing/2014/main" id="{1E0FE37B-133C-490F-BC47-7176F98C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3" name="p28-线-0043">
            <a:extLst xmlns:a="http://schemas.openxmlformats.org/drawingml/2006/main">
              <a:ext uri="{FF2B5EF4-FFF2-40B4-BE49-F238E27FC236}">
                <a16:creationId xmlns:a16="http://schemas.microsoft.com/office/drawing/2014/main" id="{B303223D-7FFA-4BC7-B382-2AA2752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28-线-0044">
            <a:extLst xmlns:a="http://schemas.openxmlformats.org/drawingml/2006/main">
              <a:ext uri="{FF2B5EF4-FFF2-40B4-BE49-F238E27FC236}">
                <a16:creationId xmlns:a16="http://schemas.microsoft.com/office/drawing/2014/main" id="{12D37538-2AF5-429F-B84E-6F0A4E93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5" name="p28-线-0045">
            <a:extLst xmlns:a="http://schemas.openxmlformats.org/drawingml/2006/main">
              <a:ext uri="{FF2B5EF4-FFF2-40B4-BE49-F238E27FC236}">
                <a16:creationId xmlns:a16="http://schemas.microsoft.com/office/drawing/2014/main" id="{A282B5E7-6F1A-4DAD-A008-BD393893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6" name="p28-线-0046">
            <a:extLst xmlns:a="http://schemas.openxmlformats.org/drawingml/2006/main">
              <a:ext uri="{FF2B5EF4-FFF2-40B4-BE49-F238E27FC236}">
                <a16:creationId xmlns:a16="http://schemas.microsoft.com/office/drawing/2014/main" id="{08BA012B-5E22-4C6E-8531-52A5FB25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28-线-0047">
            <a:extLst xmlns:a="http://schemas.openxmlformats.org/drawingml/2006/main">
              <a:ext uri="{FF2B5EF4-FFF2-40B4-BE49-F238E27FC236}">
                <a16:creationId xmlns:a16="http://schemas.microsoft.com/office/drawing/2014/main" id="{D53DA59D-9CCF-48EB-9736-7380E04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8" name="p28-线-0048">
            <a:extLst xmlns:a="http://schemas.openxmlformats.org/drawingml/2006/main">
              <a:ext uri="{FF2B5EF4-FFF2-40B4-BE49-F238E27FC236}">
                <a16:creationId xmlns:a16="http://schemas.microsoft.com/office/drawing/2014/main" id="{17F94F98-D67B-4E7B-B60D-EE5B0923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9" name="p28-线-0049">
            <a:extLst xmlns:a="http://schemas.openxmlformats.org/drawingml/2006/main">
              <a:ext uri="{FF2B5EF4-FFF2-40B4-BE49-F238E27FC236}">
                <a16:creationId xmlns:a16="http://schemas.microsoft.com/office/drawing/2014/main" id="{6EF730D2-596B-418A-B614-99D49F84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28-线-0050">
            <a:extLst xmlns:a="http://schemas.openxmlformats.org/drawingml/2006/main">
              <a:ext uri="{FF2B5EF4-FFF2-40B4-BE49-F238E27FC236}">
                <a16:creationId xmlns:a16="http://schemas.microsoft.com/office/drawing/2014/main" id="{F6278E71-0F83-4ACB-A1DF-B276269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1" name="p28-线-0051">
            <a:extLst xmlns:a="http://schemas.openxmlformats.org/drawingml/2006/main">
              <a:ext uri="{FF2B5EF4-FFF2-40B4-BE49-F238E27FC236}">
                <a16:creationId xmlns:a16="http://schemas.microsoft.com/office/drawing/2014/main" id="{217288E1-03DC-4563-8FA6-0649E9E0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2" name="p28-线-0052">
            <a:extLst xmlns:a="http://schemas.openxmlformats.org/drawingml/2006/main">
              <a:ext uri="{FF2B5EF4-FFF2-40B4-BE49-F238E27FC236}">
                <a16:creationId xmlns:a16="http://schemas.microsoft.com/office/drawing/2014/main" id="{BDC6A7FF-3BE6-4BFA-A49C-56561D9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28-线-0053">
            <a:extLst xmlns:a="http://schemas.openxmlformats.org/drawingml/2006/main">
              <a:ext uri="{FF2B5EF4-FFF2-40B4-BE49-F238E27FC236}">
                <a16:creationId xmlns:a16="http://schemas.microsoft.com/office/drawing/2014/main" id="{A20EF99B-80A3-4E95-B02B-0AC4EAF9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4" name="p28-线-0054">
            <a:extLst xmlns:a="http://schemas.openxmlformats.org/drawingml/2006/main">
              <a:ext uri="{FF2B5EF4-FFF2-40B4-BE49-F238E27FC236}">
                <a16:creationId xmlns:a16="http://schemas.microsoft.com/office/drawing/2014/main" id="{1521CEBD-2EDE-4533-94E4-EBAC0FCC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5" name="p28-线-0055">
            <a:extLst xmlns:a="http://schemas.openxmlformats.org/drawingml/2006/main">
              <a:ext uri="{FF2B5EF4-FFF2-40B4-BE49-F238E27FC236}">
                <a16:creationId xmlns:a16="http://schemas.microsoft.com/office/drawing/2014/main" id="{D64847F7-F474-4230-AE2A-7F8C8D8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28-线-0056">
            <a:extLst xmlns:a="http://schemas.openxmlformats.org/drawingml/2006/main">
              <a:ext uri="{FF2B5EF4-FFF2-40B4-BE49-F238E27FC236}">
                <a16:creationId xmlns:a16="http://schemas.microsoft.com/office/drawing/2014/main" id="{5E9EC45B-1038-4FA9-BABD-E26EA1C6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7" name="p28-线-0057">
            <a:extLst xmlns:a="http://schemas.openxmlformats.org/drawingml/2006/main">
              <a:ext uri="{FF2B5EF4-FFF2-40B4-BE49-F238E27FC236}">
                <a16:creationId xmlns:a16="http://schemas.microsoft.com/office/drawing/2014/main" id="{4C9A5D11-6EAC-4D3F-B051-B0A25D5C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8" name="p28-线-0058">
            <a:extLst xmlns:a="http://schemas.openxmlformats.org/drawingml/2006/main">
              <a:ext uri="{FF2B5EF4-FFF2-40B4-BE49-F238E27FC236}">
                <a16:creationId xmlns:a16="http://schemas.microsoft.com/office/drawing/2014/main" id="{B52AA6E9-2EEC-4873-A118-CC6EEC4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28-线-0059">
            <a:extLst xmlns:a="http://schemas.openxmlformats.org/drawingml/2006/main">
              <a:ext uri="{FF2B5EF4-FFF2-40B4-BE49-F238E27FC236}">
                <a16:creationId xmlns:a16="http://schemas.microsoft.com/office/drawing/2014/main" id="{1F9E7330-B8D1-445B-B801-EBD22449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28-线-0060">
            <a:extLst xmlns:a="http://schemas.openxmlformats.org/drawingml/2006/main">
              <a:ext uri="{FF2B5EF4-FFF2-40B4-BE49-F238E27FC236}">
                <a16:creationId xmlns:a16="http://schemas.microsoft.com/office/drawing/2014/main" id="{98994BED-635A-42CB-ACEA-D1C758F3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28-线-0061">
            <a:extLst xmlns:a="http://schemas.openxmlformats.org/drawingml/2006/main">
              <a:ext uri="{FF2B5EF4-FFF2-40B4-BE49-F238E27FC236}">
                <a16:creationId xmlns:a16="http://schemas.microsoft.com/office/drawing/2014/main" id="{F4B63711-7C07-4FCA-A675-7A12066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28-线-0062">
            <a:extLst xmlns:a="http://schemas.openxmlformats.org/drawingml/2006/main">
              <a:ext uri="{FF2B5EF4-FFF2-40B4-BE49-F238E27FC236}">
                <a16:creationId xmlns:a16="http://schemas.microsoft.com/office/drawing/2014/main" id="{79CCC696-F217-4E36-9F75-F5B5145E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28-线-0063">
            <a:extLst xmlns:a="http://schemas.openxmlformats.org/drawingml/2006/main">
              <a:ext uri="{FF2B5EF4-FFF2-40B4-BE49-F238E27FC236}">
                <a16:creationId xmlns:a16="http://schemas.microsoft.com/office/drawing/2014/main" id="{540B9C63-F0E5-4C16-9E69-51DC988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28-线-0064">
            <a:extLst xmlns:a="http://schemas.openxmlformats.org/drawingml/2006/main">
              <a:ext uri="{FF2B5EF4-FFF2-40B4-BE49-F238E27FC236}">
                <a16:creationId xmlns:a16="http://schemas.microsoft.com/office/drawing/2014/main" id="{BC16B674-EF3F-4887-BFAE-6DC9D2A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28-线-0065">
            <a:extLst xmlns:a="http://schemas.openxmlformats.org/drawingml/2006/main">
              <a:ext uri="{FF2B5EF4-FFF2-40B4-BE49-F238E27FC236}">
                <a16:creationId xmlns:a16="http://schemas.microsoft.com/office/drawing/2014/main" id="{559F2E8F-BA44-490C-98B7-D20B227A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28-线-0066">
            <a:extLst xmlns:a="http://schemas.openxmlformats.org/drawingml/2006/main">
              <a:ext uri="{FF2B5EF4-FFF2-40B4-BE49-F238E27FC236}">
                <a16:creationId xmlns:a16="http://schemas.microsoft.com/office/drawing/2014/main" id="{E96AA600-6B6D-41D9-8348-266B518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7" name="p28-线-0067">
            <a:extLst xmlns:a="http://schemas.openxmlformats.org/drawingml/2006/main">
              <a:ext uri="{FF2B5EF4-FFF2-40B4-BE49-F238E27FC236}">
                <a16:creationId xmlns:a16="http://schemas.microsoft.com/office/drawing/2014/main" id="{BA84D890-E39D-4501-A8E4-AA630B0E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4643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28-线-0068">
            <a:extLst xmlns:a="http://schemas.openxmlformats.org/drawingml/2006/main">
              <a:ext uri="{FF2B5EF4-FFF2-40B4-BE49-F238E27FC236}">
                <a16:creationId xmlns:a16="http://schemas.microsoft.com/office/drawing/2014/main" id="{19F98CE2-E8B0-428A-8084-B3CCAD08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28-线-0069">
            <a:extLst xmlns:a="http://schemas.openxmlformats.org/drawingml/2006/main">
              <a:ext uri="{FF2B5EF4-FFF2-40B4-BE49-F238E27FC236}">
                <a16:creationId xmlns:a16="http://schemas.microsoft.com/office/drawing/2014/main" id="{6203856D-CF13-47DB-B8B0-B023D33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4643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28-线-0070">
            <a:extLst xmlns:a="http://schemas.openxmlformats.org/drawingml/2006/main">
              <a:ext uri="{FF2B5EF4-FFF2-40B4-BE49-F238E27FC236}">
                <a16:creationId xmlns:a16="http://schemas.microsoft.com/office/drawing/2014/main" id="{F9B4BE5D-50E2-45F1-807C-73FB9AE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4643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28-线-0071">
            <a:extLst xmlns:a="http://schemas.openxmlformats.org/drawingml/2006/main">
              <a:ext uri="{FF2B5EF4-FFF2-40B4-BE49-F238E27FC236}">
                <a16:creationId xmlns:a16="http://schemas.microsoft.com/office/drawing/2014/main" id="{38FE50EA-68B5-41D6-864D-E89CBCA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28-线-0072">
            <a:extLst xmlns:a="http://schemas.openxmlformats.org/drawingml/2006/main">
              <a:ext uri="{FF2B5EF4-FFF2-40B4-BE49-F238E27FC236}">
                <a16:creationId xmlns:a16="http://schemas.microsoft.com/office/drawing/2014/main" id="{3FF75E4D-A724-41C6-8D73-F2AAF9CB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3" name="p28-线-0073">
            <a:extLst xmlns:a="http://schemas.openxmlformats.org/drawingml/2006/main">
              <a:ext uri="{FF2B5EF4-FFF2-40B4-BE49-F238E27FC236}">
                <a16:creationId xmlns:a16="http://schemas.microsoft.com/office/drawing/2014/main" id="{B625ADB9-A389-4075-B999-5D0EEFA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4" name="p28-线-0074">
            <a:extLst xmlns:a="http://schemas.openxmlformats.org/drawingml/2006/main">
              <a:ext uri="{FF2B5EF4-FFF2-40B4-BE49-F238E27FC236}">
                <a16:creationId xmlns:a16="http://schemas.microsoft.com/office/drawing/2014/main" id="{29E87F1B-BD92-4E98-B9C4-22C5F51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28-线-0075">
            <a:extLst xmlns:a="http://schemas.openxmlformats.org/drawingml/2006/main">
              <a:ext uri="{FF2B5EF4-FFF2-40B4-BE49-F238E27FC236}">
                <a16:creationId xmlns:a16="http://schemas.microsoft.com/office/drawing/2014/main" id="{264E0C8C-E7ED-46A3-852F-6F2BE89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6" name="p28-线-0076">
            <a:extLst xmlns:a="http://schemas.openxmlformats.org/drawingml/2006/main">
              <a:ext uri="{FF2B5EF4-FFF2-40B4-BE49-F238E27FC236}">
                <a16:creationId xmlns:a16="http://schemas.microsoft.com/office/drawing/2014/main" id="{FF0E4173-0B0D-41C0-8D2A-43066734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7" name="p28-线-0077">
            <a:extLst xmlns:a="http://schemas.openxmlformats.org/drawingml/2006/main">
              <a:ext uri="{FF2B5EF4-FFF2-40B4-BE49-F238E27FC236}">
                <a16:creationId xmlns:a16="http://schemas.microsoft.com/office/drawing/2014/main" id="{EAE69F9B-CC1C-45AE-B5C0-8203333A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28-线-0078">
            <a:extLst xmlns:a="http://schemas.openxmlformats.org/drawingml/2006/main">
              <a:ext uri="{FF2B5EF4-FFF2-40B4-BE49-F238E27FC236}">
                <a16:creationId xmlns:a16="http://schemas.microsoft.com/office/drawing/2014/main" id="{F132C554-4367-457C-85E7-4BE5D233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9" name="p28-线-0079">
            <a:extLst xmlns:a="http://schemas.openxmlformats.org/drawingml/2006/main">
              <a:ext uri="{FF2B5EF4-FFF2-40B4-BE49-F238E27FC236}">
                <a16:creationId xmlns:a16="http://schemas.microsoft.com/office/drawing/2014/main" id="{D4450915-DA0A-4473-B4D5-F84AAE10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0" name="p28-线-0080">
            <a:extLst xmlns:a="http://schemas.openxmlformats.org/drawingml/2006/main">
              <a:ext uri="{FF2B5EF4-FFF2-40B4-BE49-F238E27FC236}">
                <a16:creationId xmlns:a16="http://schemas.microsoft.com/office/drawing/2014/main" id="{38A74D45-C7AB-410B-8E7A-E8163E47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28-线-0081">
            <a:extLst xmlns:a="http://schemas.openxmlformats.org/drawingml/2006/main">
              <a:ext uri="{FF2B5EF4-FFF2-40B4-BE49-F238E27FC236}">
                <a16:creationId xmlns:a16="http://schemas.microsoft.com/office/drawing/2014/main" id="{2E3933AC-B76D-4CAF-A816-3F1EA8C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2" name="p28-线-0082">
            <a:extLst xmlns:a="http://schemas.openxmlformats.org/drawingml/2006/main">
              <a:ext uri="{FF2B5EF4-FFF2-40B4-BE49-F238E27FC236}">
                <a16:creationId xmlns:a16="http://schemas.microsoft.com/office/drawing/2014/main" id="{B67CFBAC-193B-4F26-8BC0-6C57573A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3" name="p28-线-0083">
            <a:extLst xmlns:a="http://schemas.openxmlformats.org/drawingml/2006/main">
              <a:ext uri="{FF2B5EF4-FFF2-40B4-BE49-F238E27FC236}">
                <a16:creationId xmlns:a16="http://schemas.microsoft.com/office/drawing/2014/main" id="{04884BC2-9509-4D75-A502-F2BDCC1B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28-线-0084">
            <a:extLst xmlns:a="http://schemas.openxmlformats.org/drawingml/2006/main">
              <a:ext uri="{FF2B5EF4-FFF2-40B4-BE49-F238E27FC236}">
                <a16:creationId xmlns:a16="http://schemas.microsoft.com/office/drawing/2014/main" id="{AC244FE4-ED86-450D-849C-8B9D46C6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5" name="p28-线-0085">
            <a:extLst xmlns:a="http://schemas.openxmlformats.org/drawingml/2006/main">
              <a:ext uri="{FF2B5EF4-FFF2-40B4-BE49-F238E27FC236}">
                <a16:creationId xmlns:a16="http://schemas.microsoft.com/office/drawing/2014/main" id="{12C39F95-9FB8-4329-9373-CC2F3FB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6" name="p28-线-0086">
            <a:extLst xmlns:a="http://schemas.openxmlformats.org/drawingml/2006/main">
              <a:ext uri="{FF2B5EF4-FFF2-40B4-BE49-F238E27FC236}">
                <a16:creationId xmlns:a16="http://schemas.microsoft.com/office/drawing/2014/main" id="{B3DBE200-A930-4DC4-B106-C534B6D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28-线-0087">
            <a:extLst xmlns:a="http://schemas.openxmlformats.org/drawingml/2006/main">
              <a:ext uri="{FF2B5EF4-FFF2-40B4-BE49-F238E27FC236}">
                <a16:creationId xmlns:a16="http://schemas.microsoft.com/office/drawing/2014/main" id="{9001741E-B099-4174-AB57-150A13C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8" name="p28-线-0088">
            <a:extLst xmlns:a="http://schemas.openxmlformats.org/drawingml/2006/main">
              <a:ext uri="{FF2B5EF4-FFF2-40B4-BE49-F238E27FC236}">
                <a16:creationId xmlns:a16="http://schemas.microsoft.com/office/drawing/2014/main" id="{2BD0D5D1-B13E-4A5F-B68D-BCBC3E5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9" name="p28-线-0089">
            <a:extLst xmlns:a="http://schemas.openxmlformats.org/drawingml/2006/main">
              <a:ext uri="{FF2B5EF4-FFF2-40B4-BE49-F238E27FC236}">
                <a16:creationId xmlns:a16="http://schemas.microsoft.com/office/drawing/2014/main" id="{B2B0DA17-1460-429A-9F11-070A8A1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28-线-0090">
            <a:extLst xmlns:a="http://schemas.openxmlformats.org/drawingml/2006/main">
              <a:ext uri="{FF2B5EF4-FFF2-40B4-BE49-F238E27FC236}">
                <a16:creationId xmlns:a16="http://schemas.microsoft.com/office/drawing/2014/main" id="{AD4C14FD-8AAD-4F9C-8FBE-4594FA6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28-线-0091">
            <a:extLst xmlns:a="http://schemas.openxmlformats.org/drawingml/2006/main">
              <a:ext uri="{FF2B5EF4-FFF2-40B4-BE49-F238E27FC236}">
                <a16:creationId xmlns:a16="http://schemas.microsoft.com/office/drawing/2014/main" id="{B95B0E2A-BBFD-44C5-A85E-6DEF8A7C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28-线-0092">
            <a:extLst xmlns:a="http://schemas.openxmlformats.org/drawingml/2006/main">
              <a:ext uri="{FF2B5EF4-FFF2-40B4-BE49-F238E27FC236}">
                <a16:creationId xmlns:a16="http://schemas.microsoft.com/office/drawing/2014/main" id="{D8B672CD-5585-413D-9442-71B45935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28-线-0093">
            <a:extLst xmlns:a="http://schemas.openxmlformats.org/drawingml/2006/main">
              <a:ext uri="{FF2B5EF4-FFF2-40B4-BE49-F238E27FC236}">
                <a16:creationId xmlns:a16="http://schemas.microsoft.com/office/drawing/2014/main" id="{36452BB1-3581-4626-8020-5F9C796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28-线-0094">
            <a:extLst xmlns:a="http://schemas.openxmlformats.org/drawingml/2006/main">
              <a:ext uri="{FF2B5EF4-FFF2-40B4-BE49-F238E27FC236}">
                <a16:creationId xmlns:a16="http://schemas.microsoft.com/office/drawing/2014/main" id="{77598506-ABFF-43BD-89CB-79B03F77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28-线-0095">
            <a:extLst xmlns:a="http://schemas.openxmlformats.org/drawingml/2006/main">
              <a:ext uri="{FF2B5EF4-FFF2-40B4-BE49-F238E27FC236}">
                <a16:creationId xmlns:a16="http://schemas.microsoft.com/office/drawing/2014/main" id="{8A678A55-C11A-48D5-9600-2DC6E764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28-线-0096">
            <a:extLst xmlns:a="http://schemas.openxmlformats.org/drawingml/2006/main">
              <a:ext uri="{FF2B5EF4-FFF2-40B4-BE49-F238E27FC236}">
                <a16:creationId xmlns:a16="http://schemas.microsoft.com/office/drawing/2014/main" id="{10A7DDE0-E98B-4348-B229-C13DBD3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28-线-0097">
            <a:extLst xmlns:a="http://schemas.openxmlformats.org/drawingml/2006/main">
              <a:ext uri="{FF2B5EF4-FFF2-40B4-BE49-F238E27FC236}">
                <a16:creationId xmlns:a16="http://schemas.microsoft.com/office/drawing/2014/main" id="{63BE23BD-833F-4DCE-8720-1001C420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28-线-0098">
            <a:extLst xmlns:a="http://schemas.openxmlformats.org/drawingml/2006/main">
              <a:ext uri="{FF2B5EF4-FFF2-40B4-BE49-F238E27FC236}">
                <a16:creationId xmlns:a16="http://schemas.microsoft.com/office/drawing/2014/main" id="{A9890ADE-07A6-473D-9608-CBBB04DE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0202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28-线-0099">
            <a:extLst xmlns:a="http://schemas.openxmlformats.org/drawingml/2006/main">
              <a:ext uri="{FF2B5EF4-FFF2-40B4-BE49-F238E27FC236}">
                <a16:creationId xmlns:a16="http://schemas.microsoft.com/office/drawing/2014/main" id="{5C4D1092-CE95-4354-8952-EFC39206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28-线-0100">
            <a:extLst xmlns:a="http://schemas.openxmlformats.org/drawingml/2006/main">
              <a:ext uri="{FF2B5EF4-FFF2-40B4-BE49-F238E27FC236}">
                <a16:creationId xmlns:a16="http://schemas.microsoft.com/office/drawing/2014/main" id="{E9540F10-0433-4683-AFC4-C9DCCB4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02025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28-线-0101">
            <a:extLst xmlns:a="http://schemas.openxmlformats.org/drawingml/2006/main">
              <a:ext uri="{FF2B5EF4-FFF2-40B4-BE49-F238E27FC236}">
                <a16:creationId xmlns:a16="http://schemas.microsoft.com/office/drawing/2014/main" id="{DCF1B9A8-6788-4EC7-8A73-3EF37E01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2025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28-线-0102">
            <a:extLst xmlns:a="http://schemas.openxmlformats.org/drawingml/2006/main">
              <a:ext uri="{FF2B5EF4-FFF2-40B4-BE49-F238E27FC236}">
                <a16:creationId xmlns:a16="http://schemas.microsoft.com/office/drawing/2014/main" id="{80BF6F34-AE48-4041-A5DD-AF398383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28-线-0103">
            <a:extLst xmlns:a="http://schemas.openxmlformats.org/drawingml/2006/main">
              <a:ext uri="{FF2B5EF4-FFF2-40B4-BE49-F238E27FC236}">
                <a16:creationId xmlns:a16="http://schemas.microsoft.com/office/drawing/2014/main" id="{92EF0F30-60AB-4153-8C95-FB07E5B5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4" name="p28-线-0104">
            <a:extLst xmlns:a="http://schemas.openxmlformats.org/drawingml/2006/main">
              <a:ext uri="{FF2B5EF4-FFF2-40B4-BE49-F238E27FC236}">
                <a16:creationId xmlns:a16="http://schemas.microsoft.com/office/drawing/2014/main" id="{C909F23F-2CAC-4FFD-8283-A28F99D2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5" name="p28-线-0105">
            <a:extLst xmlns:a="http://schemas.openxmlformats.org/drawingml/2006/main">
              <a:ext uri="{FF2B5EF4-FFF2-40B4-BE49-F238E27FC236}">
                <a16:creationId xmlns:a16="http://schemas.microsoft.com/office/drawing/2014/main" id="{853C2FE5-3969-497F-9782-BD1EDF9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28-线-0106">
            <a:extLst xmlns:a="http://schemas.openxmlformats.org/drawingml/2006/main">
              <a:ext uri="{FF2B5EF4-FFF2-40B4-BE49-F238E27FC236}">
                <a16:creationId xmlns:a16="http://schemas.microsoft.com/office/drawing/2014/main" id="{A726343A-3549-4F43-AB04-AC1DB167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7" name="p28-线-0107">
            <a:extLst xmlns:a="http://schemas.openxmlformats.org/drawingml/2006/main">
              <a:ext uri="{FF2B5EF4-FFF2-40B4-BE49-F238E27FC236}">
                <a16:creationId xmlns:a16="http://schemas.microsoft.com/office/drawing/2014/main" id="{BEBFAA54-6E06-4376-82EC-C0419CA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8" name="p28-线-0108">
            <a:extLst xmlns:a="http://schemas.openxmlformats.org/drawingml/2006/main">
              <a:ext uri="{FF2B5EF4-FFF2-40B4-BE49-F238E27FC236}">
                <a16:creationId xmlns:a16="http://schemas.microsoft.com/office/drawing/2014/main" id="{596F1F46-D90A-47EE-88C2-D5C4C6D3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28-线-0109">
            <a:extLst xmlns:a="http://schemas.openxmlformats.org/drawingml/2006/main">
              <a:ext uri="{FF2B5EF4-FFF2-40B4-BE49-F238E27FC236}">
                <a16:creationId xmlns:a16="http://schemas.microsoft.com/office/drawing/2014/main" id="{3A03654A-360F-448B-9325-9EF1F177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0" name="p28-线-0110">
            <a:extLst xmlns:a="http://schemas.openxmlformats.org/drawingml/2006/main">
              <a:ext uri="{FF2B5EF4-FFF2-40B4-BE49-F238E27FC236}">
                <a16:creationId xmlns:a16="http://schemas.microsoft.com/office/drawing/2014/main" id="{327C86D5-C826-416C-8E95-1DE4C04D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1" name="p28-线-0111">
            <a:extLst xmlns:a="http://schemas.openxmlformats.org/drawingml/2006/main">
              <a:ext uri="{FF2B5EF4-FFF2-40B4-BE49-F238E27FC236}">
                <a16:creationId xmlns:a16="http://schemas.microsoft.com/office/drawing/2014/main" id="{50444640-2A30-475B-BF3B-BCFF3E21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28-线-0112">
            <a:extLst xmlns:a="http://schemas.openxmlformats.org/drawingml/2006/main">
              <a:ext uri="{FF2B5EF4-FFF2-40B4-BE49-F238E27FC236}">
                <a16:creationId xmlns:a16="http://schemas.microsoft.com/office/drawing/2014/main" id="{6FEFE579-8D82-4E7E-905B-428C8D5D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3" name="p28-线-0113">
            <a:extLst xmlns:a="http://schemas.openxmlformats.org/drawingml/2006/main">
              <a:ext uri="{FF2B5EF4-FFF2-40B4-BE49-F238E27FC236}">
                <a16:creationId xmlns:a16="http://schemas.microsoft.com/office/drawing/2014/main" id="{59B94829-2D56-4C14-BD05-9C37F3E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4" name="p28-线-0114">
            <a:extLst xmlns:a="http://schemas.openxmlformats.org/drawingml/2006/main">
              <a:ext uri="{FF2B5EF4-FFF2-40B4-BE49-F238E27FC236}">
                <a16:creationId xmlns:a16="http://schemas.microsoft.com/office/drawing/2014/main" id="{3A9793B3-7C36-4B66-9801-6E6A024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28-线-0115">
            <a:extLst xmlns:a="http://schemas.openxmlformats.org/drawingml/2006/main">
              <a:ext uri="{FF2B5EF4-FFF2-40B4-BE49-F238E27FC236}">
                <a16:creationId xmlns:a16="http://schemas.microsoft.com/office/drawing/2014/main" id="{94473238-B656-478C-853A-896B3DFC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6" name="p28-线-0116">
            <a:extLst xmlns:a="http://schemas.openxmlformats.org/drawingml/2006/main">
              <a:ext uri="{FF2B5EF4-FFF2-40B4-BE49-F238E27FC236}">
                <a16:creationId xmlns:a16="http://schemas.microsoft.com/office/drawing/2014/main" id="{F39CF20B-80E7-40F8-A4AB-6B9AF25C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7" name="p28-线-0117">
            <a:extLst xmlns:a="http://schemas.openxmlformats.org/drawingml/2006/main">
              <a:ext uri="{FF2B5EF4-FFF2-40B4-BE49-F238E27FC236}">
                <a16:creationId xmlns:a16="http://schemas.microsoft.com/office/drawing/2014/main" id="{294BD357-ED4A-42E1-A710-64A956FF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28-线-0118">
            <a:extLst xmlns:a="http://schemas.openxmlformats.org/drawingml/2006/main">
              <a:ext uri="{FF2B5EF4-FFF2-40B4-BE49-F238E27FC236}">
                <a16:creationId xmlns:a16="http://schemas.microsoft.com/office/drawing/2014/main" id="{E0FBF8E6-30C9-4A02-A6D0-5AA54C66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9" name="p28-线-0119">
            <a:extLst xmlns:a="http://schemas.openxmlformats.org/drawingml/2006/main">
              <a:ext uri="{FF2B5EF4-FFF2-40B4-BE49-F238E27FC236}">
                <a16:creationId xmlns:a16="http://schemas.microsoft.com/office/drawing/2014/main" id="{A465CA60-820F-4AB1-BBDD-41E1B79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0" name="p28-线-0120">
            <a:extLst xmlns:a="http://schemas.openxmlformats.org/drawingml/2006/main">
              <a:ext uri="{FF2B5EF4-FFF2-40B4-BE49-F238E27FC236}">
                <a16:creationId xmlns:a16="http://schemas.microsoft.com/office/drawing/2014/main" id="{55216C0F-5A74-43B9-B2AB-7AA61285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28-线-0121">
            <a:extLst xmlns:a="http://schemas.openxmlformats.org/drawingml/2006/main">
              <a:ext uri="{FF2B5EF4-FFF2-40B4-BE49-F238E27FC236}">
                <a16:creationId xmlns:a16="http://schemas.microsoft.com/office/drawing/2014/main" id="{F16C0E0E-3728-44F0-8054-E94664F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28-线-0122">
            <a:extLst xmlns:a="http://schemas.openxmlformats.org/drawingml/2006/main">
              <a:ext uri="{FF2B5EF4-FFF2-40B4-BE49-F238E27FC236}">
                <a16:creationId xmlns:a16="http://schemas.microsoft.com/office/drawing/2014/main" id="{C239F5FB-BD67-473F-B2F7-A27CF84E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28-线-0123">
            <a:extLst xmlns:a="http://schemas.openxmlformats.org/drawingml/2006/main">
              <a:ext uri="{FF2B5EF4-FFF2-40B4-BE49-F238E27FC236}">
                <a16:creationId xmlns:a16="http://schemas.microsoft.com/office/drawing/2014/main" id="{A6D2B684-F055-434B-B6B5-AA68124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28-线-0124">
            <a:extLst xmlns:a="http://schemas.openxmlformats.org/drawingml/2006/main">
              <a:ext uri="{FF2B5EF4-FFF2-40B4-BE49-F238E27FC236}">
                <a16:creationId xmlns:a16="http://schemas.microsoft.com/office/drawing/2014/main" id="{B012AC9B-7609-4FF9-B7FA-4AE5C1F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28-线-0125">
            <a:extLst xmlns:a="http://schemas.openxmlformats.org/drawingml/2006/main">
              <a:ext uri="{FF2B5EF4-FFF2-40B4-BE49-F238E27FC236}">
                <a16:creationId xmlns:a16="http://schemas.microsoft.com/office/drawing/2014/main" id="{F7201712-9AB5-47C9-925C-43AE2DC3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28-线-0126">
            <a:extLst xmlns:a="http://schemas.openxmlformats.org/drawingml/2006/main">
              <a:ext uri="{FF2B5EF4-FFF2-40B4-BE49-F238E27FC236}">
                <a16:creationId xmlns:a16="http://schemas.microsoft.com/office/drawing/2014/main" id="{9C14BD62-FAAA-4115-A227-8CB9195B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28-线-0127">
            <a:extLst xmlns:a="http://schemas.openxmlformats.org/drawingml/2006/main">
              <a:ext uri="{FF2B5EF4-FFF2-40B4-BE49-F238E27FC236}">
                <a16:creationId xmlns:a16="http://schemas.microsoft.com/office/drawing/2014/main" id="{ACF6265B-C96B-47BF-8B71-19D4293C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28-线-0128">
            <a:extLst xmlns:a="http://schemas.openxmlformats.org/drawingml/2006/main">
              <a:ext uri="{FF2B5EF4-FFF2-40B4-BE49-F238E27FC236}">
                <a16:creationId xmlns:a16="http://schemas.microsoft.com/office/drawing/2014/main" id="{46F9E88A-C6D4-484E-B64E-937AA7B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28-线-0129">
            <a:extLst xmlns:a="http://schemas.openxmlformats.org/drawingml/2006/main">
              <a:ext uri="{FF2B5EF4-FFF2-40B4-BE49-F238E27FC236}">
                <a16:creationId xmlns:a16="http://schemas.microsoft.com/office/drawing/2014/main" id="{11C8F75F-6A17-428D-AA87-0F076A69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57613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28-线-0130">
            <a:extLst xmlns:a="http://schemas.openxmlformats.org/drawingml/2006/main">
              <a:ext uri="{FF2B5EF4-FFF2-40B4-BE49-F238E27FC236}">
                <a16:creationId xmlns:a16="http://schemas.microsoft.com/office/drawing/2014/main" id="{F47356F0-B503-4D4A-B508-BCC02216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28-线-0131">
            <a:extLst xmlns:a="http://schemas.openxmlformats.org/drawingml/2006/main">
              <a:ext uri="{FF2B5EF4-FFF2-40B4-BE49-F238E27FC236}">
                <a16:creationId xmlns:a16="http://schemas.microsoft.com/office/drawing/2014/main" id="{1D6BDF58-9FCA-49AA-AC6F-93D638C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57613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28-线-0132">
            <a:extLst xmlns:a="http://schemas.openxmlformats.org/drawingml/2006/main">
              <a:ext uri="{FF2B5EF4-FFF2-40B4-BE49-F238E27FC236}">
                <a16:creationId xmlns:a16="http://schemas.microsoft.com/office/drawing/2014/main" id="{4A1EBC2B-8DE8-4AD0-86EA-8C5D8E3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7613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28-线-0133">
            <a:extLst xmlns:a="http://schemas.openxmlformats.org/drawingml/2006/main">
              <a:ext uri="{FF2B5EF4-FFF2-40B4-BE49-F238E27FC236}">
                <a16:creationId xmlns:a16="http://schemas.microsoft.com/office/drawing/2014/main" id="{FE278FB9-ADFF-4BE0-991E-9A9B085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28-线-0134">
            <a:extLst xmlns:a="http://schemas.openxmlformats.org/drawingml/2006/main">
              <a:ext uri="{FF2B5EF4-FFF2-40B4-BE49-F238E27FC236}">
                <a16:creationId xmlns:a16="http://schemas.microsoft.com/office/drawing/2014/main" id="{3649DC1F-E005-41C8-83D5-C81A442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5" name="p28-线-0135">
            <a:extLst xmlns:a="http://schemas.openxmlformats.org/drawingml/2006/main">
              <a:ext uri="{FF2B5EF4-FFF2-40B4-BE49-F238E27FC236}">
                <a16:creationId xmlns:a16="http://schemas.microsoft.com/office/drawing/2014/main" id="{D268164F-BB51-4AF2-AB65-8E5442BC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6" name="p28-线-0136">
            <a:extLst xmlns:a="http://schemas.openxmlformats.org/drawingml/2006/main">
              <a:ext uri="{FF2B5EF4-FFF2-40B4-BE49-F238E27FC236}">
                <a16:creationId xmlns:a16="http://schemas.microsoft.com/office/drawing/2014/main" id="{42C1CFA4-1B9C-406F-B6A2-3093E82E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28-线-0137">
            <a:extLst xmlns:a="http://schemas.openxmlformats.org/drawingml/2006/main">
              <a:ext uri="{FF2B5EF4-FFF2-40B4-BE49-F238E27FC236}">
                <a16:creationId xmlns:a16="http://schemas.microsoft.com/office/drawing/2014/main" id="{2107B9D1-1282-4028-8450-099FAAFA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8" name="p28-线-0138">
            <a:extLst xmlns:a="http://schemas.openxmlformats.org/drawingml/2006/main">
              <a:ext uri="{FF2B5EF4-FFF2-40B4-BE49-F238E27FC236}">
                <a16:creationId xmlns:a16="http://schemas.microsoft.com/office/drawing/2014/main" id="{0718BB2C-DA14-4BD5-A390-B0E3FFE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9" name="p28-线-0139">
            <a:extLst xmlns:a="http://schemas.openxmlformats.org/drawingml/2006/main">
              <a:ext uri="{FF2B5EF4-FFF2-40B4-BE49-F238E27FC236}">
                <a16:creationId xmlns:a16="http://schemas.microsoft.com/office/drawing/2014/main" id="{53C522C2-247D-425F-9F4A-F66E75B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28-线-0140">
            <a:extLst xmlns:a="http://schemas.openxmlformats.org/drawingml/2006/main">
              <a:ext uri="{FF2B5EF4-FFF2-40B4-BE49-F238E27FC236}">
                <a16:creationId xmlns:a16="http://schemas.microsoft.com/office/drawing/2014/main" id="{EACDEAA8-B493-4385-B030-628F33B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1" name="p28-线-0141">
            <a:extLst xmlns:a="http://schemas.openxmlformats.org/drawingml/2006/main">
              <a:ext uri="{FF2B5EF4-FFF2-40B4-BE49-F238E27FC236}">
                <a16:creationId xmlns:a16="http://schemas.microsoft.com/office/drawing/2014/main" id="{F319EFE8-A74B-42DC-B2B3-F928ADD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2" name="p28-线-0142">
            <a:extLst xmlns:a="http://schemas.openxmlformats.org/drawingml/2006/main">
              <a:ext uri="{FF2B5EF4-FFF2-40B4-BE49-F238E27FC236}">
                <a16:creationId xmlns:a16="http://schemas.microsoft.com/office/drawing/2014/main" id="{ECCF5994-42E9-4A63-9B89-D5D12E97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28-线-0143">
            <a:extLst xmlns:a="http://schemas.openxmlformats.org/drawingml/2006/main">
              <a:ext uri="{FF2B5EF4-FFF2-40B4-BE49-F238E27FC236}">
                <a16:creationId xmlns:a16="http://schemas.microsoft.com/office/drawing/2014/main" id="{7AD5E131-CD9B-4683-B8C5-94C7B33B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4" name="p28-线-0144">
            <a:extLst xmlns:a="http://schemas.openxmlformats.org/drawingml/2006/main">
              <a:ext uri="{FF2B5EF4-FFF2-40B4-BE49-F238E27FC236}">
                <a16:creationId xmlns:a16="http://schemas.microsoft.com/office/drawing/2014/main" id="{3D917C50-3436-44F3-86D2-6D8818B8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5" name="p28-线-0145">
            <a:extLst xmlns:a="http://schemas.openxmlformats.org/drawingml/2006/main">
              <a:ext uri="{FF2B5EF4-FFF2-40B4-BE49-F238E27FC236}">
                <a16:creationId xmlns:a16="http://schemas.microsoft.com/office/drawing/2014/main" id="{7D11212A-076C-4178-AC4A-FDE66D32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28-线-0146">
            <a:extLst xmlns:a="http://schemas.openxmlformats.org/drawingml/2006/main">
              <a:ext uri="{FF2B5EF4-FFF2-40B4-BE49-F238E27FC236}">
                <a16:creationId xmlns:a16="http://schemas.microsoft.com/office/drawing/2014/main" id="{A17875EF-9784-412D-8B1C-9952DC95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7" name="p28-线-0147">
            <a:extLst xmlns:a="http://schemas.openxmlformats.org/drawingml/2006/main">
              <a:ext uri="{FF2B5EF4-FFF2-40B4-BE49-F238E27FC236}">
                <a16:creationId xmlns:a16="http://schemas.microsoft.com/office/drawing/2014/main" id="{B81703FD-CDB9-421E-95B7-DA347DC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8" name="p28-线-0148">
            <a:extLst xmlns:a="http://schemas.openxmlformats.org/drawingml/2006/main">
              <a:ext uri="{FF2B5EF4-FFF2-40B4-BE49-F238E27FC236}">
                <a16:creationId xmlns:a16="http://schemas.microsoft.com/office/drawing/2014/main" id="{605E32F8-AF45-451B-B109-79A9C9D1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28-线-0149">
            <a:extLst xmlns:a="http://schemas.openxmlformats.org/drawingml/2006/main">
              <a:ext uri="{FF2B5EF4-FFF2-40B4-BE49-F238E27FC236}">
                <a16:creationId xmlns:a16="http://schemas.microsoft.com/office/drawing/2014/main" id="{2FB78557-2A5B-41D2-B922-5DFEBF27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0" name="p28-线-0150">
            <a:extLst xmlns:a="http://schemas.openxmlformats.org/drawingml/2006/main">
              <a:ext uri="{FF2B5EF4-FFF2-40B4-BE49-F238E27FC236}">
                <a16:creationId xmlns:a16="http://schemas.microsoft.com/office/drawing/2014/main" id="{085CE4FF-B9FF-4BA7-9437-9AC5E8C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1" name="p28-线-0151">
            <a:extLst xmlns:a="http://schemas.openxmlformats.org/drawingml/2006/main">
              <a:ext uri="{FF2B5EF4-FFF2-40B4-BE49-F238E27FC236}">
                <a16:creationId xmlns:a16="http://schemas.microsoft.com/office/drawing/2014/main" id="{F6965DD2-8B18-45D7-A002-3B5029E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28-线-0152">
            <a:extLst xmlns:a="http://schemas.openxmlformats.org/drawingml/2006/main">
              <a:ext uri="{FF2B5EF4-FFF2-40B4-BE49-F238E27FC236}">
                <a16:creationId xmlns:a16="http://schemas.microsoft.com/office/drawing/2014/main" id="{2309CABE-0214-4A88-A2DF-4622386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28-线-0153">
            <a:extLst xmlns:a="http://schemas.openxmlformats.org/drawingml/2006/main">
              <a:ext uri="{FF2B5EF4-FFF2-40B4-BE49-F238E27FC236}">
                <a16:creationId xmlns:a16="http://schemas.microsoft.com/office/drawing/2014/main" id="{794E587C-095B-422B-AD3F-E31012B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28-线-0154">
            <a:extLst xmlns:a="http://schemas.openxmlformats.org/drawingml/2006/main">
              <a:ext uri="{FF2B5EF4-FFF2-40B4-BE49-F238E27FC236}">
                <a16:creationId xmlns:a16="http://schemas.microsoft.com/office/drawing/2014/main" id="{66F7C91F-2493-479A-94BA-368DD1A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28-线-0155">
            <a:extLst xmlns:a="http://schemas.openxmlformats.org/drawingml/2006/main">
              <a:ext uri="{FF2B5EF4-FFF2-40B4-BE49-F238E27FC236}">
                <a16:creationId xmlns:a16="http://schemas.microsoft.com/office/drawing/2014/main" id="{FAD42CBB-E9AD-422C-BBED-E8F8DE0B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28-线-0156">
            <a:extLst xmlns:a="http://schemas.openxmlformats.org/drawingml/2006/main">
              <a:ext uri="{FF2B5EF4-FFF2-40B4-BE49-F238E27FC236}">
                <a16:creationId xmlns:a16="http://schemas.microsoft.com/office/drawing/2014/main" id="{8C0C21C9-CCF0-4033-9514-63CACD2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28-线-0157">
            <a:extLst xmlns:a="http://schemas.openxmlformats.org/drawingml/2006/main">
              <a:ext uri="{FF2B5EF4-FFF2-40B4-BE49-F238E27FC236}">
                <a16:creationId xmlns:a16="http://schemas.microsoft.com/office/drawing/2014/main" id="{576A50BD-FBE2-4FB4-9F9D-5DFE1664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28-线-0158">
            <a:extLst xmlns:a="http://schemas.openxmlformats.org/drawingml/2006/main">
              <a:ext uri="{FF2B5EF4-FFF2-40B4-BE49-F238E27FC236}">
                <a16:creationId xmlns:a16="http://schemas.microsoft.com/office/drawing/2014/main" id="{2F843F9B-D023-49FA-A9C1-10BA567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28-线-0159">
            <a:extLst xmlns:a="http://schemas.openxmlformats.org/drawingml/2006/main">
              <a:ext uri="{FF2B5EF4-FFF2-40B4-BE49-F238E27FC236}">
                <a16:creationId xmlns:a16="http://schemas.microsoft.com/office/drawing/2014/main" id="{1CBA4546-3CF7-46F2-AED2-C5939278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28-线-0160">
            <a:extLst xmlns:a="http://schemas.openxmlformats.org/drawingml/2006/main">
              <a:ext uri="{FF2B5EF4-FFF2-40B4-BE49-F238E27FC236}">
                <a16:creationId xmlns:a16="http://schemas.microsoft.com/office/drawing/2014/main" id="{B0E58F14-3FD4-4E05-BB05-67B588C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13200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28-线-0161">
            <a:extLst xmlns:a="http://schemas.openxmlformats.org/drawingml/2006/main">
              <a:ext uri="{FF2B5EF4-FFF2-40B4-BE49-F238E27FC236}">
                <a16:creationId xmlns:a16="http://schemas.microsoft.com/office/drawing/2014/main" id="{732348A7-00B5-49D4-B6DC-9DEF039C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28-线-0162">
            <a:extLst xmlns:a="http://schemas.openxmlformats.org/drawingml/2006/main">
              <a:ext uri="{FF2B5EF4-FFF2-40B4-BE49-F238E27FC236}">
                <a16:creationId xmlns:a16="http://schemas.microsoft.com/office/drawing/2014/main" id="{9F189F8D-D81A-486F-9C3D-461B9DB6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13200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28-线-0163">
            <a:extLst xmlns:a="http://schemas.openxmlformats.org/drawingml/2006/main">
              <a:ext uri="{FF2B5EF4-FFF2-40B4-BE49-F238E27FC236}">
                <a16:creationId xmlns:a16="http://schemas.microsoft.com/office/drawing/2014/main" id="{14CB6BE6-DC25-4705-84B1-3F1F80B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3200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28-线-0164">
            <a:extLst xmlns:a="http://schemas.openxmlformats.org/drawingml/2006/main">
              <a:ext uri="{FF2B5EF4-FFF2-40B4-BE49-F238E27FC236}">
                <a16:creationId xmlns:a16="http://schemas.microsoft.com/office/drawing/2014/main" id="{FAA86A62-724A-4A34-9689-32B4CE0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28-线-0165">
            <a:extLst xmlns:a="http://schemas.openxmlformats.org/drawingml/2006/main">
              <a:ext uri="{FF2B5EF4-FFF2-40B4-BE49-F238E27FC236}">
                <a16:creationId xmlns:a16="http://schemas.microsoft.com/office/drawing/2014/main" id="{21948BF4-F01A-4B8C-86BC-693661E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6" name="p28-线-0166">
            <a:extLst xmlns:a="http://schemas.openxmlformats.org/drawingml/2006/main">
              <a:ext uri="{FF2B5EF4-FFF2-40B4-BE49-F238E27FC236}">
                <a16:creationId xmlns:a16="http://schemas.microsoft.com/office/drawing/2014/main" id="{93513533-334E-401A-A0A3-F6EE34FA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7" name="p28-线-0167">
            <a:extLst xmlns:a="http://schemas.openxmlformats.org/drawingml/2006/main">
              <a:ext uri="{FF2B5EF4-FFF2-40B4-BE49-F238E27FC236}">
                <a16:creationId xmlns:a16="http://schemas.microsoft.com/office/drawing/2014/main" id="{782F2669-55E4-41C3-BC5D-A84E6260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28-线-0168">
            <a:extLst xmlns:a="http://schemas.openxmlformats.org/drawingml/2006/main">
              <a:ext uri="{FF2B5EF4-FFF2-40B4-BE49-F238E27FC236}">
                <a16:creationId xmlns:a16="http://schemas.microsoft.com/office/drawing/2014/main" id="{C21CED53-5218-4BA8-AAB3-192962D8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9" name="p28-线-0169">
            <a:extLst xmlns:a="http://schemas.openxmlformats.org/drawingml/2006/main">
              <a:ext uri="{FF2B5EF4-FFF2-40B4-BE49-F238E27FC236}">
                <a16:creationId xmlns:a16="http://schemas.microsoft.com/office/drawing/2014/main" id="{FC215B71-2A2E-4028-9341-40036A71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0" name="p28-线-0170">
            <a:extLst xmlns:a="http://schemas.openxmlformats.org/drawingml/2006/main">
              <a:ext uri="{FF2B5EF4-FFF2-40B4-BE49-F238E27FC236}">
                <a16:creationId xmlns:a16="http://schemas.microsoft.com/office/drawing/2014/main" id="{9053878F-C43A-4162-975C-F9AEB1DA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28-线-0171">
            <a:extLst xmlns:a="http://schemas.openxmlformats.org/drawingml/2006/main">
              <a:ext uri="{FF2B5EF4-FFF2-40B4-BE49-F238E27FC236}">
                <a16:creationId xmlns:a16="http://schemas.microsoft.com/office/drawing/2014/main" id="{898BB397-4765-4B30-B161-C1031960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2" name="p28-线-0172">
            <a:extLst xmlns:a="http://schemas.openxmlformats.org/drawingml/2006/main">
              <a:ext uri="{FF2B5EF4-FFF2-40B4-BE49-F238E27FC236}">
                <a16:creationId xmlns:a16="http://schemas.microsoft.com/office/drawing/2014/main" id="{22FD870D-C09E-4B9D-838F-43C7E70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3" name="p28-线-0173">
            <a:extLst xmlns:a="http://schemas.openxmlformats.org/drawingml/2006/main">
              <a:ext uri="{FF2B5EF4-FFF2-40B4-BE49-F238E27FC236}">
                <a16:creationId xmlns:a16="http://schemas.microsoft.com/office/drawing/2014/main" id="{F44ACF5F-BD61-4FCB-9E4E-C4B65A2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28-线-0174">
            <a:extLst xmlns:a="http://schemas.openxmlformats.org/drawingml/2006/main">
              <a:ext uri="{FF2B5EF4-FFF2-40B4-BE49-F238E27FC236}">
                <a16:creationId xmlns:a16="http://schemas.microsoft.com/office/drawing/2014/main" id="{E8878076-736B-4E4D-A58F-86178647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5" name="p28-线-0175">
            <a:extLst xmlns:a="http://schemas.openxmlformats.org/drawingml/2006/main">
              <a:ext uri="{FF2B5EF4-FFF2-40B4-BE49-F238E27FC236}">
                <a16:creationId xmlns:a16="http://schemas.microsoft.com/office/drawing/2014/main" id="{1CFFC37E-FFA1-4101-8F74-42562FB9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6" name="p28-线-0176">
            <a:extLst xmlns:a="http://schemas.openxmlformats.org/drawingml/2006/main">
              <a:ext uri="{FF2B5EF4-FFF2-40B4-BE49-F238E27FC236}">
                <a16:creationId xmlns:a16="http://schemas.microsoft.com/office/drawing/2014/main" id="{53274E85-9E32-42B7-B0A6-2A5D0D5C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28-线-0177">
            <a:extLst xmlns:a="http://schemas.openxmlformats.org/drawingml/2006/main">
              <a:ext uri="{FF2B5EF4-FFF2-40B4-BE49-F238E27FC236}">
                <a16:creationId xmlns:a16="http://schemas.microsoft.com/office/drawing/2014/main" id="{7F8BFCE5-E67C-4180-AC3D-63B4AEDD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8" name="p28-线-0178">
            <a:extLst xmlns:a="http://schemas.openxmlformats.org/drawingml/2006/main">
              <a:ext uri="{FF2B5EF4-FFF2-40B4-BE49-F238E27FC236}">
                <a16:creationId xmlns:a16="http://schemas.microsoft.com/office/drawing/2014/main" id="{D7DD71AD-2866-4B3D-9C54-0167A30B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9" name="p28-线-0179">
            <a:extLst xmlns:a="http://schemas.openxmlformats.org/drawingml/2006/main">
              <a:ext uri="{FF2B5EF4-FFF2-40B4-BE49-F238E27FC236}">
                <a16:creationId xmlns:a16="http://schemas.microsoft.com/office/drawing/2014/main" id="{850B36BA-2593-4DDE-AF76-CA7E1AEC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28-线-0180">
            <a:extLst xmlns:a="http://schemas.openxmlformats.org/drawingml/2006/main">
              <a:ext uri="{FF2B5EF4-FFF2-40B4-BE49-F238E27FC236}">
                <a16:creationId xmlns:a16="http://schemas.microsoft.com/office/drawing/2014/main" id="{BBFC8A43-92FB-470E-8B0E-0D603507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1" name="p28-线-0181">
            <a:extLst xmlns:a="http://schemas.openxmlformats.org/drawingml/2006/main">
              <a:ext uri="{FF2B5EF4-FFF2-40B4-BE49-F238E27FC236}">
                <a16:creationId xmlns:a16="http://schemas.microsoft.com/office/drawing/2014/main" id="{B4FD4EE3-AB54-48EC-990C-50FCBCA2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2" name="p28-线-0182">
            <a:extLst xmlns:a="http://schemas.openxmlformats.org/drawingml/2006/main">
              <a:ext uri="{FF2B5EF4-FFF2-40B4-BE49-F238E27FC236}">
                <a16:creationId xmlns:a16="http://schemas.microsoft.com/office/drawing/2014/main" id="{0D5CA0D9-ACA6-4011-8AD6-BC6A867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28-线-0183">
            <a:extLst xmlns:a="http://schemas.openxmlformats.org/drawingml/2006/main">
              <a:ext uri="{FF2B5EF4-FFF2-40B4-BE49-F238E27FC236}">
                <a16:creationId xmlns:a16="http://schemas.microsoft.com/office/drawing/2014/main" id="{6B773318-1DA5-4561-A9C9-1C66BE1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28-线-0184">
            <a:extLst xmlns:a="http://schemas.openxmlformats.org/drawingml/2006/main">
              <a:ext uri="{FF2B5EF4-FFF2-40B4-BE49-F238E27FC236}">
                <a16:creationId xmlns:a16="http://schemas.microsoft.com/office/drawing/2014/main" id="{10D7AF4A-DFD7-4865-9474-56348407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28-线-0185">
            <a:extLst xmlns:a="http://schemas.openxmlformats.org/drawingml/2006/main">
              <a:ext uri="{FF2B5EF4-FFF2-40B4-BE49-F238E27FC236}">
                <a16:creationId xmlns:a16="http://schemas.microsoft.com/office/drawing/2014/main" id="{43CC5CA3-15C8-47B2-A893-3C9A986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28-线-0186">
            <a:extLst xmlns:a="http://schemas.openxmlformats.org/drawingml/2006/main">
              <a:ext uri="{FF2B5EF4-FFF2-40B4-BE49-F238E27FC236}">
                <a16:creationId xmlns:a16="http://schemas.microsoft.com/office/drawing/2014/main" id="{5BFB21FD-3F5F-42D1-A7DC-2A3A96DA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28-线-0187">
            <a:extLst xmlns:a="http://schemas.openxmlformats.org/drawingml/2006/main">
              <a:ext uri="{FF2B5EF4-FFF2-40B4-BE49-F238E27FC236}">
                <a16:creationId xmlns:a16="http://schemas.microsoft.com/office/drawing/2014/main" id="{BB4BF153-9C7E-4B6B-9035-BC81726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28-线-0188">
            <a:extLst xmlns:a="http://schemas.openxmlformats.org/drawingml/2006/main">
              <a:ext uri="{FF2B5EF4-FFF2-40B4-BE49-F238E27FC236}">
                <a16:creationId xmlns:a16="http://schemas.microsoft.com/office/drawing/2014/main" id="{2CBB4F84-CE9D-477A-BD8C-CFE61BB3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28-线-0189">
            <a:extLst xmlns:a="http://schemas.openxmlformats.org/drawingml/2006/main">
              <a:ext uri="{FF2B5EF4-FFF2-40B4-BE49-F238E27FC236}">
                <a16:creationId xmlns:a16="http://schemas.microsoft.com/office/drawing/2014/main" id="{37C04D4D-707D-4DEE-B2A4-A8F6E80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28-线-0190">
            <a:extLst xmlns:a="http://schemas.openxmlformats.org/drawingml/2006/main">
              <a:ext uri="{FF2B5EF4-FFF2-40B4-BE49-F238E27FC236}">
                <a16:creationId xmlns:a16="http://schemas.microsoft.com/office/drawing/2014/main" id="{5B7E8D74-1A35-41B6-AB77-C765774C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28-线-0191">
            <a:extLst xmlns:a="http://schemas.openxmlformats.org/drawingml/2006/main">
              <a:ext uri="{FF2B5EF4-FFF2-40B4-BE49-F238E27FC236}">
                <a16:creationId xmlns:a16="http://schemas.microsoft.com/office/drawing/2014/main" id="{2AD49EB7-1D30-4056-A437-C9DA03F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68788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28-线-0192">
            <a:extLst xmlns:a="http://schemas.openxmlformats.org/drawingml/2006/main">
              <a:ext uri="{FF2B5EF4-FFF2-40B4-BE49-F238E27FC236}">
                <a16:creationId xmlns:a16="http://schemas.microsoft.com/office/drawing/2014/main" id="{9E3086F3-4EA5-4DBD-A131-5801175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28-线-0193">
            <a:extLst xmlns:a="http://schemas.openxmlformats.org/drawingml/2006/main">
              <a:ext uri="{FF2B5EF4-FFF2-40B4-BE49-F238E27FC236}">
                <a16:creationId xmlns:a16="http://schemas.microsoft.com/office/drawing/2014/main" id="{A29427B1-2462-45DC-8E9A-690A52C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68788"/>
            <a:ext cx="257175" cy="255587"/>
          </a:xfrm>
          <a:custGeom xmlns:a="http://schemas.openxmlformats.org/drawingml/2006/main">
            <a:pathLst>
              <a:path w="257175" h="255587">
                <a:moveTo>
                  <a:pt x="0" y="0"/>
                </a:moveTo>
                <a:lnTo>
                  <a:pt x="257175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28-线-0194">
            <a:extLst xmlns:a="http://schemas.openxmlformats.org/drawingml/2006/main">
              <a:ext uri="{FF2B5EF4-FFF2-40B4-BE49-F238E27FC236}">
                <a16:creationId xmlns:a16="http://schemas.microsoft.com/office/drawing/2014/main" id="{0917F427-E782-41E5-88B5-A12FF4EA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8788"/>
            <a:ext cx="95" cy="255587"/>
          </a:xfrm>
          <a:custGeom xmlns:a="http://schemas.openxmlformats.org/drawingml/2006/main">
            <a:pathLst>
              <a:path w="95" h="255587">
                <a:moveTo>
                  <a:pt x="0" y="0"/>
                </a:moveTo>
                <a:lnTo>
                  <a:pt x="0" y="25558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28-线-0195">
            <a:extLst xmlns:a="http://schemas.openxmlformats.org/drawingml/2006/main">
              <a:ext uri="{FF2B5EF4-FFF2-40B4-BE49-F238E27FC236}">
                <a16:creationId xmlns:a16="http://schemas.microsoft.com/office/drawing/2014/main" id="{2E2615A0-F41B-4A09-8862-A2AFA3D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28-线-0196">
            <a:extLst xmlns:a="http://schemas.openxmlformats.org/drawingml/2006/main">
              <a:ext uri="{FF2B5EF4-FFF2-40B4-BE49-F238E27FC236}">
                <a16:creationId xmlns:a16="http://schemas.microsoft.com/office/drawing/2014/main" id="{0AA808DF-46CE-4358-9543-C4480296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7" name="p28-线-0197">
            <a:extLst xmlns:a="http://schemas.openxmlformats.org/drawingml/2006/main">
              <a:ext uri="{FF2B5EF4-FFF2-40B4-BE49-F238E27FC236}">
                <a16:creationId xmlns:a16="http://schemas.microsoft.com/office/drawing/2014/main" id="{5CF3731E-4FDA-4088-818B-A3E4DC5B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28-线-0198">
            <a:extLst xmlns:a="http://schemas.openxmlformats.org/drawingml/2006/main">
              <a:ext uri="{FF2B5EF4-FFF2-40B4-BE49-F238E27FC236}">
                <a16:creationId xmlns:a16="http://schemas.microsoft.com/office/drawing/2014/main" id="{264FF481-6FB3-454E-BE94-BB23946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28-线-0199">
            <a:extLst xmlns:a="http://schemas.openxmlformats.org/drawingml/2006/main">
              <a:ext uri="{FF2B5EF4-FFF2-40B4-BE49-F238E27FC236}">
                <a16:creationId xmlns:a16="http://schemas.microsoft.com/office/drawing/2014/main" id="{E79D3E63-5E20-4DC7-B1C5-352055E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0" name="p28-线-0200">
            <a:extLst xmlns:a="http://schemas.openxmlformats.org/drawingml/2006/main">
              <a:ext uri="{FF2B5EF4-FFF2-40B4-BE49-F238E27FC236}">
                <a16:creationId xmlns:a16="http://schemas.microsoft.com/office/drawing/2014/main" id="{EF93020E-9FD4-43F9-87D7-774B43D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28-线-0201">
            <a:extLst xmlns:a="http://schemas.openxmlformats.org/drawingml/2006/main">
              <a:ext uri="{FF2B5EF4-FFF2-40B4-BE49-F238E27FC236}">
                <a16:creationId xmlns:a16="http://schemas.microsoft.com/office/drawing/2014/main" id="{C6DF278A-DB4F-48B8-94CE-60B6EA1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28-线-0202">
            <a:extLst xmlns:a="http://schemas.openxmlformats.org/drawingml/2006/main">
              <a:ext uri="{FF2B5EF4-FFF2-40B4-BE49-F238E27FC236}">
                <a16:creationId xmlns:a16="http://schemas.microsoft.com/office/drawing/2014/main" id="{851373E4-1C75-4CDF-ADF1-41C955C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3" name="p28-线-0203">
            <a:extLst xmlns:a="http://schemas.openxmlformats.org/drawingml/2006/main">
              <a:ext uri="{FF2B5EF4-FFF2-40B4-BE49-F238E27FC236}">
                <a16:creationId xmlns:a16="http://schemas.microsoft.com/office/drawing/2014/main" id="{76C4B023-D73C-4ABD-BF86-DAC397EE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28-线-0204">
            <a:extLst xmlns:a="http://schemas.openxmlformats.org/drawingml/2006/main">
              <a:ext uri="{FF2B5EF4-FFF2-40B4-BE49-F238E27FC236}">
                <a16:creationId xmlns:a16="http://schemas.microsoft.com/office/drawing/2014/main" id="{148547BE-BA7B-467C-A662-EBE2081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24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28-椭圆-0205">
            <a:extLst xmlns:a="http://schemas.openxmlformats.org/drawingml/2006/main">
              <a:ext uri="{FF2B5EF4-FFF2-40B4-BE49-F238E27FC236}">
                <a16:creationId xmlns:a16="http://schemas.microsoft.com/office/drawing/2014/main" id="{18145E24-9E02-4132-B2FC-3262FB0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31" y="3389430"/>
            <a:ext cx="281488" cy="225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6" name="p28-椭圆-0206">
            <a:extLst xmlns:a="http://schemas.openxmlformats.org/drawingml/2006/main">
              <a:ext uri="{FF2B5EF4-FFF2-40B4-BE49-F238E27FC236}">
                <a16:creationId xmlns:a16="http://schemas.microsoft.com/office/drawing/2014/main" id="{3F1E2FFD-E504-40E2-BE03-38E4A0D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536" y="3406434"/>
            <a:ext cx="238977" cy="191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7" name="p28-椭圆-0207">
            <a:extLst xmlns:a="http://schemas.openxmlformats.org/drawingml/2006/main">
              <a:ext uri="{FF2B5EF4-FFF2-40B4-BE49-F238E27FC236}">
                <a16:creationId xmlns:a16="http://schemas.microsoft.com/office/drawing/2014/main" id="{71296B7F-1DD1-4FD2-BE0F-042037E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663" y="3381456"/>
            <a:ext cx="301424" cy="241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8" name="p28-椭圆-0208">
            <a:extLst xmlns:a="http://schemas.openxmlformats.org/drawingml/2006/main">
              <a:ext uri="{FF2B5EF4-FFF2-40B4-BE49-F238E27FC236}">
                <a16:creationId xmlns:a16="http://schemas.microsoft.com/office/drawing/2014/main" id="{32900339-6C1E-4135-ABCE-45DA1D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745" y="3385241"/>
            <a:ext cx="291961" cy="233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09" name="p28-椭圆-0209">
            <a:extLst xmlns:a="http://schemas.openxmlformats.org/drawingml/2006/main">
              <a:ext uri="{FF2B5EF4-FFF2-40B4-BE49-F238E27FC236}">
                <a16:creationId xmlns:a16="http://schemas.microsoft.com/office/drawing/2014/main" id="{7A8A6FB8-9FD5-4086-9E12-E3CB62FE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380" y="3407069"/>
            <a:ext cx="237390" cy="189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0" name="p28-椭圆-0210">
            <a:extLst xmlns:a="http://schemas.openxmlformats.org/drawingml/2006/main">
              <a:ext uri="{FF2B5EF4-FFF2-40B4-BE49-F238E27FC236}">
                <a16:creationId xmlns:a16="http://schemas.microsoft.com/office/drawing/2014/main" id="{3A7E45E9-F835-46E4-A283-A5FE5134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86" y="3917609"/>
            <a:ext cx="238977" cy="191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1" name="p28-椭圆-0211">
            <a:extLst xmlns:a="http://schemas.openxmlformats.org/drawingml/2006/main">
              <a:ext uri="{FF2B5EF4-FFF2-40B4-BE49-F238E27FC236}">
                <a16:creationId xmlns:a16="http://schemas.microsoft.com/office/drawing/2014/main" id="{A173417A-6604-4475-8D82-F01C5E8C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313" y="3892631"/>
            <a:ext cx="301424" cy="241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2" name="p28-椭圆-0212">
            <a:extLst xmlns:a="http://schemas.openxmlformats.org/drawingml/2006/main">
              <a:ext uri="{FF2B5EF4-FFF2-40B4-BE49-F238E27FC236}">
                <a16:creationId xmlns:a16="http://schemas.microsoft.com/office/drawing/2014/main" id="{50223D8E-C991-4846-9AAB-A16630C5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95" y="3896416"/>
            <a:ext cx="291961" cy="233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3" name="p28-椭圆-0213">
            <a:extLst xmlns:a="http://schemas.openxmlformats.org/drawingml/2006/main">
              <a:ext uri="{FF2B5EF4-FFF2-40B4-BE49-F238E27FC236}">
                <a16:creationId xmlns:a16="http://schemas.microsoft.com/office/drawing/2014/main" id="{BC2369B8-5088-40AE-9FD5-EB2DD4AC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030" y="3918244"/>
            <a:ext cx="237390" cy="189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4" name="p28-椭圆-0214">
            <a:extLst xmlns:a="http://schemas.openxmlformats.org/drawingml/2006/main">
              <a:ext uri="{FF2B5EF4-FFF2-40B4-BE49-F238E27FC236}">
                <a16:creationId xmlns:a16="http://schemas.microsoft.com/office/drawing/2014/main" id="{B2889284-BFCE-45BF-98A2-B66E3AB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939" y="3896291"/>
            <a:ext cx="292272" cy="233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15" name="p28-路径-0215">
            <a:extLst xmlns:a="http://schemas.openxmlformats.org/drawingml/2006/main">
              <a:ext uri="{FF2B5EF4-FFF2-40B4-BE49-F238E27FC236}">
                <a16:creationId xmlns:a16="http://schemas.microsoft.com/office/drawing/2014/main" id="{A3BB9509-CB12-4AEB-9939-E40ED11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5814"/>
            <a:ext cx="2419350" cy="270711"/>
          </a:xfrm>
          <a:custGeom xmlns:a="http://schemas.openxmlformats.org/drawingml/2006/main">
            <a:pathLst>
              <a:path w="2419350" h="270711">
                <a:moveTo>
                  <a:pt x="0" y="111128"/>
                </a:moveTo>
                <a:lnTo>
                  <a:pt x="32742" y="92034"/>
                </a:lnTo>
                <a:lnTo>
                  <a:pt x="65778" y="74959"/>
                </a:lnTo>
                <a:lnTo>
                  <a:pt x="99101" y="59834"/>
                </a:lnTo>
                <a:lnTo>
                  <a:pt x="132705" y="46590"/>
                </a:lnTo>
                <a:lnTo>
                  <a:pt x="166583" y="35157"/>
                </a:lnTo>
                <a:lnTo>
                  <a:pt x="200728" y="25465"/>
                </a:lnTo>
                <a:lnTo>
                  <a:pt x="269797" y="11030"/>
                </a:lnTo>
                <a:lnTo>
                  <a:pt x="339861" y="2727"/>
                </a:lnTo>
                <a:lnTo>
                  <a:pt x="410867" y="0"/>
                </a:lnTo>
                <a:lnTo>
                  <a:pt x="482764" y="2294"/>
                </a:lnTo>
                <a:lnTo>
                  <a:pt x="555501" y="9053"/>
                </a:lnTo>
                <a:lnTo>
                  <a:pt x="629026" y="19720"/>
                </a:lnTo>
                <a:lnTo>
                  <a:pt x="703288" y="33741"/>
                </a:lnTo>
                <a:lnTo>
                  <a:pt x="778236" y="50557"/>
                </a:lnTo>
                <a:lnTo>
                  <a:pt x="853818" y="69615"/>
                </a:lnTo>
                <a:lnTo>
                  <a:pt x="1006677" y="112229"/>
                </a:lnTo>
                <a:lnTo>
                  <a:pt x="1161455" y="157134"/>
                </a:lnTo>
                <a:lnTo>
                  <a:pt x="1317739" y="199882"/>
                </a:lnTo>
                <a:lnTo>
                  <a:pt x="1396318" y="219058"/>
                </a:lnTo>
                <a:lnTo>
                  <a:pt x="1475119" y="236027"/>
                </a:lnTo>
                <a:lnTo>
                  <a:pt x="1554091" y="250232"/>
                </a:lnTo>
                <a:lnTo>
                  <a:pt x="1633183" y="261119"/>
                </a:lnTo>
                <a:lnTo>
                  <a:pt x="1712342" y="268130"/>
                </a:lnTo>
                <a:lnTo>
                  <a:pt x="1791519" y="270711"/>
                </a:lnTo>
                <a:lnTo>
                  <a:pt x="1870660" y="268304"/>
                </a:lnTo>
                <a:lnTo>
                  <a:pt x="1949715" y="260355"/>
                </a:lnTo>
                <a:lnTo>
                  <a:pt x="2028632" y="246307"/>
                </a:lnTo>
                <a:lnTo>
                  <a:pt x="2107360" y="225603"/>
                </a:lnTo>
                <a:lnTo>
                  <a:pt x="2146637" y="212582"/>
                </a:lnTo>
                <a:lnTo>
                  <a:pt x="2185847" y="197689"/>
                </a:lnTo>
                <a:lnTo>
                  <a:pt x="2224984" y="180855"/>
                </a:lnTo>
                <a:lnTo>
                  <a:pt x="2264042" y="162009"/>
                </a:lnTo>
                <a:lnTo>
                  <a:pt x="2303014" y="141082"/>
                </a:lnTo>
                <a:lnTo>
                  <a:pt x="2341894" y="118005"/>
                </a:lnTo>
                <a:lnTo>
                  <a:pt x="2380674" y="92708"/>
                </a:lnTo>
                <a:lnTo>
                  <a:pt x="2419350" y="651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16" name="p28-文本-0216">
            <a:extLst xmlns:a="http://schemas.openxmlformats.org/drawingml/2006/main">
              <a:ext uri="{FF2B5EF4-FFF2-40B4-BE49-F238E27FC236}">
                <a16:creationId xmlns:a16="http://schemas.microsoft.com/office/drawing/2014/main" id="{0C75507F-9511-47AE-94F4-715CE7E3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349" y="4845574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识别孔道与界面差异</a:t>
            </a:r>
          </a:p>
        </p:txBody>
      </p:sp>
      <p:sp>
        <p:nvSpPr>
          <p:cNvPr id="217" name="p28-文本-0217">
            <a:extLst xmlns:a="http://schemas.openxmlformats.org/drawingml/2006/main">
              <a:ext uri="{FF2B5EF4-FFF2-40B4-BE49-F238E27FC236}">
                <a16:creationId xmlns:a16="http://schemas.microsoft.com/office/drawing/2014/main" id="{D11ED395-C504-45FC-915A-AD665DB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00" y="5217049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哪些参数决定有效路径？</a:t>
            </a:r>
          </a:p>
        </p:txBody>
      </p:sp>
      <p:sp>
        <p:nvSpPr>
          <p:cNvPr id="218" name="p28-矩形-0218">
            <a:extLst xmlns:a="http://schemas.openxmlformats.org/drawingml/2006/main">
              <a:ext uri="{FF2B5EF4-FFF2-40B4-BE49-F238E27FC236}">
                <a16:creationId xmlns:a16="http://schemas.microsoft.com/office/drawing/2014/main" id="{23332BEB-2FDD-467C-BD93-1B205A2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9" name="p28-文本-0219">
            <a:extLst xmlns:a="http://schemas.openxmlformats.org/drawingml/2006/main">
              <a:ext uri="{FF2B5EF4-FFF2-40B4-BE49-F238E27FC236}">
                <a16:creationId xmlns:a16="http://schemas.microsoft.com/office/drawing/2014/main" id="{5ACA79AD-E6B8-41D6-8929-D1C3E3A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947" y="23265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机制假设</a:t>
            </a:r>
          </a:p>
        </p:txBody>
      </p:sp>
      <p:sp>
        <p:nvSpPr>
          <p:cNvPr id="220" name="p28-文本-0220">
            <a:extLst xmlns:a="http://schemas.openxmlformats.org/drawingml/2006/main">
              <a:ext uri="{FF2B5EF4-FFF2-40B4-BE49-F238E27FC236}">
                <a16:creationId xmlns:a16="http://schemas.microsoft.com/office/drawing/2014/main" id="{0F4D132B-E3C8-4784-9AF1-B4C92B37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5450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21" name="p28-线-0221">
            <a:extLst xmlns:a="http://schemas.openxmlformats.org/drawingml/2006/main">
              <a:ext uri="{FF2B5EF4-FFF2-40B4-BE49-F238E27FC236}">
                <a16:creationId xmlns:a16="http://schemas.microsoft.com/office/drawing/2014/main" id="{65B5E84B-07D2-4149-A789-0815D478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2571750" cy="95"/>
          </a:xfrm>
          <a:custGeom xmlns:a="http://schemas.openxmlformats.org/drawingml/2006/main">
            <a:pathLst>
              <a:path w="2571750" h="9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22" name="p28-线-0222">
            <a:extLst xmlns:a="http://schemas.openxmlformats.org/drawingml/2006/main">
              <a:ext uri="{FF2B5EF4-FFF2-40B4-BE49-F238E27FC236}">
                <a16:creationId xmlns:a16="http://schemas.microsoft.com/office/drawing/2014/main" id="{7F9F9615-1B90-45A4-B2FA-21FDE11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19450"/>
            <a:ext cx="95" cy="1304925"/>
          </a:xfrm>
          <a:custGeom xmlns:a="http://schemas.openxmlformats.org/drawingml/2006/main">
            <a:pathLst>
              <a:path w="95" h="1304925">
                <a:moveTo>
                  <a:pt x="0" y="0"/>
                </a:moveTo>
                <a:lnTo>
                  <a:pt x="0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23" name="p28-线-0223">
            <a:extLst xmlns:a="http://schemas.openxmlformats.org/drawingml/2006/main">
              <a:ext uri="{FF2B5EF4-FFF2-40B4-BE49-F238E27FC236}">
                <a16:creationId xmlns:a16="http://schemas.microsoft.com/office/drawing/2014/main" id="{09233AD5-4D81-4219-B8DF-F3D9F27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45681"/>
            <a:ext cx="2571750" cy="95"/>
          </a:xfrm>
          <a:custGeom xmlns:a="http://schemas.openxmlformats.org/drawingml/2006/main">
            <a:pathLst>
              <a:path w="2571750" h="9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24" name="p28-线-0224">
            <a:extLst xmlns:a="http://schemas.openxmlformats.org/drawingml/2006/main">
              <a:ext uri="{FF2B5EF4-FFF2-40B4-BE49-F238E27FC236}">
                <a16:creationId xmlns:a16="http://schemas.microsoft.com/office/drawing/2014/main" id="{1C0132EF-3537-47CC-8FB2-A13E95D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71913"/>
            <a:ext cx="2571750" cy="95"/>
          </a:xfrm>
          <a:custGeom xmlns:a="http://schemas.openxmlformats.org/drawingml/2006/main">
            <a:pathLst>
              <a:path w="2571750" h="9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25" name="p28-线-0225">
            <a:extLst xmlns:a="http://schemas.openxmlformats.org/drawingml/2006/main">
              <a:ext uri="{FF2B5EF4-FFF2-40B4-BE49-F238E27FC236}">
                <a16:creationId xmlns:a16="http://schemas.microsoft.com/office/drawing/2014/main" id="{97619D1D-F895-40D8-8ED5-0356665D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8144"/>
            <a:ext cx="2571750" cy="95"/>
          </a:xfrm>
          <a:custGeom xmlns:a="http://schemas.openxmlformats.org/drawingml/2006/main">
            <a:pathLst>
              <a:path w="2571750" h="9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26" name="p28-路径-0226">
            <a:extLst xmlns:a="http://schemas.openxmlformats.org/drawingml/2006/main">
              <a:ext uri="{FF2B5EF4-FFF2-40B4-BE49-F238E27FC236}">
                <a16:creationId xmlns:a16="http://schemas.microsoft.com/office/drawing/2014/main" id="{F469B598-F7C8-4FA8-8ECA-7BAA6BE9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1383"/>
            <a:ext cx="2571750" cy="733425"/>
          </a:xfrm>
          <a:custGeom xmlns:a="http://schemas.openxmlformats.org/drawingml/2006/main">
            <a:pathLst>
              <a:path w="2571750" h="733425">
                <a:moveTo>
                  <a:pt x="0" y="0"/>
                </a:moveTo>
                <a:lnTo>
                  <a:pt x="85725" y="54292"/>
                </a:lnTo>
                <a:lnTo>
                  <a:pt x="171450" y="105727"/>
                </a:lnTo>
                <a:lnTo>
                  <a:pt x="257175" y="153352"/>
                </a:lnTo>
                <a:lnTo>
                  <a:pt x="342900" y="198120"/>
                </a:lnTo>
                <a:lnTo>
                  <a:pt x="428625" y="240030"/>
                </a:lnTo>
                <a:lnTo>
                  <a:pt x="514350" y="279083"/>
                </a:lnTo>
                <a:lnTo>
                  <a:pt x="600075" y="316230"/>
                </a:lnTo>
                <a:lnTo>
                  <a:pt x="685800" y="350520"/>
                </a:lnTo>
                <a:lnTo>
                  <a:pt x="771525" y="382905"/>
                </a:lnTo>
                <a:lnTo>
                  <a:pt x="857250" y="412433"/>
                </a:lnTo>
                <a:lnTo>
                  <a:pt x="942975" y="441008"/>
                </a:lnTo>
                <a:lnTo>
                  <a:pt x="1028700" y="466725"/>
                </a:lnTo>
                <a:lnTo>
                  <a:pt x="1114425" y="491490"/>
                </a:lnTo>
                <a:lnTo>
                  <a:pt x="1200150" y="514350"/>
                </a:lnTo>
                <a:lnTo>
                  <a:pt x="1285875" y="536258"/>
                </a:lnTo>
                <a:lnTo>
                  <a:pt x="1371600" y="556260"/>
                </a:lnTo>
                <a:lnTo>
                  <a:pt x="1457325" y="575310"/>
                </a:lnTo>
                <a:lnTo>
                  <a:pt x="1543050" y="592455"/>
                </a:lnTo>
                <a:lnTo>
                  <a:pt x="1628775" y="608647"/>
                </a:lnTo>
                <a:lnTo>
                  <a:pt x="1714500" y="624840"/>
                </a:lnTo>
                <a:lnTo>
                  <a:pt x="1800225" y="639127"/>
                </a:lnTo>
                <a:lnTo>
                  <a:pt x="1885950" y="652463"/>
                </a:lnTo>
                <a:lnTo>
                  <a:pt x="1971675" y="664845"/>
                </a:lnTo>
                <a:lnTo>
                  <a:pt x="2057400" y="677227"/>
                </a:lnTo>
                <a:lnTo>
                  <a:pt x="2143125" y="687705"/>
                </a:lnTo>
                <a:lnTo>
                  <a:pt x="2228850" y="698183"/>
                </a:lnTo>
                <a:lnTo>
                  <a:pt x="2314575" y="707708"/>
                </a:lnTo>
                <a:lnTo>
                  <a:pt x="2400300" y="717233"/>
                </a:lnTo>
                <a:lnTo>
                  <a:pt x="2486025" y="725805"/>
                </a:lnTo>
                <a:lnTo>
                  <a:pt x="257175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27" name="p28-椭圆-0227">
            <a:extLst xmlns:a="http://schemas.openxmlformats.org/drawingml/2006/main">
              <a:ext uri="{FF2B5EF4-FFF2-40B4-BE49-F238E27FC236}">
                <a16:creationId xmlns:a16="http://schemas.microsoft.com/office/drawing/2014/main" id="{3CCACA35-083B-46F4-8882-BF975F40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55" y="34146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8" name="p28-椭圆-0228">
            <a:extLst xmlns:a="http://schemas.openxmlformats.org/drawingml/2006/main">
              <a:ext uri="{FF2B5EF4-FFF2-40B4-BE49-F238E27FC236}">
                <a16:creationId xmlns:a16="http://schemas.microsoft.com/office/drawing/2014/main" id="{30628B5F-F2D8-4DEF-9221-7069DDFC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369425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9" name="p28-椭圆-0229">
            <a:extLst xmlns:a="http://schemas.openxmlformats.org/drawingml/2006/main">
              <a:ext uri="{FF2B5EF4-FFF2-40B4-BE49-F238E27FC236}">
                <a16:creationId xmlns:a16="http://schemas.microsoft.com/office/drawing/2014/main" id="{45DD452B-5B7B-4DFE-8F57-0B559276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155" y="388169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0" name="p28-椭圆-0230">
            <a:extLst xmlns:a="http://schemas.openxmlformats.org/drawingml/2006/main">
              <a:ext uri="{FF2B5EF4-FFF2-40B4-BE49-F238E27FC236}">
                <a16:creationId xmlns:a16="http://schemas.microsoft.com/office/drawing/2014/main" id="{2E151CEB-AF6A-446F-BE83-71175DDB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505" y="40073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1" name="p28-椭圆-0231">
            <a:extLst xmlns:a="http://schemas.openxmlformats.org/drawingml/2006/main">
              <a:ext uri="{FF2B5EF4-FFF2-40B4-BE49-F238E27FC236}">
                <a16:creationId xmlns:a16="http://schemas.microsoft.com/office/drawing/2014/main" id="{CEBCAD38-51C5-428E-8151-399BB73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855" y="409157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2" name="p28-椭圆-0232">
            <a:extLst xmlns:a="http://schemas.openxmlformats.org/drawingml/2006/main">
              <a:ext uri="{FF2B5EF4-FFF2-40B4-BE49-F238E27FC236}">
                <a16:creationId xmlns:a16="http://schemas.microsoft.com/office/drawing/2014/main" id="{9537C6D2-294D-46A4-A55B-F43534B4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414802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3" name="p28-路径-0233">
            <a:extLst xmlns:a="http://schemas.openxmlformats.org/drawingml/2006/main">
              <a:ext uri="{FF2B5EF4-FFF2-40B4-BE49-F238E27FC236}">
                <a16:creationId xmlns:a16="http://schemas.microsoft.com/office/drawing/2014/main" id="{D3CC92E2-9FC2-4815-A738-55870B75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1383"/>
            <a:ext cx="2571750" cy="805815"/>
          </a:xfrm>
          <a:custGeom xmlns:a="http://schemas.openxmlformats.org/drawingml/2006/main">
            <a:pathLst>
              <a:path w="2571750" h="805815">
                <a:moveTo>
                  <a:pt x="0" y="0"/>
                </a:moveTo>
                <a:lnTo>
                  <a:pt x="85725" y="80963"/>
                </a:lnTo>
                <a:lnTo>
                  <a:pt x="171450" y="153352"/>
                </a:lnTo>
                <a:lnTo>
                  <a:pt x="257175" y="220027"/>
                </a:lnTo>
                <a:lnTo>
                  <a:pt x="342900" y="279083"/>
                </a:lnTo>
                <a:lnTo>
                  <a:pt x="428625" y="333375"/>
                </a:lnTo>
                <a:lnTo>
                  <a:pt x="514350" y="382905"/>
                </a:lnTo>
                <a:lnTo>
                  <a:pt x="600075" y="426720"/>
                </a:lnTo>
                <a:lnTo>
                  <a:pt x="685800" y="466725"/>
                </a:lnTo>
                <a:lnTo>
                  <a:pt x="771525" y="502920"/>
                </a:lnTo>
                <a:lnTo>
                  <a:pt x="857250" y="536258"/>
                </a:lnTo>
                <a:lnTo>
                  <a:pt x="942975" y="565785"/>
                </a:lnTo>
                <a:lnTo>
                  <a:pt x="1028700" y="592455"/>
                </a:lnTo>
                <a:lnTo>
                  <a:pt x="1114425" y="617220"/>
                </a:lnTo>
                <a:lnTo>
                  <a:pt x="1200150" y="639127"/>
                </a:lnTo>
                <a:lnTo>
                  <a:pt x="1285875" y="659130"/>
                </a:lnTo>
                <a:lnTo>
                  <a:pt x="1371600" y="677227"/>
                </a:lnTo>
                <a:lnTo>
                  <a:pt x="1457325" y="693420"/>
                </a:lnTo>
                <a:lnTo>
                  <a:pt x="1543050" y="707708"/>
                </a:lnTo>
                <a:lnTo>
                  <a:pt x="1628775" y="721042"/>
                </a:lnTo>
                <a:lnTo>
                  <a:pt x="1714500" y="733425"/>
                </a:lnTo>
                <a:lnTo>
                  <a:pt x="1800225" y="743902"/>
                </a:lnTo>
                <a:lnTo>
                  <a:pt x="1885950" y="754380"/>
                </a:lnTo>
                <a:lnTo>
                  <a:pt x="1971675" y="762952"/>
                </a:lnTo>
                <a:lnTo>
                  <a:pt x="2057400" y="771525"/>
                </a:lnTo>
                <a:lnTo>
                  <a:pt x="2143125" y="778192"/>
                </a:lnTo>
                <a:lnTo>
                  <a:pt x="2228850" y="784860"/>
                </a:lnTo>
                <a:lnTo>
                  <a:pt x="2314575" y="791527"/>
                </a:lnTo>
                <a:lnTo>
                  <a:pt x="2400300" y="796290"/>
                </a:lnTo>
                <a:lnTo>
                  <a:pt x="2486025" y="801052"/>
                </a:lnTo>
                <a:lnTo>
                  <a:pt x="2571750" y="80581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34" name="p28-椭圆-0234">
            <a:extLst xmlns:a="http://schemas.openxmlformats.org/drawingml/2006/main">
              <a:ext uri="{FF2B5EF4-FFF2-40B4-BE49-F238E27FC236}">
                <a16:creationId xmlns:a16="http://schemas.microsoft.com/office/drawing/2014/main" id="{8C8F0AC5-FE50-4BF4-8DD7-344CADA3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55" y="34146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5" name="p28-椭圆-0235">
            <a:extLst xmlns:a="http://schemas.openxmlformats.org/drawingml/2006/main">
              <a:ext uri="{FF2B5EF4-FFF2-40B4-BE49-F238E27FC236}">
                <a16:creationId xmlns:a16="http://schemas.microsoft.com/office/drawing/2014/main" id="{E6105842-8283-41B7-8BD3-C70412B9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379731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6" name="p28-椭圆-0236">
            <a:extLst xmlns:a="http://schemas.openxmlformats.org/drawingml/2006/main">
              <a:ext uri="{FF2B5EF4-FFF2-40B4-BE49-F238E27FC236}">
                <a16:creationId xmlns:a16="http://schemas.microsoft.com/office/drawing/2014/main" id="{3D67774E-7118-471E-8E7C-D869F406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155" y="40073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7" name="p28-椭圆-0237">
            <a:extLst xmlns:a="http://schemas.openxmlformats.org/drawingml/2006/main">
              <a:ext uri="{FF2B5EF4-FFF2-40B4-BE49-F238E27FC236}">
                <a16:creationId xmlns:a16="http://schemas.microsoft.com/office/drawing/2014/main" id="{9C83549A-5194-477C-9C89-51C0551D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505" y="412261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8" name="p28-椭圆-0238">
            <a:extLst xmlns:a="http://schemas.openxmlformats.org/drawingml/2006/main">
              <a:ext uri="{FF2B5EF4-FFF2-40B4-BE49-F238E27FC236}">
                <a16:creationId xmlns:a16="http://schemas.microsoft.com/office/drawing/2014/main" id="{AD768638-5679-4CA9-988F-CCF4359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855" y="41858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39" name="p28-椭圆-0239">
            <a:extLst xmlns:a="http://schemas.openxmlformats.org/drawingml/2006/main">
              <a:ext uri="{FF2B5EF4-FFF2-40B4-BE49-F238E27FC236}">
                <a16:creationId xmlns:a16="http://schemas.microsoft.com/office/drawing/2014/main" id="{FFCEB355-0742-4E16-A1D4-17FA80F2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422058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0" name="p28-路径-0240">
            <a:extLst xmlns:a="http://schemas.openxmlformats.org/drawingml/2006/main">
              <a:ext uri="{FF2B5EF4-FFF2-40B4-BE49-F238E27FC236}">
                <a16:creationId xmlns:a16="http://schemas.microsoft.com/office/drawing/2014/main" id="{C705C212-0CB1-44A9-B414-1650E13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1383"/>
            <a:ext cx="2571750" cy="832485"/>
          </a:xfrm>
          <a:custGeom xmlns:a="http://schemas.openxmlformats.org/drawingml/2006/main">
            <a:pathLst>
              <a:path w="2571750" h="832485">
                <a:moveTo>
                  <a:pt x="0" y="0"/>
                </a:moveTo>
                <a:lnTo>
                  <a:pt x="85725" y="105727"/>
                </a:lnTo>
                <a:lnTo>
                  <a:pt x="171450" y="198120"/>
                </a:lnTo>
                <a:lnTo>
                  <a:pt x="257175" y="279083"/>
                </a:lnTo>
                <a:lnTo>
                  <a:pt x="342900" y="350520"/>
                </a:lnTo>
                <a:lnTo>
                  <a:pt x="428625" y="412433"/>
                </a:lnTo>
                <a:lnTo>
                  <a:pt x="514350" y="466725"/>
                </a:lnTo>
                <a:lnTo>
                  <a:pt x="600075" y="514350"/>
                </a:lnTo>
                <a:lnTo>
                  <a:pt x="685800" y="556260"/>
                </a:lnTo>
                <a:lnTo>
                  <a:pt x="771525" y="592455"/>
                </a:lnTo>
                <a:lnTo>
                  <a:pt x="857250" y="624840"/>
                </a:lnTo>
                <a:lnTo>
                  <a:pt x="942975" y="652463"/>
                </a:lnTo>
                <a:lnTo>
                  <a:pt x="1028700" y="677227"/>
                </a:lnTo>
                <a:lnTo>
                  <a:pt x="1114425" y="698183"/>
                </a:lnTo>
                <a:lnTo>
                  <a:pt x="1200150" y="717233"/>
                </a:lnTo>
                <a:lnTo>
                  <a:pt x="1285875" y="733425"/>
                </a:lnTo>
                <a:lnTo>
                  <a:pt x="1371600" y="747713"/>
                </a:lnTo>
                <a:lnTo>
                  <a:pt x="1457325" y="760095"/>
                </a:lnTo>
                <a:lnTo>
                  <a:pt x="1543050" y="771525"/>
                </a:lnTo>
                <a:lnTo>
                  <a:pt x="1628775" y="781050"/>
                </a:lnTo>
                <a:lnTo>
                  <a:pt x="1714500" y="789622"/>
                </a:lnTo>
                <a:lnTo>
                  <a:pt x="1800225" y="796290"/>
                </a:lnTo>
                <a:lnTo>
                  <a:pt x="1885950" y="802958"/>
                </a:lnTo>
                <a:lnTo>
                  <a:pt x="1971675" y="808672"/>
                </a:lnTo>
                <a:lnTo>
                  <a:pt x="2057400" y="813435"/>
                </a:lnTo>
                <a:lnTo>
                  <a:pt x="2143125" y="818197"/>
                </a:lnTo>
                <a:lnTo>
                  <a:pt x="2228850" y="822008"/>
                </a:lnTo>
                <a:lnTo>
                  <a:pt x="2314575" y="824865"/>
                </a:lnTo>
                <a:lnTo>
                  <a:pt x="2400300" y="827722"/>
                </a:lnTo>
                <a:lnTo>
                  <a:pt x="2486025" y="830580"/>
                </a:lnTo>
                <a:lnTo>
                  <a:pt x="2571750" y="83248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41" name="p28-椭圆-0241">
            <a:extLst xmlns:a="http://schemas.openxmlformats.org/drawingml/2006/main">
              <a:ext uri="{FF2B5EF4-FFF2-40B4-BE49-F238E27FC236}">
                <a16:creationId xmlns:a16="http://schemas.microsoft.com/office/drawing/2014/main" id="{9A4348A4-5C5A-478F-B2D3-07825998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55" y="341461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2" name="p28-椭圆-0242">
            <a:extLst xmlns:a="http://schemas.openxmlformats.org/drawingml/2006/main">
              <a:ext uri="{FF2B5EF4-FFF2-40B4-BE49-F238E27FC236}">
                <a16:creationId xmlns:a16="http://schemas.microsoft.com/office/drawing/2014/main" id="{70047843-563E-4FC8-B3A3-CCB65040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388169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3" name="p28-椭圆-0243">
            <a:extLst xmlns:a="http://schemas.openxmlformats.org/drawingml/2006/main">
              <a:ext uri="{FF2B5EF4-FFF2-40B4-BE49-F238E27FC236}">
                <a16:creationId xmlns:a16="http://schemas.microsoft.com/office/drawing/2014/main" id="{606CC2D5-24B6-42F0-AD67-3F159906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155" y="409157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4" name="p28-椭圆-0244">
            <a:extLst xmlns:a="http://schemas.openxmlformats.org/drawingml/2006/main">
              <a:ext uri="{FF2B5EF4-FFF2-40B4-BE49-F238E27FC236}">
                <a16:creationId xmlns:a16="http://schemas.microsoft.com/office/drawing/2014/main" id="{8E64E3A5-E4C7-4DDF-B5DC-9F1596C2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505" y="418587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5" name="p28-椭圆-0245">
            <a:extLst xmlns:a="http://schemas.openxmlformats.org/drawingml/2006/main">
              <a:ext uri="{FF2B5EF4-FFF2-40B4-BE49-F238E27FC236}">
                <a16:creationId xmlns:a16="http://schemas.microsoft.com/office/drawing/2014/main" id="{8FCBECBE-B468-4D3C-8998-9E18B0EF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855" y="422824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6" name="p28-椭圆-0246">
            <a:extLst xmlns:a="http://schemas.openxmlformats.org/drawingml/2006/main">
              <a:ext uri="{FF2B5EF4-FFF2-40B4-BE49-F238E27FC236}">
                <a16:creationId xmlns:a16="http://schemas.microsoft.com/office/drawing/2014/main" id="{214082AA-ED2C-4441-A54B-5882942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424728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47" name="p28-文本-0247">
            <a:extLst xmlns:a="http://schemas.openxmlformats.org/drawingml/2006/main">
              <a:ext uri="{FF2B5EF4-FFF2-40B4-BE49-F238E27FC236}">
                <a16:creationId xmlns:a16="http://schemas.microsoft.com/office/drawing/2014/main" id="{52FD7685-DC81-47BA-9569-1D9FEEF0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621402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48" name="p28-线-0248">
            <a:extLst xmlns:a="http://schemas.openxmlformats.org/drawingml/2006/main">
              <a:ext uri="{FF2B5EF4-FFF2-40B4-BE49-F238E27FC236}">
                <a16:creationId xmlns:a16="http://schemas.microsoft.com/office/drawing/2014/main" id="{D37A6EF4-8A56-4D7A-901D-B4CC469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575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49" name="p28-文本-0249">
            <a:extLst xmlns:a="http://schemas.openxmlformats.org/drawingml/2006/main">
              <a:ext uri="{FF2B5EF4-FFF2-40B4-BE49-F238E27FC236}">
                <a16:creationId xmlns:a16="http://schemas.microsoft.com/office/drawing/2014/main" id="{408BC411-0C64-44D0-AC2E-D64A9ADD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8528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50" name="p28-线-0250">
            <a:extLst xmlns:a="http://schemas.openxmlformats.org/drawingml/2006/main">
              <a:ext uri="{FF2B5EF4-FFF2-40B4-BE49-F238E27FC236}">
                <a16:creationId xmlns:a16="http://schemas.microsoft.com/office/drawing/2014/main" id="{4605A72B-6323-4EFF-A9E5-DE70CEB0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575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51" name="p28-文本-0251">
            <a:extLst xmlns:a="http://schemas.openxmlformats.org/drawingml/2006/main">
              <a:ext uri="{FF2B5EF4-FFF2-40B4-BE49-F238E27FC236}">
                <a16:creationId xmlns:a16="http://schemas.microsoft.com/office/drawing/2014/main" id="{55C8C18E-C0A6-455E-910B-8BCB48E5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852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52" name="p28-线-0252">
            <a:extLst xmlns:a="http://schemas.openxmlformats.org/drawingml/2006/main">
              <a:ext uri="{FF2B5EF4-FFF2-40B4-BE49-F238E27FC236}">
                <a16:creationId xmlns:a16="http://schemas.microsoft.com/office/drawing/2014/main" id="{762DF141-00E7-4CB0-95D0-120807B4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575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53" name="p28-文本-0253">
            <a:extLst xmlns:a="http://schemas.openxmlformats.org/drawingml/2006/main">
              <a:ext uri="{FF2B5EF4-FFF2-40B4-BE49-F238E27FC236}">
                <a16:creationId xmlns:a16="http://schemas.microsoft.com/office/drawing/2014/main" id="{9310426B-AA72-495D-912F-C9959BB0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852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54" name="p28-文本-0254">
            <a:extLst xmlns:a="http://schemas.openxmlformats.org/drawingml/2006/main">
              <a:ext uri="{FF2B5EF4-FFF2-40B4-BE49-F238E27FC236}">
                <a16:creationId xmlns:a16="http://schemas.microsoft.com/office/drawing/2014/main" id="{47009D46-D7F8-4208-B2A2-933EA7E5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425" y="4845574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连接传输过程与动态响应</a:t>
            </a:r>
          </a:p>
        </p:txBody>
      </p:sp>
      <p:sp>
        <p:nvSpPr>
          <p:cNvPr id="255" name="p28-文本-0255">
            <a:extLst xmlns:a="http://schemas.openxmlformats.org/drawingml/2006/main">
              <a:ext uri="{FF2B5EF4-FFF2-40B4-BE49-F238E27FC236}">
                <a16:creationId xmlns:a16="http://schemas.microsoft.com/office/drawing/2014/main" id="{6A3D342B-4C83-4E2D-8D3C-48CC08D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200" y="5217049"/>
            <a:ext cx="21416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哪一步控制响应变化？</a:t>
            </a:r>
          </a:p>
        </p:txBody>
      </p:sp>
      <p:sp>
        <p:nvSpPr>
          <p:cNvPr id="256" name="p28-矩形-0256">
            <a:extLst xmlns:a="http://schemas.openxmlformats.org/drawingml/2006/main">
              <a:ext uri="{FF2B5EF4-FFF2-40B4-BE49-F238E27FC236}">
                <a16:creationId xmlns:a16="http://schemas.microsoft.com/office/drawing/2014/main" id="{37180FFD-AB51-4267-AA78-E248375D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7" name="p28-文本-0257">
            <a:extLst xmlns:a="http://schemas.openxmlformats.org/drawingml/2006/main">
              <a:ext uri="{FF2B5EF4-FFF2-40B4-BE49-F238E27FC236}">
                <a16:creationId xmlns:a16="http://schemas.microsoft.com/office/drawing/2014/main" id="{4C8C299A-4802-4EB7-9BB5-62157BA2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572" y="232657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独立检验</a:t>
            </a:r>
          </a:p>
        </p:txBody>
      </p:sp>
      <p:sp>
        <p:nvSpPr>
          <p:cNvPr id="258" name="p28-线-0258">
            <a:extLst xmlns:a="http://schemas.openxmlformats.org/drawingml/2006/main">
              <a:ext uri="{FF2B5EF4-FFF2-40B4-BE49-F238E27FC236}">
                <a16:creationId xmlns:a16="http://schemas.microsoft.com/office/drawing/2014/main" id="{2568A1F9-371B-4DA3-88DE-2CA4D57A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2571750" cy="95"/>
          </a:xfrm>
          <a:custGeom xmlns:a="http://schemas.openxmlformats.org/drawingml/2006/main">
            <a:pathLst>
              <a:path w="2571750" h="9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259" name="p28-线-0259">
            <a:extLst xmlns:a="http://schemas.openxmlformats.org/drawingml/2006/main">
              <a:ext uri="{FF2B5EF4-FFF2-40B4-BE49-F238E27FC236}">
                <a16:creationId xmlns:a16="http://schemas.microsoft.com/office/drawing/2014/main" id="{B0C9C852-BA9D-416F-9C99-932FD97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95" cy="1533525"/>
          </a:xfrm>
          <a:custGeom xmlns:a="http://schemas.openxmlformats.org/drawingml/2006/main">
            <a:pathLst>
              <a:path w="95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260" name="p28-线-0260">
            <a:extLst xmlns:a="http://schemas.openxmlformats.org/drawingml/2006/main">
              <a:ext uri="{FF2B5EF4-FFF2-40B4-BE49-F238E27FC236}">
                <a16:creationId xmlns:a16="http://schemas.microsoft.com/office/drawing/2014/main" id="{306173EE-2B83-4E7D-9E21-9E304075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2571750" cy="1533525"/>
          </a:xfrm>
          <a:custGeom xmlns:a="http://schemas.openxmlformats.org/drawingml/2006/main">
            <a:pathLst>
              <a:path w="2571750" h="1533525">
                <a:moveTo>
                  <a:pt x="0" y="1533525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261" name="p28-椭圆-0261">
            <a:extLst xmlns:a="http://schemas.openxmlformats.org/drawingml/2006/main">
              <a:ext uri="{FF2B5EF4-FFF2-40B4-BE49-F238E27FC236}">
                <a16:creationId xmlns:a16="http://schemas.microsoft.com/office/drawing/2014/main" id="{43AEB68E-3E18-4999-9DB5-FE1790B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270" y="44478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2" name="p28-椭圆-0262">
            <a:extLst xmlns:a="http://schemas.openxmlformats.org/drawingml/2006/main">
              <a:ext uri="{FF2B5EF4-FFF2-40B4-BE49-F238E27FC236}">
                <a16:creationId xmlns:a16="http://schemas.microsoft.com/office/drawing/2014/main" id="{695AA0ED-68B1-47AE-9259-4CFCFA64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699" y="33807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3" name="p28-椭圆-0263">
            <a:extLst xmlns:a="http://schemas.openxmlformats.org/drawingml/2006/main">
              <a:ext uri="{FF2B5EF4-FFF2-40B4-BE49-F238E27FC236}">
                <a16:creationId xmlns:a16="http://schemas.microsoft.com/office/drawing/2014/main" id="{C49103D6-0A69-4D73-BAB3-50581A9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378" y="41973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4" name="p28-椭圆-0264">
            <a:extLst xmlns:a="http://schemas.openxmlformats.org/drawingml/2006/main">
              <a:ext uri="{FF2B5EF4-FFF2-40B4-BE49-F238E27FC236}">
                <a16:creationId xmlns:a16="http://schemas.microsoft.com/office/drawing/2014/main" id="{3F16BF06-5196-44D0-B62A-87A86D5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807" y="33235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5" name="p28-椭圆-0265">
            <a:extLst xmlns:a="http://schemas.openxmlformats.org/drawingml/2006/main">
              <a:ext uri="{FF2B5EF4-FFF2-40B4-BE49-F238E27FC236}">
                <a16:creationId xmlns:a16="http://schemas.microsoft.com/office/drawing/2014/main" id="{F185F8C3-5F3C-4CFC-993F-08502142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486" y="36492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6" name="p28-椭圆-0266">
            <a:extLst xmlns:a="http://schemas.openxmlformats.org/drawingml/2006/main">
              <a:ext uri="{FF2B5EF4-FFF2-40B4-BE49-F238E27FC236}">
                <a16:creationId xmlns:a16="http://schemas.microsoft.com/office/drawing/2014/main" id="{99B34E82-190E-4950-AEAC-8DFF87BE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165" y="42639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7" name="p28-椭圆-0267">
            <a:extLst xmlns:a="http://schemas.openxmlformats.org/drawingml/2006/main">
              <a:ext uri="{FF2B5EF4-FFF2-40B4-BE49-F238E27FC236}">
                <a16:creationId xmlns:a16="http://schemas.microsoft.com/office/drawing/2014/main" id="{6589595D-ADE6-4005-A48B-FF84EA1F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593" y="356477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8" name="p28-椭圆-0268">
            <a:extLst xmlns:a="http://schemas.openxmlformats.org/drawingml/2006/main">
              <a:ext uri="{FF2B5EF4-FFF2-40B4-BE49-F238E27FC236}">
                <a16:creationId xmlns:a16="http://schemas.microsoft.com/office/drawing/2014/main" id="{3F18F275-440E-4540-A8B6-39F1659D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272" y="40231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9" name="p28-椭圆-0269">
            <a:extLst xmlns:a="http://schemas.openxmlformats.org/drawingml/2006/main">
              <a:ext uri="{FF2B5EF4-FFF2-40B4-BE49-F238E27FC236}">
                <a16:creationId xmlns:a16="http://schemas.microsoft.com/office/drawing/2014/main" id="{888B2388-BCA5-47A0-AC55-65ED8F1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701" y="300637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0" name="p28-椭圆-0270">
            <a:extLst xmlns:a="http://schemas.openxmlformats.org/drawingml/2006/main">
              <a:ext uri="{FF2B5EF4-FFF2-40B4-BE49-F238E27FC236}">
                <a16:creationId xmlns:a16="http://schemas.microsoft.com/office/drawing/2014/main" id="{9F554A1D-ACE8-492F-88D1-2F2FB97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380" y="36687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1" name="p28-椭圆-0271">
            <a:extLst xmlns:a="http://schemas.openxmlformats.org/drawingml/2006/main">
              <a:ext uri="{FF2B5EF4-FFF2-40B4-BE49-F238E27FC236}">
                <a16:creationId xmlns:a16="http://schemas.microsoft.com/office/drawing/2014/main" id="{9F8F231E-244D-4C59-A07E-CD54739E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059" y="437128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2" name="p28-椭圆-0272">
            <a:extLst xmlns:a="http://schemas.openxmlformats.org/drawingml/2006/main">
              <a:ext uri="{FF2B5EF4-FFF2-40B4-BE49-F238E27FC236}">
                <a16:creationId xmlns:a16="http://schemas.microsoft.com/office/drawing/2014/main" id="{4F1FD494-CB19-4AAD-85E0-5C6A8ED9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488" y="317149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3" name="p28-椭圆-0273">
            <a:extLst xmlns:a="http://schemas.openxmlformats.org/drawingml/2006/main">
              <a:ext uri="{FF2B5EF4-FFF2-40B4-BE49-F238E27FC236}">
                <a16:creationId xmlns:a16="http://schemas.microsoft.com/office/drawing/2014/main" id="{E0E90717-AD3F-4BB8-848C-B82E2518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167" y="37401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4" name="p28-椭圆-0274">
            <a:extLst xmlns:a="http://schemas.openxmlformats.org/drawingml/2006/main">
              <a:ext uri="{FF2B5EF4-FFF2-40B4-BE49-F238E27FC236}">
                <a16:creationId xmlns:a16="http://schemas.microsoft.com/office/drawing/2014/main" id="{EFA4D06F-D8EA-4B10-9A2C-34338CC0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846" y="44478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5" name="p28-椭圆-0275">
            <a:extLst xmlns:a="http://schemas.openxmlformats.org/drawingml/2006/main">
              <a:ext uri="{FF2B5EF4-FFF2-40B4-BE49-F238E27FC236}">
                <a16:creationId xmlns:a16="http://schemas.microsoft.com/office/drawing/2014/main" id="{F6EDF102-D2B0-4903-B2A7-F7C0214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275" y="35515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6" name="p28-椭圆-0276">
            <a:extLst xmlns:a="http://schemas.openxmlformats.org/drawingml/2006/main">
              <a:ext uri="{FF2B5EF4-FFF2-40B4-BE49-F238E27FC236}">
                <a16:creationId xmlns:a16="http://schemas.microsoft.com/office/drawing/2014/main" id="{7C731F0F-6464-436B-8BE4-D9FC0AA6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954" y="391235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7" name="p28-椭圆-0277">
            <a:extLst xmlns:a="http://schemas.openxmlformats.org/drawingml/2006/main">
              <a:ext uri="{FF2B5EF4-FFF2-40B4-BE49-F238E27FC236}">
                <a16:creationId xmlns:a16="http://schemas.microsoft.com/office/drawing/2014/main" id="{7264CF0F-08B2-4C0F-AA2D-E17CD46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383" y="31389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8" name="p28-椭圆-0278">
            <a:extLst xmlns:a="http://schemas.openxmlformats.org/drawingml/2006/main">
              <a:ext uri="{FF2B5EF4-FFF2-40B4-BE49-F238E27FC236}">
                <a16:creationId xmlns:a16="http://schemas.microsoft.com/office/drawing/2014/main" id="{EE1B00B5-B1CF-443B-8DC4-F7F509E5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61" y="38807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9" name="p28-椭圆-0279">
            <a:extLst xmlns:a="http://schemas.openxmlformats.org/drawingml/2006/main">
              <a:ext uri="{FF2B5EF4-FFF2-40B4-BE49-F238E27FC236}">
                <a16:creationId xmlns:a16="http://schemas.microsoft.com/office/drawing/2014/main" id="{78BC7822-C741-43C9-B6FB-3028DA1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740" y="42303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0" name="p28-椭圆-0280">
            <a:extLst xmlns:a="http://schemas.openxmlformats.org/drawingml/2006/main">
              <a:ext uri="{FF2B5EF4-FFF2-40B4-BE49-F238E27FC236}">
                <a16:creationId xmlns:a16="http://schemas.microsoft.com/office/drawing/2014/main" id="{E2002938-C02C-44F8-9902-97317B96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69" y="32200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1" name="p28-椭圆-0281">
            <a:extLst xmlns:a="http://schemas.openxmlformats.org/drawingml/2006/main">
              <a:ext uri="{FF2B5EF4-FFF2-40B4-BE49-F238E27FC236}">
                <a16:creationId xmlns:a16="http://schemas.microsoft.com/office/drawing/2014/main" id="{611E4EEA-56B9-479C-AAEF-0A12C68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48" y="406667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2" name="p28-椭圆-0282">
            <a:extLst xmlns:a="http://schemas.openxmlformats.org/drawingml/2006/main">
              <a:ext uri="{FF2B5EF4-FFF2-40B4-BE49-F238E27FC236}">
                <a16:creationId xmlns:a16="http://schemas.microsoft.com/office/drawing/2014/main" id="{FA7036FA-8585-4860-8F0B-1033DE4F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277" y="30781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3" name="p28-椭圆-0283">
            <a:extLst xmlns:a="http://schemas.openxmlformats.org/drawingml/2006/main">
              <a:ext uri="{FF2B5EF4-FFF2-40B4-BE49-F238E27FC236}">
                <a16:creationId xmlns:a16="http://schemas.microsoft.com/office/drawing/2014/main" id="{1AC8701D-45A4-40CE-8B14-90C823CB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56" y="34191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4" name="p28-椭圆-0284">
            <a:extLst xmlns:a="http://schemas.openxmlformats.org/drawingml/2006/main">
              <a:ext uri="{FF2B5EF4-FFF2-40B4-BE49-F238E27FC236}">
                <a16:creationId xmlns:a16="http://schemas.microsoft.com/office/drawing/2014/main" id="{C876E28C-1D8E-49C0-8687-058D0274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635" y="414253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5" name="p28-椭圆-0285">
            <a:extLst xmlns:a="http://schemas.openxmlformats.org/drawingml/2006/main">
              <a:ext uri="{FF2B5EF4-FFF2-40B4-BE49-F238E27FC236}">
                <a16:creationId xmlns:a16="http://schemas.microsoft.com/office/drawing/2014/main" id="{94392A92-E441-4ED1-A94A-6CFB0D24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064" y="33850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6" name="p28-椭圆-0286">
            <a:extLst xmlns:a="http://schemas.openxmlformats.org/drawingml/2006/main">
              <a:ext uri="{FF2B5EF4-FFF2-40B4-BE49-F238E27FC236}">
                <a16:creationId xmlns:a16="http://schemas.microsoft.com/office/drawing/2014/main" id="{EF2FA3DC-08AC-42B5-B673-8BE3801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743" y="375788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7" name="p28-椭圆-0287">
            <a:extLst xmlns:a="http://schemas.openxmlformats.org/drawingml/2006/main">
              <a:ext uri="{FF2B5EF4-FFF2-40B4-BE49-F238E27FC236}">
                <a16:creationId xmlns:a16="http://schemas.microsoft.com/office/drawing/2014/main" id="{B593566B-9982-4701-BC32-EC52F84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22" y="42376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8" name="p28-椭圆-0288">
            <a:extLst xmlns:a="http://schemas.openxmlformats.org/drawingml/2006/main">
              <a:ext uri="{FF2B5EF4-FFF2-40B4-BE49-F238E27FC236}">
                <a16:creationId xmlns:a16="http://schemas.microsoft.com/office/drawing/2014/main" id="{89645C4A-95D3-4D00-A4F4-C5E94A85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851" y="35447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89" name="p28-椭圆-0289">
            <a:extLst xmlns:a="http://schemas.openxmlformats.org/drawingml/2006/main">
              <a:ext uri="{FF2B5EF4-FFF2-40B4-BE49-F238E27FC236}">
                <a16:creationId xmlns:a16="http://schemas.microsoft.com/office/drawing/2014/main" id="{09FC4E2C-3C29-44D3-B9FF-E8F3EB4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529" y="41356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0" name="p28-椭圆-0290">
            <a:extLst xmlns:a="http://schemas.openxmlformats.org/drawingml/2006/main">
              <a:ext uri="{FF2B5EF4-FFF2-40B4-BE49-F238E27FC236}">
                <a16:creationId xmlns:a16="http://schemas.microsoft.com/office/drawing/2014/main" id="{2B1F2827-3836-4788-835F-07ABD6AA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58" y="300637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1" name="p28-椭圆-0291">
            <a:extLst xmlns:a="http://schemas.openxmlformats.org/drawingml/2006/main">
              <a:ext uri="{FF2B5EF4-FFF2-40B4-BE49-F238E27FC236}">
                <a16:creationId xmlns:a16="http://schemas.microsoft.com/office/drawing/2014/main" id="{26A3B61C-C244-49B6-81AA-87ED53B3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637" y="361323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2" name="p28-椭圆-0292">
            <a:extLst xmlns:a="http://schemas.openxmlformats.org/drawingml/2006/main">
              <a:ext uri="{FF2B5EF4-FFF2-40B4-BE49-F238E27FC236}">
                <a16:creationId xmlns:a16="http://schemas.microsoft.com/office/drawing/2014/main" id="{26BDD0D9-C0B8-47BF-8A92-F1BE119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316" y="44176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3" name="p28-椭圆-0293">
            <a:extLst xmlns:a="http://schemas.openxmlformats.org/drawingml/2006/main">
              <a:ext uri="{FF2B5EF4-FFF2-40B4-BE49-F238E27FC236}">
                <a16:creationId xmlns:a16="http://schemas.microsoft.com/office/drawing/2014/main" id="{3E85E169-4D2A-4798-AB5F-000FE14A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745" y="32868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4" name="p28-椭圆-0294">
            <a:extLst xmlns:a="http://schemas.openxmlformats.org/drawingml/2006/main">
              <a:ext uri="{FF2B5EF4-FFF2-40B4-BE49-F238E27FC236}">
                <a16:creationId xmlns:a16="http://schemas.microsoft.com/office/drawing/2014/main" id="{27726407-A29F-423A-87B0-0372455F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424" y="372634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5" name="p28-椭圆-0295">
            <a:extLst xmlns:a="http://schemas.openxmlformats.org/drawingml/2006/main">
              <a:ext uri="{FF2B5EF4-FFF2-40B4-BE49-F238E27FC236}">
                <a16:creationId xmlns:a16="http://schemas.microsoft.com/office/drawing/2014/main" id="{DE9511AF-C336-467B-A1A1-27BA72F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103" y="44478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6" name="p28-椭圆-0296">
            <a:extLst xmlns:a="http://schemas.openxmlformats.org/drawingml/2006/main">
              <a:ext uri="{FF2B5EF4-FFF2-40B4-BE49-F238E27FC236}">
                <a16:creationId xmlns:a16="http://schemas.microsoft.com/office/drawing/2014/main" id="{8DCE2C1E-6B26-41AB-AC20-3610F52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532" y="365616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7" name="p28-椭圆-0297">
            <a:extLst xmlns:a="http://schemas.openxmlformats.org/drawingml/2006/main">
              <a:ext uri="{FF2B5EF4-FFF2-40B4-BE49-F238E27FC236}">
                <a16:creationId xmlns:a16="http://schemas.microsoft.com/office/drawing/2014/main" id="{AF6E2B87-AFC3-4E48-8EEE-EDAC54A0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211" y="39808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8" name="p28-椭圆-0298">
            <a:extLst xmlns:a="http://schemas.openxmlformats.org/drawingml/2006/main">
              <a:ext uri="{FF2B5EF4-FFF2-40B4-BE49-F238E27FC236}">
                <a16:creationId xmlns:a16="http://schemas.microsoft.com/office/drawing/2014/main" id="{9E5C396B-541E-464D-B03E-8A2E8B6D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640" y="30855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99" name="p28-椭圆-0299">
            <a:extLst xmlns:a="http://schemas.openxmlformats.org/drawingml/2006/main">
              <a:ext uri="{FF2B5EF4-FFF2-40B4-BE49-F238E27FC236}">
                <a16:creationId xmlns:a16="http://schemas.microsoft.com/office/drawing/2014/main" id="{6EFAE45A-7538-4BE8-BAD5-71EBDC50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319" y="39116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00" name="p28-椭圆-0300">
            <a:extLst xmlns:a="http://schemas.openxmlformats.org/drawingml/2006/main">
              <a:ext uri="{FF2B5EF4-FFF2-40B4-BE49-F238E27FC236}">
                <a16:creationId xmlns:a16="http://schemas.microsoft.com/office/drawing/2014/main" id="{17A35CC6-FC42-4956-940B-C447D2E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998" y="434977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01" name="p28-椭圆-0301">
            <a:extLst xmlns:a="http://schemas.openxmlformats.org/drawingml/2006/main">
              <a:ext uri="{FF2B5EF4-FFF2-40B4-BE49-F238E27FC236}">
                <a16:creationId xmlns:a16="http://schemas.microsoft.com/office/drawing/2014/main" id="{3F1F866B-558A-40B8-8EB2-F50EFEA5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426" y="32200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02" name="p28-椭圆-0302">
            <a:extLst xmlns:a="http://schemas.openxmlformats.org/drawingml/2006/main">
              <a:ext uri="{FF2B5EF4-FFF2-40B4-BE49-F238E27FC236}">
                <a16:creationId xmlns:a16="http://schemas.microsoft.com/office/drawing/2014/main" id="{295B6602-B798-486A-93AF-545EAF23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105" y="40254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03" name="p28-椭圆-0303">
            <a:extLst xmlns:a="http://schemas.openxmlformats.org/drawingml/2006/main">
              <a:ext uri="{FF2B5EF4-FFF2-40B4-BE49-F238E27FC236}">
                <a16:creationId xmlns:a16="http://schemas.microsoft.com/office/drawing/2014/main" id="{CA7ACB4F-D3AC-46C4-946A-3D03D3F1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534" y="317266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04" name="p28-椭圆-0304">
            <a:extLst xmlns:a="http://schemas.openxmlformats.org/drawingml/2006/main">
              <a:ext uri="{FF2B5EF4-FFF2-40B4-BE49-F238E27FC236}">
                <a16:creationId xmlns:a16="http://schemas.microsoft.com/office/drawing/2014/main" id="{D6A7AA4D-06F0-42D9-8483-D962E3C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213" y="35012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05" name="p28-椭圆-0305">
            <a:extLst xmlns:a="http://schemas.openxmlformats.org/drawingml/2006/main">
              <a:ext uri="{FF2B5EF4-FFF2-40B4-BE49-F238E27FC236}">
                <a16:creationId xmlns:a16="http://schemas.microsoft.com/office/drawing/2014/main" id="{E7DE4277-A432-4E14-B787-738072AC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92" y="40937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06" name="p28-文本-0306">
            <a:extLst xmlns:a="http://schemas.openxmlformats.org/drawingml/2006/main">
              <a:ext uri="{FF2B5EF4-FFF2-40B4-BE49-F238E27FC236}">
                <a16:creationId xmlns:a16="http://schemas.microsoft.com/office/drawing/2014/main" id="{D1E264A0-F935-4FD9-B0F1-52D95A54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023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307" name="p28-文本-0307">
            <a:extLst xmlns:a="http://schemas.openxmlformats.org/drawingml/2006/main">
              <a:ext uri="{FF2B5EF4-FFF2-40B4-BE49-F238E27FC236}">
                <a16:creationId xmlns:a16="http://schemas.microsoft.com/office/drawing/2014/main" id="{EAD630E4-1D20-41D6-A5DB-127E962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545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308" name="p28-文本-0308">
            <a:extLst xmlns:a="http://schemas.openxmlformats.org/drawingml/2006/main">
              <a:ext uri="{FF2B5EF4-FFF2-40B4-BE49-F238E27FC236}">
                <a16:creationId xmlns:a16="http://schemas.microsoft.com/office/drawing/2014/main" id="{2D63B77F-2B5A-417B-95D2-398F94E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600" y="4845574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比较预测与新增测量</a:t>
            </a:r>
          </a:p>
        </p:txBody>
      </p:sp>
      <p:sp>
        <p:nvSpPr>
          <p:cNvPr id="309" name="p28-文本-0309">
            <a:extLst xmlns:a="http://schemas.openxmlformats.org/drawingml/2006/main">
              <a:ext uri="{FF2B5EF4-FFF2-40B4-BE49-F238E27FC236}">
                <a16:creationId xmlns:a16="http://schemas.microsoft.com/office/drawing/2014/main" id="{A17A6EB6-C2F4-450A-AC40-D5FC983A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825" y="5217049"/>
            <a:ext cx="21416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跨批次能否重复观察？</a:t>
            </a:r>
          </a:p>
        </p:txBody>
      </p:sp>
      <p:sp>
        <p:nvSpPr>
          <p:cNvPr id="310" name="p28-路径-0310">
            <a:extLst xmlns:a="http://schemas.openxmlformats.org/drawingml/2006/main">
              <a:ext uri="{FF2B5EF4-FFF2-40B4-BE49-F238E27FC236}">
                <a16:creationId xmlns:a16="http://schemas.microsoft.com/office/drawing/2014/main" id="{C98887E1-DFFF-4B38-AA2A-093692A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23882"/>
            <a:ext cx="352425" cy="200787"/>
          </a:xfrm>
          <a:custGeom xmlns:a="http://schemas.openxmlformats.org/drawingml/2006/main">
            <a:pathLst>
              <a:path w="352425" h="200787">
                <a:moveTo>
                  <a:pt x="0" y="152781"/>
                </a:moveTo>
                <a:lnTo>
                  <a:pt x="190500" y="152781"/>
                </a:lnTo>
                <a:lnTo>
                  <a:pt x="190500" y="200787"/>
                </a:lnTo>
                <a:lnTo>
                  <a:pt x="352425" y="100394"/>
                </a:lnTo>
                <a:lnTo>
                  <a:pt x="190500" y="0"/>
                </a:lnTo>
                <a:lnTo>
                  <a:pt x="190500" y="48006"/>
                </a:lnTo>
                <a:lnTo>
                  <a:pt x="0" y="4800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11" name="p28-路径-0311">
            <a:extLst xmlns:a="http://schemas.openxmlformats.org/drawingml/2006/main">
              <a:ext uri="{FF2B5EF4-FFF2-40B4-BE49-F238E27FC236}">
                <a16:creationId xmlns:a16="http://schemas.microsoft.com/office/drawing/2014/main" id="{0349AB38-1FC5-4DA5-837A-9D57C5DB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23882"/>
            <a:ext cx="352425" cy="200787"/>
          </a:xfrm>
          <a:custGeom xmlns:a="http://schemas.openxmlformats.org/drawingml/2006/main">
            <a:pathLst>
              <a:path w="352425" h="200787">
                <a:moveTo>
                  <a:pt x="0" y="152781"/>
                </a:moveTo>
                <a:lnTo>
                  <a:pt x="190500" y="152781"/>
                </a:lnTo>
                <a:lnTo>
                  <a:pt x="190500" y="200787"/>
                </a:lnTo>
                <a:lnTo>
                  <a:pt x="352425" y="100394"/>
                </a:lnTo>
                <a:lnTo>
                  <a:pt x="190500" y="0"/>
                </a:lnTo>
                <a:lnTo>
                  <a:pt x="190500" y="48006"/>
                </a:lnTo>
                <a:lnTo>
                  <a:pt x="0" y="4800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12" name="p28-文本-0312">
            <a:extLst xmlns:a="http://schemas.openxmlformats.org/drawingml/2006/main">
              <a:ext uri="{FF2B5EF4-FFF2-40B4-BE49-F238E27FC236}">
                <a16:creationId xmlns:a16="http://schemas.microsoft.com/office/drawing/2014/main" id="{649539D9-8211-4B75-8C48-872113FD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786" y="5919132"/>
            <a:ext cx="571442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欢迎围绕关键机制、验证设计与后续研究展开讨论</a:t>
            </a:r>
          </a:p>
        </p:txBody>
      </p:sp>
      <p:sp>
        <p:nvSpPr>
          <p:cNvPr id="313" name="p28-文本-0313">
            <a:extLst xmlns:a="http://schemas.openxmlformats.org/drawingml/2006/main">
              <a:ext uri="{FF2B5EF4-FFF2-40B4-BE49-F238E27FC236}">
                <a16:creationId xmlns:a16="http://schemas.microsoft.com/office/drawing/2014/main" id="{86BA08F2-7A44-4F2B-8195-251D8F3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28</a:t>
            </a:r>
          </a:p>
        </p:txBody>
      </p:sp>
    </p:spTree>
    <p:extLst>
      <p:ext uri="{BB962C8B-B14F-4D97-AF65-F5344CB8AC3E}">
        <p14:creationId xmlns:p14="http://schemas.microsoft.com/office/powerpoint/2010/main" val="19345920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29-矩形-0001">
            <a:extLst xmlns:a="http://schemas.openxmlformats.org/drawingml/2006/main">
              <a:ext uri="{FF2B5EF4-FFF2-40B4-BE49-F238E27FC236}">
                <a16:creationId xmlns:a16="http://schemas.microsoft.com/office/drawing/2014/main" id="{E363B363-C565-42B8-90B9-AB32AD1B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29-矩形-0002">
            <a:extLst xmlns:a="http://schemas.openxmlformats.org/drawingml/2006/main">
              <a:ext uri="{FF2B5EF4-FFF2-40B4-BE49-F238E27FC236}">
                <a16:creationId xmlns:a16="http://schemas.microsoft.com/office/drawing/2014/main" id="{9942CC48-9567-4EE8-9E3D-01399CDD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29-文本-0003">
            <a:extLst xmlns:a="http://schemas.openxmlformats.org/drawingml/2006/main">
              <a:ext uri="{FF2B5EF4-FFF2-40B4-BE49-F238E27FC236}">
                <a16:creationId xmlns:a16="http://schemas.microsoft.com/office/drawing/2014/main" id="{961547E9-9BE6-40D9-913D-42B65432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实施条件与验收口径在启动前对齐</a:t>
            </a:r>
          </a:p>
        </p:txBody>
      </p:sp>
      <p:sp>
        <p:nvSpPr>
          <p:cNvPr id="4" name="p29-文本-0004">
            <a:extLst xmlns:a="http://schemas.openxmlformats.org/drawingml/2006/main">
              <a:ext uri="{FF2B5EF4-FFF2-40B4-BE49-F238E27FC236}">
                <a16:creationId xmlns:a16="http://schemas.microsoft.com/office/drawing/2014/main" id="{80D98533-EDA7-426F-99F6-B9DA34F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5641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从输入准备到成果交付，每一项要求都对应可查看的依据</a:t>
            </a:r>
          </a:p>
        </p:txBody>
      </p:sp>
      <p:sp>
        <p:nvSpPr>
          <p:cNvPr id="5" name="p29-线-0005">
            <a:extLst xmlns:a="http://schemas.openxmlformats.org/drawingml/2006/main">
              <a:ext uri="{FF2B5EF4-FFF2-40B4-BE49-F238E27FC236}">
                <a16:creationId xmlns:a16="http://schemas.microsoft.com/office/drawing/2014/main" id="{E49ABCFF-E18F-436A-BBB9-9D289EA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29-矩形-0006">
            <a:extLst xmlns:a="http://schemas.openxmlformats.org/drawingml/2006/main">
              <a:ext uri="{FF2B5EF4-FFF2-40B4-BE49-F238E27FC236}">
                <a16:creationId xmlns:a16="http://schemas.microsoft.com/office/drawing/2014/main" id="{51AD22CB-C7F8-466C-9BAD-BB9EAB2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29-文本-0007">
            <a:extLst xmlns:a="http://schemas.openxmlformats.org/drawingml/2006/main">
              <a:ext uri="{FF2B5EF4-FFF2-40B4-BE49-F238E27FC236}">
                <a16:creationId xmlns:a16="http://schemas.microsoft.com/office/drawing/2014/main" id="{1071DC16-E110-45CC-8296-83435D34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10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实施条件</a:t>
            </a:r>
          </a:p>
        </p:txBody>
      </p:sp>
      <p:sp>
        <p:nvSpPr>
          <p:cNvPr id="8" name="p29-矩形-0008">
            <a:extLst xmlns:a="http://schemas.openxmlformats.org/drawingml/2006/main">
              <a:ext uri="{FF2B5EF4-FFF2-40B4-BE49-F238E27FC236}">
                <a16:creationId xmlns:a16="http://schemas.microsoft.com/office/drawing/2014/main" id="{E633E44F-E91D-4764-A331-A4DE2914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4097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" name="p29-文本-0009">
            <a:extLst xmlns:a="http://schemas.openxmlformats.org/drawingml/2006/main">
              <a:ext uri="{FF2B5EF4-FFF2-40B4-BE49-F238E27FC236}">
                <a16:creationId xmlns:a16="http://schemas.microsoft.com/office/drawing/2014/main" id="{F2F2A5EA-DC67-4FDC-ADDC-8D2B12C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147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判断依据</a:t>
            </a:r>
          </a:p>
        </p:txBody>
      </p:sp>
      <p:sp>
        <p:nvSpPr>
          <p:cNvPr id="10" name="p29-矩形-0010">
            <a:extLst xmlns:a="http://schemas.openxmlformats.org/drawingml/2006/main">
              <a:ext uri="{FF2B5EF4-FFF2-40B4-BE49-F238E27FC236}">
                <a16:creationId xmlns:a16="http://schemas.microsoft.com/office/drawing/2014/main" id="{6B268A19-2862-4165-8C3F-5434C70B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409700"/>
            <a:ext cx="3495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p29-文本-0011">
            <a:extLst xmlns:a="http://schemas.openxmlformats.org/drawingml/2006/main">
              <a:ext uri="{FF2B5EF4-FFF2-40B4-BE49-F238E27FC236}">
                <a16:creationId xmlns:a16="http://schemas.microsoft.com/office/drawing/2014/main" id="{DB487CE5-2399-40AA-8E5B-6ABA3881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110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交付产物</a:t>
            </a:r>
          </a:p>
        </p:txBody>
      </p:sp>
      <p:sp>
        <p:nvSpPr>
          <p:cNvPr id="12" name="p29-矩形-0012">
            <a:extLst xmlns:a="http://schemas.openxmlformats.org/drawingml/2006/main">
              <a:ext uri="{FF2B5EF4-FFF2-40B4-BE49-F238E27FC236}">
                <a16:creationId xmlns:a16="http://schemas.microsoft.com/office/drawing/2014/main" id="{744B4D06-32EF-4EC1-B85E-F515C9C5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097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p29-文本-0013">
            <a:extLst xmlns:a="http://schemas.openxmlformats.org/drawingml/2006/main">
              <a:ext uri="{FF2B5EF4-FFF2-40B4-BE49-F238E27FC236}">
                <a16:creationId xmlns:a16="http://schemas.microsoft.com/office/drawing/2014/main" id="{69516772-9720-471D-ACFB-948D4F4E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310" y="1431224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进入下一步</a:t>
            </a:r>
          </a:p>
        </p:txBody>
      </p:sp>
      <p:sp>
        <p:nvSpPr>
          <p:cNvPr id="14" name="p29-矩形-0014">
            <a:extLst xmlns:a="http://schemas.openxmlformats.org/drawingml/2006/main">
              <a:ext uri="{FF2B5EF4-FFF2-40B4-BE49-F238E27FC236}">
                <a16:creationId xmlns:a16="http://schemas.microsoft.com/office/drawing/2014/main" id="{832CD26B-2DEB-4F44-AEFE-10535E8E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1123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p29-文本-0015">
            <a:extLst xmlns:a="http://schemas.openxmlformats.org/drawingml/2006/main">
              <a:ext uri="{FF2B5EF4-FFF2-40B4-BE49-F238E27FC236}">
                <a16:creationId xmlns:a16="http://schemas.microsoft.com/office/drawing/2014/main" id="{EBA6A009-ACC4-443B-BCF9-AFDE1EE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2849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样品与对照</a:t>
            </a:r>
          </a:p>
        </p:txBody>
      </p:sp>
      <p:sp>
        <p:nvSpPr>
          <p:cNvPr id="16" name="p29-文本-0016">
            <a:extLst xmlns:a="http://schemas.openxmlformats.org/drawingml/2006/main">
              <a:ext uri="{FF2B5EF4-FFF2-40B4-BE49-F238E27FC236}">
                <a16:creationId xmlns:a16="http://schemas.microsoft.com/office/drawing/2014/main" id="{F99B979F-168B-4B07-BB48-D450A545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94155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来源与批次记录完整</a:t>
            </a:r>
          </a:p>
        </p:txBody>
      </p:sp>
      <p:sp>
        <p:nvSpPr>
          <p:cNvPr id="17" name="p29-文本-0017">
            <a:extLst xmlns:a="http://schemas.openxmlformats.org/drawingml/2006/main">
              <a:ext uri="{FF2B5EF4-FFF2-40B4-BE49-F238E27FC236}">
                <a16:creationId xmlns:a16="http://schemas.microsoft.com/office/drawing/2014/main" id="{DC56C85D-0D49-4FC6-9844-FFCC73B8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6540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空白、参照同步准备</a:t>
            </a:r>
          </a:p>
        </p:txBody>
      </p:sp>
      <p:sp>
        <p:nvSpPr>
          <p:cNvPr id="18" name="p29-文本-0018">
            <a:extLst xmlns:a="http://schemas.openxmlformats.org/drawingml/2006/main">
              <a:ext uri="{FF2B5EF4-FFF2-40B4-BE49-F238E27FC236}">
                <a16:creationId xmlns:a16="http://schemas.microsoft.com/office/drawing/2014/main" id="{E7F7FF2C-6616-4E52-9DF6-C88A57C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4155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样品清单</a:t>
            </a:r>
          </a:p>
        </p:txBody>
      </p:sp>
      <p:sp>
        <p:nvSpPr>
          <p:cNvPr id="19" name="p29-文本-0019">
            <a:extLst xmlns:a="http://schemas.openxmlformats.org/drawingml/2006/main">
              <a:ext uri="{FF2B5EF4-FFF2-40B4-BE49-F238E27FC236}">
                <a16:creationId xmlns:a16="http://schemas.microsoft.com/office/drawing/2014/main" id="{CDA26C06-B626-406B-9FE6-70883A26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654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条件及处理记录</a:t>
            </a:r>
          </a:p>
        </p:txBody>
      </p:sp>
      <p:sp>
        <p:nvSpPr>
          <p:cNvPr id="20" name="p29-矩形-0020">
            <a:extLst xmlns:a="http://schemas.openxmlformats.org/drawingml/2006/main">
              <a:ext uri="{FF2B5EF4-FFF2-40B4-BE49-F238E27FC236}">
                <a16:creationId xmlns:a16="http://schemas.microsoft.com/office/drawing/2014/main" id="{17BA8FAC-64A0-43D3-AC15-05DA480B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38350"/>
            <a:ext cx="1381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29-文本-0021">
            <a:extLst xmlns:a="http://schemas.openxmlformats.org/drawingml/2006/main">
              <a:ext uri="{FF2B5EF4-FFF2-40B4-BE49-F238E27FC236}">
                <a16:creationId xmlns:a16="http://schemas.microsoft.com/office/drawing/2014/main" id="{86BCCB08-1999-4BC1-B166-DA36A124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425" y="2092849"/>
            <a:ext cx="6747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可比较</a:t>
            </a:r>
          </a:p>
        </p:txBody>
      </p:sp>
      <p:sp>
        <p:nvSpPr>
          <p:cNvPr id="22" name="p29-线-0022">
            <a:extLst xmlns:a="http://schemas.openxmlformats.org/drawingml/2006/main">
              <a:ext uri="{FF2B5EF4-FFF2-40B4-BE49-F238E27FC236}">
                <a16:creationId xmlns:a16="http://schemas.microsoft.com/office/drawing/2014/main" id="{B1AF9306-B9E1-4672-B408-561F7212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23" name="p29-矩形-0023">
            <a:extLst xmlns:a="http://schemas.openxmlformats.org/drawingml/2006/main">
              <a:ext uri="{FF2B5EF4-FFF2-40B4-BE49-F238E27FC236}">
                <a16:creationId xmlns:a16="http://schemas.microsoft.com/office/drawing/2014/main" id="{AA149766-0BDB-4A85-A709-343C6B19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1123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p29-文本-0024">
            <a:extLst xmlns:a="http://schemas.openxmlformats.org/drawingml/2006/main">
              <a:ext uri="{FF2B5EF4-FFF2-40B4-BE49-F238E27FC236}">
                <a16:creationId xmlns:a16="http://schemas.microsoft.com/office/drawing/2014/main" id="{ABE4A498-2730-49BB-94E7-9F57792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1549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测量与校准</a:t>
            </a:r>
          </a:p>
        </p:txBody>
      </p:sp>
      <p:sp>
        <p:nvSpPr>
          <p:cNvPr id="25" name="p29-文本-0025">
            <a:extLst xmlns:a="http://schemas.openxmlformats.org/drawingml/2006/main">
              <a:ext uri="{FF2B5EF4-FFF2-40B4-BE49-F238E27FC236}">
                <a16:creationId xmlns:a16="http://schemas.microsoft.com/office/drawing/2014/main" id="{56DD2DB6-D71A-4D03-AB69-F8EFF67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970256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基准覆盖预期响应范围</a:t>
            </a:r>
          </a:p>
        </p:txBody>
      </p:sp>
      <p:sp>
        <p:nvSpPr>
          <p:cNvPr id="26" name="p29-文本-0026">
            <a:extLst xmlns:a="http://schemas.openxmlformats.org/drawingml/2006/main">
              <a:ext uri="{FF2B5EF4-FFF2-40B4-BE49-F238E27FC236}">
                <a16:creationId xmlns:a16="http://schemas.microsoft.com/office/drawing/2014/main" id="{3B3C3323-0454-4F16-9932-C2F60C6E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9410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漂移监测可以复核</a:t>
            </a:r>
          </a:p>
        </p:txBody>
      </p:sp>
      <p:sp>
        <p:nvSpPr>
          <p:cNvPr id="27" name="p29-文本-0027">
            <a:extLst xmlns:a="http://schemas.openxmlformats.org/drawingml/2006/main">
              <a:ext uri="{FF2B5EF4-FFF2-40B4-BE49-F238E27FC236}">
                <a16:creationId xmlns:a16="http://schemas.microsoft.com/office/drawing/2014/main" id="{0CF730A4-F4C7-4FB6-AA87-BB78B2A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7025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校准记录</a:t>
            </a:r>
          </a:p>
        </p:txBody>
      </p:sp>
      <p:sp>
        <p:nvSpPr>
          <p:cNvPr id="28" name="p29-文本-0028">
            <a:extLst xmlns:a="http://schemas.openxmlformats.org/drawingml/2006/main">
              <a:ext uri="{FF2B5EF4-FFF2-40B4-BE49-F238E27FC236}">
                <a16:creationId xmlns:a16="http://schemas.microsoft.com/office/drawing/2014/main" id="{A51A1F63-28D4-4763-A037-EFDCF44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9410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完整原始时序</a:t>
            </a:r>
          </a:p>
        </p:txBody>
      </p:sp>
      <p:sp>
        <p:nvSpPr>
          <p:cNvPr id="29" name="p29-矩形-0029">
            <a:extLst xmlns:a="http://schemas.openxmlformats.org/drawingml/2006/main">
              <a:ext uri="{FF2B5EF4-FFF2-40B4-BE49-F238E27FC236}">
                <a16:creationId xmlns:a16="http://schemas.microsoft.com/office/drawing/2014/main" id="{EC3527D8-06A7-4515-9197-22C2799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381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p29-文本-0030">
            <a:extLst xmlns:a="http://schemas.openxmlformats.org/drawingml/2006/main">
              <a:ext uri="{FF2B5EF4-FFF2-40B4-BE49-F238E27FC236}">
                <a16:creationId xmlns:a16="http://schemas.microsoft.com/office/drawing/2014/main" id="{FE2CB5BA-947D-4302-8591-6CE5B93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425" y="3121549"/>
            <a:ext cx="6747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可测量</a:t>
            </a:r>
          </a:p>
        </p:txBody>
      </p:sp>
      <p:sp>
        <p:nvSpPr>
          <p:cNvPr id="31" name="p29-线-0031">
            <a:extLst xmlns:a="http://schemas.openxmlformats.org/drawingml/2006/main">
              <a:ext uri="{FF2B5EF4-FFF2-40B4-BE49-F238E27FC236}">
                <a16:creationId xmlns:a16="http://schemas.microsoft.com/office/drawing/2014/main" id="{9FB4690A-E8AD-44C5-B1D2-5D0D96DA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32" name="p29-矩形-0032">
            <a:extLst xmlns:a="http://schemas.openxmlformats.org/drawingml/2006/main">
              <a:ext uri="{FF2B5EF4-FFF2-40B4-BE49-F238E27FC236}">
                <a16:creationId xmlns:a16="http://schemas.microsoft.com/office/drawing/2014/main" id="{C397EB0A-1454-4BC3-A487-F079923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1123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p29-文本-0033">
            <a:extLst xmlns:a="http://schemas.openxmlformats.org/drawingml/2006/main">
              <a:ext uri="{FF2B5EF4-FFF2-40B4-BE49-F238E27FC236}">
                <a16:creationId xmlns:a16="http://schemas.microsoft.com/office/drawing/2014/main" id="{6B1700E0-76D1-45CC-A761-6ED3330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0249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数据与分析</a:t>
            </a:r>
          </a:p>
        </p:txBody>
      </p:sp>
      <p:sp>
        <p:nvSpPr>
          <p:cNvPr id="34" name="p29-文本-0034">
            <a:extLst xmlns:a="http://schemas.openxmlformats.org/drawingml/2006/main">
              <a:ext uri="{FF2B5EF4-FFF2-40B4-BE49-F238E27FC236}">
                <a16:creationId xmlns:a16="http://schemas.microsoft.com/office/drawing/2014/main" id="{3FFBD6F0-46DA-44BB-AF1A-BFEFD6E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998956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单位、缺失与异常有记录</a:t>
            </a:r>
          </a:p>
        </p:txBody>
      </p:sp>
      <p:sp>
        <p:nvSpPr>
          <p:cNvPr id="35" name="p29-文本-0035">
            <a:extLst xmlns:a="http://schemas.openxmlformats.org/drawingml/2006/main">
              <a:ext uri="{FF2B5EF4-FFF2-40B4-BE49-F238E27FC236}">
                <a16:creationId xmlns:a16="http://schemas.microsoft.com/office/drawing/2014/main" id="{C4BD335D-F754-456D-B542-44731CB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2280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处理步骤能够重放</a:t>
            </a:r>
          </a:p>
        </p:txBody>
      </p:sp>
      <p:sp>
        <p:nvSpPr>
          <p:cNvPr id="36" name="p29-文本-0036">
            <a:extLst xmlns:a="http://schemas.openxmlformats.org/drawingml/2006/main">
              <a:ext uri="{FF2B5EF4-FFF2-40B4-BE49-F238E27FC236}">
                <a16:creationId xmlns:a16="http://schemas.microsoft.com/office/drawing/2014/main" id="{C3E1BE50-6360-4079-82ED-2017C5A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98956"/>
            <a:ext cx="1184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整理后数据表</a:t>
            </a:r>
          </a:p>
        </p:txBody>
      </p:sp>
      <p:sp>
        <p:nvSpPr>
          <p:cNvPr id="37" name="p29-文本-0037">
            <a:extLst xmlns:a="http://schemas.openxmlformats.org/drawingml/2006/main">
              <a:ext uri="{FF2B5EF4-FFF2-40B4-BE49-F238E27FC236}">
                <a16:creationId xmlns:a16="http://schemas.microsoft.com/office/drawing/2014/main" id="{BA1C5CCE-1D18-4FDC-8AC0-5AFD50A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228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分析说明与图件</a:t>
            </a:r>
          </a:p>
        </p:txBody>
      </p:sp>
      <p:sp>
        <p:nvSpPr>
          <p:cNvPr id="38" name="p29-矩形-0038">
            <a:extLst xmlns:a="http://schemas.openxmlformats.org/drawingml/2006/main">
              <a:ext uri="{FF2B5EF4-FFF2-40B4-BE49-F238E27FC236}">
                <a16:creationId xmlns:a16="http://schemas.microsoft.com/office/drawing/2014/main" id="{367333E3-462E-4864-A945-8985C8E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381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p29-文本-0039">
            <a:extLst xmlns:a="http://schemas.openxmlformats.org/drawingml/2006/main">
              <a:ext uri="{FF2B5EF4-FFF2-40B4-BE49-F238E27FC236}">
                <a16:creationId xmlns:a16="http://schemas.microsoft.com/office/drawing/2014/main" id="{D4F3BA47-ED54-49DB-93EE-C422AE7F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425" y="4150249"/>
            <a:ext cx="6747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可复现</a:t>
            </a:r>
          </a:p>
        </p:txBody>
      </p:sp>
      <p:sp>
        <p:nvSpPr>
          <p:cNvPr id="40" name="p29-线-0040">
            <a:extLst xmlns:a="http://schemas.openxmlformats.org/drawingml/2006/main">
              <a:ext uri="{FF2B5EF4-FFF2-40B4-BE49-F238E27FC236}">
                <a16:creationId xmlns:a16="http://schemas.microsoft.com/office/drawing/2014/main" id="{23D4EDC6-A45D-4419-B4DC-5479F7AA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41" name="p29-矩形-0041">
            <a:extLst xmlns:a="http://schemas.openxmlformats.org/drawingml/2006/main">
              <a:ext uri="{FF2B5EF4-FFF2-40B4-BE49-F238E27FC236}">
                <a16:creationId xmlns:a16="http://schemas.microsoft.com/office/drawing/2014/main" id="{91277886-FA64-42DB-B94E-EDBF1D35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p29-文本-0042">
            <a:extLst xmlns:a="http://schemas.openxmlformats.org/drawingml/2006/main">
              <a:ext uri="{FF2B5EF4-FFF2-40B4-BE49-F238E27FC236}">
                <a16:creationId xmlns:a16="http://schemas.microsoft.com/office/drawing/2014/main" id="{4A7815D9-BEA3-418A-91F7-163A984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8949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结果与交付</a:t>
            </a:r>
          </a:p>
        </p:txBody>
      </p:sp>
      <p:sp>
        <p:nvSpPr>
          <p:cNvPr id="43" name="p29-文本-0043">
            <a:extLst xmlns:a="http://schemas.openxmlformats.org/drawingml/2006/main">
              <a:ext uri="{FF2B5EF4-FFF2-40B4-BE49-F238E27FC236}">
                <a16:creationId xmlns:a16="http://schemas.microsoft.com/office/drawing/2014/main" id="{56FCF73E-9977-4484-8222-E83879F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27656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独立复测支撑主要判断</a:t>
            </a:r>
          </a:p>
        </p:txBody>
      </p:sp>
      <p:sp>
        <p:nvSpPr>
          <p:cNvPr id="44" name="p29-文本-0044">
            <a:extLst xmlns:a="http://schemas.openxmlformats.org/drawingml/2006/main">
              <a:ext uri="{FF2B5EF4-FFF2-40B4-BE49-F238E27FC236}">
                <a16:creationId xmlns:a16="http://schemas.microsoft.com/office/drawing/2014/main" id="{0EC3683D-CB1F-466F-B371-67238A2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35150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局限对应具体条件</a:t>
            </a:r>
          </a:p>
        </p:txBody>
      </p:sp>
      <p:sp>
        <p:nvSpPr>
          <p:cNvPr id="45" name="p29-文本-0045">
            <a:extLst xmlns:a="http://schemas.openxmlformats.org/drawingml/2006/main">
              <a:ext uri="{FF2B5EF4-FFF2-40B4-BE49-F238E27FC236}">
                <a16:creationId xmlns:a16="http://schemas.microsoft.com/office/drawing/2014/main" id="{A5E83003-F1E0-4D69-9882-3128A51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7656"/>
            <a:ext cx="803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证据索引</a:t>
            </a:r>
          </a:p>
        </p:txBody>
      </p:sp>
      <p:sp>
        <p:nvSpPr>
          <p:cNvPr id="46" name="p29-文本-0046">
            <a:extLst xmlns:a="http://schemas.openxmlformats.org/drawingml/2006/main">
              <a:ext uri="{FF2B5EF4-FFF2-40B4-BE49-F238E27FC236}">
                <a16:creationId xmlns:a16="http://schemas.microsoft.com/office/drawing/2014/main" id="{EA17C968-AACB-4C89-B4AD-F581483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35150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可编辑报告与源文件</a:t>
            </a:r>
          </a:p>
        </p:txBody>
      </p:sp>
      <p:sp>
        <p:nvSpPr>
          <p:cNvPr id="47" name="p29-矩形-0047">
            <a:extLst xmlns:a="http://schemas.openxmlformats.org/drawingml/2006/main">
              <a:ext uri="{FF2B5EF4-FFF2-40B4-BE49-F238E27FC236}">
                <a16:creationId xmlns:a16="http://schemas.microsoft.com/office/drawing/2014/main" id="{E0412CAD-1086-480D-94EA-FABDF73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24450"/>
            <a:ext cx="1381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p29-文本-0048">
            <a:extLst xmlns:a="http://schemas.openxmlformats.org/drawingml/2006/main">
              <a:ext uri="{FF2B5EF4-FFF2-40B4-BE49-F238E27FC236}">
                <a16:creationId xmlns:a16="http://schemas.microsoft.com/office/drawing/2014/main" id="{E610CC72-7E55-4E85-A146-253F80A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425" y="5178949"/>
            <a:ext cx="6747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可验收</a:t>
            </a:r>
          </a:p>
        </p:txBody>
      </p:sp>
      <p:sp>
        <p:nvSpPr>
          <p:cNvPr id="49" name="p29-线-0049">
            <a:extLst xmlns:a="http://schemas.openxmlformats.org/drawingml/2006/main">
              <a:ext uri="{FF2B5EF4-FFF2-40B4-BE49-F238E27FC236}">
                <a16:creationId xmlns:a16="http://schemas.microsoft.com/office/drawing/2014/main" id="{73CA6BB0-4224-4B78-AEBE-FFA9A48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50" name="p29-线-0050">
            <a:extLst xmlns:a="http://schemas.openxmlformats.org/drawingml/2006/main">
              <a:ext uri="{FF2B5EF4-FFF2-40B4-BE49-F238E27FC236}">
                <a16:creationId xmlns:a16="http://schemas.microsoft.com/office/drawing/2014/main" id="{E901AD58-EF51-4260-9A25-BCD9BB3F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33550"/>
            <a:ext cx="95" cy="4114800"/>
          </a:xfrm>
          <a:custGeom xmlns:a="http://schemas.openxmlformats.org/drawingml/2006/main">
            <a:pathLst>
              <a:path w="95" h="4114800">
                <a:moveTo>
                  <a:pt x="0" y="0"/>
                </a:moveTo>
                <a:lnTo>
                  <a:pt x="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51" name="p29-线-0051">
            <a:extLst xmlns:a="http://schemas.openxmlformats.org/drawingml/2006/main">
              <a:ext uri="{FF2B5EF4-FFF2-40B4-BE49-F238E27FC236}">
                <a16:creationId xmlns:a16="http://schemas.microsoft.com/office/drawing/2014/main" id="{A37BD5D1-DD68-4CFB-AADA-8E49941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33550"/>
            <a:ext cx="95" cy="4114800"/>
          </a:xfrm>
          <a:custGeom xmlns:a="http://schemas.openxmlformats.org/drawingml/2006/main">
            <a:pathLst>
              <a:path w="95" h="4114800">
                <a:moveTo>
                  <a:pt x="0" y="0"/>
                </a:moveTo>
                <a:lnTo>
                  <a:pt x="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52" name="p29-线-0052">
            <a:extLst xmlns:a="http://schemas.openxmlformats.org/drawingml/2006/main">
              <a:ext uri="{FF2B5EF4-FFF2-40B4-BE49-F238E27FC236}">
                <a16:creationId xmlns:a16="http://schemas.microsoft.com/office/drawing/2014/main" id="{468C9AEC-44AE-44EE-A322-5396613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95" cy="4114800"/>
          </a:xfrm>
          <a:custGeom xmlns:a="http://schemas.openxmlformats.org/drawingml/2006/main">
            <a:pathLst>
              <a:path w="95" h="4114800">
                <a:moveTo>
                  <a:pt x="0" y="0"/>
                </a:moveTo>
                <a:lnTo>
                  <a:pt x="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53" name="p29-文本-0053">
            <a:extLst xmlns:a="http://schemas.openxmlformats.org/drawingml/2006/main">
              <a:ext uri="{FF2B5EF4-FFF2-40B4-BE49-F238E27FC236}">
                <a16:creationId xmlns:a16="http://schemas.microsoft.com/office/drawing/2014/main" id="{0D21E3A1-C89E-4710-BF74-A133895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786" y="6062007"/>
            <a:ext cx="571442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“已具备条件”必须能落实到可检查的记录与产物</a:t>
            </a:r>
          </a:p>
        </p:txBody>
      </p:sp>
      <p:sp>
        <p:nvSpPr>
          <p:cNvPr id="54" name="p29-文本-0054">
            <a:extLst xmlns:a="http://schemas.openxmlformats.org/drawingml/2006/main">
              <a:ext uri="{FF2B5EF4-FFF2-40B4-BE49-F238E27FC236}">
                <a16:creationId xmlns:a16="http://schemas.microsoft.com/office/drawing/2014/main" id="{8CBBB875-2DB2-444D-BCC1-10186B96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29</a:t>
            </a:r>
          </a:p>
        </p:txBody>
      </p:sp>
    </p:spTree>
    <p:extLst>
      <p:ext uri="{BB962C8B-B14F-4D97-AF65-F5344CB8AC3E}">
        <p14:creationId xmlns:p14="http://schemas.microsoft.com/office/powerpoint/2010/main" val="17938515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p30-矩形-0001">
            <a:extLst xmlns:a="http://schemas.openxmlformats.org/drawingml/2006/main">
              <a:ext uri="{FF2B5EF4-FFF2-40B4-BE49-F238E27FC236}">
                <a16:creationId xmlns:a16="http://schemas.microsoft.com/office/drawing/2014/main" id="{0ED480BE-9530-4765-8952-72287399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0-矩形-0002">
            <a:extLst xmlns:a="http://schemas.openxmlformats.org/drawingml/2006/main">
              <a:ext uri="{FF2B5EF4-FFF2-40B4-BE49-F238E27FC236}">
                <a16:creationId xmlns:a16="http://schemas.microsoft.com/office/drawing/2014/main" id="{52B06030-B36E-4125-A7B1-18D8BC3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0-文本-0003">
            <a:extLst xmlns:a="http://schemas.openxmlformats.org/drawingml/2006/main">
              <a:ext uri="{FF2B5EF4-FFF2-40B4-BE49-F238E27FC236}">
                <a16:creationId xmlns:a16="http://schemas.microsoft.com/office/drawing/2014/main" id="{7F1BF462-E11C-4DAE-8C95-EA6EAE20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2243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风险处理从识别信号转向可执行的替代路线</a:t>
            </a:r>
          </a:p>
        </p:txBody>
      </p:sp>
      <p:sp>
        <p:nvSpPr>
          <p:cNvPr id="4" name="p30-文本-0004">
            <a:extLst xmlns:a="http://schemas.openxmlformats.org/drawingml/2006/main">
              <a:ext uri="{FF2B5EF4-FFF2-40B4-BE49-F238E27FC236}">
                <a16:creationId xmlns:a16="http://schemas.microsoft.com/office/drawing/2014/main" id="{A94A36D8-0877-42E0-B350-5EF22A3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3832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每条替代路线保留原来的判断目标，同时说明验证出口</a:t>
            </a:r>
          </a:p>
        </p:txBody>
      </p:sp>
      <p:sp>
        <p:nvSpPr>
          <p:cNvPr id="5" name="p30-线-0005">
            <a:extLst xmlns:a="http://schemas.openxmlformats.org/drawingml/2006/main">
              <a:ext uri="{FF2B5EF4-FFF2-40B4-BE49-F238E27FC236}">
                <a16:creationId xmlns:a16="http://schemas.microsoft.com/office/drawing/2014/main" id="{C9571FFE-EA2D-47D8-8C62-55F971E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0-矩形-0006">
            <a:extLst xmlns:a="http://schemas.openxmlformats.org/drawingml/2006/main">
              <a:ext uri="{FF2B5EF4-FFF2-40B4-BE49-F238E27FC236}">
                <a16:creationId xmlns:a16="http://schemas.microsoft.com/office/drawing/2014/main" id="{CF158284-EA19-473F-B1D1-88D9B386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123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p30-文本-0007">
            <a:extLst xmlns:a="http://schemas.openxmlformats.org/drawingml/2006/main">
              <a:ext uri="{FF2B5EF4-FFF2-40B4-BE49-F238E27FC236}">
                <a16:creationId xmlns:a16="http://schemas.microsoft.com/office/drawing/2014/main" id="{EFCB00F3-71B9-4830-A603-95761061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9214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信号偏弱</a:t>
            </a:r>
          </a:p>
        </p:txBody>
      </p:sp>
      <p:sp>
        <p:nvSpPr>
          <p:cNvPr id="8" name="p30-文本-0008">
            <a:extLst xmlns:a="http://schemas.openxmlformats.org/drawingml/2006/main">
              <a:ext uri="{FF2B5EF4-FFF2-40B4-BE49-F238E27FC236}">
                <a16:creationId xmlns:a16="http://schemas.microsoft.com/office/drawing/2014/main" id="{B019CF9F-1B22-4DAC-8F8C-EF158791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99813"/>
            <a:ext cx="7239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识别信号</a:t>
            </a:r>
          </a:p>
        </p:txBody>
      </p:sp>
      <p:sp>
        <p:nvSpPr>
          <p:cNvPr id="9" name="p30-文本-0009">
            <a:extLst xmlns:a="http://schemas.openxmlformats.org/drawingml/2006/main">
              <a:ext uri="{FF2B5EF4-FFF2-40B4-BE49-F238E27FC236}">
                <a16:creationId xmlns:a16="http://schemas.microsoft.com/office/drawing/2014/main" id="{8D88B753-CF80-493D-B106-6804F57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3981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样品响应接近空白</a:t>
            </a:r>
          </a:p>
        </p:txBody>
      </p:sp>
      <p:sp>
        <p:nvSpPr>
          <p:cNvPr id="10" name="p30-线-0010">
            <a:extLst xmlns:a="http://schemas.openxmlformats.org/drawingml/2006/main">
              <a:ext uri="{FF2B5EF4-FFF2-40B4-BE49-F238E27FC236}">
                <a16:creationId xmlns:a16="http://schemas.microsoft.com/office/drawing/2014/main" id="{C3577818-42AF-4741-8999-7315CCC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05075"/>
            <a:ext cx="2009775" cy="95"/>
          </a:xfrm>
          <a:custGeom xmlns:a="http://schemas.openxmlformats.org/drawingml/2006/main">
            <a:pathLst>
              <a:path w="2009775" h="95">
                <a:moveTo>
                  <a:pt x="0" y="0"/>
                </a:moveTo>
                <a:lnTo>
                  <a:pt x="2009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1" name="p30-路径-0011">
            <a:extLst xmlns:a="http://schemas.openxmlformats.org/drawingml/2006/main">
              <a:ext uri="{FF2B5EF4-FFF2-40B4-BE49-F238E27FC236}">
                <a16:creationId xmlns:a16="http://schemas.microsoft.com/office/drawing/2014/main" id="{803D1B07-A4BA-4273-B1B6-8FD4E14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1690"/>
            <a:ext cx="2009775" cy="310515"/>
          </a:xfrm>
          <a:custGeom xmlns:a="http://schemas.openxmlformats.org/drawingml/2006/main">
            <a:pathLst>
              <a:path w="2009775" h="310515">
                <a:moveTo>
                  <a:pt x="0" y="310515"/>
                </a:moveTo>
                <a:lnTo>
                  <a:pt x="13335" y="310515"/>
                </a:lnTo>
                <a:lnTo>
                  <a:pt x="26670" y="310515"/>
                </a:lnTo>
                <a:lnTo>
                  <a:pt x="40005" y="310515"/>
                </a:lnTo>
                <a:lnTo>
                  <a:pt x="53340" y="310515"/>
                </a:lnTo>
                <a:lnTo>
                  <a:pt x="66675" y="310515"/>
                </a:lnTo>
                <a:lnTo>
                  <a:pt x="80010" y="310515"/>
                </a:lnTo>
                <a:lnTo>
                  <a:pt x="93345" y="310515"/>
                </a:lnTo>
                <a:lnTo>
                  <a:pt x="107633" y="310515"/>
                </a:lnTo>
                <a:lnTo>
                  <a:pt x="120967" y="310515"/>
                </a:lnTo>
                <a:lnTo>
                  <a:pt x="134303" y="310515"/>
                </a:lnTo>
                <a:lnTo>
                  <a:pt x="147638" y="310515"/>
                </a:lnTo>
                <a:lnTo>
                  <a:pt x="160972" y="310515"/>
                </a:lnTo>
                <a:lnTo>
                  <a:pt x="174308" y="310515"/>
                </a:lnTo>
                <a:lnTo>
                  <a:pt x="187642" y="310515"/>
                </a:lnTo>
                <a:lnTo>
                  <a:pt x="200978" y="310515"/>
                </a:lnTo>
                <a:lnTo>
                  <a:pt x="214313" y="310515"/>
                </a:lnTo>
                <a:lnTo>
                  <a:pt x="227647" y="310515"/>
                </a:lnTo>
                <a:lnTo>
                  <a:pt x="240983" y="310515"/>
                </a:lnTo>
                <a:lnTo>
                  <a:pt x="254317" y="310515"/>
                </a:lnTo>
                <a:lnTo>
                  <a:pt x="267653" y="310515"/>
                </a:lnTo>
                <a:lnTo>
                  <a:pt x="280988" y="310515"/>
                </a:lnTo>
                <a:lnTo>
                  <a:pt x="294322" y="310515"/>
                </a:lnTo>
                <a:lnTo>
                  <a:pt x="308610" y="310515"/>
                </a:lnTo>
                <a:lnTo>
                  <a:pt x="321945" y="310515"/>
                </a:lnTo>
                <a:lnTo>
                  <a:pt x="335280" y="309563"/>
                </a:lnTo>
                <a:lnTo>
                  <a:pt x="348615" y="304800"/>
                </a:lnTo>
                <a:lnTo>
                  <a:pt x="361950" y="282893"/>
                </a:lnTo>
                <a:lnTo>
                  <a:pt x="375285" y="223838"/>
                </a:lnTo>
                <a:lnTo>
                  <a:pt x="388620" y="140018"/>
                </a:lnTo>
                <a:lnTo>
                  <a:pt x="401955" y="96202"/>
                </a:lnTo>
                <a:lnTo>
                  <a:pt x="415290" y="140018"/>
                </a:lnTo>
                <a:lnTo>
                  <a:pt x="428625" y="223838"/>
                </a:lnTo>
                <a:lnTo>
                  <a:pt x="441960" y="282893"/>
                </a:lnTo>
                <a:lnTo>
                  <a:pt x="455295" y="304800"/>
                </a:lnTo>
                <a:lnTo>
                  <a:pt x="468630" y="309563"/>
                </a:lnTo>
                <a:lnTo>
                  <a:pt x="481965" y="310515"/>
                </a:lnTo>
                <a:lnTo>
                  <a:pt x="495300" y="310515"/>
                </a:lnTo>
                <a:lnTo>
                  <a:pt x="509588" y="310515"/>
                </a:lnTo>
                <a:lnTo>
                  <a:pt x="522922" y="310515"/>
                </a:lnTo>
                <a:lnTo>
                  <a:pt x="536258" y="310515"/>
                </a:lnTo>
                <a:lnTo>
                  <a:pt x="549592" y="310515"/>
                </a:lnTo>
                <a:lnTo>
                  <a:pt x="562928" y="310515"/>
                </a:lnTo>
                <a:lnTo>
                  <a:pt x="576263" y="310515"/>
                </a:lnTo>
                <a:lnTo>
                  <a:pt x="589597" y="310515"/>
                </a:lnTo>
                <a:lnTo>
                  <a:pt x="602933" y="310515"/>
                </a:lnTo>
                <a:lnTo>
                  <a:pt x="616267" y="310515"/>
                </a:lnTo>
                <a:lnTo>
                  <a:pt x="629603" y="310515"/>
                </a:lnTo>
                <a:lnTo>
                  <a:pt x="642938" y="310515"/>
                </a:lnTo>
                <a:lnTo>
                  <a:pt x="656272" y="310515"/>
                </a:lnTo>
                <a:lnTo>
                  <a:pt x="669608" y="310515"/>
                </a:lnTo>
                <a:lnTo>
                  <a:pt x="682942" y="310515"/>
                </a:lnTo>
                <a:lnTo>
                  <a:pt x="696278" y="310515"/>
                </a:lnTo>
                <a:lnTo>
                  <a:pt x="710565" y="310515"/>
                </a:lnTo>
                <a:lnTo>
                  <a:pt x="723900" y="310515"/>
                </a:lnTo>
                <a:lnTo>
                  <a:pt x="737235" y="310515"/>
                </a:lnTo>
                <a:lnTo>
                  <a:pt x="750570" y="310515"/>
                </a:lnTo>
                <a:lnTo>
                  <a:pt x="763905" y="310515"/>
                </a:lnTo>
                <a:lnTo>
                  <a:pt x="777240" y="310515"/>
                </a:lnTo>
                <a:lnTo>
                  <a:pt x="790575" y="309563"/>
                </a:lnTo>
                <a:lnTo>
                  <a:pt x="803910" y="307658"/>
                </a:lnTo>
                <a:lnTo>
                  <a:pt x="817245" y="300990"/>
                </a:lnTo>
                <a:lnTo>
                  <a:pt x="830580" y="285750"/>
                </a:lnTo>
                <a:lnTo>
                  <a:pt x="843915" y="252413"/>
                </a:lnTo>
                <a:lnTo>
                  <a:pt x="857250" y="197168"/>
                </a:lnTo>
                <a:lnTo>
                  <a:pt x="870585" y="122873"/>
                </a:lnTo>
                <a:lnTo>
                  <a:pt x="883920" y="47625"/>
                </a:lnTo>
                <a:lnTo>
                  <a:pt x="897255" y="0"/>
                </a:lnTo>
                <a:lnTo>
                  <a:pt x="911542" y="0"/>
                </a:lnTo>
                <a:lnTo>
                  <a:pt x="924878" y="47625"/>
                </a:lnTo>
                <a:lnTo>
                  <a:pt x="938213" y="122873"/>
                </a:lnTo>
                <a:lnTo>
                  <a:pt x="951547" y="197168"/>
                </a:lnTo>
                <a:lnTo>
                  <a:pt x="964883" y="252413"/>
                </a:lnTo>
                <a:lnTo>
                  <a:pt x="978217" y="285750"/>
                </a:lnTo>
                <a:lnTo>
                  <a:pt x="991553" y="300990"/>
                </a:lnTo>
                <a:lnTo>
                  <a:pt x="1004888" y="307658"/>
                </a:lnTo>
                <a:lnTo>
                  <a:pt x="1018222" y="309563"/>
                </a:lnTo>
                <a:lnTo>
                  <a:pt x="1031558" y="310515"/>
                </a:lnTo>
                <a:lnTo>
                  <a:pt x="1044892" y="310515"/>
                </a:lnTo>
                <a:lnTo>
                  <a:pt x="1058228" y="310515"/>
                </a:lnTo>
                <a:lnTo>
                  <a:pt x="1071563" y="310515"/>
                </a:lnTo>
                <a:lnTo>
                  <a:pt x="1084897" y="310515"/>
                </a:lnTo>
                <a:lnTo>
                  <a:pt x="1098233" y="310515"/>
                </a:lnTo>
                <a:lnTo>
                  <a:pt x="1112520" y="310515"/>
                </a:lnTo>
                <a:lnTo>
                  <a:pt x="1125855" y="310515"/>
                </a:lnTo>
                <a:lnTo>
                  <a:pt x="1139190" y="310515"/>
                </a:lnTo>
                <a:lnTo>
                  <a:pt x="1152525" y="310515"/>
                </a:lnTo>
                <a:lnTo>
                  <a:pt x="1165860" y="310515"/>
                </a:lnTo>
                <a:lnTo>
                  <a:pt x="1179195" y="310515"/>
                </a:lnTo>
                <a:lnTo>
                  <a:pt x="1192530" y="310515"/>
                </a:lnTo>
                <a:lnTo>
                  <a:pt x="1205865" y="310515"/>
                </a:lnTo>
                <a:lnTo>
                  <a:pt x="1219200" y="310515"/>
                </a:lnTo>
                <a:lnTo>
                  <a:pt x="1232535" y="310515"/>
                </a:lnTo>
                <a:lnTo>
                  <a:pt x="1245870" y="310515"/>
                </a:lnTo>
                <a:lnTo>
                  <a:pt x="1259205" y="310515"/>
                </a:lnTo>
                <a:lnTo>
                  <a:pt x="1272540" y="310515"/>
                </a:lnTo>
                <a:lnTo>
                  <a:pt x="1285875" y="310515"/>
                </a:lnTo>
                <a:lnTo>
                  <a:pt x="1299210" y="310515"/>
                </a:lnTo>
                <a:lnTo>
                  <a:pt x="1313497" y="310515"/>
                </a:lnTo>
                <a:lnTo>
                  <a:pt x="1326833" y="310515"/>
                </a:lnTo>
                <a:lnTo>
                  <a:pt x="1340168" y="310515"/>
                </a:lnTo>
                <a:lnTo>
                  <a:pt x="1353503" y="310515"/>
                </a:lnTo>
                <a:lnTo>
                  <a:pt x="1366838" y="310515"/>
                </a:lnTo>
                <a:lnTo>
                  <a:pt x="1380172" y="309563"/>
                </a:lnTo>
                <a:lnTo>
                  <a:pt x="1393508" y="299085"/>
                </a:lnTo>
                <a:lnTo>
                  <a:pt x="1406843" y="243840"/>
                </a:lnTo>
                <a:lnTo>
                  <a:pt x="1420178" y="149543"/>
                </a:lnTo>
                <a:lnTo>
                  <a:pt x="1433513" y="149543"/>
                </a:lnTo>
                <a:lnTo>
                  <a:pt x="1446847" y="243840"/>
                </a:lnTo>
                <a:lnTo>
                  <a:pt x="1460183" y="299085"/>
                </a:lnTo>
                <a:lnTo>
                  <a:pt x="1473518" y="309563"/>
                </a:lnTo>
                <a:lnTo>
                  <a:pt x="1486853" y="310515"/>
                </a:lnTo>
                <a:lnTo>
                  <a:pt x="1500188" y="310515"/>
                </a:lnTo>
                <a:lnTo>
                  <a:pt x="1514475" y="310515"/>
                </a:lnTo>
                <a:lnTo>
                  <a:pt x="1527810" y="310515"/>
                </a:lnTo>
                <a:lnTo>
                  <a:pt x="1541145" y="310515"/>
                </a:lnTo>
                <a:lnTo>
                  <a:pt x="1554480" y="310515"/>
                </a:lnTo>
                <a:lnTo>
                  <a:pt x="1567815" y="310515"/>
                </a:lnTo>
                <a:lnTo>
                  <a:pt x="1581150" y="310515"/>
                </a:lnTo>
                <a:lnTo>
                  <a:pt x="1594485" y="310515"/>
                </a:lnTo>
                <a:lnTo>
                  <a:pt x="1607820" y="310515"/>
                </a:lnTo>
                <a:lnTo>
                  <a:pt x="1621155" y="310515"/>
                </a:lnTo>
                <a:lnTo>
                  <a:pt x="1634490" y="310515"/>
                </a:lnTo>
                <a:lnTo>
                  <a:pt x="1647825" y="310515"/>
                </a:lnTo>
                <a:lnTo>
                  <a:pt x="1661160" y="310515"/>
                </a:lnTo>
                <a:lnTo>
                  <a:pt x="1674495" y="308610"/>
                </a:lnTo>
                <a:lnTo>
                  <a:pt x="1687830" y="302895"/>
                </a:lnTo>
                <a:lnTo>
                  <a:pt x="1701165" y="286702"/>
                </a:lnTo>
                <a:lnTo>
                  <a:pt x="1715453" y="256223"/>
                </a:lnTo>
                <a:lnTo>
                  <a:pt x="1728788" y="216218"/>
                </a:lnTo>
                <a:lnTo>
                  <a:pt x="1742122" y="186690"/>
                </a:lnTo>
                <a:lnTo>
                  <a:pt x="1755458" y="186690"/>
                </a:lnTo>
                <a:lnTo>
                  <a:pt x="1768793" y="216218"/>
                </a:lnTo>
                <a:lnTo>
                  <a:pt x="1782128" y="256223"/>
                </a:lnTo>
                <a:lnTo>
                  <a:pt x="1795463" y="286702"/>
                </a:lnTo>
                <a:lnTo>
                  <a:pt x="1808797" y="302895"/>
                </a:lnTo>
                <a:lnTo>
                  <a:pt x="1822132" y="308610"/>
                </a:lnTo>
                <a:lnTo>
                  <a:pt x="1835468" y="310515"/>
                </a:lnTo>
                <a:lnTo>
                  <a:pt x="1848803" y="310515"/>
                </a:lnTo>
                <a:lnTo>
                  <a:pt x="1862138" y="310515"/>
                </a:lnTo>
                <a:lnTo>
                  <a:pt x="1875472" y="310515"/>
                </a:lnTo>
                <a:lnTo>
                  <a:pt x="1888807" y="310515"/>
                </a:lnTo>
                <a:lnTo>
                  <a:pt x="1902143" y="310515"/>
                </a:lnTo>
                <a:lnTo>
                  <a:pt x="1916430" y="310515"/>
                </a:lnTo>
                <a:lnTo>
                  <a:pt x="1929765" y="310515"/>
                </a:lnTo>
                <a:lnTo>
                  <a:pt x="1943100" y="310515"/>
                </a:lnTo>
                <a:lnTo>
                  <a:pt x="1956435" y="310515"/>
                </a:lnTo>
                <a:lnTo>
                  <a:pt x="1969770" y="310515"/>
                </a:lnTo>
                <a:lnTo>
                  <a:pt x="1983105" y="310515"/>
                </a:lnTo>
                <a:lnTo>
                  <a:pt x="1996440" y="310515"/>
                </a:lnTo>
                <a:lnTo>
                  <a:pt x="2009775" y="31051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12" name="p30-路径-0012">
            <a:extLst xmlns:a="http://schemas.openxmlformats.org/drawingml/2006/main">
              <a:ext uri="{FF2B5EF4-FFF2-40B4-BE49-F238E27FC236}">
                <a16:creationId xmlns:a16="http://schemas.microsoft.com/office/drawing/2014/main" id="{C2A7B8B6-A5DD-4421-AA3C-3E36514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50720"/>
            <a:ext cx="2009775" cy="314325"/>
          </a:xfrm>
          <a:custGeom xmlns:a="http://schemas.openxmlformats.org/drawingml/2006/main">
            <a:pathLst>
              <a:path w="2009775" h="314325">
                <a:moveTo>
                  <a:pt x="0" y="314325"/>
                </a:moveTo>
                <a:lnTo>
                  <a:pt x="13335" y="314325"/>
                </a:lnTo>
                <a:lnTo>
                  <a:pt x="26670" y="314325"/>
                </a:lnTo>
                <a:lnTo>
                  <a:pt x="40005" y="314325"/>
                </a:lnTo>
                <a:lnTo>
                  <a:pt x="53340" y="314325"/>
                </a:lnTo>
                <a:lnTo>
                  <a:pt x="66675" y="314325"/>
                </a:lnTo>
                <a:lnTo>
                  <a:pt x="80010" y="314325"/>
                </a:lnTo>
                <a:lnTo>
                  <a:pt x="93345" y="314325"/>
                </a:lnTo>
                <a:lnTo>
                  <a:pt x="107633" y="314325"/>
                </a:lnTo>
                <a:lnTo>
                  <a:pt x="120967" y="314325"/>
                </a:lnTo>
                <a:lnTo>
                  <a:pt x="134303" y="314325"/>
                </a:lnTo>
                <a:lnTo>
                  <a:pt x="147638" y="314325"/>
                </a:lnTo>
                <a:lnTo>
                  <a:pt x="160972" y="314325"/>
                </a:lnTo>
                <a:lnTo>
                  <a:pt x="174308" y="314325"/>
                </a:lnTo>
                <a:lnTo>
                  <a:pt x="187642" y="314325"/>
                </a:lnTo>
                <a:lnTo>
                  <a:pt x="200978" y="314325"/>
                </a:lnTo>
                <a:lnTo>
                  <a:pt x="214313" y="314325"/>
                </a:lnTo>
                <a:lnTo>
                  <a:pt x="227647" y="314325"/>
                </a:lnTo>
                <a:lnTo>
                  <a:pt x="240983" y="314325"/>
                </a:lnTo>
                <a:lnTo>
                  <a:pt x="254317" y="314325"/>
                </a:lnTo>
                <a:lnTo>
                  <a:pt x="267653" y="314325"/>
                </a:lnTo>
                <a:lnTo>
                  <a:pt x="280988" y="314325"/>
                </a:lnTo>
                <a:lnTo>
                  <a:pt x="294322" y="314325"/>
                </a:lnTo>
                <a:lnTo>
                  <a:pt x="308610" y="314325"/>
                </a:lnTo>
                <a:lnTo>
                  <a:pt x="321945" y="314325"/>
                </a:lnTo>
                <a:lnTo>
                  <a:pt x="335280" y="314325"/>
                </a:lnTo>
                <a:lnTo>
                  <a:pt x="348615" y="314325"/>
                </a:lnTo>
                <a:lnTo>
                  <a:pt x="361950" y="310515"/>
                </a:lnTo>
                <a:lnTo>
                  <a:pt x="375285" y="293370"/>
                </a:lnTo>
                <a:lnTo>
                  <a:pt x="388620" y="242888"/>
                </a:lnTo>
                <a:lnTo>
                  <a:pt x="401955" y="160020"/>
                </a:lnTo>
                <a:lnTo>
                  <a:pt x="415290" y="101917"/>
                </a:lnTo>
                <a:lnTo>
                  <a:pt x="428625" y="128588"/>
                </a:lnTo>
                <a:lnTo>
                  <a:pt x="441960" y="211455"/>
                </a:lnTo>
                <a:lnTo>
                  <a:pt x="455295" y="278130"/>
                </a:lnTo>
                <a:lnTo>
                  <a:pt x="468630" y="305752"/>
                </a:lnTo>
                <a:lnTo>
                  <a:pt x="481965" y="313372"/>
                </a:lnTo>
                <a:lnTo>
                  <a:pt x="495300" y="314325"/>
                </a:lnTo>
                <a:lnTo>
                  <a:pt x="509588" y="314325"/>
                </a:lnTo>
                <a:lnTo>
                  <a:pt x="522922" y="314325"/>
                </a:lnTo>
                <a:lnTo>
                  <a:pt x="536258" y="314325"/>
                </a:lnTo>
                <a:lnTo>
                  <a:pt x="549592" y="314325"/>
                </a:lnTo>
                <a:lnTo>
                  <a:pt x="562928" y="314325"/>
                </a:lnTo>
                <a:lnTo>
                  <a:pt x="576263" y="314325"/>
                </a:lnTo>
                <a:lnTo>
                  <a:pt x="589597" y="314325"/>
                </a:lnTo>
                <a:lnTo>
                  <a:pt x="602933" y="314325"/>
                </a:lnTo>
                <a:lnTo>
                  <a:pt x="616267" y="314325"/>
                </a:lnTo>
                <a:lnTo>
                  <a:pt x="629603" y="314325"/>
                </a:lnTo>
                <a:lnTo>
                  <a:pt x="642938" y="314325"/>
                </a:lnTo>
                <a:lnTo>
                  <a:pt x="656272" y="314325"/>
                </a:lnTo>
                <a:lnTo>
                  <a:pt x="669608" y="314325"/>
                </a:lnTo>
                <a:lnTo>
                  <a:pt x="682942" y="314325"/>
                </a:lnTo>
                <a:lnTo>
                  <a:pt x="696278" y="314325"/>
                </a:lnTo>
                <a:lnTo>
                  <a:pt x="710565" y="314325"/>
                </a:lnTo>
                <a:lnTo>
                  <a:pt x="723900" y="314325"/>
                </a:lnTo>
                <a:lnTo>
                  <a:pt x="737235" y="314325"/>
                </a:lnTo>
                <a:lnTo>
                  <a:pt x="750570" y="314325"/>
                </a:lnTo>
                <a:lnTo>
                  <a:pt x="763905" y="314325"/>
                </a:lnTo>
                <a:lnTo>
                  <a:pt x="777240" y="314325"/>
                </a:lnTo>
                <a:lnTo>
                  <a:pt x="790575" y="314325"/>
                </a:lnTo>
                <a:lnTo>
                  <a:pt x="803910" y="313372"/>
                </a:lnTo>
                <a:lnTo>
                  <a:pt x="817245" y="312420"/>
                </a:lnTo>
                <a:lnTo>
                  <a:pt x="830580" y="306705"/>
                </a:lnTo>
                <a:lnTo>
                  <a:pt x="843915" y="293370"/>
                </a:lnTo>
                <a:lnTo>
                  <a:pt x="857250" y="264795"/>
                </a:lnTo>
                <a:lnTo>
                  <a:pt x="870585" y="214313"/>
                </a:lnTo>
                <a:lnTo>
                  <a:pt x="883920" y="142875"/>
                </a:lnTo>
                <a:lnTo>
                  <a:pt x="897255" y="65722"/>
                </a:lnTo>
                <a:lnTo>
                  <a:pt x="911542" y="9525"/>
                </a:lnTo>
                <a:lnTo>
                  <a:pt x="924878" y="0"/>
                </a:lnTo>
                <a:lnTo>
                  <a:pt x="938213" y="39052"/>
                </a:lnTo>
                <a:lnTo>
                  <a:pt x="951547" y="110490"/>
                </a:lnTo>
                <a:lnTo>
                  <a:pt x="964883" y="187642"/>
                </a:lnTo>
                <a:lnTo>
                  <a:pt x="978217" y="247650"/>
                </a:lnTo>
                <a:lnTo>
                  <a:pt x="991553" y="284797"/>
                </a:lnTo>
                <a:lnTo>
                  <a:pt x="1004888" y="302895"/>
                </a:lnTo>
                <a:lnTo>
                  <a:pt x="1018222" y="310515"/>
                </a:lnTo>
                <a:lnTo>
                  <a:pt x="1031558" y="313372"/>
                </a:lnTo>
                <a:lnTo>
                  <a:pt x="1044892" y="314325"/>
                </a:lnTo>
                <a:lnTo>
                  <a:pt x="1058228" y="314325"/>
                </a:lnTo>
                <a:lnTo>
                  <a:pt x="1071563" y="314325"/>
                </a:lnTo>
                <a:lnTo>
                  <a:pt x="1084897" y="314325"/>
                </a:lnTo>
                <a:lnTo>
                  <a:pt x="1098233" y="314325"/>
                </a:lnTo>
                <a:lnTo>
                  <a:pt x="1112520" y="314325"/>
                </a:lnTo>
                <a:lnTo>
                  <a:pt x="1125855" y="314325"/>
                </a:lnTo>
                <a:lnTo>
                  <a:pt x="1139190" y="314325"/>
                </a:lnTo>
                <a:lnTo>
                  <a:pt x="1152525" y="314325"/>
                </a:lnTo>
                <a:lnTo>
                  <a:pt x="1165860" y="314325"/>
                </a:lnTo>
                <a:lnTo>
                  <a:pt x="1179195" y="314325"/>
                </a:lnTo>
                <a:lnTo>
                  <a:pt x="1192530" y="314325"/>
                </a:lnTo>
                <a:lnTo>
                  <a:pt x="1205865" y="314325"/>
                </a:lnTo>
                <a:lnTo>
                  <a:pt x="1219200" y="314325"/>
                </a:lnTo>
                <a:lnTo>
                  <a:pt x="1232535" y="314325"/>
                </a:lnTo>
                <a:lnTo>
                  <a:pt x="1245870" y="314325"/>
                </a:lnTo>
                <a:lnTo>
                  <a:pt x="1259205" y="314325"/>
                </a:lnTo>
                <a:lnTo>
                  <a:pt x="1272540" y="314325"/>
                </a:lnTo>
                <a:lnTo>
                  <a:pt x="1285875" y="314325"/>
                </a:lnTo>
                <a:lnTo>
                  <a:pt x="1299210" y="314325"/>
                </a:lnTo>
                <a:lnTo>
                  <a:pt x="1313497" y="314325"/>
                </a:lnTo>
                <a:lnTo>
                  <a:pt x="1326833" y="314325"/>
                </a:lnTo>
                <a:lnTo>
                  <a:pt x="1340168" y="314325"/>
                </a:lnTo>
                <a:lnTo>
                  <a:pt x="1353503" y="314325"/>
                </a:lnTo>
                <a:lnTo>
                  <a:pt x="1366838" y="314325"/>
                </a:lnTo>
                <a:lnTo>
                  <a:pt x="1380172" y="314325"/>
                </a:lnTo>
                <a:lnTo>
                  <a:pt x="1393508" y="314325"/>
                </a:lnTo>
                <a:lnTo>
                  <a:pt x="1406843" y="307657"/>
                </a:lnTo>
                <a:lnTo>
                  <a:pt x="1420178" y="264795"/>
                </a:lnTo>
                <a:lnTo>
                  <a:pt x="1433513" y="169545"/>
                </a:lnTo>
                <a:lnTo>
                  <a:pt x="1446847" y="140970"/>
                </a:lnTo>
                <a:lnTo>
                  <a:pt x="1460183" y="229552"/>
                </a:lnTo>
                <a:lnTo>
                  <a:pt x="1473518" y="297180"/>
                </a:lnTo>
                <a:lnTo>
                  <a:pt x="1486853" y="313372"/>
                </a:lnTo>
                <a:lnTo>
                  <a:pt x="1500188" y="314325"/>
                </a:lnTo>
                <a:lnTo>
                  <a:pt x="1514475" y="314325"/>
                </a:lnTo>
                <a:lnTo>
                  <a:pt x="1527810" y="314325"/>
                </a:lnTo>
                <a:lnTo>
                  <a:pt x="1541145" y="314325"/>
                </a:lnTo>
                <a:lnTo>
                  <a:pt x="1554480" y="314325"/>
                </a:lnTo>
                <a:lnTo>
                  <a:pt x="1567815" y="314325"/>
                </a:lnTo>
                <a:lnTo>
                  <a:pt x="1581150" y="314325"/>
                </a:lnTo>
                <a:lnTo>
                  <a:pt x="1594485" y="314325"/>
                </a:lnTo>
                <a:lnTo>
                  <a:pt x="1607820" y="314325"/>
                </a:lnTo>
                <a:lnTo>
                  <a:pt x="1621155" y="314325"/>
                </a:lnTo>
                <a:lnTo>
                  <a:pt x="1634490" y="314325"/>
                </a:lnTo>
                <a:lnTo>
                  <a:pt x="1647825" y="314325"/>
                </a:lnTo>
                <a:lnTo>
                  <a:pt x="1661160" y="314325"/>
                </a:lnTo>
                <a:lnTo>
                  <a:pt x="1674495" y="314325"/>
                </a:lnTo>
                <a:lnTo>
                  <a:pt x="1687830" y="312420"/>
                </a:lnTo>
                <a:lnTo>
                  <a:pt x="1701165" y="307657"/>
                </a:lnTo>
                <a:lnTo>
                  <a:pt x="1715453" y="294322"/>
                </a:lnTo>
                <a:lnTo>
                  <a:pt x="1728788" y="266700"/>
                </a:lnTo>
                <a:lnTo>
                  <a:pt x="1742122" y="227647"/>
                </a:lnTo>
                <a:lnTo>
                  <a:pt x="1755458" y="194310"/>
                </a:lnTo>
                <a:lnTo>
                  <a:pt x="1768793" y="187642"/>
                </a:lnTo>
                <a:lnTo>
                  <a:pt x="1782128" y="212407"/>
                </a:lnTo>
                <a:lnTo>
                  <a:pt x="1795463" y="252413"/>
                </a:lnTo>
                <a:lnTo>
                  <a:pt x="1808797" y="285750"/>
                </a:lnTo>
                <a:lnTo>
                  <a:pt x="1822132" y="303847"/>
                </a:lnTo>
                <a:lnTo>
                  <a:pt x="1835468" y="311467"/>
                </a:lnTo>
                <a:lnTo>
                  <a:pt x="1848803" y="313372"/>
                </a:lnTo>
                <a:lnTo>
                  <a:pt x="1862138" y="314325"/>
                </a:lnTo>
                <a:lnTo>
                  <a:pt x="1875472" y="314325"/>
                </a:lnTo>
                <a:lnTo>
                  <a:pt x="1888807" y="314325"/>
                </a:lnTo>
                <a:lnTo>
                  <a:pt x="1902143" y="314325"/>
                </a:lnTo>
                <a:lnTo>
                  <a:pt x="1916430" y="314325"/>
                </a:lnTo>
                <a:lnTo>
                  <a:pt x="1929765" y="314325"/>
                </a:lnTo>
                <a:lnTo>
                  <a:pt x="1943100" y="314325"/>
                </a:lnTo>
                <a:lnTo>
                  <a:pt x="1956435" y="314325"/>
                </a:lnTo>
                <a:lnTo>
                  <a:pt x="1969770" y="314325"/>
                </a:lnTo>
                <a:lnTo>
                  <a:pt x="1983105" y="314325"/>
                </a:lnTo>
                <a:lnTo>
                  <a:pt x="1996440" y="314325"/>
                </a:lnTo>
                <a:lnTo>
                  <a:pt x="200977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13" name="p30-路径-0013">
            <a:extLst xmlns:a="http://schemas.openxmlformats.org/drawingml/2006/main">
              <a:ext uri="{FF2B5EF4-FFF2-40B4-BE49-F238E27FC236}">
                <a16:creationId xmlns:a16="http://schemas.microsoft.com/office/drawing/2014/main" id="{3ED6DB1E-4A51-404F-83BE-E84EFE2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10703"/>
            <a:ext cx="2009775" cy="317183"/>
          </a:xfrm>
          <a:custGeom xmlns:a="http://schemas.openxmlformats.org/drawingml/2006/main">
            <a:pathLst>
              <a:path w="2009775" h="317183">
                <a:moveTo>
                  <a:pt x="0" y="317183"/>
                </a:moveTo>
                <a:lnTo>
                  <a:pt x="13335" y="317183"/>
                </a:lnTo>
                <a:lnTo>
                  <a:pt x="26670" y="317183"/>
                </a:lnTo>
                <a:lnTo>
                  <a:pt x="40005" y="317183"/>
                </a:lnTo>
                <a:lnTo>
                  <a:pt x="53340" y="317183"/>
                </a:lnTo>
                <a:lnTo>
                  <a:pt x="66675" y="317183"/>
                </a:lnTo>
                <a:lnTo>
                  <a:pt x="80010" y="317183"/>
                </a:lnTo>
                <a:lnTo>
                  <a:pt x="93345" y="317183"/>
                </a:lnTo>
                <a:lnTo>
                  <a:pt x="107633" y="317183"/>
                </a:lnTo>
                <a:lnTo>
                  <a:pt x="120967" y="317183"/>
                </a:lnTo>
                <a:lnTo>
                  <a:pt x="134303" y="317183"/>
                </a:lnTo>
                <a:lnTo>
                  <a:pt x="147638" y="317183"/>
                </a:lnTo>
                <a:lnTo>
                  <a:pt x="160972" y="317183"/>
                </a:lnTo>
                <a:lnTo>
                  <a:pt x="174308" y="317183"/>
                </a:lnTo>
                <a:lnTo>
                  <a:pt x="187642" y="317183"/>
                </a:lnTo>
                <a:lnTo>
                  <a:pt x="200978" y="317183"/>
                </a:lnTo>
                <a:lnTo>
                  <a:pt x="214313" y="317183"/>
                </a:lnTo>
                <a:lnTo>
                  <a:pt x="227647" y="317183"/>
                </a:lnTo>
                <a:lnTo>
                  <a:pt x="240983" y="317183"/>
                </a:lnTo>
                <a:lnTo>
                  <a:pt x="254317" y="317183"/>
                </a:lnTo>
                <a:lnTo>
                  <a:pt x="267653" y="317183"/>
                </a:lnTo>
                <a:lnTo>
                  <a:pt x="280988" y="317183"/>
                </a:lnTo>
                <a:lnTo>
                  <a:pt x="294322" y="317183"/>
                </a:lnTo>
                <a:lnTo>
                  <a:pt x="308610" y="317183"/>
                </a:lnTo>
                <a:lnTo>
                  <a:pt x="321945" y="317183"/>
                </a:lnTo>
                <a:lnTo>
                  <a:pt x="335280" y="317183"/>
                </a:lnTo>
                <a:lnTo>
                  <a:pt x="348615" y="317183"/>
                </a:lnTo>
                <a:lnTo>
                  <a:pt x="361950" y="317183"/>
                </a:lnTo>
                <a:lnTo>
                  <a:pt x="375285" y="314325"/>
                </a:lnTo>
                <a:lnTo>
                  <a:pt x="388620" y="301943"/>
                </a:lnTo>
                <a:lnTo>
                  <a:pt x="401955" y="259080"/>
                </a:lnTo>
                <a:lnTo>
                  <a:pt x="415290" y="180023"/>
                </a:lnTo>
                <a:lnTo>
                  <a:pt x="428625" y="110490"/>
                </a:lnTo>
                <a:lnTo>
                  <a:pt x="441960" y="120015"/>
                </a:lnTo>
                <a:lnTo>
                  <a:pt x="455295" y="197168"/>
                </a:lnTo>
                <a:lnTo>
                  <a:pt x="468630" y="270510"/>
                </a:lnTo>
                <a:lnTo>
                  <a:pt x="481965" y="305752"/>
                </a:lnTo>
                <a:lnTo>
                  <a:pt x="495300" y="315277"/>
                </a:lnTo>
                <a:lnTo>
                  <a:pt x="509588" y="317183"/>
                </a:lnTo>
                <a:lnTo>
                  <a:pt x="522922" y="317183"/>
                </a:lnTo>
                <a:lnTo>
                  <a:pt x="536258" y="317183"/>
                </a:lnTo>
                <a:lnTo>
                  <a:pt x="549592" y="317183"/>
                </a:lnTo>
                <a:lnTo>
                  <a:pt x="562928" y="317183"/>
                </a:lnTo>
                <a:lnTo>
                  <a:pt x="576263" y="317183"/>
                </a:lnTo>
                <a:lnTo>
                  <a:pt x="589597" y="317183"/>
                </a:lnTo>
                <a:lnTo>
                  <a:pt x="602933" y="317183"/>
                </a:lnTo>
                <a:lnTo>
                  <a:pt x="616267" y="317183"/>
                </a:lnTo>
                <a:lnTo>
                  <a:pt x="629603" y="317183"/>
                </a:lnTo>
                <a:lnTo>
                  <a:pt x="642938" y="317183"/>
                </a:lnTo>
                <a:lnTo>
                  <a:pt x="656272" y="317183"/>
                </a:lnTo>
                <a:lnTo>
                  <a:pt x="669608" y="317183"/>
                </a:lnTo>
                <a:lnTo>
                  <a:pt x="682942" y="317183"/>
                </a:lnTo>
                <a:lnTo>
                  <a:pt x="696278" y="317183"/>
                </a:lnTo>
                <a:lnTo>
                  <a:pt x="710565" y="317183"/>
                </a:lnTo>
                <a:lnTo>
                  <a:pt x="723900" y="317183"/>
                </a:lnTo>
                <a:lnTo>
                  <a:pt x="737235" y="317183"/>
                </a:lnTo>
                <a:lnTo>
                  <a:pt x="750570" y="317183"/>
                </a:lnTo>
                <a:lnTo>
                  <a:pt x="763905" y="317183"/>
                </a:lnTo>
                <a:lnTo>
                  <a:pt x="777240" y="317183"/>
                </a:lnTo>
                <a:lnTo>
                  <a:pt x="790575" y="317183"/>
                </a:lnTo>
                <a:lnTo>
                  <a:pt x="803910" y="317183"/>
                </a:lnTo>
                <a:lnTo>
                  <a:pt x="817245" y="317183"/>
                </a:lnTo>
                <a:lnTo>
                  <a:pt x="830580" y="315277"/>
                </a:lnTo>
                <a:lnTo>
                  <a:pt x="843915" y="311468"/>
                </a:lnTo>
                <a:lnTo>
                  <a:pt x="857250" y="300038"/>
                </a:lnTo>
                <a:lnTo>
                  <a:pt x="870585" y="275273"/>
                </a:lnTo>
                <a:lnTo>
                  <a:pt x="883920" y="228600"/>
                </a:lnTo>
                <a:lnTo>
                  <a:pt x="897255" y="160973"/>
                </a:lnTo>
                <a:lnTo>
                  <a:pt x="911542" y="82868"/>
                </a:lnTo>
                <a:lnTo>
                  <a:pt x="924878" y="20955"/>
                </a:lnTo>
                <a:lnTo>
                  <a:pt x="938213" y="0"/>
                </a:lnTo>
                <a:lnTo>
                  <a:pt x="951547" y="30480"/>
                </a:lnTo>
                <a:lnTo>
                  <a:pt x="964883" y="98108"/>
                </a:lnTo>
                <a:lnTo>
                  <a:pt x="978217" y="175260"/>
                </a:lnTo>
                <a:lnTo>
                  <a:pt x="991553" y="240030"/>
                </a:lnTo>
                <a:lnTo>
                  <a:pt x="1004888" y="281940"/>
                </a:lnTo>
                <a:lnTo>
                  <a:pt x="1018222" y="302895"/>
                </a:lnTo>
                <a:lnTo>
                  <a:pt x="1031558" y="312420"/>
                </a:lnTo>
                <a:lnTo>
                  <a:pt x="1044892" y="316230"/>
                </a:lnTo>
                <a:lnTo>
                  <a:pt x="1058228" y="317183"/>
                </a:lnTo>
                <a:lnTo>
                  <a:pt x="1071563" y="317183"/>
                </a:lnTo>
                <a:lnTo>
                  <a:pt x="1084897" y="317183"/>
                </a:lnTo>
                <a:lnTo>
                  <a:pt x="1098233" y="317183"/>
                </a:lnTo>
                <a:lnTo>
                  <a:pt x="1112520" y="317183"/>
                </a:lnTo>
                <a:lnTo>
                  <a:pt x="1125855" y="317183"/>
                </a:lnTo>
                <a:lnTo>
                  <a:pt x="1139190" y="317183"/>
                </a:lnTo>
                <a:lnTo>
                  <a:pt x="1152525" y="317183"/>
                </a:lnTo>
                <a:lnTo>
                  <a:pt x="1165860" y="317183"/>
                </a:lnTo>
                <a:lnTo>
                  <a:pt x="1179195" y="317183"/>
                </a:lnTo>
                <a:lnTo>
                  <a:pt x="1192530" y="317183"/>
                </a:lnTo>
                <a:lnTo>
                  <a:pt x="1205865" y="317183"/>
                </a:lnTo>
                <a:lnTo>
                  <a:pt x="1219200" y="317183"/>
                </a:lnTo>
                <a:lnTo>
                  <a:pt x="1232535" y="317183"/>
                </a:lnTo>
                <a:lnTo>
                  <a:pt x="1245870" y="317183"/>
                </a:lnTo>
                <a:lnTo>
                  <a:pt x="1259205" y="317183"/>
                </a:lnTo>
                <a:lnTo>
                  <a:pt x="1272540" y="317183"/>
                </a:lnTo>
                <a:lnTo>
                  <a:pt x="1285875" y="317183"/>
                </a:lnTo>
                <a:lnTo>
                  <a:pt x="1299210" y="317183"/>
                </a:lnTo>
                <a:lnTo>
                  <a:pt x="1313497" y="317183"/>
                </a:lnTo>
                <a:lnTo>
                  <a:pt x="1326833" y="317183"/>
                </a:lnTo>
                <a:lnTo>
                  <a:pt x="1340168" y="317183"/>
                </a:lnTo>
                <a:lnTo>
                  <a:pt x="1353503" y="317183"/>
                </a:lnTo>
                <a:lnTo>
                  <a:pt x="1366838" y="317183"/>
                </a:lnTo>
                <a:lnTo>
                  <a:pt x="1380172" y="317183"/>
                </a:lnTo>
                <a:lnTo>
                  <a:pt x="1393508" y="317183"/>
                </a:lnTo>
                <a:lnTo>
                  <a:pt x="1406843" y="317183"/>
                </a:lnTo>
                <a:lnTo>
                  <a:pt x="1420178" y="313373"/>
                </a:lnTo>
                <a:lnTo>
                  <a:pt x="1433513" y="280988"/>
                </a:lnTo>
                <a:lnTo>
                  <a:pt x="1446847" y="191452"/>
                </a:lnTo>
                <a:lnTo>
                  <a:pt x="1460183" y="138113"/>
                </a:lnTo>
                <a:lnTo>
                  <a:pt x="1473518" y="212408"/>
                </a:lnTo>
                <a:lnTo>
                  <a:pt x="1486853" y="291465"/>
                </a:lnTo>
                <a:lnTo>
                  <a:pt x="1500188" y="314325"/>
                </a:lnTo>
                <a:lnTo>
                  <a:pt x="1514475" y="317183"/>
                </a:lnTo>
                <a:lnTo>
                  <a:pt x="1527810" y="317183"/>
                </a:lnTo>
                <a:lnTo>
                  <a:pt x="1541145" y="317183"/>
                </a:lnTo>
                <a:lnTo>
                  <a:pt x="1554480" y="317183"/>
                </a:lnTo>
                <a:lnTo>
                  <a:pt x="1567815" y="317183"/>
                </a:lnTo>
                <a:lnTo>
                  <a:pt x="1581150" y="317183"/>
                </a:lnTo>
                <a:lnTo>
                  <a:pt x="1594485" y="317183"/>
                </a:lnTo>
                <a:lnTo>
                  <a:pt x="1607820" y="317183"/>
                </a:lnTo>
                <a:lnTo>
                  <a:pt x="1621155" y="317183"/>
                </a:lnTo>
                <a:lnTo>
                  <a:pt x="1634490" y="317183"/>
                </a:lnTo>
                <a:lnTo>
                  <a:pt x="1647825" y="317183"/>
                </a:lnTo>
                <a:lnTo>
                  <a:pt x="1661160" y="317183"/>
                </a:lnTo>
                <a:lnTo>
                  <a:pt x="1674495" y="317183"/>
                </a:lnTo>
                <a:lnTo>
                  <a:pt x="1687830" y="317183"/>
                </a:lnTo>
                <a:lnTo>
                  <a:pt x="1701165" y="316230"/>
                </a:lnTo>
                <a:lnTo>
                  <a:pt x="1715453" y="312420"/>
                </a:lnTo>
                <a:lnTo>
                  <a:pt x="1728788" y="300990"/>
                </a:lnTo>
                <a:lnTo>
                  <a:pt x="1742122" y="276225"/>
                </a:lnTo>
                <a:lnTo>
                  <a:pt x="1755458" y="239077"/>
                </a:lnTo>
                <a:lnTo>
                  <a:pt x="1768793" y="201930"/>
                </a:lnTo>
                <a:lnTo>
                  <a:pt x="1782128" y="188595"/>
                </a:lnTo>
                <a:lnTo>
                  <a:pt x="1795463" y="208598"/>
                </a:lnTo>
                <a:lnTo>
                  <a:pt x="1808797" y="246698"/>
                </a:lnTo>
                <a:lnTo>
                  <a:pt x="1822132" y="282893"/>
                </a:lnTo>
                <a:lnTo>
                  <a:pt x="1835468" y="304800"/>
                </a:lnTo>
                <a:lnTo>
                  <a:pt x="1848803" y="313373"/>
                </a:lnTo>
                <a:lnTo>
                  <a:pt x="1862138" y="316230"/>
                </a:lnTo>
                <a:lnTo>
                  <a:pt x="1875472" y="317183"/>
                </a:lnTo>
                <a:lnTo>
                  <a:pt x="1888807" y="317183"/>
                </a:lnTo>
                <a:lnTo>
                  <a:pt x="1902143" y="317183"/>
                </a:lnTo>
                <a:lnTo>
                  <a:pt x="1916430" y="317183"/>
                </a:lnTo>
                <a:lnTo>
                  <a:pt x="1929765" y="317183"/>
                </a:lnTo>
                <a:lnTo>
                  <a:pt x="1943100" y="317183"/>
                </a:lnTo>
                <a:lnTo>
                  <a:pt x="1956435" y="317183"/>
                </a:lnTo>
                <a:lnTo>
                  <a:pt x="1969770" y="317183"/>
                </a:lnTo>
                <a:lnTo>
                  <a:pt x="1983105" y="317183"/>
                </a:lnTo>
                <a:lnTo>
                  <a:pt x="1996440" y="317183"/>
                </a:lnTo>
                <a:lnTo>
                  <a:pt x="2009775" y="3171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14" name="p30-文本-0014">
            <a:extLst xmlns:a="http://schemas.openxmlformats.org/drawingml/2006/main">
              <a:ext uri="{FF2B5EF4-FFF2-40B4-BE49-F238E27FC236}">
                <a16:creationId xmlns:a16="http://schemas.microsoft.com/office/drawing/2014/main" id="{BEB48E8F-DDB3-49E8-8972-9BDB195F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251" y="2554477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15" name="p30-路径-0015">
            <a:extLst xmlns:a="http://schemas.openxmlformats.org/drawingml/2006/main">
              <a:ext uri="{FF2B5EF4-FFF2-40B4-BE49-F238E27FC236}">
                <a16:creationId xmlns:a16="http://schemas.microsoft.com/office/drawing/2014/main" id="{0AA301A2-9002-4FFF-AD82-1CCE618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056829"/>
            <a:ext cx="466725" cy="153543"/>
          </a:xfrm>
          <a:custGeom xmlns:a="http://schemas.openxmlformats.org/drawingml/2006/main">
            <a:pathLst>
              <a:path w="466725" h="153543">
                <a:moveTo>
                  <a:pt x="0" y="110109"/>
                </a:moveTo>
                <a:lnTo>
                  <a:pt x="342900" y="110109"/>
                </a:lnTo>
                <a:lnTo>
                  <a:pt x="342900" y="153543"/>
                </a:lnTo>
                <a:lnTo>
                  <a:pt x="466725" y="76772"/>
                </a:lnTo>
                <a:lnTo>
                  <a:pt x="342900" y="0"/>
                </a:lnTo>
                <a:lnTo>
                  <a:pt x="342900" y="43434"/>
                </a:lnTo>
                <a:lnTo>
                  <a:pt x="0" y="4343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p30-文本-0016">
            <a:extLst xmlns:a="http://schemas.openxmlformats.org/drawingml/2006/main">
              <a:ext uri="{FF2B5EF4-FFF2-40B4-BE49-F238E27FC236}">
                <a16:creationId xmlns:a16="http://schemas.microsoft.com/office/drawing/2014/main" id="{EBDB9C68-82C5-4736-8905-B2F2B503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07627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延长累积或优化采集窗口</a:t>
            </a:r>
          </a:p>
        </p:txBody>
      </p:sp>
      <p:sp>
        <p:nvSpPr>
          <p:cNvPr id="17" name="p30-文本-0017">
            <a:extLst xmlns:a="http://schemas.openxmlformats.org/drawingml/2006/main">
              <a:ext uri="{FF2B5EF4-FFF2-40B4-BE49-F238E27FC236}">
                <a16:creationId xmlns:a16="http://schemas.microsoft.com/office/drawing/2014/main" id="{841C4D8F-4846-4F70-8410-1BEB434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50527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并行核对背景与光源漂移</a:t>
            </a:r>
          </a:p>
        </p:txBody>
      </p:sp>
      <p:sp>
        <p:nvSpPr>
          <p:cNvPr id="18" name="p30-文本-0018">
            <a:extLst xmlns:a="http://schemas.openxmlformats.org/drawingml/2006/main">
              <a:ext uri="{FF2B5EF4-FFF2-40B4-BE49-F238E27FC236}">
                <a16:creationId xmlns:a16="http://schemas.microsoft.com/office/drawing/2014/main" id="{68DF9FEF-4665-4ED8-9A67-88F7B414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7915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出口：响应可重复区分</a:t>
            </a:r>
          </a:p>
        </p:txBody>
      </p:sp>
      <p:sp>
        <p:nvSpPr>
          <p:cNvPr id="19" name="p30-矩形-0019">
            <a:extLst xmlns:a="http://schemas.openxmlformats.org/drawingml/2006/main">
              <a:ext uri="{FF2B5EF4-FFF2-40B4-BE49-F238E27FC236}">
                <a16:creationId xmlns:a16="http://schemas.microsoft.com/office/drawing/2014/main" id="{8B9009AE-49BD-40E9-B8EA-E4C5741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1123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p30-文本-0020">
            <a:extLst xmlns:a="http://schemas.openxmlformats.org/drawingml/2006/main">
              <a:ext uri="{FF2B5EF4-FFF2-40B4-BE49-F238E27FC236}">
                <a16:creationId xmlns:a16="http://schemas.microsoft.com/office/drawing/2014/main" id="{EE888BE5-A203-4AA1-8ECE-BB7A5C75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1789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批次离散</a:t>
            </a:r>
          </a:p>
        </p:txBody>
      </p:sp>
      <p:sp>
        <p:nvSpPr>
          <p:cNvPr id="21" name="p30-文本-0021">
            <a:extLst xmlns:a="http://schemas.openxmlformats.org/drawingml/2006/main">
              <a:ext uri="{FF2B5EF4-FFF2-40B4-BE49-F238E27FC236}">
                <a16:creationId xmlns:a16="http://schemas.microsoft.com/office/drawing/2014/main" id="{5F93C41E-1446-40D7-A535-1B5D6792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388"/>
            <a:ext cx="7239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识别信号</a:t>
            </a:r>
          </a:p>
        </p:txBody>
      </p:sp>
      <p:sp>
        <p:nvSpPr>
          <p:cNvPr id="22" name="p30-文本-0022">
            <a:extLst xmlns:a="http://schemas.openxmlformats.org/drawingml/2006/main">
              <a:ext uri="{FF2B5EF4-FFF2-40B4-BE49-F238E27FC236}">
                <a16:creationId xmlns:a16="http://schemas.microsoft.com/office/drawing/2014/main" id="{70805361-7150-421C-8170-7D7CF35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655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分布变宽且方向不一</a:t>
            </a:r>
          </a:p>
        </p:txBody>
      </p:sp>
      <p:sp>
        <p:nvSpPr>
          <p:cNvPr id="23" name="p30-线-0023">
            <a:extLst xmlns:a="http://schemas.openxmlformats.org/drawingml/2006/main">
              <a:ext uri="{FF2B5EF4-FFF2-40B4-BE49-F238E27FC236}">
                <a16:creationId xmlns:a16="http://schemas.microsoft.com/office/drawing/2014/main" id="{F5B50B98-7577-4C96-8D05-BFF81DB8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1914525" cy="95"/>
          </a:xfrm>
          <a:custGeom xmlns:a="http://schemas.openxmlformats.org/drawingml/2006/main">
            <a:pathLst>
              <a:path w="1914525" h="95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4" name="p30-线-0024">
            <a:extLst xmlns:a="http://schemas.openxmlformats.org/drawingml/2006/main">
              <a:ext uri="{FF2B5EF4-FFF2-40B4-BE49-F238E27FC236}">
                <a16:creationId xmlns:a16="http://schemas.microsoft.com/office/drawing/2014/main" id="{34232EC4-C34A-49AE-9B22-9F88542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76600"/>
            <a:ext cx="95" cy="685800"/>
          </a:xfrm>
          <a:custGeom xmlns:a="http://schemas.openxmlformats.org/drawingml/2006/main">
            <a:pathLst>
              <a:path w="9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25" name="p30-路径-0025">
            <a:extLst xmlns:a="http://schemas.openxmlformats.org/drawingml/2006/main">
              <a:ext uri="{FF2B5EF4-FFF2-40B4-BE49-F238E27FC236}">
                <a16:creationId xmlns:a16="http://schemas.microsoft.com/office/drawing/2014/main" id="{C59D1B03-ECDC-400D-86BA-C265D5E7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0920"/>
            <a:ext cx="1914525" cy="411480"/>
          </a:xfrm>
          <a:custGeom xmlns:a="http://schemas.openxmlformats.org/drawingml/2006/main">
            <a:pathLst>
              <a:path w="1914525" h="411480">
                <a:moveTo>
                  <a:pt x="0" y="393383"/>
                </a:moveTo>
                <a:lnTo>
                  <a:pt x="32385" y="388620"/>
                </a:lnTo>
                <a:lnTo>
                  <a:pt x="63817" y="381952"/>
                </a:lnTo>
                <a:lnTo>
                  <a:pt x="96203" y="373380"/>
                </a:lnTo>
                <a:lnTo>
                  <a:pt x="127635" y="363855"/>
                </a:lnTo>
                <a:lnTo>
                  <a:pt x="160020" y="352425"/>
                </a:lnTo>
                <a:lnTo>
                  <a:pt x="191453" y="339090"/>
                </a:lnTo>
                <a:lnTo>
                  <a:pt x="222885" y="323850"/>
                </a:lnTo>
                <a:lnTo>
                  <a:pt x="255270" y="305752"/>
                </a:lnTo>
                <a:lnTo>
                  <a:pt x="286703" y="286702"/>
                </a:lnTo>
                <a:lnTo>
                  <a:pt x="319088" y="264795"/>
                </a:lnTo>
                <a:lnTo>
                  <a:pt x="351472" y="240983"/>
                </a:lnTo>
                <a:lnTo>
                  <a:pt x="382905" y="216217"/>
                </a:lnTo>
                <a:lnTo>
                  <a:pt x="415290" y="190500"/>
                </a:lnTo>
                <a:lnTo>
                  <a:pt x="446722" y="163830"/>
                </a:lnTo>
                <a:lnTo>
                  <a:pt x="478155" y="137160"/>
                </a:lnTo>
                <a:lnTo>
                  <a:pt x="510540" y="111442"/>
                </a:lnTo>
                <a:lnTo>
                  <a:pt x="541972" y="86677"/>
                </a:lnTo>
                <a:lnTo>
                  <a:pt x="574358" y="63817"/>
                </a:lnTo>
                <a:lnTo>
                  <a:pt x="605790" y="42863"/>
                </a:lnTo>
                <a:lnTo>
                  <a:pt x="638175" y="26670"/>
                </a:lnTo>
                <a:lnTo>
                  <a:pt x="670560" y="13335"/>
                </a:lnTo>
                <a:lnTo>
                  <a:pt x="701992" y="4763"/>
                </a:lnTo>
                <a:lnTo>
                  <a:pt x="734378" y="0"/>
                </a:lnTo>
                <a:lnTo>
                  <a:pt x="765810" y="952"/>
                </a:lnTo>
                <a:lnTo>
                  <a:pt x="798195" y="5715"/>
                </a:lnTo>
                <a:lnTo>
                  <a:pt x="829628" y="15240"/>
                </a:lnTo>
                <a:lnTo>
                  <a:pt x="861060" y="29527"/>
                </a:lnTo>
                <a:lnTo>
                  <a:pt x="893445" y="46672"/>
                </a:lnTo>
                <a:lnTo>
                  <a:pt x="924878" y="67627"/>
                </a:lnTo>
                <a:lnTo>
                  <a:pt x="957263" y="91440"/>
                </a:lnTo>
                <a:lnTo>
                  <a:pt x="989647" y="116205"/>
                </a:lnTo>
                <a:lnTo>
                  <a:pt x="1021080" y="141922"/>
                </a:lnTo>
                <a:lnTo>
                  <a:pt x="1053465" y="168592"/>
                </a:lnTo>
                <a:lnTo>
                  <a:pt x="1084897" y="195263"/>
                </a:lnTo>
                <a:lnTo>
                  <a:pt x="1116330" y="220980"/>
                </a:lnTo>
                <a:lnTo>
                  <a:pt x="1148715" y="245745"/>
                </a:lnTo>
                <a:lnTo>
                  <a:pt x="1180147" y="269558"/>
                </a:lnTo>
                <a:lnTo>
                  <a:pt x="1212533" y="290513"/>
                </a:lnTo>
                <a:lnTo>
                  <a:pt x="1243965" y="309563"/>
                </a:lnTo>
                <a:lnTo>
                  <a:pt x="1276350" y="326708"/>
                </a:lnTo>
                <a:lnTo>
                  <a:pt x="1308735" y="341947"/>
                </a:lnTo>
                <a:lnTo>
                  <a:pt x="1340168" y="355283"/>
                </a:lnTo>
                <a:lnTo>
                  <a:pt x="1372553" y="365760"/>
                </a:lnTo>
                <a:lnTo>
                  <a:pt x="1403985" y="375285"/>
                </a:lnTo>
                <a:lnTo>
                  <a:pt x="1436370" y="382905"/>
                </a:lnTo>
                <a:lnTo>
                  <a:pt x="1467803" y="389572"/>
                </a:lnTo>
                <a:lnTo>
                  <a:pt x="1499235" y="394335"/>
                </a:lnTo>
                <a:lnTo>
                  <a:pt x="1531620" y="399097"/>
                </a:lnTo>
                <a:lnTo>
                  <a:pt x="1563053" y="401955"/>
                </a:lnTo>
                <a:lnTo>
                  <a:pt x="1595438" y="404813"/>
                </a:lnTo>
                <a:lnTo>
                  <a:pt x="1627822" y="406717"/>
                </a:lnTo>
                <a:lnTo>
                  <a:pt x="1659255" y="407670"/>
                </a:lnTo>
                <a:lnTo>
                  <a:pt x="1690688" y="408622"/>
                </a:lnTo>
                <a:lnTo>
                  <a:pt x="1723072" y="409575"/>
                </a:lnTo>
                <a:lnTo>
                  <a:pt x="1754505" y="410527"/>
                </a:lnTo>
                <a:lnTo>
                  <a:pt x="1786890" y="410527"/>
                </a:lnTo>
                <a:lnTo>
                  <a:pt x="1819275" y="410527"/>
                </a:lnTo>
                <a:lnTo>
                  <a:pt x="1850707" y="411480"/>
                </a:lnTo>
                <a:lnTo>
                  <a:pt x="1882140" y="411480"/>
                </a:lnTo>
                <a:lnTo>
                  <a:pt x="1914525" y="411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6" name="p30-路径-0026">
            <a:extLst xmlns:a="http://schemas.openxmlformats.org/drawingml/2006/main">
              <a:ext uri="{FF2B5EF4-FFF2-40B4-BE49-F238E27FC236}">
                <a16:creationId xmlns:a16="http://schemas.microsoft.com/office/drawing/2014/main" id="{AAA82B3E-3C04-4113-8A8B-8419182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1378"/>
            <a:ext cx="1914525" cy="561022"/>
          </a:xfrm>
          <a:custGeom xmlns:a="http://schemas.openxmlformats.org/drawingml/2006/main">
            <a:pathLst>
              <a:path w="1914525" h="561022">
                <a:moveTo>
                  <a:pt x="0" y="561022"/>
                </a:moveTo>
                <a:lnTo>
                  <a:pt x="32385" y="561022"/>
                </a:lnTo>
                <a:lnTo>
                  <a:pt x="63817" y="561022"/>
                </a:lnTo>
                <a:lnTo>
                  <a:pt x="96203" y="561022"/>
                </a:lnTo>
                <a:lnTo>
                  <a:pt x="127635" y="561022"/>
                </a:lnTo>
                <a:lnTo>
                  <a:pt x="160020" y="561022"/>
                </a:lnTo>
                <a:lnTo>
                  <a:pt x="191453" y="561022"/>
                </a:lnTo>
                <a:lnTo>
                  <a:pt x="222885" y="561022"/>
                </a:lnTo>
                <a:lnTo>
                  <a:pt x="255270" y="561022"/>
                </a:lnTo>
                <a:lnTo>
                  <a:pt x="286703" y="561022"/>
                </a:lnTo>
                <a:lnTo>
                  <a:pt x="319088" y="561022"/>
                </a:lnTo>
                <a:lnTo>
                  <a:pt x="351472" y="561022"/>
                </a:lnTo>
                <a:lnTo>
                  <a:pt x="382905" y="561022"/>
                </a:lnTo>
                <a:lnTo>
                  <a:pt x="415290" y="561022"/>
                </a:lnTo>
                <a:lnTo>
                  <a:pt x="446722" y="561022"/>
                </a:lnTo>
                <a:lnTo>
                  <a:pt x="478155" y="560070"/>
                </a:lnTo>
                <a:lnTo>
                  <a:pt x="510540" y="560070"/>
                </a:lnTo>
                <a:lnTo>
                  <a:pt x="541972" y="558165"/>
                </a:lnTo>
                <a:lnTo>
                  <a:pt x="574358" y="557213"/>
                </a:lnTo>
                <a:lnTo>
                  <a:pt x="605790" y="554355"/>
                </a:lnTo>
                <a:lnTo>
                  <a:pt x="638175" y="549592"/>
                </a:lnTo>
                <a:lnTo>
                  <a:pt x="670560" y="542925"/>
                </a:lnTo>
                <a:lnTo>
                  <a:pt x="701992" y="533400"/>
                </a:lnTo>
                <a:lnTo>
                  <a:pt x="734378" y="520065"/>
                </a:lnTo>
                <a:lnTo>
                  <a:pt x="765810" y="501967"/>
                </a:lnTo>
                <a:lnTo>
                  <a:pt x="798195" y="477202"/>
                </a:lnTo>
                <a:lnTo>
                  <a:pt x="829628" y="446722"/>
                </a:lnTo>
                <a:lnTo>
                  <a:pt x="861060" y="408622"/>
                </a:lnTo>
                <a:lnTo>
                  <a:pt x="893445" y="363855"/>
                </a:lnTo>
                <a:lnTo>
                  <a:pt x="924878" y="313372"/>
                </a:lnTo>
                <a:lnTo>
                  <a:pt x="957263" y="258127"/>
                </a:lnTo>
                <a:lnTo>
                  <a:pt x="989647" y="200025"/>
                </a:lnTo>
                <a:lnTo>
                  <a:pt x="1021080" y="144780"/>
                </a:lnTo>
                <a:lnTo>
                  <a:pt x="1053465" y="93345"/>
                </a:lnTo>
                <a:lnTo>
                  <a:pt x="1084897" y="50482"/>
                </a:lnTo>
                <a:lnTo>
                  <a:pt x="1116330" y="19050"/>
                </a:lnTo>
                <a:lnTo>
                  <a:pt x="1148715" y="1905"/>
                </a:lnTo>
                <a:lnTo>
                  <a:pt x="1180147" y="0"/>
                </a:lnTo>
                <a:lnTo>
                  <a:pt x="1212533" y="14288"/>
                </a:lnTo>
                <a:lnTo>
                  <a:pt x="1243965" y="42863"/>
                </a:lnTo>
                <a:lnTo>
                  <a:pt x="1276350" y="83820"/>
                </a:lnTo>
                <a:lnTo>
                  <a:pt x="1308735" y="133350"/>
                </a:lnTo>
                <a:lnTo>
                  <a:pt x="1340168" y="188595"/>
                </a:lnTo>
                <a:lnTo>
                  <a:pt x="1372553" y="246697"/>
                </a:lnTo>
                <a:lnTo>
                  <a:pt x="1403985" y="301942"/>
                </a:lnTo>
                <a:lnTo>
                  <a:pt x="1436370" y="354330"/>
                </a:lnTo>
                <a:lnTo>
                  <a:pt x="1467803" y="400050"/>
                </a:lnTo>
                <a:lnTo>
                  <a:pt x="1499235" y="440055"/>
                </a:lnTo>
                <a:lnTo>
                  <a:pt x="1531620" y="471488"/>
                </a:lnTo>
                <a:lnTo>
                  <a:pt x="1563053" y="497205"/>
                </a:lnTo>
                <a:lnTo>
                  <a:pt x="1595438" y="517207"/>
                </a:lnTo>
                <a:lnTo>
                  <a:pt x="1627822" y="531495"/>
                </a:lnTo>
                <a:lnTo>
                  <a:pt x="1659255" y="541972"/>
                </a:lnTo>
                <a:lnTo>
                  <a:pt x="1690688" y="548640"/>
                </a:lnTo>
                <a:lnTo>
                  <a:pt x="1723072" y="553402"/>
                </a:lnTo>
                <a:lnTo>
                  <a:pt x="1754505" y="556260"/>
                </a:lnTo>
                <a:lnTo>
                  <a:pt x="1786890" y="558165"/>
                </a:lnTo>
                <a:lnTo>
                  <a:pt x="1819275" y="559117"/>
                </a:lnTo>
                <a:lnTo>
                  <a:pt x="1850707" y="560070"/>
                </a:lnTo>
                <a:lnTo>
                  <a:pt x="1882140" y="561022"/>
                </a:lnTo>
                <a:lnTo>
                  <a:pt x="1914525" y="5610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7" name="p30-文本-0027">
            <a:extLst xmlns:a="http://schemas.openxmlformats.org/drawingml/2006/main">
              <a:ext uri="{FF2B5EF4-FFF2-40B4-BE49-F238E27FC236}">
                <a16:creationId xmlns:a16="http://schemas.microsoft.com/office/drawing/2014/main" id="{11F01B7F-3C2C-4230-984A-6B54597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90966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频数</a:t>
            </a:r>
          </a:p>
        </p:txBody>
      </p:sp>
      <p:sp>
        <p:nvSpPr>
          <p:cNvPr id="28" name="p30-文本-0028">
            <a:extLst xmlns:a="http://schemas.openxmlformats.org/drawingml/2006/main">
              <a:ext uri="{FF2B5EF4-FFF2-40B4-BE49-F238E27FC236}">
                <a16:creationId xmlns:a16="http://schemas.microsoft.com/office/drawing/2014/main" id="{B7A1B581-B342-4E63-ACA3-4FDEB02A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513" y="4048241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响应强度</a:t>
            </a:r>
          </a:p>
        </p:txBody>
      </p:sp>
      <p:sp>
        <p:nvSpPr>
          <p:cNvPr id="29" name="p30-路径-0029">
            <a:extLst xmlns:a="http://schemas.openxmlformats.org/drawingml/2006/main">
              <a:ext uri="{FF2B5EF4-FFF2-40B4-BE49-F238E27FC236}">
                <a16:creationId xmlns:a16="http://schemas.microsoft.com/office/drawing/2014/main" id="{D4EF5308-62E7-4151-BD2A-0BB32F3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09404"/>
            <a:ext cx="466725" cy="153543"/>
          </a:xfrm>
          <a:custGeom xmlns:a="http://schemas.openxmlformats.org/drawingml/2006/main">
            <a:pathLst>
              <a:path w="466725" h="153543">
                <a:moveTo>
                  <a:pt x="0" y="110109"/>
                </a:moveTo>
                <a:lnTo>
                  <a:pt x="342900" y="110109"/>
                </a:lnTo>
                <a:lnTo>
                  <a:pt x="342900" y="153543"/>
                </a:lnTo>
                <a:lnTo>
                  <a:pt x="466725" y="76772"/>
                </a:lnTo>
                <a:lnTo>
                  <a:pt x="342900" y="0"/>
                </a:lnTo>
                <a:lnTo>
                  <a:pt x="342900" y="43434"/>
                </a:lnTo>
                <a:lnTo>
                  <a:pt x="0" y="4343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0" name="p30-文本-0030">
            <a:extLst xmlns:a="http://schemas.openxmlformats.org/drawingml/2006/main">
              <a:ext uri="{FF2B5EF4-FFF2-40B4-BE49-F238E27FC236}">
                <a16:creationId xmlns:a16="http://schemas.microsoft.com/office/drawing/2014/main" id="{859400EB-4F76-4F05-B95E-AAE48F7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6020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先锁定原料与关键步骤</a:t>
            </a:r>
          </a:p>
        </p:txBody>
      </p:sp>
      <p:sp>
        <p:nvSpPr>
          <p:cNvPr id="31" name="p30-文本-0031">
            <a:extLst xmlns:a="http://schemas.openxmlformats.org/drawingml/2006/main">
              <a:ext uri="{FF2B5EF4-FFF2-40B4-BE49-F238E27FC236}">
                <a16:creationId xmlns:a16="http://schemas.microsoft.com/office/drawing/2014/main" id="{696CED0F-ACF7-4569-8AA3-6E669A99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03102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用小批次确认主要变异源</a:t>
            </a:r>
          </a:p>
        </p:txBody>
      </p:sp>
      <p:sp>
        <p:nvSpPr>
          <p:cNvPr id="32" name="p30-文本-0032">
            <a:extLst xmlns:a="http://schemas.openxmlformats.org/drawingml/2006/main">
              <a:ext uri="{FF2B5EF4-FFF2-40B4-BE49-F238E27FC236}">
                <a16:creationId xmlns:a16="http://schemas.microsoft.com/office/drawing/2014/main" id="{F5A0F333-E242-455D-B19A-CE7C5904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3172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出口：误差来源可解释</a:t>
            </a:r>
          </a:p>
        </p:txBody>
      </p:sp>
      <p:sp>
        <p:nvSpPr>
          <p:cNvPr id="33" name="p30-矩形-0033">
            <a:extLst xmlns:a="http://schemas.openxmlformats.org/drawingml/2006/main">
              <a:ext uri="{FF2B5EF4-FFF2-40B4-BE49-F238E27FC236}">
                <a16:creationId xmlns:a16="http://schemas.microsoft.com/office/drawing/2014/main" id="{7B84D6EE-24F6-4866-AA5A-63140EF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3425"/>
            <a:ext cx="1123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p30-文本-0034">
            <a:extLst xmlns:a="http://schemas.openxmlformats.org/drawingml/2006/main">
              <a:ext uri="{FF2B5EF4-FFF2-40B4-BE49-F238E27FC236}">
                <a16:creationId xmlns:a16="http://schemas.microsoft.com/office/drawing/2014/main" id="{35A78F7E-E667-4DF8-AFB7-AD3AB8C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34364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条件失效</a:t>
            </a:r>
          </a:p>
        </p:txBody>
      </p:sp>
      <p:sp>
        <p:nvSpPr>
          <p:cNvPr id="35" name="p30-文本-0035">
            <a:extLst xmlns:a="http://schemas.openxmlformats.org/drawingml/2006/main">
              <a:ext uri="{FF2B5EF4-FFF2-40B4-BE49-F238E27FC236}">
                <a16:creationId xmlns:a16="http://schemas.microsoft.com/office/drawing/2014/main" id="{39F0499F-351F-4F3B-BD6B-4AB7DAE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04963"/>
            <a:ext cx="7239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识别信号</a:t>
            </a:r>
          </a:p>
        </p:txBody>
      </p:sp>
      <p:sp>
        <p:nvSpPr>
          <p:cNvPr id="36" name="p30-文本-0036">
            <a:extLst xmlns:a="http://schemas.openxmlformats.org/drawingml/2006/main">
              <a:ext uri="{FF2B5EF4-FFF2-40B4-BE49-F238E27FC236}">
                <a16:creationId xmlns:a16="http://schemas.microsoft.com/office/drawing/2014/main" id="{8FC45C95-D74F-48FA-AE8C-1C466B2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9131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高响应区不再连续</a:t>
            </a:r>
          </a:p>
        </p:txBody>
      </p:sp>
      <p:sp>
        <p:nvSpPr>
          <p:cNvPr id="37" name="p30-矩形-0037">
            <a:extLst xmlns:a="http://schemas.openxmlformats.org/drawingml/2006/main">
              <a:ext uri="{FF2B5EF4-FFF2-40B4-BE49-F238E27FC236}">
                <a16:creationId xmlns:a16="http://schemas.microsoft.com/office/drawing/2014/main" id="{C9EB05E8-F56A-4E92-B742-EB1FE580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8" name="p30-矩形-0038">
            <a:extLst xmlns:a="http://schemas.openxmlformats.org/drawingml/2006/main">
              <a:ext uri="{FF2B5EF4-FFF2-40B4-BE49-F238E27FC236}">
                <a16:creationId xmlns:a16="http://schemas.microsoft.com/office/drawing/2014/main" id="{14F27A7A-CCB9-47EF-B99E-AC4D69D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75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9" name="p30-矩形-0039">
            <a:extLst xmlns:a="http://schemas.openxmlformats.org/drawingml/2006/main">
              <a:ext uri="{FF2B5EF4-FFF2-40B4-BE49-F238E27FC236}">
                <a16:creationId xmlns:a16="http://schemas.microsoft.com/office/drawing/2014/main" id="{A32F11B7-8909-4C06-9A18-C63038A6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0" name="p30-矩形-0040">
            <a:extLst xmlns:a="http://schemas.openxmlformats.org/drawingml/2006/main">
              <a:ext uri="{FF2B5EF4-FFF2-40B4-BE49-F238E27FC236}">
                <a16:creationId xmlns:a16="http://schemas.microsoft.com/office/drawing/2014/main" id="{F550F98B-53CA-489E-96EB-43CF28A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1" name="p30-矩形-0041">
            <a:extLst xmlns:a="http://schemas.openxmlformats.org/drawingml/2006/main">
              <a:ext uri="{FF2B5EF4-FFF2-40B4-BE49-F238E27FC236}">
                <a16:creationId xmlns:a16="http://schemas.microsoft.com/office/drawing/2014/main" id="{E4DE2C3D-9613-4496-B59C-626D6699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2" name="p30-矩形-0042">
            <a:extLst xmlns:a="http://schemas.openxmlformats.org/drawingml/2006/main">
              <a:ext uri="{FF2B5EF4-FFF2-40B4-BE49-F238E27FC236}">
                <a16:creationId xmlns:a16="http://schemas.microsoft.com/office/drawing/2014/main" id="{1F5F67B5-2DC1-46A9-BBDC-AC4A4EC2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3" name="p30-矩形-0043">
            <a:extLst xmlns:a="http://schemas.openxmlformats.org/drawingml/2006/main">
              <a:ext uri="{FF2B5EF4-FFF2-40B4-BE49-F238E27FC236}">
                <a16:creationId xmlns:a16="http://schemas.microsoft.com/office/drawing/2014/main" id="{EC6986AC-0E84-418D-9F6E-EF6D71C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4" name="p30-矩形-0044">
            <a:extLst xmlns:a="http://schemas.openxmlformats.org/drawingml/2006/main">
              <a:ext uri="{FF2B5EF4-FFF2-40B4-BE49-F238E27FC236}">
                <a16:creationId xmlns:a16="http://schemas.microsoft.com/office/drawing/2014/main" id="{CB2A7CCB-8229-413E-9266-48605F33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5" name="p30-矩形-0045">
            <a:extLst xmlns:a="http://schemas.openxmlformats.org/drawingml/2006/main">
              <a:ext uri="{FF2B5EF4-FFF2-40B4-BE49-F238E27FC236}">
                <a16:creationId xmlns:a16="http://schemas.microsoft.com/office/drawing/2014/main" id="{83E314EB-BFE3-49EC-81BA-C15A0764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50" y="480060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6" name="p30-矩形-0046">
            <a:extLst xmlns:a="http://schemas.openxmlformats.org/drawingml/2006/main">
              <a:ext uri="{FF2B5EF4-FFF2-40B4-BE49-F238E27FC236}">
                <a16:creationId xmlns:a16="http://schemas.microsoft.com/office/drawing/2014/main" id="{0F3EE6D8-0444-4F85-877B-46260320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7" name="p30-矩形-0047">
            <a:extLst xmlns:a="http://schemas.openxmlformats.org/drawingml/2006/main">
              <a:ext uri="{FF2B5EF4-FFF2-40B4-BE49-F238E27FC236}">
                <a16:creationId xmlns:a16="http://schemas.microsoft.com/office/drawing/2014/main" id="{41057348-9EA7-489D-8213-18F30A6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75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8" name="p30-矩形-0048">
            <a:extLst xmlns:a="http://schemas.openxmlformats.org/drawingml/2006/main">
              <a:ext uri="{FF2B5EF4-FFF2-40B4-BE49-F238E27FC236}">
                <a16:creationId xmlns:a16="http://schemas.microsoft.com/office/drawing/2014/main" id="{7FB40718-AC58-437B-9A4E-AC95FA1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9" name="p30-矩形-0049">
            <a:extLst xmlns:a="http://schemas.openxmlformats.org/drawingml/2006/main">
              <a:ext uri="{FF2B5EF4-FFF2-40B4-BE49-F238E27FC236}">
                <a16:creationId xmlns:a16="http://schemas.microsoft.com/office/drawing/2014/main" id="{0B298E59-D392-4E4C-B3F2-9030C54C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50" name="p30-矩形-0050">
            <a:extLst xmlns:a="http://schemas.openxmlformats.org/drawingml/2006/main">
              <a:ext uri="{FF2B5EF4-FFF2-40B4-BE49-F238E27FC236}">
                <a16:creationId xmlns:a16="http://schemas.microsoft.com/office/drawing/2014/main" id="{D6D6BC2F-88A4-4A93-B00B-1CAA4B4A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1" name="p30-矩形-0051">
            <a:extLst xmlns:a="http://schemas.openxmlformats.org/drawingml/2006/main">
              <a:ext uri="{FF2B5EF4-FFF2-40B4-BE49-F238E27FC236}">
                <a16:creationId xmlns:a16="http://schemas.microsoft.com/office/drawing/2014/main" id="{7E467935-85A2-4A5F-A8C2-EC80FF0A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2" name="p30-矩形-0052">
            <a:extLst xmlns:a="http://schemas.openxmlformats.org/drawingml/2006/main">
              <a:ext uri="{FF2B5EF4-FFF2-40B4-BE49-F238E27FC236}">
                <a16:creationId xmlns:a16="http://schemas.microsoft.com/office/drawing/2014/main" id="{0D534882-9F1A-4B0B-8395-2FF7EEE8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3" name="p30-矩形-0053">
            <a:extLst xmlns:a="http://schemas.openxmlformats.org/drawingml/2006/main">
              <a:ext uri="{FF2B5EF4-FFF2-40B4-BE49-F238E27FC236}">
                <a16:creationId xmlns:a16="http://schemas.microsoft.com/office/drawing/2014/main" id="{F19C7640-91B0-46DB-BF10-885D8B4F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4" name="p30-矩形-0054">
            <a:extLst xmlns:a="http://schemas.openxmlformats.org/drawingml/2006/main">
              <a:ext uri="{FF2B5EF4-FFF2-40B4-BE49-F238E27FC236}">
                <a16:creationId xmlns:a16="http://schemas.microsoft.com/office/drawing/2014/main" id="{DC8DD961-8AB8-4317-904F-125927B6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50" y="495490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5" name="p30-矩形-0055">
            <a:extLst xmlns:a="http://schemas.openxmlformats.org/drawingml/2006/main">
              <a:ext uri="{FF2B5EF4-FFF2-40B4-BE49-F238E27FC236}">
                <a16:creationId xmlns:a16="http://schemas.microsoft.com/office/drawing/2014/main" id="{BCF07E92-2C78-42D1-86BD-28F5760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6" name="p30-矩形-0056">
            <a:extLst xmlns:a="http://schemas.openxmlformats.org/drawingml/2006/main">
              <a:ext uri="{FF2B5EF4-FFF2-40B4-BE49-F238E27FC236}">
                <a16:creationId xmlns:a16="http://schemas.microsoft.com/office/drawing/2014/main" id="{B25E609D-2462-4CD7-B64A-86114DC9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75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7" name="p30-矩形-0057">
            <a:extLst xmlns:a="http://schemas.openxmlformats.org/drawingml/2006/main">
              <a:ext uri="{FF2B5EF4-FFF2-40B4-BE49-F238E27FC236}">
                <a16:creationId xmlns:a16="http://schemas.microsoft.com/office/drawing/2014/main" id="{DDD4948A-EEFE-475E-B9CE-C70BCD3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8" name="p30-矩形-0058">
            <a:extLst xmlns:a="http://schemas.openxmlformats.org/drawingml/2006/main">
              <a:ext uri="{FF2B5EF4-FFF2-40B4-BE49-F238E27FC236}">
                <a16:creationId xmlns:a16="http://schemas.microsoft.com/office/drawing/2014/main" id="{4CC3839E-E94D-4CF6-ABBF-674D3B7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9" name="p30-矩形-0059">
            <a:extLst xmlns:a="http://schemas.openxmlformats.org/drawingml/2006/main">
              <a:ext uri="{FF2B5EF4-FFF2-40B4-BE49-F238E27FC236}">
                <a16:creationId xmlns:a16="http://schemas.microsoft.com/office/drawing/2014/main" id="{E272CE0D-E5F5-4130-B11E-3A9268B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0" name="p30-矩形-0060">
            <a:extLst xmlns:a="http://schemas.openxmlformats.org/drawingml/2006/main">
              <a:ext uri="{FF2B5EF4-FFF2-40B4-BE49-F238E27FC236}">
                <a16:creationId xmlns:a16="http://schemas.microsoft.com/office/drawing/2014/main" id="{EFFE981E-7857-4C24-8285-133AE55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1" name="p30-矩形-0061">
            <a:extLst xmlns:a="http://schemas.openxmlformats.org/drawingml/2006/main">
              <a:ext uri="{FF2B5EF4-FFF2-40B4-BE49-F238E27FC236}">
                <a16:creationId xmlns:a16="http://schemas.microsoft.com/office/drawing/2014/main" id="{F95918F9-A1B8-4E2C-81C3-74F37257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2" name="p30-矩形-0062">
            <a:extLst xmlns:a="http://schemas.openxmlformats.org/drawingml/2006/main">
              <a:ext uri="{FF2B5EF4-FFF2-40B4-BE49-F238E27FC236}">
                <a16:creationId xmlns:a16="http://schemas.microsoft.com/office/drawing/2014/main" id="{1C07A380-B8F5-43E6-8CC1-E14205B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3" name="p30-矩形-0063">
            <a:extLst xmlns:a="http://schemas.openxmlformats.org/drawingml/2006/main">
              <a:ext uri="{FF2B5EF4-FFF2-40B4-BE49-F238E27FC236}">
                <a16:creationId xmlns:a16="http://schemas.microsoft.com/office/drawing/2014/main" id="{EE695ECC-314F-420F-B8D5-FBD550E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50" y="510921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4" name="p30-矩形-0064">
            <a:extLst xmlns:a="http://schemas.openxmlformats.org/drawingml/2006/main">
              <a:ext uri="{FF2B5EF4-FFF2-40B4-BE49-F238E27FC236}">
                <a16:creationId xmlns:a16="http://schemas.microsoft.com/office/drawing/2014/main" id="{A635BA77-44BE-4C5B-A7CC-A41E34EA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5" name="p30-矩形-0065">
            <a:extLst xmlns:a="http://schemas.openxmlformats.org/drawingml/2006/main">
              <a:ext uri="{FF2B5EF4-FFF2-40B4-BE49-F238E27FC236}">
                <a16:creationId xmlns:a16="http://schemas.microsoft.com/office/drawing/2014/main" id="{F776C36E-2FCA-42D8-A3E6-CDE62FB1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75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6" name="p30-矩形-0066">
            <a:extLst xmlns:a="http://schemas.openxmlformats.org/drawingml/2006/main">
              <a:ext uri="{FF2B5EF4-FFF2-40B4-BE49-F238E27FC236}">
                <a16:creationId xmlns:a16="http://schemas.microsoft.com/office/drawing/2014/main" id="{03046809-04CC-47C8-BC2A-2FD4017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7" name="p30-矩形-0067">
            <a:extLst xmlns:a="http://schemas.openxmlformats.org/drawingml/2006/main">
              <a:ext uri="{FF2B5EF4-FFF2-40B4-BE49-F238E27FC236}">
                <a16:creationId xmlns:a16="http://schemas.microsoft.com/office/drawing/2014/main" id="{25FC7FBB-D55F-4B61-AE34-F3247611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8" name="p30-矩形-0068">
            <a:extLst xmlns:a="http://schemas.openxmlformats.org/drawingml/2006/main">
              <a:ext uri="{FF2B5EF4-FFF2-40B4-BE49-F238E27FC236}">
                <a16:creationId xmlns:a16="http://schemas.microsoft.com/office/drawing/2014/main" id="{659F10A9-6EF4-48FD-BD89-F0BA44A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9" name="p30-矩形-0069">
            <a:extLst xmlns:a="http://schemas.openxmlformats.org/drawingml/2006/main">
              <a:ext uri="{FF2B5EF4-FFF2-40B4-BE49-F238E27FC236}">
                <a16:creationId xmlns:a16="http://schemas.microsoft.com/office/drawing/2014/main" id="{6B4FD157-1AB3-460C-B81B-95C4484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0" name="p30-矩形-0070">
            <a:extLst xmlns:a="http://schemas.openxmlformats.org/drawingml/2006/main">
              <a:ext uri="{FF2B5EF4-FFF2-40B4-BE49-F238E27FC236}">
                <a16:creationId xmlns:a16="http://schemas.microsoft.com/office/drawing/2014/main" id="{B1D84095-808D-4559-8D6F-93C6CB2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1" name="p30-矩形-0071">
            <a:extLst xmlns:a="http://schemas.openxmlformats.org/drawingml/2006/main">
              <a:ext uri="{FF2B5EF4-FFF2-40B4-BE49-F238E27FC236}">
                <a16:creationId xmlns:a16="http://schemas.microsoft.com/office/drawing/2014/main" id="{DE845072-4D7A-4E47-B72B-8D570F50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2" name="p30-矩形-0072">
            <a:extLst xmlns:a="http://schemas.openxmlformats.org/drawingml/2006/main">
              <a:ext uri="{FF2B5EF4-FFF2-40B4-BE49-F238E27FC236}">
                <a16:creationId xmlns:a16="http://schemas.microsoft.com/office/drawing/2014/main" id="{DC8D881A-DCBB-4160-AF9F-5E268D9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50" y="5263515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73" name="p30-矩形-0073">
            <a:extLst xmlns:a="http://schemas.openxmlformats.org/drawingml/2006/main">
              <a:ext uri="{FF2B5EF4-FFF2-40B4-BE49-F238E27FC236}">
                <a16:creationId xmlns:a16="http://schemas.microsoft.com/office/drawing/2014/main" id="{503F73E8-463D-44F0-BE38-835A300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4" name="p30-矩形-0074">
            <a:extLst xmlns:a="http://schemas.openxmlformats.org/drawingml/2006/main">
              <a:ext uri="{FF2B5EF4-FFF2-40B4-BE49-F238E27FC236}">
                <a16:creationId xmlns:a16="http://schemas.microsoft.com/office/drawing/2014/main" id="{6E713467-AE7F-41BD-B4D5-9E9E494D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75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5" name="p30-矩形-0075">
            <a:extLst xmlns:a="http://schemas.openxmlformats.org/drawingml/2006/main">
              <a:ext uri="{FF2B5EF4-FFF2-40B4-BE49-F238E27FC236}">
                <a16:creationId xmlns:a16="http://schemas.microsoft.com/office/drawing/2014/main" id="{96F90D75-BE74-46C6-B1E8-A8CD97D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6" name="p30-矩形-0076">
            <a:extLst xmlns:a="http://schemas.openxmlformats.org/drawingml/2006/main">
              <a:ext uri="{FF2B5EF4-FFF2-40B4-BE49-F238E27FC236}">
                <a16:creationId xmlns:a16="http://schemas.microsoft.com/office/drawing/2014/main" id="{0894EAD2-C827-40F8-B38D-2B7EC0B0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7" name="p30-矩形-0077">
            <a:extLst xmlns:a="http://schemas.openxmlformats.org/drawingml/2006/main">
              <a:ext uri="{FF2B5EF4-FFF2-40B4-BE49-F238E27FC236}">
                <a16:creationId xmlns:a16="http://schemas.microsoft.com/office/drawing/2014/main" id="{FC1AFF9C-B943-4422-B08C-EC4C7BB4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8" name="p30-矩形-0078">
            <a:extLst xmlns:a="http://schemas.openxmlformats.org/drawingml/2006/main">
              <a:ext uri="{FF2B5EF4-FFF2-40B4-BE49-F238E27FC236}">
                <a16:creationId xmlns:a16="http://schemas.microsoft.com/office/drawing/2014/main" id="{5D606303-A65C-4ACC-A456-20553C39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9" name="p30-矩形-0079">
            <a:extLst xmlns:a="http://schemas.openxmlformats.org/drawingml/2006/main">
              <a:ext uri="{FF2B5EF4-FFF2-40B4-BE49-F238E27FC236}">
                <a16:creationId xmlns:a16="http://schemas.microsoft.com/office/drawing/2014/main" id="{4D0DA6CD-9290-444A-9B5C-E44C1FF8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80" name="p30-矩形-0080">
            <a:extLst xmlns:a="http://schemas.openxmlformats.org/drawingml/2006/main">
              <a:ext uri="{FF2B5EF4-FFF2-40B4-BE49-F238E27FC236}">
                <a16:creationId xmlns:a16="http://schemas.microsoft.com/office/drawing/2014/main" id="{C52DA4A3-962D-40D8-988E-D1AB8920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1" name="p30-矩形-0081">
            <a:extLst xmlns:a="http://schemas.openxmlformats.org/drawingml/2006/main">
              <a:ext uri="{FF2B5EF4-FFF2-40B4-BE49-F238E27FC236}">
                <a16:creationId xmlns:a16="http://schemas.microsoft.com/office/drawing/2014/main" id="{37EF9C3A-DD38-4878-A005-C4CC2DEF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50" y="5417820"/>
            <a:ext cx="203200" cy="14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2" name="p30-文本-0082">
            <a:extLst xmlns:a="http://schemas.openxmlformats.org/drawingml/2006/main">
              <a:ext uri="{FF2B5EF4-FFF2-40B4-BE49-F238E27FC236}">
                <a16:creationId xmlns:a16="http://schemas.microsoft.com/office/drawing/2014/main" id="{18EBD717-991D-4D8D-B635-B0943B12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506" y="56427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3" name="p30-文本-0083">
            <a:extLst xmlns:a="http://schemas.openxmlformats.org/drawingml/2006/main">
              <a:ext uri="{FF2B5EF4-FFF2-40B4-BE49-F238E27FC236}">
                <a16:creationId xmlns:a16="http://schemas.microsoft.com/office/drawing/2014/main" id="{87DA149B-5F64-44CF-A644-1E723BC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406" y="56427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84" name="p30-文本-0084">
            <a:extLst xmlns:a="http://schemas.openxmlformats.org/drawingml/2006/main">
              <a:ext uri="{FF2B5EF4-FFF2-40B4-BE49-F238E27FC236}">
                <a16:creationId xmlns:a16="http://schemas.microsoft.com/office/drawing/2014/main" id="{B9D8B022-9C8E-4931-ACB1-47D1714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306" y="5642758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9</a:t>
            </a:r>
          </a:p>
        </p:txBody>
      </p:sp>
      <p:sp>
        <p:nvSpPr>
          <p:cNvPr id="85" name="p30-文本-0085">
            <a:extLst xmlns:a="http://schemas.openxmlformats.org/drawingml/2006/main">
              <a:ext uri="{FF2B5EF4-FFF2-40B4-BE49-F238E27FC236}">
                <a16:creationId xmlns:a16="http://schemas.microsoft.com/office/drawing/2014/main" id="{79DDD904-38CB-4CF3-80ED-F2A7134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4793642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86" name="p30-文本-0086">
            <a:extLst xmlns:a="http://schemas.openxmlformats.org/drawingml/2006/main">
              <a:ext uri="{FF2B5EF4-FFF2-40B4-BE49-F238E27FC236}">
                <a16:creationId xmlns:a16="http://schemas.microsoft.com/office/drawing/2014/main" id="{FF341420-C41A-454C-95F2-24B090C9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5410862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5</a:t>
            </a:r>
          </a:p>
        </p:txBody>
      </p:sp>
      <p:sp>
        <p:nvSpPr>
          <p:cNvPr id="87" name="p30-路径-0087">
            <a:extLst xmlns:a="http://schemas.openxmlformats.org/drawingml/2006/main">
              <a:ext uri="{FF2B5EF4-FFF2-40B4-BE49-F238E27FC236}">
                <a16:creationId xmlns:a16="http://schemas.microsoft.com/office/drawing/2014/main" id="{7F4D4EC0-6C2F-4A21-A840-CAE053EB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161979"/>
            <a:ext cx="466725" cy="153543"/>
          </a:xfrm>
          <a:custGeom xmlns:a="http://schemas.openxmlformats.org/drawingml/2006/main">
            <a:pathLst>
              <a:path w="466725" h="153543">
                <a:moveTo>
                  <a:pt x="0" y="110109"/>
                </a:moveTo>
                <a:lnTo>
                  <a:pt x="342900" y="110109"/>
                </a:lnTo>
                <a:lnTo>
                  <a:pt x="342900" y="153543"/>
                </a:lnTo>
                <a:lnTo>
                  <a:pt x="466725" y="76771"/>
                </a:lnTo>
                <a:lnTo>
                  <a:pt x="342900" y="0"/>
                </a:lnTo>
                <a:lnTo>
                  <a:pt x="342900" y="43434"/>
                </a:lnTo>
                <a:lnTo>
                  <a:pt x="0" y="4343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30-文本-0088">
            <a:extLst xmlns:a="http://schemas.openxmlformats.org/drawingml/2006/main">
              <a:ext uri="{FF2B5EF4-FFF2-40B4-BE49-F238E27FC236}">
                <a16:creationId xmlns:a16="http://schemas.microsoft.com/office/drawing/2014/main" id="{DD8CED8F-A8F1-484C-976D-56E29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712777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收缩到已确认的可行区</a:t>
            </a:r>
          </a:p>
        </p:txBody>
      </p:sp>
      <p:sp>
        <p:nvSpPr>
          <p:cNvPr id="89" name="p30-文本-0089">
            <a:extLst xmlns:a="http://schemas.openxmlformats.org/drawingml/2006/main">
              <a:ext uri="{FF2B5EF4-FFF2-40B4-BE49-F238E27FC236}">
                <a16:creationId xmlns:a16="http://schemas.microsoft.com/office/drawing/2014/main" id="{550ED639-D606-4DB4-BA84-4D7ED463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055677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逐项扩展边界并留出复核</a:t>
            </a:r>
          </a:p>
        </p:txBody>
      </p:sp>
      <p:sp>
        <p:nvSpPr>
          <p:cNvPr id="90" name="p30-文本-0090">
            <a:extLst xmlns:a="http://schemas.openxmlformats.org/drawingml/2006/main">
              <a:ext uri="{FF2B5EF4-FFF2-40B4-BE49-F238E27FC236}">
                <a16:creationId xmlns:a16="http://schemas.microsoft.com/office/drawing/2014/main" id="{7A267ACC-F6FC-4256-A008-945A4D01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484302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出口：可用范围有依据</a:t>
            </a:r>
          </a:p>
        </p:txBody>
      </p:sp>
      <p:sp>
        <p:nvSpPr>
          <p:cNvPr id="91" name="p30-文本-0091">
            <a:extLst xmlns:a="http://schemas.openxmlformats.org/drawingml/2006/main">
              <a:ext uri="{FF2B5EF4-FFF2-40B4-BE49-F238E27FC236}">
                <a16:creationId xmlns:a16="http://schemas.microsoft.com/office/drawing/2014/main" id="{0CE1C886-D6D2-4822-A54E-DDBB9588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98" y="6062007"/>
            <a:ext cx="59716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失效信号触发替代路线，统一测量端点检验调整效果</a:t>
            </a:r>
          </a:p>
        </p:txBody>
      </p:sp>
      <p:sp>
        <p:nvSpPr>
          <p:cNvPr id="92" name="p30-文本-0092">
            <a:extLst xmlns:a="http://schemas.openxmlformats.org/drawingml/2006/main">
              <a:ext uri="{FF2B5EF4-FFF2-40B4-BE49-F238E27FC236}">
                <a16:creationId xmlns:a16="http://schemas.microsoft.com/office/drawing/2014/main" id="{A9CE9A09-10FA-4107-997B-228E2478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30</a:t>
            </a:r>
          </a:p>
        </p:txBody>
      </p:sp>
    </p:spTree>
    <p:extLst>
      <p:ext uri="{BB962C8B-B14F-4D97-AF65-F5344CB8AC3E}">
        <p14:creationId xmlns:p14="http://schemas.microsoft.com/office/powerpoint/2010/main" val="6244624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p31-矩形-0001">
            <a:extLst xmlns:a="http://schemas.openxmlformats.org/drawingml/2006/main">
              <a:ext uri="{FF2B5EF4-FFF2-40B4-BE49-F238E27FC236}">
                <a16:creationId xmlns:a16="http://schemas.microsoft.com/office/drawing/2014/main" id="{51ACD45B-1C8A-497D-A134-2DD13C10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1-矩形-0002">
            <a:extLst xmlns:a="http://schemas.openxmlformats.org/drawingml/2006/main">
              <a:ext uri="{FF2B5EF4-FFF2-40B4-BE49-F238E27FC236}">
                <a16:creationId xmlns:a16="http://schemas.microsoft.com/office/drawing/2014/main" id="{3AA6132F-2250-4E8F-881D-90DA584B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1-文本-0003">
            <a:extLst xmlns:a="http://schemas.openxmlformats.org/drawingml/2006/main">
              <a:ext uri="{FF2B5EF4-FFF2-40B4-BE49-F238E27FC236}">
                <a16:creationId xmlns:a16="http://schemas.microsoft.com/office/drawing/2014/main" id="{6EE2F1E5-B926-4D18-AEDA-E5D507D9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从条件图谱提取候选，再检验响应分布</a:t>
            </a:r>
          </a:p>
        </p:txBody>
      </p:sp>
      <p:sp>
        <p:nvSpPr>
          <p:cNvPr id="4" name="p31-文本-0004">
            <a:extLst xmlns:a="http://schemas.openxmlformats.org/drawingml/2006/main">
              <a:ext uri="{FF2B5EF4-FFF2-40B4-BE49-F238E27FC236}">
                <a16:creationId xmlns:a16="http://schemas.microsoft.com/office/drawing/2014/main" id="{2D452580-145F-40FF-9443-C6EDE36B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926139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条件图谱定位连续候选区，独立复测检查响应强度与批次分布</a:t>
            </a:r>
          </a:p>
        </p:txBody>
      </p:sp>
      <p:sp>
        <p:nvSpPr>
          <p:cNvPr id="5" name="p31-线-0005">
            <a:extLst xmlns:a="http://schemas.openxmlformats.org/drawingml/2006/main">
              <a:ext uri="{FF2B5EF4-FFF2-40B4-BE49-F238E27FC236}">
                <a16:creationId xmlns:a16="http://schemas.microsoft.com/office/drawing/2014/main" id="{97037331-F634-4E16-BF5F-973FCBCD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1-文本-0006">
            <a:extLst xmlns:a="http://schemas.openxmlformats.org/drawingml/2006/main">
              <a:ext uri="{FF2B5EF4-FFF2-40B4-BE49-F238E27FC236}">
                <a16:creationId xmlns:a16="http://schemas.microsoft.com/office/drawing/2014/main" id="{B91CCF6E-2C3E-47F6-9EB8-518EA0F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3146"/>
            <a:ext cx="158172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条件</a:t>
            </a:r>
            <a:r>
              <a:rPr lang="en-US" sz="1725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 xml:space="preserve">—</a:t>
            </a: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响应图谱</a:t>
            </a:r>
          </a:p>
        </p:txBody>
      </p:sp>
      <p:sp>
        <p:nvSpPr>
          <p:cNvPr id="7" name="p31-矩形-0007">
            <a:extLst xmlns:a="http://schemas.openxmlformats.org/drawingml/2006/main">
              <a:ext uri="{FF2B5EF4-FFF2-40B4-BE49-F238E27FC236}">
                <a16:creationId xmlns:a16="http://schemas.microsoft.com/office/drawing/2014/main" id="{E80B746C-2CED-40EB-AE12-27699FC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" name="p31-矩形-0008">
            <a:extLst xmlns:a="http://schemas.openxmlformats.org/drawingml/2006/main">
              <a:ext uri="{FF2B5EF4-FFF2-40B4-BE49-F238E27FC236}">
                <a16:creationId xmlns:a16="http://schemas.microsoft.com/office/drawing/2014/main" id="{57B87CC3-C434-4BD4-BAAD-D368F2E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9" name="p31-矩形-0009">
            <a:extLst xmlns:a="http://schemas.openxmlformats.org/drawingml/2006/main">
              <a:ext uri="{FF2B5EF4-FFF2-40B4-BE49-F238E27FC236}">
                <a16:creationId xmlns:a16="http://schemas.microsoft.com/office/drawing/2014/main" id="{0A4A116E-6400-4BB4-82E0-578F77D5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0" name="p31-矩形-0010">
            <a:extLst xmlns:a="http://schemas.openxmlformats.org/drawingml/2006/main">
              <a:ext uri="{FF2B5EF4-FFF2-40B4-BE49-F238E27FC236}">
                <a16:creationId xmlns:a16="http://schemas.microsoft.com/office/drawing/2014/main" id="{E42696C0-7949-4A5F-933C-92C6271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11" name="p31-矩形-0011">
            <a:extLst xmlns:a="http://schemas.openxmlformats.org/drawingml/2006/main">
              <a:ext uri="{FF2B5EF4-FFF2-40B4-BE49-F238E27FC236}">
                <a16:creationId xmlns:a16="http://schemas.microsoft.com/office/drawing/2014/main" id="{87AE157F-548B-44C2-9EB9-F6B7FA03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2" name="p31-矩形-0012">
            <a:extLst xmlns:a="http://schemas.openxmlformats.org/drawingml/2006/main">
              <a:ext uri="{FF2B5EF4-FFF2-40B4-BE49-F238E27FC236}">
                <a16:creationId xmlns:a16="http://schemas.microsoft.com/office/drawing/2014/main" id="{94D58D89-20D5-4BF0-AF8D-EE400E39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3" name="p31-矩形-0013">
            <a:extLst xmlns:a="http://schemas.openxmlformats.org/drawingml/2006/main">
              <a:ext uri="{FF2B5EF4-FFF2-40B4-BE49-F238E27FC236}">
                <a16:creationId xmlns:a16="http://schemas.microsoft.com/office/drawing/2014/main" id="{40ADE306-A6AD-40D3-8833-A96302C0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4" name="p31-矩形-0014">
            <a:extLst xmlns:a="http://schemas.openxmlformats.org/drawingml/2006/main">
              <a:ext uri="{FF2B5EF4-FFF2-40B4-BE49-F238E27FC236}">
                <a16:creationId xmlns:a16="http://schemas.microsoft.com/office/drawing/2014/main" id="{DF47E486-65D3-4E8C-8C67-4F1CBBB9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5" name="p31-矩形-0015">
            <a:extLst xmlns:a="http://schemas.openxmlformats.org/drawingml/2006/main">
              <a:ext uri="{FF2B5EF4-FFF2-40B4-BE49-F238E27FC236}">
                <a16:creationId xmlns:a16="http://schemas.microsoft.com/office/drawing/2014/main" id="{4418EC21-43D7-4AF5-9A05-A95DA13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6" name="p31-矩形-0016">
            <a:extLst xmlns:a="http://schemas.openxmlformats.org/drawingml/2006/main">
              <a:ext uri="{FF2B5EF4-FFF2-40B4-BE49-F238E27FC236}">
                <a16:creationId xmlns:a16="http://schemas.microsoft.com/office/drawing/2014/main" id="{61FF7E35-42AC-40AE-8555-4ECBFCC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7" name="p31-矩形-0017">
            <a:extLst xmlns:a="http://schemas.openxmlformats.org/drawingml/2006/main">
              <a:ext uri="{FF2B5EF4-FFF2-40B4-BE49-F238E27FC236}">
                <a16:creationId xmlns:a16="http://schemas.microsoft.com/office/drawing/2014/main" id="{35E77012-4C08-457E-9C26-92CAD3B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8" name="p31-矩形-0018">
            <a:extLst xmlns:a="http://schemas.openxmlformats.org/drawingml/2006/main">
              <a:ext uri="{FF2B5EF4-FFF2-40B4-BE49-F238E27FC236}">
                <a16:creationId xmlns:a16="http://schemas.microsoft.com/office/drawing/2014/main" id="{B2FA5CF6-E035-4AC7-A7A3-BF36095C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9" name="p31-矩形-0019">
            <a:extLst xmlns:a="http://schemas.openxmlformats.org/drawingml/2006/main">
              <a:ext uri="{FF2B5EF4-FFF2-40B4-BE49-F238E27FC236}">
                <a16:creationId xmlns:a16="http://schemas.microsoft.com/office/drawing/2014/main" id="{429A412E-122C-4EDA-9B37-BA2CA10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0" name="p31-矩形-0020">
            <a:extLst xmlns:a="http://schemas.openxmlformats.org/drawingml/2006/main">
              <a:ext uri="{FF2B5EF4-FFF2-40B4-BE49-F238E27FC236}">
                <a16:creationId xmlns:a16="http://schemas.microsoft.com/office/drawing/2014/main" id="{11A9C846-94E5-4260-982B-62CF902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1" name="p31-矩形-0021">
            <a:extLst xmlns:a="http://schemas.openxmlformats.org/drawingml/2006/main">
              <a:ext uri="{FF2B5EF4-FFF2-40B4-BE49-F238E27FC236}">
                <a16:creationId xmlns:a16="http://schemas.microsoft.com/office/drawing/2014/main" id="{5FDEA216-73D0-41B9-979D-D8CA68A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22" name="p31-矩形-0022">
            <a:extLst xmlns:a="http://schemas.openxmlformats.org/drawingml/2006/main">
              <a:ext uri="{FF2B5EF4-FFF2-40B4-BE49-F238E27FC236}">
                <a16:creationId xmlns:a16="http://schemas.microsoft.com/office/drawing/2014/main" id="{ACB0AB7A-0E0E-4D75-908E-730EBDB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1885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23" name="p31-矩形-0023">
            <a:extLst xmlns:a="http://schemas.openxmlformats.org/drawingml/2006/main">
              <a:ext uri="{FF2B5EF4-FFF2-40B4-BE49-F238E27FC236}">
                <a16:creationId xmlns:a16="http://schemas.microsoft.com/office/drawing/2014/main" id="{C71BDD52-77A9-47A5-8000-53C607F6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4" name="p31-矩形-0024">
            <a:extLst xmlns:a="http://schemas.openxmlformats.org/drawingml/2006/main">
              <a:ext uri="{FF2B5EF4-FFF2-40B4-BE49-F238E27FC236}">
                <a16:creationId xmlns:a16="http://schemas.microsoft.com/office/drawing/2014/main" id="{1E8F68A9-D198-4C7B-A752-4381A04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5" name="p31-矩形-0025">
            <a:extLst xmlns:a="http://schemas.openxmlformats.org/drawingml/2006/main">
              <a:ext uri="{FF2B5EF4-FFF2-40B4-BE49-F238E27FC236}">
                <a16:creationId xmlns:a16="http://schemas.microsoft.com/office/drawing/2014/main" id="{622D4B61-93B5-4661-8A94-9D8B0976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6" name="p31-矩形-0026">
            <a:extLst xmlns:a="http://schemas.openxmlformats.org/drawingml/2006/main">
              <a:ext uri="{FF2B5EF4-FFF2-40B4-BE49-F238E27FC236}">
                <a16:creationId xmlns:a16="http://schemas.microsoft.com/office/drawing/2014/main" id="{038ACA18-E0B5-4E9C-90F6-5C9F7DD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7" name="p31-矩形-0027">
            <a:extLst xmlns:a="http://schemas.openxmlformats.org/drawingml/2006/main">
              <a:ext uri="{FF2B5EF4-FFF2-40B4-BE49-F238E27FC236}">
                <a16:creationId xmlns:a16="http://schemas.microsoft.com/office/drawing/2014/main" id="{CD81448E-F0A9-4104-B274-38CD832E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8" name="p31-矩形-0028">
            <a:extLst xmlns:a="http://schemas.openxmlformats.org/drawingml/2006/main">
              <a:ext uri="{FF2B5EF4-FFF2-40B4-BE49-F238E27FC236}">
                <a16:creationId xmlns:a16="http://schemas.microsoft.com/office/drawing/2014/main" id="{C4D43C60-695E-4C7C-B294-3351A27B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" name="p31-矩形-0029">
            <a:extLst xmlns:a="http://schemas.openxmlformats.org/drawingml/2006/main">
              <a:ext uri="{FF2B5EF4-FFF2-40B4-BE49-F238E27FC236}">
                <a16:creationId xmlns:a16="http://schemas.microsoft.com/office/drawing/2014/main" id="{1CA89E2E-1B70-4E1C-A409-14C2D765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" name="p31-矩形-0030">
            <a:extLst xmlns:a="http://schemas.openxmlformats.org/drawingml/2006/main">
              <a:ext uri="{FF2B5EF4-FFF2-40B4-BE49-F238E27FC236}">
                <a16:creationId xmlns:a16="http://schemas.microsoft.com/office/drawing/2014/main" id="{C60E59DB-8F87-4344-B8B6-426B34A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" name="p31-矩形-0031">
            <a:extLst xmlns:a="http://schemas.openxmlformats.org/drawingml/2006/main">
              <a:ext uri="{FF2B5EF4-FFF2-40B4-BE49-F238E27FC236}">
                <a16:creationId xmlns:a16="http://schemas.microsoft.com/office/drawing/2014/main" id="{17B1E83B-B83B-4B33-AFE8-DE78160A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" name="p31-矩形-0032">
            <a:extLst xmlns:a="http://schemas.openxmlformats.org/drawingml/2006/main">
              <a:ext uri="{FF2B5EF4-FFF2-40B4-BE49-F238E27FC236}">
                <a16:creationId xmlns:a16="http://schemas.microsoft.com/office/drawing/2014/main" id="{CB209D05-9808-453A-A7C5-0C45B02E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" name="p31-矩形-0033">
            <a:extLst xmlns:a="http://schemas.openxmlformats.org/drawingml/2006/main">
              <a:ext uri="{FF2B5EF4-FFF2-40B4-BE49-F238E27FC236}">
                <a16:creationId xmlns:a16="http://schemas.microsoft.com/office/drawing/2014/main" id="{3D8D9092-5F32-4056-9DC3-A3FBEA2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4" name="p31-矩形-0034">
            <a:extLst xmlns:a="http://schemas.openxmlformats.org/drawingml/2006/main">
              <a:ext uri="{FF2B5EF4-FFF2-40B4-BE49-F238E27FC236}">
                <a16:creationId xmlns:a16="http://schemas.microsoft.com/office/drawing/2014/main" id="{CCF9A272-1DE7-4B86-8FFF-37BDBEB7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5" name="p31-矩形-0035">
            <a:extLst xmlns:a="http://schemas.openxmlformats.org/drawingml/2006/main">
              <a:ext uri="{FF2B5EF4-FFF2-40B4-BE49-F238E27FC236}">
                <a16:creationId xmlns:a16="http://schemas.microsoft.com/office/drawing/2014/main" id="{4CCB1DED-3461-406F-BB26-6349824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" name="p31-矩形-0036">
            <a:extLst xmlns:a="http://schemas.openxmlformats.org/drawingml/2006/main">
              <a:ext uri="{FF2B5EF4-FFF2-40B4-BE49-F238E27FC236}">
                <a16:creationId xmlns:a16="http://schemas.microsoft.com/office/drawing/2014/main" id="{F150D3B9-47EB-4C27-A337-5AA63D03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" name="p31-矩形-0037">
            <a:extLst xmlns:a="http://schemas.openxmlformats.org/drawingml/2006/main">
              <a:ext uri="{FF2B5EF4-FFF2-40B4-BE49-F238E27FC236}">
                <a16:creationId xmlns:a16="http://schemas.microsoft.com/office/drawing/2014/main" id="{BA8C4684-D274-4103-A5B5-A9577417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8" name="p31-矩形-0038">
            <a:extLst xmlns:a="http://schemas.openxmlformats.org/drawingml/2006/main">
              <a:ext uri="{FF2B5EF4-FFF2-40B4-BE49-F238E27FC236}">
                <a16:creationId xmlns:a16="http://schemas.microsoft.com/office/drawing/2014/main" id="{BF5D92C7-6DB6-4B7B-8521-ED41D74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2118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9" name="p31-矩形-0039">
            <a:extLst xmlns:a="http://schemas.openxmlformats.org/drawingml/2006/main">
              <a:ext uri="{FF2B5EF4-FFF2-40B4-BE49-F238E27FC236}">
                <a16:creationId xmlns:a16="http://schemas.microsoft.com/office/drawing/2014/main" id="{11BC81EA-7911-4293-B59A-31A5829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40" name="p31-矩形-0040">
            <a:extLst xmlns:a="http://schemas.openxmlformats.org/drawingml/2006/main">
              <a:ext uri="{FF2B5EF4-FFF2-40B4-BE49-F238E27FC236}">
                <a16:creationId xmlns:a16="http://schemas.microsoft.com/office/drawing/2014/main" id="{AD2AE76F-7507-46F2-9DA2-26AC7AD6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1" name="p31-矩形-0041">
            <a:extLst xmlns:a="http://schemas.openxmlformats.org/drawingml/2006/main">
              <a:ext uri="{FF2B5EF4-FFF2-40B4-BE49-F238E27FC236}">
                <a16:creationId xmlns:a16="http://schemas.microsoft.com/office/drawing/2014/main" id="{ECC9FEFA-6E45-4E13-9E82-0DF3306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2" name="p31-矩形-0042">
            <a:extLst xmlns:a="http://schemas.openxmlformats.org/drawingml/2006/main">
              <a:ext uri="{FF2B5EF4-FFF2-40B4-BE49-F238E27FC236}">
                <a16:creationId xmlns:a16="http://schemas.microsoft.com/office/drawing/2014/main" id="{D7D8CCC6-E069-493D-BE9C-F10D72E0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3" name="p31-矩形-0043">
            <a:extLst xmlns:a="http://schemas.openxmlformats.org/drawingml/2006/main">
              <a:ext uri="{FF2B5EF4-FFF2-40B4-BE49-F238E27FC236}">
                <a16:creationId xmlns:a16="http://schemas.microsoft.com/office/drawing/2014/main" id="{906C63E6-C693-4D19-BD5A-CDA484DA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4" name="p31-矩形-0044">
            <a:extLst xmlns:a="http://schemas.openxmlformats.org/drawingml/2006/main">
              <a:ext uri="{FF2B5EF4-FFF2-40B4-BE49-F238E27FC236}">
                <a16:creationId xmlns:a16="http://schemas.microsoft.com/office/drawing/2014/main" id="{115E3114-2CFC-4F38-9EDC-A318730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5" name="p31-矩形-0045">
            <a:extLst xmlns:a="http://schemas.openxmlformats.org/drawingml/2006/main">
              <a:ext uri="{FF2B5EF4-FFF2-40B4-BE49-F238E27FC236}">
                <a16:creationId xmlns:a16="http://schemas.microsoft.com/office/drawing/2014/main" id="{A5F1C313-26DA-4D88-B71B-2F95E12D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46" name="p31-矩形-0046">
            <a:extLst xmlns:a="http://schemas.openxmlformats.org/drawingml/2006/main">
              <a:ext uri="{FF2B5EF4-FFF2-40B4-BE49-F238E27FC236}">
                <a16:creationId xmlns:a16="http://schemas.microsoft.com/office/drawing/2014/main" id="{89435609-042C-4C41-A9BC-5F33C82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47" name="p31-矩形-0047">
            <a:extLst xmlns:a="http://schemas.openxmlformats.org/drawingml/2006/main">
              <a:ext uri="{FF2B5EF4-FFF2-40B4-BE49-F238E27FC236}">
                <a16:creationId xmlns:a16="http://schemas.microsoft.com/office/drawing/2014/main" id="{787341CB-A17E-48CE-B7D2-7DFF6A5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48" name="p31-矩形-0048">
            <a:extLst xmlns:a="http://schemas.openxmlformats.org/drawingml/2006/main">
              <a:ext uri="{FF2B5EF4-FFF2-40B4-BE49-F238E27FC236}">
                <a16:creationId xmlns:a16="http://schemas.microsoft.com/office/drawing/2014/main" id="{6B877363-6EC4-4151-9E79-7D62A2D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49" name="p31-矩形-0049">
            <a:extLst xmlns:a="http://schemas.openxmlformats.org/drawingml/2006/main">
              <a:ext uri="{FF2B5EF4-FFF2-40B4-BE49-F238E27FC236}">
                <a16:creationId xmlns:a16="http://schemas.microsoft.com/office/drawing/2014/main" id="{1BBF179D-F8D7-48EB-AD85-C517696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50" name="p31-矩形-0050">
            <a:extLst xmlns:a="http://schemas.openxmlformats.org/drawingml/2006/main">
              <a:ext uri="{FF2B5EF4-FFF2-40B4-BE49-F238E27FC236}">
                <a16:creationId xmlns:a16="http://schemas.microsoft.com/office/drawing/2014/main" id="{15270BBB-3E9C-47B7-BCBC-9D7CC5D0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51" name="p31-矩形-0051">
            <a:extLst xmlns:a="http://schemas.openxmlformats.org/drawingml/2006/main">
              <a:ext uri="{FF2B5EF4-FFF2-40B4-BE49-F238E27FC236}">
                <a16:creationId xmlns:a16="http://schemas.microsoft.com/office/drawing/2014/main" id="{70D379D6-E4CF-4554-806D-2C99468D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52" name="p31-矩形-0052">
            <a:extLst xmlns:a="http://schemas.openxmlformats.org/drawingml/2006/main">
              <a:ext uri="{FF2B5EF4-FFF2-40B4-BE49-F238E27FC236}">
                <a16:creationId xmlns:a16="http://schemas.microsoft.com/office/drawing/2014/main" id="{C27AB263-49DF-4CAE-80B8-387936E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3" name="p31-矩形-0053">
            <a:extLst xmlns:a="http://schemas.openxmlformats.org/drawingml/2006/main">
              <a:ext uri="{FF2B5EF4-FFF2-40B4-BE49-F238E27FC236}">
                <a16:creationId xmlns:a16="http://schemas.microsoft.com/office/drawing/2014/main" id="{56D18BC8-E872-438F-9C45-E73AE32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4" name="p31-矩形-0054">
            <a:extLst xmlns:a="http://schemas.openxmlformats.org/drawingml/2006/main">
              <a:ext uri="{FF2B5EF4-FFF2-40B4-BE49-F238E27FC236}">
                <a16:creationId xmlns:a16="http://schemas.microsoft.com/office/drawing/2014/main" id="{09B7F1F0-D529-49DE-BDAD-389C4EA3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2351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55" name="p31-矩形-0055">
            <a:extLst xmlns:a="http://schemas.openxmlformats.org/drawingml/2006/main">
              <a:ext uri="{FF2B5EF4-FFF2-40B4-BE49-F238E27FC236}">
                <a16:creationId xmlns:a16="http://schemas.microsoft.com/office/drawing/2014/main" id="{BC9A5A6E-71D7-43EF-9CD4-50EB5BDC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6" name="p31-矩形-0056">
            <a:extLst xmlns:a="http://schemas.openxmlformats.org/drawingml/2006/main">
              <a:ext uri="{FF2B5EF4-FFF2-40B4-BE49-F238E27FC236}">
                <a16:creationId xmlns:a16="http://schemas.microsoft.com/office/drawing/2014/main" id="{87435DA3-6169-474F-95A9-E86532B0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7" name="p31-矩形-0057">
            <a:extLst xmlns:a="http://schemas.openxmlformats.org/drawingml/2006/main">
              <a:ext uri="{FF2B5EF4-FFF2-40B4-BE49-F238E27FC236}">
                <a16:creationId xmlns:a16="http://schemas.microsoft.com/office/drawing/2014/main" id="{C04469C7-8AA5-4D92-AAA5-F773212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58" name="p31-矩形-0058">
            <a:extLst xmlns:a="http://schemas.openxmlformats.org/drawingml/2006/main">
              <a:ext uri="{FF2B5EF4-FFF2-40B4-BE49-F238E27FC236}">
                <a16:creationId xmlns:a16="http://schemas.microsoft.com/office/drawing/2014/main" id="{81A3B1FC-1BB5-40C6-A9E5-7F9637A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59" name="p31-矩形-0059">
            <a:extLst xmlns:a="http://schemas.openxmlformats.org/drawingml/2006/main">
              <a:ext uri="{FF2B5EF4-FFF2-40B4-BE49-F238E27FC236}">
                <a16:creationId xmlns:a16="http://schemas.microsoft.com/office/drawing/2014/main" id="{84D21D52-F133-4BCC-9DC7-2CD353C5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0" name="p31-矩形-0060">
            <a:extLst xmlns:a="http://schemas.openxmlformats.org/drawingml/2006/main">
              <a:ext uri="{FF2B5EF4-FFF2-40B4-BE49-F238E27FC236}">
                <a16:creationId xmlns:a16="http://schemas.microsoft.com/office/drawing/2014/main" id="{21050715-6F70-4160-AFBF-BCEB9AD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61" name="p31-矩形-0061">
            <a:extLst xmlns:a="http://schemas.openxmlformats.org/drawingml/2006/main">
              <a:ext uri="{FF2B5EF4-FFF2-40B4-BE49-F238E27FC236}">
                <a16:creationId xmlns:a16="http://schemas.microsoft.com/office/drawing/2014/main" id="{BDE0D869-4F1D-445F-B136-4C3E7B6B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62" name="p31-矩形-0062">
            <a:extLst xmlns:a="http://schemas.openxmlformats.org/drawingml/2006/main">
              <a:ext uri="{FF2B5EF4-FFF2-40B4-BE49-F238E27FC236}">
                <a16:creationId xmlns:a16="http://schemas.microsoft.com/office/drawing/2014/main" id="{6E64FA4B-C51B-4321-9FDE-63CBC44F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3" name="p31-矩形-0063">
            <a:extLst xmlns:a="http://schemas.openxmlformats.org/drawingml/2006/main">
              <a:ext uri="{FF2B5EF4-FFF2-40B4-BE49-F238E27FC236}">
                <a16:creationId xmlns:a16="http://schemas.microsoft.com/office/drawing/2014/main" id="{A3C6BB48-E704-4AA1-9AC8-8F50783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4" name="p31-矩形-0064">
            <a:extLst xmlns:a="http://schemas.openxmlformats.org/drawingml/2006/main">
              <a:ext uri="{FF2B5EF4-FFF2-40B4-BE49-F238E27FC236}">
                <a16:creationId xmlns:a16="http://schemas.microsoft.com/office/drawing/2014/main" id="{67CEE5DB-0AD9-4571-B2A6-FC926D1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5" name="p31-矩形-0065">
            <a:extLst xmlns:a="http://schemas.openxmlformats.org/drawingml/2006/main">
              <a:ext uri="{FF2B5EF4-FFF2-40B4-BE49-F238E27FC236}">
                <a16:creationId xmlns:a16="http://schemas.microsoft.com/office/drawing/2014/main" id="{F8486F7C-3361-4313-9149-13B9CBF1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66" name="p31-矩形-0066">
            <a:extLst xmlns:a="http://schemas.openxmlformats.org/drawingml/2006/main">
              <a:ext uri="{FF2B5EF4-FFF2-40B4-BE49-F238E27FC236}">
                <a16:creationId xmlns:a16="http://schemas.microsoft.com/office/drawing/2014/main" id="{FDCBCDCC-19BD-4BA9-BCEE-9701240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67" name="p31-矩形-0067">
            <a:extLst xmlns:a="http://schemas.openxmlformats.org/drawingml/2006/main">
              <a:ext uri="{FF2B5EF4-FFF2-40B4-BE49-F238E27FC236}">
                <a16:creationId xmlns:a16="http://schemas.microsoft.com/office/drawing/2014/main" id="{5E1A926E-D057-477A-B385-0827DD49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68" name="p31-矩形-0068">
            <a:extLst xmlns:a="http://schemas.openxmlformats.org/drawingml/2006/main">
              <a:ext uri="{FF2B5EF4-FFF2-40B4-BE49-F238E27FC236}">
                <a16:creationId xmlns:a16="http://schemas.microsoft.com/office/drawing/2014/main" id="{F44085CC-7404-40A9-B6AB-3BBA1526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69" name="p31-矩形-0069">
            <a:extLst xmlns:a="http://schemas.openxmlformats.org/drawingml/2006/main">
              <a:ext uri="{FF2B5EF4-FFF2-40B4-BE49-F238E27FC236}">
                <a16:creationId xmlns:a16="http://schemas.microsoft.com/office/drawing/2014/main" id="{10B83F38-5DBA-44C6-8D15-4FCD012A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0" name="p31-矩形-0070">
            <a:extLst xmlns:a="http://schemas.openxmlformats.org/drawingml/2006/main">
              <a:ext uri="{FF2B5EF4-FFF2-40B4-BE49-F238E27FC236}">
                <a16:creationId xmlns:a16="http://schemas.microsoft.com/office/drawing/2014/main" id="{7994EF22-E118-4F7F-9EA1-6D904712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25844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1" name="p31-矩形-0071">
            <a:extLst xmlns:a="http://schemas.openxmlformats.org/drawingml/2006/main">
              <a:ext uri="{FF2B5EF4-FFF2-40B4-BE49-F238E27FC236}">
                <a16:creationId xmlns:a16="http://schemas.microsoft.com/office/drawing/2014/main" id="{3481C69E-4C0D-4CD4-8B89-AC97CBEF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2" name="p31-矩形-0072">
            <a:extLst xmlns:a="http://schemas.openxmlformats.org/drawingml/2006/main">
              <a:ext uri="{FF2B5EF4-FFF2-40B4-BE49-F238E27FC236}">
                <a16:creationId xmlns:a16="http://schemas.microsoft.com/office/drawing/2014/main" id="{CAC33194-0D29-4AE3-9D1D-6890F388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3" name="p31-矩形-0073">
            <a:extLst xmlns:a="http://schemas.openxmlformats.org/drawingml/2006/main">
              <a:ext uri="{FF2B5EF4-FFF2-40B4-BE49-F238E27FC236}">
                <a16:creationId xmlns:a16="http://schemas.microsoft.com/office/drawing/2014/main" id="{2DA3E73D-FB85-4AB8-B51A-1B3A2E5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74" name="p31-矩形-0074">
            <a:extLst xmlns:a="http://schemas.openxmlformats.org/drawingml/2006/main">
              <a:ext uri="{FF2B5EF4-FFF2-40B4-BE49-F238E27FC236}">
                <a16:creationId xmlns:a16="http://schemas.microsoft.com/office/drawing/2014/main" id="{894B8246-0979-41BD-BDA1-F43E27F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5" name="p31-矩形-0075">
            <a:extLst xmlns:a="http://schemas.openxmlformats.org/drawingml/2006/main">
              <a:ext uri="{FF2B5EF4-FFF2-40B4-BE49-F238E27FC236}">
                <a16:creationId xmlns:a16="http://schemas.microsoft.com/office/drawing/2014/main" id="{858136E7-930B-4D70-B594-B44A0818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6" name="p31-矩形-0076">
            <a:extLst xmlns:a="http://schemas.openxmlformats.org/drawingml/2006/main">
              <a:ext uri="{FF2B5EF4-FFF2-40B4-BE49-F238E27FC236}">
                <a16:creationId xmlns:a16="http://schemas.microsoft.com/office/drawing/2014/main" id="{100B715A-93FD-41A7-A3AE-F45FE3F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77" name="p31-矩形-0077">
            <a:extLst xmlns:a="http://schemas.openxmlformats.org/drawingml/2006/main">
              <a:ext uri="{FF2B5EF4-FFF2-40B4-BE49-F238E27FC236}">
                <a16:creationId xmlns:a16="http://schemas.microsoft.com/office/drawing/2014/main" id="{DB89C9C6-3F1E-4691-B6DB-B6B3ECB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78" name="p31-矩形-0078">
            <a:extLst xmlns:a="http://schemas.openxmlformats.org/drawingml/2006/main">
              <a:ext uri="{FF2B5EF4-FFF2-40B4-BE49-F238E27FC236}">
                <a16:creationId xmlns:a16="http://schemas.microsoft.com/office/drawing/2014/main" id="{CB259525-F650-4526-ABD5-8AEB1B0D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79" name="p31-矩形-0079">
            <a:extLst xmlns:a="http://schemas.openxmlformats.org/drawingml/2006/main">
              <a:ext uri="{FF2B5EF4-FFF2-40B4-BE49-F238E27FC236}">
                <a16:creationId xmlns:a16="http://schemas.microsoft.com/office/drawing/2014/main" id="{79D8E47B-0D4B-40F3-83ED-9E721FF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0" name="p31-矩形-0080">
            <a:extLst xmlns:a="http://schemas.openxmlformats.org/drawingml/2006/main">
              <a:ext uri="{FF2B5EF4-FFF2-40B4-BE49-F238E27FC236}">
                <a16:creationId xmlns:a16="http://schemas.microsoft.com/office/drawing/2014/main" id="{AA3A6A78-8A65-4EBA-BEC8-7C14C588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1" name="p31-矩形-0081">
            <a:extLst xmlns:a="http://schemas.openxmlformats.org/drawingml/2006/main">
              <a:ext uri="{FF2B5EF4-FFF2-40B4-BE49-F238E27FC236}">
                <a16:creationId xmlns:a16="http://schemas.microsoft.com/office/drawing/2014/main" id="{6E598B39-36B9-4B59-8DC1-2FCDC308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82" name="p31-矩形-0082">
            <a:extLst xmlns:a="http://schemas.openxmlformats.org/drawingml/2006/main">
              <a:ext uri="{FF2B5EF4-FFF2-40B4-BE49-F238E27FC236}">
                <a16:creationId xmlns:a16="http://schemas.microsoft.com/office/drawing/2014/main" id="{983B9664-32B1-4639-9990-B70DC91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83" name="p31-矩形-0083">
            <a:extLst xmlns:a="http://schemas.openxmlformats.org/drawingml/2006/main">
              <a:ext uri="{FF2B5EF4-FFF2-40B4-BE49-F238E27FC236}">
                <a16:creationId xmlns:a16="http://schemas.microsoft.com/office/drawing/2014/main" id="{28CC9FCB-312A-4D79-BB01-72B54A02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4" name="p31-矩形-0084">
            <a:extLst xmlns:a="http://schemas.openxmlformats.org/drawingml/2006/main">
              <a:ext uri="{FF2B5EF4-FFF2-40B4-BE49-F238E27FC236}">
                <a16:creationId xmlns:a16="http://schemas.microsoft.com/office/drawing/2014/main" id="{94A892DF-36A2-478D-BEFF-E270E99E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5" name="p31-矩形-0085">
            <a:extLst xmlns:a="http://schemas.openxmlformats.org/drawingml/2006/main">
              <a:ext uri="{FF2B5EF4-FFF2-40B4-BE49-F238E27FC236}">
                <a16:creationId xmlns:a16="http://schemas.microsoft.com/office/drawing/2014/main" id="{32BB37AA-9CAB-4ADC-8E41-654D0537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6" name="p31-矩形-0086">
            <a:extLst xmlns:a="http://schemas.openxmlformats.org/drawingml/2006/main">
              <a:ext uri="{FF2B5EF4-FFF2-40B4-BE49-F238E27FC236}">
                <a16:creationId xmlns:a16="http://schemas.microsoft.com/office/drawing/2014/main" id="{FD64C595-E0D6-4E68-B69F-2586078F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28172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7" name="p31-矩形-0087">
            <a:extLst xmlns:a="http://schemas.openxmlformats.org/drawingml/2006/main">
              <a:ext uri="{FF2B5EF4-FFF2-40B4-BE49-F238E27FC236}">
                <a16:creationId xmlns:a16="http://schemas.microsoft.com/office/drawing/2014/main" id="{361DD800-A0B6-4DF2-865B-D2087E39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88" name="p31-矩形-0088">
            <a:extLst xmlns:a="http://schemas.openxmlformats.org/drawingml/2006/main">
              <a:ext uri="{FF2B5EF4-FFF2-40B4-BE49-F238E27FC236}">
                <a16:creationId xmlns:a16="http://schemas.microsoft.com/office/drawing/2014/main" id="{2CF8B8FC-E083-4083-A6EB-E9669EA6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89" name="p31-矩形-0089">
            <a:extLst xmlns:a="http://schemas.openxmlformats.org/drawingml/2006/main">
              <a:ext uri="{FF2B5EF4-FFF2-40B4-BE49-F238E27FC236}">
                <a16:creationId xmlns:a16="http://schemas.microsoft.com/office/drawing/2014/main" id="{01FD86F1-9CD4-4BAF-AC55-5DE359A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90" name="p31-矩形-0090">
            <a:extLst xmlns:a="http://schemas.openxmlformats.org/drawingml/2006/main">
              <a:ext uri="{FF2B5EF4-FFF2-40B4-BE49-F238E27FC236}">
                <a16:creationId xmlns:a16="http://schemas.microsoft.com/office/drawing/2014/main" id="{1EF116C0-86D0-4E15-90C1-ECEAA10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91" name="p31-矩形-0091">
            <a:extLst xmlns:a="http://schemas.openxmlformats.org/drawingml/2006/main">
              <a:ext uri="{FF2B5EF4-FFF2-40B4-BE49-F238E27FC236}">
                <a16:creationId xmlns:a16="http://schemas.microsoft.com/office/drawing/2014/main" id="{154F8426-5F08-456C-BA25-989499F6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2" name="p31-矩形-0092">
            <a:extLst xmlns:a="http://schemas.openxmlformats.org/drawingml/2006/main">
              <a:ext uri="{FF2B5EF4-FFF2-40B4-BE49-F238E27FC236}">
                <a16:creationId xmlns:a16="http://schemas.microsoft.com/office/drawing/2014/main" id="{3830EB9E-2430-4B2F-9BBD-667AA3F2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93" name="p31-矩形-0093">
            <a:extLst xmlns:a="http://schemas.openxmlformats.org/drawingml/2006/main">
              <a:ext uri="{FF2B5EF4-FFF2-40B4-BE49-F238E27FC236}">
                <a16:creationId xmlns:a16="http://schemas.microsoft.com/office/drawing/2014/main" id="{F264C97D-38FB-44CD-88FD-B514AB72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94" name="p31-矩形-0094">
            <a:extLst xmlns:a="http://schemas.openxmlformats.org/drawingml/2006/main">
              <a:ext uri="{FF2B5EF4-FFF2-40B4-BE49-F238E27FC236}">
                <a16:creationId xmlns:a16="http://schemas.microsoft.com/office/drawing/2014/main" id="{1E3F548B-8565-4491-927E-114CB4AF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5" name="p31-矩形-0095">
            <a:extLst xmlns:a="http://schemas.openxmlformats.org/drawingml/2006/main">
              <a:ext uri="{FF2B5EF4-FFF2-40B4-BE49-F238E27FC236}">
                <a16:creationId xmlns:a16="http://schemas.microsoft.com/office/drawing/2014/main" id="{6A62D8AE-F11A-47C3-B976-70CC66D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6" name="p31-矩形-0096">
            <a:extLst xmlns:a="http://schemas.openxmlformats.org/drawingml/2006/main">
              <a:ext uri="{FF2B5EF4-FFF2-40B4-BE49-F238E27FC236}">
                <a16:creationId xmlns:a16="http://schemas.microsoft.com/office/drawing/2014/main" id="{6DD96CEC-B725-4080-8F5D-FC1551C8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97" name="p31-矩形-0097">
            <a:extLst xmlns:a="http://schemas.openxmlformats.org/drawingml/2006/main">
              <a:ext uri="{FF2B5EF4-FFF2-40B4-BE49-F238E27FC236}">
                <a16:creationId xmlns:a16="http://schemas.microsoft.com/office/drawing/2014/main" id="{3CA57819-5A6D-4C41-81DF-4549B72D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98" name="p31-矩形-0098">
            <a:extLst xmlns:a="http://schemas.openxmlformats.org/drawingml/2006/main">
              <a:ext uri="{FF2B5EF4-FFF2-40B4-BE49-F238E27FC236}">
                <a16:creationId xmlns:a16="http://schemas.microsoft.com/office/drawing/2014/main" id="{A3BD36B5-1136-4E13-A3CC-7C3F31A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99" name="p31-矩形-0099">
            <a:extLst xmlns:a="http://schemas.openxmlformats.org/drawingml/2006/main">
              <a:ext uri="{FF2B5EF4-FFF2-40B4-BE49-F238E27FC236}">
                <a16:creationId xmlns:a16="http://schemas.microsoft.com/office/drawing/2014/main" id="{B03B7F89-B4DC-45A6-8CAD-3E25EF2A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0" name="p31-矩形-0100">
            <a:extLst xmlns:a="http://schemas.openxmlformats.org/drawingml/2006/main">
              <a:ext uri="{FF2B5EF4-FFF2-40B4-BE49-F238E27FC236}">
                <a16:creationId xmlns:a16="http://schemas.microsoft.com/office/drawing/2014/main" id="{8ABB4748-62D2-4BC6-B777-FD4AEDB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01" name="p31-矩形-0101">
            <a:extLst xmlns:a="http://schemas.openxmlformats.org/drawingml/2006/main">
              <a:ext uri="{FF2B5EF4-FFF2-40B4-BE49-F238E27FC236}">
                <a16:creationId xmlns:a16="http://schemas.microsoft.com/office/drawing/2014/main" id="{180D825F-5897-419B-A5AE-20D63485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2" name="p31-矩形-0102">
            <a:extLst xmlns:a="http://schemas.openxmlformats.org/drawingml/2006/main">
              <a:ext uri="{FF2B5EF4-FFF2-40B4-BE49-F238E27FC236}">
                <a16:creationId xmlns:a16="http://schemas.microsoft.com/office/drawing/2014/main" id="{11F3B4C8-42BD-44DC-B7A9-4B75352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30501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3" name="p31-矩形-0103">
            <a:extLst xmlns:a="http://schemas.openxmlformats.org/drawingml/2006/main">
              <a:ext uri="{FF2B5EF4-FFF2-40B4-BE49-F238E27FC236}">
                <a16:creationId xmlns:a16="http://schemas.microsoft.com/office/drawing/2014/main" id="{EBE1DF40-D9C2-4A4C-9E37-DEFCAD47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04" name="p31-矩形-0104">
            <a:extLst xmlns:a="http://schemas.openxmlformats.org/drawingml/2006/main">
              <a:ext uri="{FF2B5EF4-FFF2-40B4-BE49-F238E27FC236}">
                <a16:creationId xmlns:a16="http://schemas.microsoft.com/office/drawing/2014/main" id="{5CFA99C6-6C9C-4D61-B5E1-FB24649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05" name="p31-矩形-0105">
            <a:extLst xmlns:a="http://schemas.openxmlformats.org/drawingml/2006/main">
              <a:ext uri="{FF2B5EF4-FFF2-40B4-BE49-F238E27FC236}">
                <a16:creationId xmlns:a16="http://schemas.microsoft.com/office/drawing/2014/main" id="{2EC24F4F-DF97-4684-855F-625E33E8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06" name="p31-矩形-0106">
            <a:extLst xmlns:a="http://schemas.openxmlformats.org/drawingml/2006/main">
              <a:ext uri="{FF2B5EF4-FFF2-40B4-BE49-F238E27FC236}">
                <a16:creationId xmlns:a16="http://schemas.microsoft.com/office/drawing/2014/main" id="{954FCCFC-798E-4667-AE6D-B6C9D265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07" name="p31-矩形-0107">
            <a:extLst xmlns:a="http://schemas.openxmlformats.org/drawingml/2006/main">
              <a:ext uri="{FF2B5EF4-FFF2-40B4-BE49-F238E27FC236}">
                <a16:creationId xmlns:a16="http://schemas.microsoft.com/office/drawing/2014/main" id="{08B3BDAD-47EC-41B1-927C-A8E14A3C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08" name="p31-矩形-0108">
            <a:extLst xmlns:a="http://schemas.openxmlformats.org/drawingml/2006/main">
              <a:ext uri="{FF2B5EF4-FFF2-40B4-BE49-F238E27FC236}">
                <a16:creationId xmlns:a16="http://schemas.microsoft.com/office/drawing/2014/main" id="{AF68B1E2-285F-4B63-916E-1D10A7A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09" name="p31-矩形-0109">
            <a:extLst xmlns:a="http://schemas.openxmlformats.org/drawingml/2006/main">
              <a:ext uri="{FF2B5EF4-FFF2-40B4-BE49-F238E27FC236}">
                <a16:creationId xmlns:a16="http://schemas.microsoft.com/office/drawing/2014/main" id="{5086C30E-D3E7-460D-B6FB-000E619E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0" name="p31-矩形-0110">
            <a:extLst xmlns:a="http://schemas.openxmlformats.org/drawingml/2006/main">
              <a:ext uri="{FF2B5EF4-FFF2-40B4-BE49-F238E27FC236}">
                <a16:creationId xmlns:a16="http://schemas.microsoft.com/office/drawing/2014/main" id="{44B97758-B772-4EF5-9E26-44656914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1" name="p31-矩形-0111">
            <a:extLst xmlns:a="http://schemas.openxmlformats.org/drawingml/2006/main">
              <a:ext uri="{FF2B5EF4-FFF2-40B4-BE49-F238E27FC236}">
                <a16:creationId xmlns:a16="http://schemas.microsoft.com/office/drawing/2014/main" id="{D01CCDC8-E811-4F06-8281-2947F62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2" name="p31-矩形-0112">
            <a:extLst xmlns:a="http://schemas.openxmlformats.org/drawingml/2006/main">
              <a:ext uri="{FF2B5EF4-FFF2-40B4-BE49-F238E27FC236}">
                <a16:creationId xmlns:a16="http://schemas.microsoft.com/office/drawing/2014/main" id="{12733975-060A-4A42-A719-2F2DD48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3" name="p31-矩形-0113">
            <a:extLst xmlns:a="http://schemas.openxmlformats.org/drawingml/2006/main">
              <a:ext uri="{FF2B5EF4-FFF2-40B4-BE49-F238E27FC236}">
                <a16:creationId xmlns:a16="http://schemas.microsoft.com/office/drawing/2014/main" id="{5AE77BB2-97A3-4A4A-9D89-271587EE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14" name="p31-矩形-0114">
            <a:extLst xmlns:a="http://schemas.openxmlformats.org/drawingml/2006/main">
              <a:ext uri="{FF2B5EF4-FFF2-40B4-BE49-F238E27FC236}">
                <a16:creationId xmlns:a16="http://schemas.microsoft.com/office/drawing/2014/main" id="{F296A00A-2C77-49DB-88A1-6CC4578B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5" name="p31-矩形-0115">
            <a:extLst xmlns:a="http://schemas.openxmlformats.org/drawingml/2006/main">
              <a:ext uri="{FF2B5EF4-FFF2-40B4-BE49-F238E27FC236}">
                <a16:creationId xmlns:a16="http://schemas.microsoft.com/office/drawing/2014/main" id="{A8AA8CEB-5AF5-497F-B2A4-F14CD3F6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6" name="p31-矩形-0116">
            <a:extLst xmlns:a="http://schemas.openxmlformats.org/drawingml/2006/main">
              <a:ext uri="{FF2B5EF4-FFF2-40B4-BE49-F238E27FC236}">
                <a16:creationId xmlns:a16="http://schemas.microsoft.com/office/drawing/2014/main" id="{74A51091-BCF0-4EE3-8582-115DB0B7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17" name="p31-矩形-0117">
            <a:extLst xmlns:a="http://schemas.openxmlformats.org/drawingml/2006/main">
              <a:ext uri="{FF2B5EF4-FFF2-40B4-BE49-F238E27FC236}">
                <a16:creationId xmlns:a16="http://schemas.microsoft.com/office/drawing/2014/main" id="{BED07B88-E733-43A5-A950-34701BAB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18" name="p31-矩形-0118">
            <a:extLst xmlns:a="http://schemas.openxmlformats.org/drawingml/2006/main">
              <a:ext uri="{FF2B5EF4-FFF2-40B4-BE49-F238E27FC236}">
                <a16:creationId xmlns:a16="http://schemas.microsoft.com/office/drawing/2014/main" id="{6BFD3B0F-1CD4-47D4-9622-C5CAD4DF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3282950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19" name="p31-矩形-0119">
            <a:extLst xmlns:a="http://schemas.openxmlformats.org/drawingml/2006/main">
              <a:ext uri="{FF2B5EF4-FFF2-40B4-BE49-F238E27FC236}">
                <a16:creationId xmlns:a16="http://schemas.microsoft.com/office/drawing/2014/main" id="{AA63DE05-A470-4342-BEED-75D6C73E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120" name="p31-矩形-0120">
            <a:extLst xmlns:a="http://schemas.openxmlformats.org/drawingml/2006/main">
              <a:ext uri="{FF2B5EF4-FFF2-40B4-BE49-F238E27FC236}">
                <a16:creationId xmlns:a16="http://schemas.microsoft.com/office/drawing/2014/main" id="{A4D6D2F8-B88B-4125-BE79-32E59C2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21" name="p31-矩形-0121">
            <a:extLst xmlns:a="http://schemas.openxmlformats.org/drawingml/2006/main">
              <a:ext uri="{FF2B5EF4-FFF2-40B4-BE49-F238E27FC236}">
                <a16:creationId xmlns:a16="http://schemas.microsoft.com/office/drawing/2014/main" id="{D50EB2CA-0B08-4662-8DBC-C05677D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22" name="p31-矩形-0122">
            <a:extLst xmlns:a="http://schemas.openxmlformats.org/drawingml/2006/main">
              <a:ext uri="{FF2B5EF4-FFF2-40B4-BE49-F238E27FC236}">
                <a16:creationId xmlns:a16="http://schemas.microsoft.com/office/drawing/2014/main" id="{0C90CD0D-BC14-4622-AACC-DFBD1C3C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3" name="p31-矩形-0123">
            <a:extLst xmlns:a="http://schemas.openxmlformats.org/drawingml/2006/main">
              <a:ext uri="{FF2B5EF4-FFF2-40B4-BE49-F238E27FC236}">
                <a16:creationId xmlns:a16="http://schemas.microsoft.com/office/drawing/2014/main" id="{913BC173-B714-489A-BAD1-C6BAFBCC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24" name="p31-矩形-0124">
            <a:extLst xmlns:a="http://schemas.openxmlformats.org/drawingml/2006/main">
              <a:ext uri="{FF2B5EF4-FFF2-40B4-BE49-F238E27FC236}">
                <a16:creationId xmlns:a16="http://schemas.microsoft.com/office/drawing/2014/main" id="{615EB43F-7F24-4884-BDF4-67894E9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25" name="p31-矩形-0125">
            <a:extLst xmlns:a="http://schemas.openxmlformats.org/drawingml/2006/main">
              <a:ext uri="{FF2B5EF4-FFF2-40B4-BE49-F238E27FC236}">
                <a16:creationId xmlns:a16="http://schemas.microsoft.com/office/drawing/2014/main" id="{1519244C-31A6-49B4-916B-7C04743C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26" name="p31-矩形-0126">
            <a:extLst xmlns:a="http://schemas.openxmlformats.org/drawingml/2006/main">
              <a:ext uri="{FF2B5EF4-FFF2-40B4-BE49-F238E27FC236}">
                <a16:creationId xmlns:a16="http://schemas.microsoft.com/office/drawing/2014/main" id="{EED5531D-B763-404E-A3AF-EE58ABA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27" name="p31-矩形-0127">
            <a:extLst xmlns:a="http://schemas.openxmlformats.org/drawingml/2006/main">
              <a:ext uri="{FF2B5EF4-FFF2-40B4-BE49-F238E27FC236}">
                <a16:creationId xmlns:a16="http://schemas.microsoft.com/office/drawing/2014/main" id="{1128870E-6ADF-4522-B477-36B2F2E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28" name="p31-矩形-0128">
            <a:extLst xmlns:a="http://schemas.openxmlformats.org/drawingml/2006/main">
              <a:ext uri="{FF2B5EF4-FFF2-40B4-BE49-F238E27FC236}">
                <a16:creationId xmlns:a16="http://schemas.microsoft.com/office/drawing/2014/main" id="{82818CEB-4FB2-430A-8732-A4B6616B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29" name="p31-矩形-0129">
            <a:extLst xmlns:a="http://schemas.openxmlformats.org/drawingml/2006/main">
              <a:ext uri="{FF2B5EF4-FFF2-40B4-BE49-F238E27FC236}">
                <a16:creationId xmlns:a16="http://schemas.microsoft.com/office/drawing/2014/main" id="{4C4CAA6E-A91A-471A-B8D2-82AB27EE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30" name="p31-矩形-0130">
            <a:extLst xmlns:a="http://schemas.openxmlformats.org/drawingml/2006/main">
              <a:ext uri="{FF2B5EF4-FFF2-40B4-BE49-F238E27FC236}">
                <a16:creationId xmlns:a16="http://schemas.microsoft.com/office/drawing/2014/main" id="{31464C79-5494-4ABD-B31B-CF53E9F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31" name="p31-矩形-0131">
            <a:extLst xmlns:a="http://schemas.openxmlformats.org/drawingml/2006/main">
              <a:ext uri="{FF2B5EF4-FFF2-40B4-BE49-F238E27FC236}">
                <a16:creationId xmlns:a16="http://schemas.microsoft.com/office/drawing/2014/main" id="{3BC38E5C-CC47-44B1-A160-2835DF0B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32" name="p31-矩形-0132">
            <a:extLst xmlns:a="http://schemas.openxmlformats.org/drawingml/2006/main">
              <a:ext uri="{FF2B5EF4-FFF2-40B4-BE49-F238E27FC236}">
                <a16:creationId xmlns:a16="http://schemas.microsoft.com/office/drawing/2014/main" id="{4124C64B-B38C-43D3-BC5A-2FA791D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33" name="p31-矩形-0133">
            <a:extLst xmlns:a="http://schemas.openxmlformats.org/drawingml/2006/main">
              <a:ext uri="{FF2B5EF4-FFF2-40B4-BE49-F238E27FC236}">
                <a16:creationId xmlns:a16="http://schemas.microsoft.com/office/drawing/2014/main" id="{02D17B9C-D2BA-42AA-8178-39946FB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34" name="p31-矩形-0134">
            <a:extLst xmlns:a="http://schemas.openxmlformats.org/drawingml/2006/main">
              <a:ext uri="{FF2B5EF4-FFF2-40B4-BE49-F238E27FC236}">
                <a16:creationId xmlns:a16="http://schemas.microsoft.com/office/drawing/2014/main" id="{4210D1B5-5EED-4A27-88AC-C5DD5FAF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3515783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35" name="p31-矩形-0135">
            <a:extLst xmlns:a="http://schemas.openxmlformats.org/drawingml/2006/main">
              <a:ext uri="{FF2B5EF4-FFF2-40B4-BE49-F238E27FC236}">
                <a16:creationId xmlns:a16="http://schemas.microsoft.com/office/drawing/2014/main" id="{B3B57619-42D0-44A2-BBFF-27CC3957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136" name="p31-矩形-0136">
            <a:extLst xmlns:a="http://schemas.openxmlformats.org/drawingml/2006/main">
              <a:ext uri="{FF2B5EF4-FFF2-40B4-BE49-F238E27FC236}">
                <a16:creationId xmlns:a16="http://schemas.microsoft.com/office/drawing/2014/main" id="{9761218B-2D20-4871-9C72-7E2E93FB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59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37" name="p31-矩形-0137">
            <a:extLst xmlns:a="http://schemas.openxmlformats.org/drawingml/2006/main">
              <a:ext uri="{FF2B5EF4-FFF2-40B4-BE49-F238E27FC236}">
                <a16:creationId xmlns:a16="http://schemas.microsoft.com/office/drawing/2014/main" id="{F2EA3C7F-3380-4D71-8171-A18AAB8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38" name="p31-矩形-0138">
            <a:extLst xmlns:a="http://schemas.openxmlformats.org/drawingml/2006/main">
              <a:ext uri="{FF2B5EF4-FFF2-40B4-BE49-F238E27FC236}">
                <a16:creationId xmlns:a16="http://schemas.microsoft.com/office/drawing/2014/main" id="{35F93FAC-BED4-4739-80A9-6A75819B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228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39" name="p31-矩形-0139">
            <a:extLst xmlns:a="http://schemas.openxmlformats.org/drawingml/2006/main">
              <a:ext uri="{FF2B5EF4-FFF2-40B4-BE49-F238E27FC236}">
                <a16:creationId xmlns:a16="http://schemas.microsoft.com/office/drawing/2014/main" id="{CA0DA69F-D01E-4203-BAEC-459C848C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140" name="p31-矩形-0140">
            <a:extLst xmlns:a="http://schemas.openxmlformats.org/drawingml/2006/main">
              <a:ext uri="{FF2B5EF4-FFF2-40B4-BE49-F238E27FC236}">
                <a16:creationId xmlns:a16="http://schemas.microsoft.com/office/drawing/2014/main" id="{4A976C72-A3D2-4DED-8BE0-C771FAB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41" name="p31-矩形-0141">
            <a:extLst xmlns:a="http://schemas.openxmlformats.org/drawingml/2006/main">
              <a:ext uri="{FF2B5EF4-FFF2-40B4-BE49-F238E27FC236}">
                <a16:creationId xmlns:a16="http://schemas.microsoft.com/office/drawing/2014/main" id="{9C399911-B30C-486F-9139-D575F184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631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42" name="p31-矩形-0142">
            <a:extLst xmlns:a="http://schemas.openxmlformats.org/drawingml/2006/main">
              <a:ext uri="{FF2B5EF4-FFF2-40B4-BE49-F238E27FC236}">
                <a16:creationId xmlns:a16="http://schemas.microsoft.com/office/drawing/2014/main" id="{7B1FAA07-E06C-41A2-BEEF-7EC99BC7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66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43" name="p31-矩形-0143">
            <a:extLst xmlns:a="http://schemas.openxmlformats.org/drawingml/2006/main">
              <a:ext uri="{FF2B5EF4-FFF2-40B4-BE49-F238E27FC236}">
                <a16:creationId xmlns:a16="http://schemas.microsoft.com/office/drawing/2014/main" id="{A550E4C5-54D8-4B07-8E0E-481C3289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144" name="p31-矩形-0144">
            <a:extLst xmlns:a="http://schemas.openxmlformats.org/drawingml/2006/main">
              <a:ext uri="{FF2B5EF4-FFF2-40B4-BE49-F238E27FC236}">
                <a16:creationId xmlns:a16="http://schemas.microsoft.com/office/drawing/2014/main" id="{3F16E705-846E-4EF0-81D7-CA443C80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34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45" name="p31-矩形-0145">
            <a:extLst xmlns:a="http://schemas.openxmlformats.org/drawingml/2006/main">
              <a:ext uri="{FF2B5EF4-FFF2-40B4-BE49-F238E27FC236}">
                <a16:creationId xmlns:a16="http://schemas.microsoft.com/office/drawing/2014/main" id="{4A8C9520-ADBE-4CD6-8E12-09653D6C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46" name="p31-矩形-0146">
            <a:extLst xmlns:a="http://schemas.openxmlformats.org/drawingml/2006/main">
              <a:ext uri="{FF2B5EF4-FFF2-40B4-BE49-F238E27FC236}">
                <a16:creationId xmlns:a16="http://schemas.microsoft.com/office/drawing/2014/main" id="{CBF589D1-D509-4B9E-BB98-21BB831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03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47" name="p31-矩形-0147">
            <a:extLst xmlns:a="http://schemas.openxmlformats.org/drawingml/2006/main">
              <a:ext uri="{FF2B5EF4-FFF2-40B4-BE49-F238E27FC236}">
                <a16:creationId xmlns:a16="http://schemas.microsoft.com/office/drawing/2014/main" id="{531238E1-FCA6-4BAF-A184-A824F4DC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48" name="p31-矩形-0148">
            <a:extLst xmlns:a="http://schemas.openxmlformats.org/drawingml/2006/main">
              <a:ext uri="{FF2B5EF4-FFF2-40B4-BE49-F238E27FC236}">
                <a16:creationId xmlns:a16="http://schemas.microsoft.com/office/drawing/2014/main" id="{37355D6D-BEBF-4CEF-8733-36651AE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572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149" name="p31-矩形-0149">
            <a:extLst xmlns:a="http://schemas.openxmlformats.org/drawingml/2006/main">
              <a:ext uri="{FF2B5EF4-FFF2-40B4-BE49-F238E27FC236}">
                <a16:creationId xmlns:a16="http://schemas.microsoft.com/office/drawing/2014/main" id="{5A8EC2A2-A5D0-4F29-861A-3BBE9EEA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706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150" name="p31-矩形-0150">
            <a:extLst xmlns:a="http://schemas.openxmlformats.org/drawingml/2006/main">
              <a:ext uri="{FF2B5EF4-FFF2-40B4-BE49-F238E27FC236}">
                <a16:creationId xmlns:a16="http://schemas.microsoft.com/office/drawing/2014/main" id="{91B186D5-E6EE-4461-90FB-07B3925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841" y="3748617"/>
            <a:ext cx="303609" cy="223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151" name="p31-文本-0151">
            <a:extLst xmlns:a="http://schemas.openxmlformats.org/drawingml/2006/main">
              <a:ext uri="{FF2B5EF4-FFF2-40B4-BE49-F238E27FC236}">
                <a16:creationId xmlns:a16="http://schemas.microsoft.com/office/drawing/2014/main" id="{072964BB-5045-4D2B-AC91-C5C78E78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86" y="40520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52" name="p31-文本-0152">
            <a:extLst xmlns:a="http://schemas.openxmlformats.org/drawingml/2006/main">
              <a:ext uri="{FF2B5EF4-FFF2-40B4-BE49-F238E27FC236}">
                <a16:creationId xmlns:a16="http://schemas.microsoft.com/office/drawing/2014/main" id="{C9FCB852-A22B-4CDD-B3CB-0D927D01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461" y="40520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9</a:t>
            </a:r>
          </a:p>
        </p:txBody>
      </p:sp>
      <p:sp>
        <p:nvSpPr>
          <p:cNvPr id="153" name="p31-文本-0153">
            <a:extLst xmlns:a="http://schemas.openxmlformats.org/drawingml/2006/main">
              <a:ext uri="{FF2B5EF4-FFF2-40B4-BE49-F238E27FC236}">
                <a16:creationId xmlns:a16="http://schemas.microsoft.com/office/drawing/2014/main" id="{A3DF7CC0-3B6C-4B97-BB14-B44AAC76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445" y="4052083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16</a:t>
            </a:r>
          </a:p>
        </p:txBody>
      </p:sp>
      <p:sp>
        <p:nvSpPr>
          <p:cNvPr id="154" name="p31-文本-0154">
            <a:extLst xmlns:a="http://schemas.openxmlformats.org/drawingml/2006/main">
              <a:ext uri="{FF2B5EF4-FFF2-40B4-BE49-F238E27FC236}">
                <a16:creationId xmlns:a16="http://schemas.microsoft.com/office/drawing/2014/main" id="{D1822E8B-1EF2-411D-8D3C-589DF08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1931606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55" name="p31-文本-0155">
            <a:extLst xmlns:a="http://schemas.openxmlformats.org/drawingml/2006/main">
              <a:ext uri="{FF2B5EF4-FFF2-40B4-BE49-F238E27FC236}">
                <a16:creationId xmlns:a16="http://schemas.microsoft.com/office/drawing/2014/main" id="{60D49A83-D369-4937-9BF5-19C4442F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379427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9</a:t>
            </a:r>
          </a:p>
        </p:txBody>
      </p:sp>
      <p:sp>
        <p:nvSpPr>
          <p:cNvPr id="156" name="p31-矩形-0156">
            <a:extLst xmlns:a="http://schemas.openxmlformats.org/drawingml/2006/main">
              <a:ext uri="{FF2B5EF4-FFF2-40B4-BE49-F238E27FC236}">
                <a16:creationId xmlns:a16="http://schemas.microsoft.com/office/drawing/2014/main" id="{9F2D34F9-AA9A-42D2-A267-E1921FE3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14550"/>
            <a:ext cx="9429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57" name="p31-文本-0157">
            <a:extLst xmlns:a="http://schemas.openxmlformats.org/drawingml/2006/main">
              <a:ext uri="{FF2B5EF4-FFF2-40B4-BE49-F238E27FC236}">
                <a16:creationId xmlns:a16="http://schemas.microsoft.com/office/drawing/2014/main" id="{71FCCDCC-0CCF-4C7C-9EF9-B564F93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580159"/>
            <a:ext cx="9446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连续候选区</a:t>
            </a:r>
          </a:p>
        </p:txBody>
      </p:sp>
      <p:sp>
        <p:nvSpPr>
          <p:cNvPr id="158" name="p31-线-0158">
            <a:extLst xmlns:a="http://schemas.openxmlformats.org/drawingml/2006/main">
              <a:ext uri="{FF2B5EF4-FFF2-40B4-BE49-F238E27FC236}">
                <a16:creationId xmlns:a16="http://schemas.microsoft.com/office/drawing/2014/main" id="{2D8186D3-82A3-4501-B311-ED990037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95" cy="247650"/>
          </a:xfrm>
          <a:custGeom xmlns:a="http://schemas.openxmlformats.org/drawingml/2006/main"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159" name="p31-文本-0159">
            <a:extLst xmlns:a="http://schemas.openxmlformats.org/drawingml/2006/main">
              <a:ext uri="{FF2B5EF4-FFF2-40B4-BE49-F238E27FC236}">
                <a16:creationId xmlns:a16="http://schemas.microsoft.com/office/drawing/2014/main" id="{DAD53B93-AD7A-47B5-B251-4D0A7AE2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0009"/>
            <a:ext cx="40212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行：组成梯度；列：处理梯度；颜色：归一化响应</a:t>
            </a:r>
          </a:p>
        </p:txBody>
      </p:sp>
      <p:sp>
        <p:nvSpPr>
          <p:cNvPr id="160" name="p31-文本-0160">
            <a:extLst xmlns:a="http://schemas.openxmlformats.org/drawingml/2006/main">
              <a:ext uri="{FF2B5EF4-FFF2-40B4-BE49-F238E27FC236}">
                <a16:creationId xmlns:a16="http://schemas.microsoft.com/office/drawing/2014/main" id="{EF6E1FE9-7AD7-4927-8597-C6001B9B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5946"/>
            <a:ext cx="136264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候选提取路线</a:t>
            </a:r>
          </a:p>
        </p:txBody>
      </p:sp>
      <p:sp>
        <p:nvSpPr>
          <p:cNvPr id="161" name="p31-矩形-0161">
            <a:extLst xmlns:a="http://schemas.openxmlformats.org/drawingml/2006/main">
              <a:ext uri="{FF2B5EF4-FFF2-40B4-BE49-F238E27FC236}">
                <a16:creationId xmlns:a16="http://schemas.microsoft.com/office/drawing/2014/main" id="{1DD6CEE5-F97D-4017-811A-D127DF3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2" name="p31-文本-0162">
            <a:extLst xmlns:a="http://schemas.openxmlformats.org/drawingml/2006/main">
              <a:ext uri="{FF2B5EF4-FFF2-40B4-BE49-F238E27FC236}">
                <a16:creationId xmlns:a16="http://schemas.microsoft.com/office/drawing/2014/main" id="{718C4CFF-B810-4AE5-A73F-D76C8992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75" y="519799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排除边界</a:t>
            </a:r>
          </a:p>
        </p:txBody>
      </p:sp>
      <p:sp>
        <p:nvSpPr>
          <p:cNvPr id="163" name="p31-文本-0163">
            <a:extLst xmlns:a="http://schemas.openxmlformats.org/drawingml/2006/main">
              <a:ext uri="{FF2B5EF4-FFF2-40B4-BE49-F238E27FC236}">
                <a16:creationId xmlns:a16="http://schemas.microsoft.com/office/drawing/2014/main" id="{2908C6A3-1375-42F7-814B-20BEDC1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93" y="55806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去除失效条件</a:t>
            </a:r>
          </a:p>
        </p:txBody>
      </p:sp>
      <p:sp>
        <p:nvSpPr>
          <p:cNvPr id="164" name="p31-路径-0164">
            <a:extLst xmlns:a="http://schemas.openxmlformats.org/drawingml/2006/main">
              <a:ext uri="{FF2B5EF4-FFF2-40B4-BE49-F238E27FC236}">
                <a16:creationId xmlns:a16="http://schemas.microsoft.com/office/drawing/2014/main" id="{B2BE5FF3-6B89-42D8-A5EC-35ADAC0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77256"/>
            <a:ext cx="142875" cy="94488"/>
          </a:xfrm>
          <a:custGeom xmlns:a="http://schemas.openxmlformats.org/drawingml/2006/main">
            <a:pathLst>
              <a:path w="142875" h="94488">
                <a:moveTo>
                  <a:pt x="0" y="66294"/>
                </a:moveTo>
                <a:lnTo>
                  <a:pt x="66675" y="66294"/>
                </a:lnTo>
                <a:lnTo>
                  <a:pt x="66675" y="94488"/>
                </a:lnTo>
                <a:lnTo>
                  <a:pt x="142875" y="47244"/>
                </a:lnTo>
                <a:lnTo>
                  <a:pt x="66675" y="0"/>
                </a:lnTo>
                <a:lnTo>
                  <a:pt x="66675" y="28194"/>
                </a:lnTo>
                <a:lnTo>
                  <a:pt x="0" y="2819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5" name="p31-矩形-0165">
            <a:extLst xmlns:a="http://schemas.openxmlformats.org/drawingml/2006/main">
              <a:ext uri="{FF2B5EF4-FFF2-40B4-BE49-F238E27FC236}">
                <a16:creationId xmlns:a16="http://schemas.microsoft.com/office/drawing/2014/main" id="{E82B3505-999F-4BCD-8156-E12435C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244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6" name="p31-文本-0166">
            <a:extLst xmlns:a="http://schemas.openxmlformats.org/drawingml/2006/main">
              <a:ext uri="{FF2B5EF4-FFF2-40B4-BE49-F238E27FC236}">
                <a16:creationId xmlns:a16="http://schemas.microsoft.com/office/drawing/2014/main" id="{227A062B-A2CA-4647-BE1E-8D8C612E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600" y="5197999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保留连通区</a:t>
            </a:r>
          </a:p>
        </p:txBody>
      </p:sp>
      <p:sp>
        <p:nvSpPr>
          <p:cNvPr id="167" name="p31-文本-0167">
            <a:extLst xmlns:a="http://schemas.openxmlformats.org/drawingml/2006/main">
              <a:ext uri="{FF2B5EF4-FFF2-40B4-BE49-F238E27FC236}">
                <a16:creationId xmlns:a16="http://schemas.microsoft.com/office/drawing/2014/main" id="{58C4D744-2294-4F88-AB6D-D7C436D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693" y="55806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避免孤立高点</a:t>
            </a:r>
          </a:p>
        </p:txBody>
      </p:sp>
      <p:sp>
        <p:nvSpPr>
          <p:cNvPr id="168" name="p31-路径-0168">
            <a:extLst xmlns:a="http://schemas.openxmlformats.org/drawingml/2006/main">
              <a:ext uri="{FF2B5EF4-FFF2-40B4-BE49-F238E27FC236}">
                <a16:creationId xmlns:a16="http://schemas.microsoft.com/office/drawing/2014/main" id="{A6122572-52D7-4467-A3AD-86D3B48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77256"/>
            <a:ext cx="142875" cy="94488"/>
          </a:xfrm>
          <a:custGeom xmlns:a="http://schemas.openxmlformats.org/drawingml/2006/main">
            <a:pathLst>
              <a:path w="142875" h="94488">
                <a:moveTo>
                  <a:pt x="0" y="66294"/>
                </a:moveTo>
                <a:lnTo>
                  <a:pt x="66675" y="66294"/>
                </a:lnTo>
                <a:lnTo>
                  <a:pt x="66675" y="94488"/>
                </a:lnTo>
                <a:lnTo>
                  <a:pt x="142875" y="47244"/>
                </a:lnTo>
                <a:lnTo>
                  <a:pt x="66675" y="0"/>
                </a:lnTo>
                <a:lnTo>
                  <a:pt x="66675" y="28194"/>
                </a:lnTo>
                <a:lnTo>
                  <a:pt x="0" y="2819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9" name="p31-矩形-0169">
            <a:extLst xmlns:a="http://schemas.openxmlformats.org/drawingml/2006/main">
              <a:ext uri="{FF2B5EF4-FFF2-40B4-BE49-F238E27FC236}">
                <a16:creationId xmlns:a16="http://schemas.microsoft.com/office/drawing/2014/main" id="{6C0FBDE4-90D2-4F26-A32A-EDA64EE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0" name="p31-文本-0170">
            <a:extLst xmlns:a="http://schemas.openxmlformats.org/drawingml/2006/main">
              <a:ext uri="{FF2B5EF4-FFF2-40B4-BE49-F238E27FC236}">
                <a16:creationId xmlns:a16="http://schemas.microsoft.com/office/drawing/2014/main" id="{1DC6346C-DB6B-46E7-80EB-1A3E1E9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775" y="519799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独立复测</a:t>
            </a:r>
          </a:p>
        </p:txBody>
      </p:sp>
      <p:sp>
        <p:nvSpPr>
          <p:cNvPr id="171" name="p31-文本-0171">
            <a:extLst xmlns:a="http://schemas.openxmlformats.org/drawingml/2006/main">
              <a:ext uri="{FF2B5EF4-FFF2-40B4-BE49-F238E27FC236}">
                <a16:creationId xmlns:a16="http://schemas.microsoft.com/office/drawing/2014/main" id="{1DE60939-386B-442D-BEFA-8E1C311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093" y="5580659"/>
            <a:ext cx="11256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评价整体分布</a:t>
            </a:r>
          </a:p>
        </p:txBody>
      </p:sp>
      <p:sp>
        <p:nvSpPr>
          <p:cNvPr id="172" name="p31-线-0172">
            <a:extLst xmlns:a="http://schemas.openxmlformats.org/drawingml/2006/main">
              <a:ext uri="{FF2B5EF4-FFF2-40B4-BE49-F238E27FC236}">
                <a16:creationId xmlns:a16="http://schemas.microsoft.com/office/drawing/2014/main" id="{0F33C497-1EF5-424D-BC66-8933D72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81125"/>
            <a:ext cx="95" cy="4572000"/>
          </a:xfrm>
          <a:custGeom xmlns:a="http://schemas.openxmlformats.org/drawingml/2006/main">
            <a:pathLst>
              <a:path w="9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</a:ln>
        </p:spPr>
      </p:sp>
      <p:sp>
        <p:nvSpPr>
          <p:cNvPr id="173" name="p31-文本-0173">
            <a:extLst xmlns:a="http://schemas.openxmlformats.org/drawingml/2006/main">
              <a:ext uri="{FF2B5EF4-FFF2-40B4-BE49-F238E27FC236}">
                <a16:creationId xmlns:a16="http://schemas.microsoft.com/office/drawing/2014/main" id="{CF370743-AA14-4454-BEFB-DD39CF4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73146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候选是否整体改善</a:t>
            </a:r>
          </a:p>
        </p:txBody>
      </p:sp>
      <p:sp>
        <p:nvSpPr>
          <p:cNvPr id="174" name="p31-线-0174">
            <a:extLst xmlns:a="http://schemas.openxmlformats.org/drawingml/2006/main">
              <a:ext uri="{FF2B5EF4-FFF2-40B4-BE49-F238E27FC236}">
                <a16:creationId xmlns:a16="http://schemas.microsoft.com/office/drawing/2014/main" id="{176EA0AD-DBF2-4332-AC9E-7A56E60D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81425"/>
            <a:ext cx="3705225" cy="95"/>
          </a:xfrm>
          <a:custGeom xmlns:a="http://schemas.openxmlformats.org/drawingml/2006/main">
            <a:pathLst>
              <a:path w="3705225" h="95">
                <a:moveTo>
                  <a:pt x="0" y="0"/>
                </a:moveTo>
                <a:lnTo>
                  <a:pt x="370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175" name="p31-线-0175">
            <a:extLst xmlns:a="http://schemas.openxmlformats.org/drawingml/2006/main">
              <a:ext uri="{FF2B5EF4-FFF2-40B4-BE49-F238E27FC236}">
                <a16:creationId xmlns:a16="http://schemas.microsoft.com/office/drawing/2014/main" id="{BA9A04BF-02D9-49F0-BFE0-11ADEB5F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95" cy="1685925"/>
          </a:xfrm>
          <a:custGeom xmlns:a="http://schemas.openxmlformats.org/drawingml/2006/main">
            <a:pathLst>
              <a:path w="95" h="1685925">
                <a:moveTo>
                  <a:pt x="0" y="0"/>
                </a:moveTo>
                <a:lnTo>
                  <a:pt x="0" y="16859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5555"/>
            </a:solidFill>
          </a:ln>
        </p:spPr>
      </p:sp>
      <p:sp>
        <p:nvSpPr>
          <p:cNvPr id="176" name="p31-路径-0176">
            <a:extLst xmlns:a="http://schemas.openxmlformats.org/drawingml/2006/main">
              <a:ext uri="{FF2B5EF4-FFF2-40B4-BE49-F238E27FC236}">
                <a16:creationId xmlns:a16="http://schemas.microsoft.com/office/drawing/2014/main" id="{D3AFBFE5-0B9A-4A86-B54C-10A52D0E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70823"/>
            <a:ext cx="3705225" cy="1010603"/>
          </a:xfrm>
          <a:custGeom xmlns:a="http://schemas.openxmlformats.org/drawingml/2006/main">
            <a:pathLst>
              <a:path w="3705225" h="1010603">
                <a:moveTo>
                  <a:pt x="0" y="966788"/>
                </a:moveTo>
                <a:lnTo>
                  <a:pt x="61913" y="953453"/>
                </a:lnTo>
                <a:lnTo>
                  <a:pt x="123825" y="937260"/>
                </a:lnTo>
                <a:lnTo>
                  <a:pt x="185738" y="918210"/>
                </a:lnTo>
                <a:lnTo>
                  <a:pt x="246697" y="894398"/>
                </a:lnTo>
                <a:lnTo>
                  <a:pt x="308610" y="865823"/>
                </a:lnTo>
                <a:lnTo>
                  <a:pt x="370522" y="832485"/>
                </a:lnTo>
                <a:lnTo>
                  <a:pt x="432435" y="794385"/>
                </a:lnTo>
                <a:lnTo>
                  <a:pt x="494347" y="751523"/>
                </a:lnTo>
                <a:lnTo>
                  <a:pt x="556260" y="702945"/>
                </a:lnTo>
                <a:lnTo>
                  <a:pt x="617220" y="649605"/>
                </a:lnTo>
                <a:lnTo>
                  <a:pt x="679132" y="592455"/>
                </a:lnTo>
                <a:lnTo>
                  <a:pt x="741045" y="530543"/>
                </a:lnTo>
                <a:lnTo>
                  <a:pt x="802957" y="466725"/>
                </a:lnTo>
                <a:lnTo>
                  <a:pt x="864870" y="401003"/>
                </a:lnTo>
                <a:lnTo>
                  <a:pt x="925830" y="336233"/>
                </a:lnTo>
                <a:lnTo>
                  <a:pt x="987743" y="271463"/>
                </a:lnTo>
                <a:lnTo>
                  <a:pt x="1049655" y="210503"/>
                </a:lnTo>
                <a:lnTo>
                  <a:pt x="1111568" y="155258"/>
                </a:lnTo>
                <a:lnTo>
                  <a:pt x="1173480" y="105728"/>
                </a:lnTo>
                <a:lnTo>
                  <a:pt x="1235393" y="63818"/>
                </a:lnTo>
                <a:lnTo>
                  <a:pt x="1296353" y="32385"/>
                </a:lnTo>
                <a:lnTo>
                  <a:pt x="1358265" y="10478"/>
                </a:lnTo>
                <a:lnTo>
                  <a:pt x="1420178" y="0"/>
                </a:lnTo>
                <a:lnTo>
                  <a:pt x="1482090" y="953"/>
                </a:lnTo>
                <a:lnTo>
                  <a:pt x="1544003" y="13335"/>
                </a:lnTo>
                <a:lnTo>
                  <a:pt x="1605915" y="37148"/>
                </a:lnTo>
                <a:lnTo>
                  <a:pt x="1666875" y="71438"/>
                </a:lnTo>
                <a:lnTo>
                  <a:pt x="1728788" y="114300"/>
                </a:lnTo>
                <a:lnTo>
                  <a:pt x="1790700" y="165735"/>
                </a:lnTo>
                <a:lnTo>
                  <a:pt x="1852613" y="222885"/>
                </a:lnTo>
                <a:lnTo>
                  <a:pt x="1914525" y="284798"/>
                </a:lnTo>
                <a:lnTo>
                  <a:pt x="1976438" y="348615"/>
                </a:lnTo>
                <a:lnTo>
                  <a:pt x="2038350" y="414338"/>
                </a:lnTo>
                <a:lnTo>
                  <a:pt x="2099310" y="480060"/>
                </a:lnTo>
                <a:lnTo>
                  <a:pt x="2161223" y="542925"/>
                </a:lnTo>
                <a:lnTo>
                  <a:pt x="2223135" y="603885"/>
                </a:lnTo>
                <a:lnTo>
                  <a:pt x="2285048" y="661035"/>
                </a:lnTo>
                <a:lnTo>
                  <a:pt x="2346960" y="713423"/>
                </a:lnTo>
                <a:lnTo>
                  <a:pt x="2407920" y="760095"/>
                </a:lnTo>
                <a:lnTo>
                  <a:pt x="2469832" y="802958"/>
                </a:lnTo>
                <a:lnTo>
                  <a:pt x="2531745" y="840105"/>
                </a:lnTo>
                <a:lnTo>
                  <a:pt x="2593657" y="871538"/>
                </a:lnTo>
                <a:lnTo>
                  <a:pt x="2655570" y="899160"/>
                </a:lnTo>
                <a:lnTo>
                  <a:pt x="2717482" y="922020"/>
                </a:lnTo>
                <a:lnTo>
                  <a:pt x="2779395" y="941070"/>
                </a:lnTo>
                <a:lnTo>
                  <a:pt x="2840355" y="956310"/>
                </a:lnTo>
                <a:lnTo>
                  <a:pt x="2902268" y="969645"/>
                </a:lnTo>
                <a:lnTo>
                  <a:pt x="2964180" y="979170"/>
                </a:lnTo>
                <a:lnTo>
                  <a:pt x="3026093" y="986790"/>
                </a:lnTo>
                <a:lnTo>
                  <a:pt x="3088005" y="993458"/>
                </a:lnTo>
                <a:lnTo>
                  <a:pt x="3149918" y="998220"/>
                </a:lnTo>
                <a:lnTo>
                  <a:pt x="3210877" y="1001078"/>
                </a:lnTo>
                <a:lnTo>
                  <a:pt x="3272790" y="1003935"/>
                </a:lnTo>
                <a:lnTo>
                  <a:pt x="3334702" y="1005840"/>
                </a:lnTo>
                <a:lnTo>
                  <a:pt x="3396615" y="1007745"/>
                </a:lnTo>
                <a:lnTo>
                  <a:pt x="3458527" y="1008698"/>
                </a:lnTo>
                <a:lnTo>
                  <a:pt x="3519488" y="1008698"/>
                </a:lnTo>
                <a:lnTo>
                  <a:pt x="3581400" y="1009650"/>
                </a:lnTo>
                <a:lnTo>
                  <a:pt x="3643313" y="1009650"/>
                </a:lnTo>
                <a:lnTo>
                  <a:pt x="3705225" y="101060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77" name="p31-路径-0177">
            <a:extLst xmlns:a="http://schemas.openxmlformats.org/drawingml/2006/main">
              <a:ext uri="{FF2B5EF4-FFF2-40B4-BE49-F238E27FC236}">
                <a16:creationId xmlns:a16="http://schemas.microsoft.com/office/drawing/2014/main" id="{E21CA414-98C2-4837-9265-1B1556D7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02205"/>
            <a:ext cx="3705225" cy="1379220"/>
          </a:xfrm>
          <a:custGeom xmlns:a="http://schemas.openxmlformats.org/drawingml/2006/main">
            <a:pathLst>
              <a:path w="3705225" h="1379220">
                <a:moveTo>
                  <a:pt x="0" y="1379220"/>
                </a:moveTo>
                <a:lnTo>
                  <a:pt x="61913" y="1379220"/>
                </a:lnTo>
                <a:lnTo>
                  <a:pt x="123825" y="1379220"/>
                </a:lnTo>
                <a:lnTo>
                  <a:pt x="185738" y="1379220"/>
                </a:lnTo>
                <a:lnTo>
                  <a:pt x="246697" y="1379220"/>
                </a:lnTo>
                <a:lnTo>
                  <a:pt x="308610" y="1379220"/>
                </a:lnTo>
                <a:lnTo>
                  <a:pt x="370522" y="1379220"/>
                </a:lnTo>
                <a:lnTo>
                  <a:pt x="432435" y="1379220"/>
                </a:lnTo>
                <a:lnTo>
                  <a:pt x="494347" y="1379220"/>
                </a:lnTo>
                <a:lnTo>
                  <a:pt x="556260" y="1379220"/>
                </a:lnTo>
                <a:lnTo>
                  <a:pt x="617220" y="1379220"/>
                </a:lnTo>
                <a:lnTo>
                  <a:pt x="679132" y="1379220"/>
                </a:lnTo>
                <a:lnTo>
                  <a:pt x="741045" y="1379220"/>
                </a:lnTo>
                <a:lnTo>
                  <a:pt x="802957" y="1378268"/>
                </a:lnTo>
                <a:lnTo>
                  <a:pt x="864870" y="1378268"/>
                </a:lnTo>
                <a:lnTo>
                  <a:pt x="925830" y="1377315"/>
                </a:lnTo>
                <a:lnTo>
                  <a:pt x="987743" y="1375410"/>
                </a:lnTo>
                <a:lnTo>
                  <a:pt x="1049655" y="1373505"/>
                </a:lnTo>
                <a:lnTo>
                  <a:pt x="1111568" y="1368743"/>
                </a:lnTo>
                <a:lnTo>
                  <a:pt x="1173480" y="1362075"/>
                </a:lnTo>
                <a:lnTo>
                  <a:pt x="1235393" y="1351598"/>
                </a:lnTo>
                <a:lnTo>
                  <a:pt x="1296353" y="1335405"/>
                </a:lnTo>
                <a:lnTo>
                  <a:pt x="1358265" y="1311593"/>
                </a:lnTo>
                <a:lnTo>
                  <a:pt x="1420178" y="1278255"/>
                </a:lnTo>
                <a:lnTo>
                  <a:pt x="1482090" y="1233488"/>
                </a:lnTo>
                <a:lnTo>
                  <a:pt x="1544003" y="1173480"/>
                </a:lnTo>
                <a:lnTo>
                  <a:pt x="1605915" y="1098233"/>
                </a:lnTo>
                <a:lnTo>
                  <a:pt x="1666875" y="1004888"/>
                </a:lnTo>
                <a:lnTo>
                  <a:pt x="1728788" y="894398"/>
                </a:lnTo>
                <a:lnTo>
                  <a:pt x="1790700" y="769620"/>
                </a:lnTo>
                <a:lnTo>
                  <a:pt x="1852613" y="633413"/>
                </a:lnTo>
                <a:lnTo>
                  <a:pt x="1914525" y="492442"/>
                </a:lnTo>
                <a:lnTo>
                  <a:pt x="1976438" y="355283"/>
                </a:lnTo>
                <a:lnTo>
                  <a:pt x="2038350" y="228600"/>
                </a:lnTo>
                <a:lnTo>
                  <a:pt x="2099310" y="122873"/>
                </a:lnTo>
                <a:lnTo>
                  <a:pt x="2161223" y="45720"/>
                </a:lnTo>
                <a:lnTo>
                  <a:pt x="2223135" y="3810"/>
                </a:lnTo>
                <a:lnTo>
                  <a:pt x="2285048" y="0"/>
                </a:lnTo>
                <a:lnTo>
                  <a:pt x="2346960" y="34290"/>
                </a:lnTo>
                <a:lnTo>
                  <a:pt x="2407920" y="104775"/>
                </a:lnTo>
                <a:lnTo>
                  <a:pt x="2469832" y="205740"/>
                </a:lnTo>
                <a:lnTo>
                  <a:pt x="2531745" y="328613"/>
                </a:lnTo>
                <a:lnTo>
                  <a:pt x="2593657" y="464820"/>
                </a:lnTo>
                <a:lnTo>
                  <a:pt x="2655570" y="605790"/>
                </a:lnTo>
                <a:lnTo>
                  <a:pt x="2717482" y="742950"/>
                </a:lnTo>
                <a:lnTo>
                  <a:pt x="2779395" y="870585"/>
                </a:lnTo>
                <a:lnTo>
                  <a:pt x="2840355" y="983933"/>
                </a:lnTo>
                <a:lnTo>
                  <a:pt x="2902268" y="1081088"/>
                </a:lnTo>
                <a:lnTo>
                  <a:pt x="2964180" y="1160145"/>
                </a:lnTo>
                <a:lnTo>
                  <a:pt x="3026093" y="1223010"/>
                </a:lnTo>
                <a:lnTo>
                  <a:pt x="3088005" y="1270635"/>
                </a:lnTo>
                <a:lnTo>
                  <a:pt x="3149918" y="1305878"/>
                </a:lnTo>
                <a:lnTo>
                  <a:pt x="3210877" y="1331595"/>
                </a:lnTo>
                <a:lnTo>
                  <a:pt x="3272790" y="1348740"/>
                </a:lnTo>
                <a:lnTo>
                  <a:pt x="3334702" y="1360170"/>
                </a:lnTo>
                <a:lnTo>
                  <a:pt x="3396615" y="1367790"/>
                </a:lnTo>
                <a:lnTo>
                  <a:pt x="3458527" y="1372553"/>
                </a:lnTo>
                <a:lnTo>
                  <a:pt x="3519488" y="1375410"/>
                </a:lnTo>
                <a:lnTo>
                  <a:pt x="3581400" y="1377315"/>
                </a:lnTo>
                <a:lnTo>
                  <a:pt x="3643313" y="1378268"/>
                </a:lnTo>
                <a:lnTo>
                  <a:pt x="3705225" y="13782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78" name="p31-文本-0178">
            <a:extLst xmlns:a="http://schemas.openxmlformats.org/drawingml/2006/main">
              <a:ext uri="{FF2B5EF4-FFF2-40B4-BE49-F238E27FC236}">
                <a16:creationId xmlns:a16="http://schemas.microsoft.com/office/drawing/2014/main" id="{9F227A30-BA20-4F7B-84D1-B9243AD1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986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相对频数</a:t>
            </a:r>
          </a:p>
        </p:txBody>
      </p:sp>
      <p:sp>
        <p:nvSpPr>
          <p:cNvPr id="179" name="p31-文本-0179">
            <a:extLst xmlns:a="http://schemas.openxmlformats.org/drawingml/2006/main">
              <a:ext uri="{FF2B5EF4-FFF2-40B4-BE49-F238E27FC236}">
                <a16:creationId xmlns:a16="http://schemas.microsoft.com/office/drawing/2014/main" id="{B58427C2-FDFC-4D16-BCDF-A21EDDC4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386726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响应强度</a:t>
            </a:r>
          </a:p>
        </p:txBody>
      </p:sp>
      <p:sp>
        <p:nvSpPr>
          <p:cNvPr id="180" name="p31-线-0180">
            <a:extLst xmlns:a="http://schemas.openxmlformats.org/drawingml/2006/main">
              <a:ext uri="{FF2B5EF4-FFF2-40B4-BE49-F238E27FC236}">
                <a16:creationId xmlns:a16="http://schemas.microsoft.com/office/drawing/2014/main" id="{517389C9-2801-477C-87DE-4A990B40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338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81" name="p31-文本-0181">
            <a:extLst xmlns:a="http://schemas.openxmlformats.org/drawingml/2006/main">
              <a:ext uri="{FF2B5EF4-FFF2-40B4-BE49-F238E27FC236}">
                <a16:creationId xmlns:a16="http://schemas.microsoft.com/office/drawing/2014/main" id="{A308D1DE-E17E-423E-92B5-8F17B3CC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1966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初始候选</a:t>
            </a:r>
          </a:p>
        </p:txBody>
      </p:sp>
      <p:sp>
        <p:nvSpPr>
          <p:cNvPr id="182" name="p31-线-0182">
            <a:extLst xmlns:a="http://schemas.openxmlformats.org/drawingml/2006/main">
              <a:ext uri="{FF2B5EF4-FFF2-40B4-BE49-F238E27FC236}">
                <a16:creationId xmlns:a16="http://schemas.microsoft.com/office/drawing/2014/main" id="{0B4E48E1-61A2-4DAC-B252-60D2D02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3385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83" name="p31-文本-0183">
            <a:extLst xmlns:a="http://schemas.openxmlformats.org/drawingml/2006/main">
              <a:ext uri="{FF2B5EF4-FFF2-40B4-BE49-F238E27FC236}">
                <a16:creationId xmlns:a16="http://schemas.microsoft.com/office/drawing/2014/main" id="{476BF93E-4C97-467B-B364-FA7EB49D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1966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复核候选</a:t>
            </a:r>
          </a:p>
        </p:txBody>
      </p:sp>
      <p:sp>
        <p:nvSpPr>
          <p:cNvPr id="184" name="p31-文本-0184">
            <a:extLst xmlns:a="http://schemas.openxmlformats.org/drawingml/2006/main">
              <a:ext uri="{FF2B5EF4-FFF2-40B4-BE49-F238E27FC236}">
                <a16:creationId xmlns:a16="http://schemas.microsoft.com/office/drawing/2014/main" id="{F1C897A9-2E45-4886-B3F6-47D9481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1249"/>
            <a:ext cx="23511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分布整体右移：响应提高</a:t>
            </a:r>
          </a:p>
        </p:txBody>
      </p:sp>
      <p:sp>
        <p:nvSpPr>
          <p:cNvPr id="185" name="p31-文本-0185">
            <a:extLst xmlns:a="http://schemas.openxmlformats.org/drawingml/2006/main">
              <a:ext uri="{FF2B5EF4-FFF2-40B4-BE49-F238E27FC236}">
                <a16:creationId xmlns:a16="http://schemas.microsoft.com/office/drawing/2014/main" id="{B55A48BB-826C-401D-BD6C-0081314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40824"/>
            <a:ext cx="25607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分布范围收窄：批次更集中</a:t>
            </a:r>
          </a:p>
        </p:txBody>
      </p:sp>
      <p:sp>
        <p:nvSpPr>
          <p:cNvPr id="186" name="p31-文本-0186">
            <a:extLst xmlns:a="http://schemas.openxmlformats.org/drawingml/2006/main">
              <a:ext uri="{FF2B5EF4-FFF2-40B4-BE49-F238E27FC236}">
                <a16:creationId xmlns:a16="http://schemas.microsoft.com/office/drawing/2014/main" id="{CE5921AE-FB56-4A5D-950E-E295A35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50399"/>
            <a:ext cx="31893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尾部样本回查：避免均值掩盖失效</a:t>
            </a:r>
          </a:p>
        </p:txBody>
      </p:sp>
      <p:sp>
        <p:nvSpPr>
          <p:cNvPr id="187" name="p31-文本-0187">
            <a:extLst xmlns:a="http://schemas.openxmlformats.org/drawingml/2006/main">
              <a:ext uri="{FF2B5EF4-FFF2-40B4-BE49-F238E27FC236}">
                <a16:creationId xmlns:a16="http://schemas.microsoft.com/office/drawing/2014/main" id="{AB5CA12B-1678-4AC6-9D86-BBB96DA3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11" y="6062007"/>
            <a:ext cx="62287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选择稳定区域，比追逐单个最高响应点更利于后续复核</a:t>
            </a:r>
          </a:p>
        </p:txBody>
      </p:sp>
      <p:sp>
        <p:nvSpPr>
          <p:cNvPr id="188" name="p31-文本-0188">
            <a:extLst xmlns:a="http://schemas.openxmlformats.org/drawingml/2006/main">
              <a:ext uri="{FF2B5EF4-FFF2-40B4-BE49-F238E27FC236}">
                <a16:creationId xmlns:a16="http://schemas.microsoft.com/office/drawing/2014/main" id="{250EEEA0-CC3D-47AC-A01A-87F142CF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31</a:t>
            </a:r>
          </a:p>
        </p:txBody>
      </p:sp>
    </p:spTree>
    <p:extLst>
      <p:ext uri="{BB962C8B-B14F-4D97-AF65-F5344CB8AC3E}">
        <p14:creationId xmlns:p14="http://schemas.microsoft.com/office/powerpoint/2010/main" val="6372464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p32-矩形-0001">
            <a:extLst xmlns:a="http://schemas.openxmlformats.org/drawingml/2006/main">
              <a:ext uri="{FF2B5EF4-FFF2-40B4-BE49-F238E27FC236}">
                <a16:creationId xmlns:a16="http://schemas.microsoft.com/office/drawing/2014/main" id="{CB127E01-31D1-4CE0-9ADE-4A3D5C96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2-矩形-0002">
            <a:extLst xmlns:a="http://schemas.openxmlformats.org/drawingml/2006/main">
              <a:ext uri="{FF2B5EF4-FFF2-40B4-BE49-F238E27FC236}">
                <a16:creationId xmlns:a16="http://schemas.microsoft.com/office/drawing/2014/main" id="{E8C55C61-2304-4ACF-8455-98BAFEA8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2-文本-0003">
            <a:extLst xmlns:a="http://schemas.openxmlformats.org/drawingml/2006/main">
              <a:ext uri="{FF2B5EF4-FFF2-40B4-BE49-F238E27FC236}">
                <a16:creationId xmlns:a16="http://schemas.microsoft.com/office/drawing/2014/main" id="{DE16451C-BB31-4E09-8437-0C448B6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9005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性能提升需同时观察响应能力与持续表现</a:t>
            </a:r>
          </a:p>
        </p:txBody>
      </p:sp>
      <p:sp>
        <p:nvSpPr>
          <p:cNvPr id="4" name="p32-文本-0004">
            <a:extLst xmlns:a="http://schemas.openxmlformats.org/drawingml/2006/main">
              <a:ext uri="{FF2B5EF4-FFF2-40B4-BE49-F238E27FC236}">
                <a16:creationId xmlns:a16="http://schemas.microsoft.com/office/drawing/2014/main" id="{8F6AAB59-BF93-4A2E-A70D-5C1F8A31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0212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动态时序、循环保持与介质变化分别检验不同性能</a:t>
            </a:r>
          </a:p>
        </p:txBody>
      </p:sp>
      <p:sp>
        <p:nvSpPr>
          <p:cNvPr id="5" name="p32-线-0005">
            <a:extLst xmlns:a="http://schemas.openxmlformats.org/drawingml/2006/main">
              <a:ext uri="{FF2B5EF4-FFF2-40B4-BE49-F238E27FC236}">
                <a16:creationId xmlns:a16="http://schemas.microsoft.com/office/drawing/2014/main" id="{F67DA583-E39A-40D2-B6B4-8BBBD90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2-矩形-0006">
            <a:extLst xmlns:a="http://schemas.openxmlformats.org/drawingml/2006/main">
              <a:ext uri="{FF2B5EF4-FFF2-40B4-BE49-F238E27FC236}">
                <a16:creationId xmlns:a16="http://schemas.microsoft.com/office/drawing/2014/main" id="{384CB431-2191-40F1-B6AE-B9B33BE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17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32-文本-0007">
            <a:extLst xmlns:a="http://schemas.openxmlformats.org/drawingml/2006/main">
              <a:ext uri="{FF2B5EF4-FFF2-40B4-BE49-F238E27FC236}">
                <a16:creationId xmlns:a16="http://schemas.microsoft.com/office/drawing/2014/main" id="{EE8C9F49-B80A-4B5B-A253-C60B8E3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747" y="1421699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主要证据一：动态响应</a:t>
            </a:r>
          </a:p>
        </p:txBody>
      </p:sp>
      <p:sp>
        <p:nvSpPr>
          <p:cNvPr id="8" name="p32-线-0008">
            <a:extLst xmlns:a="http://schemas.openxmlformats.org/drawingml/2006/main">
              <a:ext uri="{FF2B5EF4-FFF2-40B4-BE49-F238E27FC236}">
                <a16:creationId xmlns:a16="http://schemas.microsoft.com/office/drawing/2014/main" id="{E02E0C41-F9D4-4D4F-A330-90B01D99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9" name="p32-线-0009">
            <a:extLst xmlns:a="http://schemas.openxmlformats.org/drawingml/2006/main">
              <a:ext uri="{FF2B5EF4-FFF2-40B4-BE49-F238E27FC236}">
                <a16:creationId xmlns:a16="http://schemas.microsoft.com/office/drawing/2014/main" id="{1079A5BF-22BD-42B8-9632-CFDAC74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5" cy="1476375"/>
          </a:xfrm>
          <a:custGeom xmlns:a="http://schemas.openxmlformats.org/drawingml/2006/main">
            <a:pathLst>
              <a:path w="9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0" name="p32-线-0010">
            <a:extLst xmlns:a="http://schemas.openxmlformats.org/drawingml/2006/main">
              <a:ext uri="{FF2B5EF4-FFF2-40B4-BE49-F238E27FC236}">
                <a16:creationId xmlns:a16="http://schemas.microsoft.com/office/drawing/2014/main" id="{2DC2ABF9-CE54-49BA-9C1B-DD3FF49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1" name="p32-文本-0011">
            <a:extLst xmlns:a="http://schemas.openxmlformats.org/drawingml/2006/main">
              <a:ext uri="{FF2B5EF4-FFF2-40B4-BE49-F238E27FC236}">
                <a16:creationId xmlns:a16="http://schemas.microsoft.com/office/drawing/2014/main" id="{F7CF441F-A508-4009-A3DB-269C9318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0072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2" name="p32-线-0012">
            <a:extLst xmlns:a="http://schemas.openxmlformats.org/drawingml/2006/main">
              <a:ext uri="{FF2B5EF4-FFF2-40B4-BE49-F238E27FC236}">
                <a16:creationId xmlns:a16="http://schemas.microsoft.com/office/drawing/2014/main" id="{B7045158-9EF8-4C60-A3D4-1D04E5A8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3738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" name="p32-文本-0013">
            <a:extLst xmlns:a="http://schemas.openxmlformats.org/drawingml/2006/main">
              <a:ext uri="{FF2B5EF4-FFF2-40B4-BE49-F238E27FC236}">
                <a16:creationId xmlns:a16="http://schemas.microsoft.com/office/drawing/2014/main" id="{3958A592-F6AD-4E5A-ABC3-C7A5FDF4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3" y="3162533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14" name="p32-线-0014">
            <a:extLst xmlns:a="http://schemas.openxmlformats.org/drawingml/2006/main">
              <a:ext uri="{FF2B5EF4-FFF2-40B4-BE49-F238E27FC236}">
                <a16:creationId xmlns:a16="http://schemas.microsoft.com/office/drawing/2014/main" id="{53D04216-2EA3-4480-8148-49A80F5A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5" name="p32-文本-0015">
            <a:extLst xmlns:a="http://schemas.openxmlformats.org/drawingml/2006/main">
              <a:ext uri="{FF2B5EF4-FFF2-40B4-BE49-F238E27FC236}">
                <a16:creationId xmlns:a16="http://schemas.microsoft.com/office/drawing/2014/main" id="{208DC34E-7D17-4B51-8792-C43861F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2434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6" name="p32-路径-0016">
            <a:extLst xmlns:a="http://schemas.openxmlformats.org/drawingml/2006/main">
              <a:ext uri="{FF2B5EF4-FFF2-40B4-BE49-F238E27FC236}">
                <a16:creationId xmlns:a16="http://schemas.microsoft.com/office/drawing/2014/main" id="{A7C7FA5F-F1FE-4356-B36F-FDBC181D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9910"/>
            <a:ext cx="2705100" cy="749618"/>
          </a:xfrm>
          <a:custGeom xmlns:a="http://schemas.openxmlformats.org/drawingml/2006/main">
            <a:pathLst>
              <a:path w="2705100" h="749618">
                <a:moveTo>
                  <a:pt x="0" y="749618"/>
                </a:moveTo>
                <a:lnTo>
                  <a:pt x="44768" y="702945"/>
                </a:lnTo>
                <a:lnTo>
                  <a:pt x="90488" y="660083"/>
                </a:lnTo>
                <a:lnTo>
                  <a:pt x="135255" y="619125"/>
                </a:lnTo>
                <a:lnTo>
                  <a:pt x="180023" y="581025"/>
                </a:lnTo>
                <a:lnTo>
                  <a:pt x="225743" y="545783"/>
                </a:lnTo>
                <a:lnTo>
                  <a:pt x="270510" y="511493"/>
                </a:lnTo>
                <a:lnTo>
                  <a:pt x="315277" y="480060"/>
                </a:lnTo>
                <a:lnTo>
                  <a:pt x="360998" y="450533"/>
                </a:lnTo>
                <a:lnTo>
                  <a:pt x="405765" y="421958"/>
                </a:lnTo>
                <a:lnTo>
                  <a:pt x="450533" y="396240"/>
                </a:lnTo>
                <a:lnTo>
                  <a:pt x="496252" y="371475"/>
                </a:lnTo>
                <a:lnTo>
                  <a:pt x="541020" y="347663"/>
                </a:lnTo>
                <a:lnTo>
                  <a:pt x="585788" y="325755"/>
                </a:lnTo>
                <a:lnTo>
                  <a:pt x="631508" y="304800"/>
                </a:lnTo>
                <a:lnTo>
                  <a:pt x="676275" y="285750"/>
                </a:lnTo>
                <a:lnTo>
                  <a:pt x="721042" y="267653"/>
                </a:lnTo>
                <a:lnTo>
                  <a:pt x="766763" y="250508"/>
                </a:lnTo>
                <a:lnTo>
                  <a:pt x="811530" y="234315"/>
                </a:lnTo>
                <a:lnTo>
                  <a:pt x="856298" y="219075"/>
                </a:lnTo>
                <a:lnTo>
                  <a:pt x="902017" y="204788"/>
                </a:lnTo>
                <a:lnTo>
                  <a:pt x="946785" y="191453"/>
                </a:lnTo>
                <a:lnTo>
                  <a:pt x="991553" y="179070"/>
                </a:lnTo>
                <a:lnTo>
                  <a:pt x="1037273" y="167640"/>
                </a:lnTo>
                <a:lnTo>
                  <a:pt x="1082040" y="156210"/>
                </a:lnTo>
                <a:lnTo>
                  <a:pt x="1126808" y="145733"/>
                </a:lnTo>
                <a:lnTo>
                  <a:pt x="1172528" y="136208"/>
                </a:lnTo>
                <a:lnTo>
                  <a:pt x="1217295" y="126683"/>
                </a:lnTo>
                <a:lnTo>
                  <a:pt x="1262063" y="118110"/>
                </a:lnTo>
                <a:lnTo>
                  <a:pt x="1307783" y="109538"/>
                </a:lnTo>
                <a:lnTo>
                  <a:pt x="1352550" y="101918"/>
                </a:lnTo>
                <a:lnTo>
                  <a:pt x="1397318" y="95250"/>
                </a:lnTo>
                <a:lnTo>
                  <a:pt x="1443038" y="88583"/>
                </a:lnTo>
                <a:lnTo>
                  <a:pt x="1487805" y="81915"/>
                </a:lnTo>
                <a:lnTo>
                  <a:pt x="1532572" y="76200"/>
                </a:lnTo>
                <a:lnTo>
                  <a:pt x="1578293" y="70485"/>
                </a:lnTo>
                <a:lnTo>
                  <a:pt x="1623060" y="64770"/>
                </a:lnTo>
                <a:lnTo>
                  <a:pt x="1667828" y="60008"/>
                </a:lnTo>
                <a:lnTo>
                  <a:pt x="1713547" y="55245"/>
                </a:lnTo>
                <a:lnTo>
                  <a:pt x="1758315" y="50483"/>
                </a:lnTo>
                <a:lnTo>
                  <a:pt x="1803083" y="46673"/>
                </a:lnTo>
                <a:lnTo>
                  <a:pt x="1848803" y="42863"/>
                </a:lnTo>
                <a:lnTo>
                  <a:pt x="1893570" y="39053"/>
                </a:lnTo>
                <a:lnTo>
                  <a:pt x="1938338" y="35243"/>
                </a:lnTo>
                <a:lnTo>
                  <a:pt x="1984058" y="32385"/>
                </a:lnTo>
                <a:lnTo>
                  <a:pt x="2028825" y="29528"/>
                </a:lnTo>
                <a:lnTo>
                  <a:pt x="2073593" y="26670"/>
                </a:lnTo>
                <a:lnTo>
                  <a:pt x="2119313" y="23813"/>
                </a:lnTo>
                <a:lnTo>
                  <a:pt x="2164080" y="20955"/>
                </a:lnTo>
                <a:lnTo>
                  <a:pt x="2208848" y="19050"/>
                </a:lnTo>
                <a:lnTo>
                  <a:pt x="2254568" y="16193"/>
                </a:lnTo>
                <a:lnTo>
                  <a:pt x="2299335" y="14288"/>
                </a:lnTo>
                <a:lnTo>
                  <a:pt x="2344103" y="12383"/>
                </a:lnTo>
                <a:lnTo>
                  <a:pt x="2389823" y="10478"/>
                </a:lnTo>
                <a:lnTo>
                  <a:pt x="2434590" y="8573"/>
                </a:lnTo>
                <a:lnTo>
                  <a:pt x="2479358" y="7620"/>
                </a:lnTo>
                <a:lnTo>
                  <a:pt x="2525078" y="5715"/>
                </a:lnTo>
                <a:lnTo>
                  <a:pt x="2569845" y="3810"/>
                </a:lnTo>
                <a:lnTo>
                  <a:pt x="2614613" y="2858"/>
                </a:lnTo>
                <a:lnTo>
                  <a:pt x="2660333" y="1905"/>
                </a:ln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17" name="p32-椭圆-0017">
            <a:extLst xmlns:a="http://schemas.openxmlformats.org/drawingml/2006/main">
              <a:ext uri="{FF2B5EF4-FFF2-40B4-BE49-F238E27FC236}">
                <a16:creationId xmlns:a16="http://schemas.microsoft.com/office/drawing/2014/main" id="{12140294-2A22-4B42-933A-B227B218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3" y="380952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" name="p32-椭圆-0018">
            <a:extLst xmlns:a="http://schemas.openxmlformats.org/drawingml/2006/main">
              <a:ext uri="{FF2B5EF4-FFF2-40B4-BE49-F238E27FC236}">
                <a16:creationId xmlns:a16="http://schemas.microsoft.com/office/drawing/2014/main" id="{2C4A6859-5BB7-4FE6-8BE2-16A106D9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3" y="340809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32-椭圆-0019">
            <a:extLst xmlns:a="http://schemas.openxmlformats.org/drawingml/2006/main">
              <a:ext uri="{FF2B5EF4-FFF2-40B4-BE49-F238E27FC236}">
                <a16:creationId xmlns:a16="http://schemas.microsoft.com/office/drawing/2014/main" id="{6572D4E9-7880-47C8-BC44-DC3E2E62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321657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" name="p32-椭圆-0020">
            <a:extLst xmlns:a="http://schemas.openxmlformats.org/drawingml/2006/main">
              <a:ext uri="{FF2B5EF4-FFF2-40B4-BE49-F238E27FC236}">
                <a16:creationId xmlns:a16="http://schemas.microsoft.com/office/drawing/2014/main" id="{EE1CE4D0-9B0D-4889-883B-B98924A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82" y="312519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" name="p32-椭圆-0021">
            <a:extLst xmlns:a="http://schemas.openxmlformats.org/drawingml/2006/main">
              <a:ext uri="{FF2B5EF4-FFF2-40B4-BE49-F238E27FC236}">
                <a16:creationId xmlns:a16="http://schemas.microsoft.com/office/drawing/2014/main" id="{21237C0A-F6D5-45CF-B3BF-3676F7C8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103" y="308159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" name="p32-椭圆-0022">
            <a:extLst xmlns:a="http://schemas.openxmlformats.org/drawingml/2006/main">
              <a:ext uri="{FF2B5EF4-FFF2-40B4-BE49-F238E27FC236}">
                <a16:creationId xmlns:a16="http://schemas.microsoft.com/office/drawing/2014/main" id="{046E23E9-3DA8-40C3-A453-34B1B958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23" y="306078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p32-路径-0023">
            <a:extLst xmlns:a="http://schemas.openxmlformats.org/drawingml/2006/main">
              <a:ext uri="{FF2B5EF4-FFF2-40B4-BE49-F238E27FC236}">
                <a16:creationId xmlns:a16="http://schemas.microsoft.com/office/drawing/2014/main" id="{34EAF405-FAF3-4CA5-9294-4444BFA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3665"/>
            <a:ext cx="2705100" cy="1185863"/>
          </a:xfrm>
          <a:custGeom xmlns:a="http://schemas.openxmlformats.org/drawingml/2006/main">
            <a:pathLst>
              <a:path w="2705100" h="1185863">
                <a:moveTo>
                  <a:pt x="0" y="1185863"/>
                </a:moveTo>
                <a:lnTo>
                  <a:pt x="44768" y="1095375"/>
                </a:lnTo>
                <a:lnTo>
                  <a:pt x="90488" y="1011555"/>
                </a:lnTo>
                <a:lnTo>
                  <a:pt x="135255" y="935355"/>
                </a:lnTo>
                <a:lnTo>
                  <a:pt x="180023" y="863917"/>
                </a:lnTo>
                <a:lnTo>
                  <a:pt x="225743" y="798195"/>
                </a:lnTo>
                <a:lnTo>
                  <a:pt x="270510" y="737235"/>
                </a:lnTo>
                <a:lnTo>
                  <a:pt x="315277" y="681038"/>
                </a:lnTo>
                <a:lnTo>
                  <a:pt x="360998" y="628650"/>
                </a:lnTo>
                <a:lnTo>
                  <a:pt x="405765" y="580072"/>
                </a:lnTo>
                <a:lnTo>
                  <a:pt x="450533" y="536257"/>
                </a:lnTo>
                <a:lnTo>
                  <a:pt x="496252" y="494347"/>
                </a:lnTo>
                <a:lnTo>
                  <a:pt x="541020" y="456247"/>
                </a:lnTo>
                <a:lnTo>
                  <a:pt x="585788" y="421005"/>
                </a:lnTo>
                <a:lnTo>
                  <a:pt x="631508" y="388620"/>
                </a:lnTo>
                <a:lnTo>
                  <a:pt x="676275" y="359092"/>
                </a:lnTo>
                <a:lnTo>
                  <a:pt x="721042" y="331470"/>
                </a:lnTo>
                <a:lnTo>
                  <a:pt x="766763" y="304800"/>
                </a:lnTo>
                <a:lnTo>
                  <a:pt x="811530" y="281940"/>
                </a:lnTo>
                <a:lnTo>
                  <a:pt x="856298" y="259080"/>
                </a:lnTo>
                <a:lnTo>
                  <a:pt x="902017" y="239077"/>
                </a:lnTo>
                <a:lnTo>
                  <a:pt x="946785" y="220027"/>
                </a:lnTo>
                <a:lnTo>
                  <a:pt x="991553" y="202882"/>
                </a:lnTo>
                <a:lnTo>
                  <a:pt x="1037273" y="186690"/>
                </a:lnTo>
                <a:lnTo>
                  <a:pt x="1082040" y="172402"/>
                </a:lnTo>
                <a:lnTo>
                  <a:pt x="1126808" y="158115"/>
                </a:lnTo>
                <a:lnTo>
                  <a:pt x="1172528" y="145732"/>
                </a:lnTo>
                <a:lnTo>
                  <a:pt x="1217295" y="133350"/>
                </a:lnTo>
                <a:lnTo>
                  <a:pt x="1262063" y="122872"/>
                </a:lnTo>
                <a:lnTo>
                  <a:pt x="1307783" y="112395"/>
                </a:lnTo>
                <a:lnTo>
                  <a:pt x="1352550" y="103822"/>
                </a:lnTo>
                <a:lnTo>
                  <a:pt x="1397318" y="95250"/>
                </a:lnTo>
                <a:lnTo>
                  <a:pt x="1443038" y="86677"/>
                </a:lnTo>
                <a:lnTo>
                  <a:pt x="1487805" y="80010"/>
                </a:lnTo>
                <a:lnTo>
                  <a:pt x="1532572" y="73342"/>
                </a:lnTo>
                <a:lnTo>
                  <a:pt x="1578293" y="66675"/>
                </a:lnTo>
                <a:lnTo>
                  <a:pt x="1623060" y="60960"/>
                </a:lnTo>
                <a:lnTo>
                  <a:pt x="1667828" y="55245"/>
                </a:lnTo>
                <a:lnTo>
                  <a:pt x="1713547" y="50482"/>
                </a:lnTo>
                <a:lnTo>
                  <a:pt x="1758315" y="45720"/>
                </a:lnTo>
                <a:lnTo>
                  <a:pt x="1803083" y="41910"/>
                </a:lnTo>
                <a:lnTo>
                  <a:pt x="1848803" y="38100"/>
                </a:lnTo>
                <a:lnTo>
                  <a:pt x="1893570" y="34290"/>
                </a:lnTo>
                <a:lnTo>
                  <a:pt x="1938338" y="30480"/>
                </a:lnTo>
                <a:lnTo>
                  <a:pt x="1984058" y="27622"/>
                </a:lnTo>
                <a:lnTo>
                  <a:pt x="2028825" y="24765"/>
                </a:lnTo>
                <a:lnTo>
                  <a:pt x="2073593" y="21907"/>
                </a:lnTo>
                <a:lnTo>
                  <a:pt x="2119313" y="20002"/>
                </a:lnTo>
                <a:lnTo>
                  <a:pt x="2164080" y="17145"/>
                </a:lnTo>
                <a:lnTo>
                  <a:pt x="2208848" y="15240"/>
                </a:lnTo>
                <a:lnTo>
                  <a:pt x="2254568" y="13335"/>
                </a:lnTo>
                <a:lnTo>
                  <a:pt x="2299335" y="11430"/>
                </a:lnTo>
                <a:lnTo>
                  <a:pt x="2344103" y="9525"/>
                </a:lnTo>
                <a:lnTo>
                  <a:pt x="2389823" y="8572"/>
                </a:lnTo>
                <a:lnTo>
                  <a:pt x="2434590" y="6667"/>
                </a:lnTo>
                <a:lnTo>
                  <a:pt x="2479358" y="5715"/>
                </a:lnTo>
                <a:lnTo>
                  <a:pt x="2525078" y="4763"/>
                </a:lnTo>
                <a:lnTo>
                  <a:pt x="2569845" y="2857"/>
                </a:lnTo>
                <a:lnTo>
                  <a:pt x="2614613" y="1905"/>
                </a:lnTo>
                <a:lnTo>
                  <a:pt x="2660333" y="952"/>
                </a:ln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24" name="p32-椭圆-0024">
            <a:extLst xmlns:a="http://schemas.openxmlformats.org/drawingml/2006/main">
              <a:ext uri="{FF2B5EF4-FFF2-40B4-BE49-F238E27FC236}">
                <a16:creationId xmlns:a16="http://schemas.microsoft.com/office/drawing/2014/main" id="{B41A4FD0-1AD1-4EB9-9FA4-142E96F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3" y="380952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" name="p32-椭圆-0025">
            <a:extLst xmlns:a="http://schemas.openxmlformats.org/drawingml/2006/main">
              <a:ext uri="{FF2B5EF4-FFF2-40B4-BE49-F238E27FC236}">
                <a16:creationId xmlns:a16="http://schemas.microsoft.com/office/drawing/2014/main" id="{C5C93839-91A6-414F-97E8-EE05FFC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3" y="30807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" name="p32-椭圆-0026">
            <a:extLst xmlns:a="http://schemas.openxmlformats.org/drawingml/2006/main">
              <a:ext uri="{FF2B5EF4-FFF2-40B4-BE49-F238E27FC236}">
                <a16:creationId xmlns:a16="http://schemas.microsoft.com/office/drawing/2014/main" id="{08A4510E-5268-40D5-A07C-25E56537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279613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" name="p32-椭圆-0027">
            <a:extLst xmlns:a="http://schemas.openxmlformats.org/drawingml/2006/main">
              <a:ext uri="{FF2B5EF4-FFF2-40B4-BE49-F238E27FC236}">
                <a16:creationId xmlns:a16="http://schemas.microsoft.com/office/drawing/2014/main" id="{A2E4AC8D-2813-4E94-B4D1-6526C4C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82" y="268494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" name="p32-椭圆-0028">
            <a:extLst xmlns:a="http://schemas.openxmlformats.org/drawingml/2006/main">
              <a:ext uri="{FF2B5EF4-FFF2-40B4-BE49-F238E27FC236}">
                <a16:creationId xmlns:a16="http://schemas.microsoft.com/office/drawing/2014/main" id="{34533E69-BCB0-441A-AAA4-7387B3F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103" y="264150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" name="p32-椭圆-0029">
            <a:extLst xmlns:a="http://schemas.openxmlformats.org/drawingml/2006/main">
              <a:ext uri="{FF2B5EF4-FFF2-40B4-BE49-F238E27FC236}">
                <a16:creationId xmlns:a16="http://schemas.microsoft.com/office/drawing/2014/main" id="{5EDA5102-8159-45B5-BFF1-EE3038E7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23" y="262453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0" name="p32-文本-0030">
            <a:extLst xmlns:a="http://schemas.openxmlformats.org/drawingml/2006/main">
              <a:ext uri="{FF2B5EF4-FFF2-40B4-BE49-F238E27FC236}">
                <a16:creationId xmlns:a16="http://schemas.microsoft.com/office/drawing/2014/main" id="{F6B2F703-FCCF-4047-B881-D1BF53B3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16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31" name="p32-文本-0031">
            <a:extLst xmlns:a="http://schemas.openxmlformats.org/drawingml/2006/main">
              <a:ext uri="{FF2B5EF4-FFF2-40B4-BE49-F238E27FC236}">
                <a16:creationId xmlns:a16="http://schemas.microsoft.com/office/drawing/2014/main" id="{FAA2F5AB-BCB0-4903-8D52-017535E1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407681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归一化时间</a:t>
            </a:r>
          </a:p>
        </p:txBody>
      </p:sp>
      <p:sp>
        <p:nvSpPr>
          <p:cNvPr id="32" name="p32-文本-0032">
            <a:extLst xmlns:a="http://schemas.openxmlformats.org/drawingml/2006/main">
              <a:ext uri="{FF2B5EF4-FFF2-40B4-BE49-F238E27FC236}">
                <a16:creationId xmlns:a16="http://schemas.microsoft.com/office/drawing/2014/main" id="{EFB49A2F-C6F3-4C05-9491-F5F9657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4" y="4033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33" name="p32-文本-0033">
            <a:extLst xmlns:a="http://schemas.openxmlformats.org/drawingml/2006/main">
              <a:ext uri="{FF2B5EF4-FFF2-40B4-BE49-F238E27FC236}">
                <a16:creationId xmlns:a16="http://schemas.microsoft.com/office/drawing/2014/main" id="{A2DBEE23-8A62-44EF-8200-0AE7363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44" y="4033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4" name="p32-线-0034">
            <a:extLst xmlns:a="http://schemas.openxmlformats.org/drawingml/2006/main">
              <a:ext uri="{FF2B5EF4-FFF2-40B4-BE49-F238E27FC236}">
                <a16:creationId xmlns:a16="http://schemas.microsoft.com/office/drawing/2014/main" id="{8B4B04E5-FFA4-4BE3-9F4D-2CB6949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35" name="p32-文本-0035">
            <a:extLst xmlns:a="http://schemas.openxmlformats.org/drawingml/2006/main">
              <a:ext uri="{FF2B5EF4-FFF2-40B4-BE49-F238E27FC236}">
                <a16:creationId xmlns:a16="http://schemas.microsoft.com/office/drawing/2014/main" id="{46CE1920-B7BD-4E8A-92E7-21650C6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38491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</a:t>
            </a:r>
          </a:p>
        </p:txBody>
      </p:sp>
      <p:sp>
        <p:nvSpPr>
          <p:cNvPr id="36" name="p32-线-0036">
            <a:extLst xmlns:a="http://schemas.openxmlformats.org/drawingml/2006/main">
              <a:ext uri="{FF2B5EF4-FFF2-40B4-BE49-F238E27FC236}">
                <a16:creationId xmlns:a16="http://schemas.microsoft.com/office/drawing/2014/main" id="{A1FA5094-9EB3-4673-91DB-F56E85E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526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37" name="p32-文本-0037">
            <a:extLst xmlns:a="http://schemas.openxmlformats.org/drawingml/2006/main">
              <a:ext uri="{FF2B5EF4-FFF2-40B4-BE49-F238E27FC236}">
                <a16:creationId xmlns:a16="http://schemas.microsoft.com/office/drawing/2014/main" id="{3EAD741A-1DC2-47C8-9049-E5C4E1D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38491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改性</a:t>
            </a:r>
          </a:p>
        </p:txBody>
      </p:sp>
      <p:sp>
        <p:nvSpPr>
          <p:cNvPr id="38" name="p32-文本-0038">
            <a:extLst xmlns:a="http://schemas.openxmlformats.org/drawingml/2006/main">
              <a:ext uri="{FF2B5EF4-FFF2-40B4-BE49-F238E27FC236}">
                <a16:creationId xmlns:a16="http://schemas.microsoft.com/office/drawing/2014/main" id="{D80EAABA-2826-49DE-9B8C-9B84ACDA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3572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响应幅度</a:t>
            </a:r>
          </a:p>
        </p:txBody>
      </p:sp>
      <p:sp>
        <p:nvSpPr>
          <p:cNvPr id="39" name="p32-文本-0039">
            <a:extLst xmlns:a="http://schemas.openxmlformats.org/drawingml/2006/main">
              <a:ext uri="{FF2B5EF4-FFF2-40B4-BE49-F238E27FC236}">
                <a16:creationId xmlns:a16="http://schemas.microsoft.com/office/drawing/2014/main" id="{A1654D48-133B-4D01-8ED6-179BE21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88149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与建立速度</a:t>
            </a:r>
          </a:p>
        </p:txBody>
      </p:sp>
      <p:sp>
        <p:nvSpPr>
          <p:cNvPr id="40" name="p32-文本-0040">
            <a:extLst xmlns:a="http://schemas.openxmlformats.org/drawingml/2006/main">
              <a:ext uri="{FF2B5EF4-FFF2-40B4-BE49-F238E27FC236}">
                <a16:creationId xmlns:a16="http://schemas.microsoft.com/office/drawing/2014/main" id="{77E596AB-D835-4156-828D-38CF3E1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94057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共同变化</a:t>
            </a:r>
          </a:p>
        </p:txBody>
      </p:sp>
      <p:sp>
        <p:nvSpPr>
          <p:cNvPr id="41" name="p32-文本-0041">
            <a:extLst xmlns:a="http://schemas.openxmlformats.org/drawingml/2006/main">
              <a:ext uri="{FF2B5EF4-FFF2-40B4-BE49-F238E27FC236}">
                <a16:creationId xmlns:a16="http://schemas.microsoft.com/office/drawing/2014/main" id="{32A74D01-ADFD-4CB4-82B4-51CE3409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0352"/>
            <a:ext cx="30443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完整时序保留启动过程与稳定区段</a:t>
            </a:r>
          </a:p>
        </p:txBody>
      </p:sp>
      <p:sp>
        <p:nvSpPr>
          <p:cNvPr id="42" name="p32-矩形-0042">
            <a:extLst xmlns:a="http://schemas.openxmlformats.org/drawingml/2006/main">
              <a:ext uri="{FF2B5EF4-FFF2-40B4-BE49-F238E27FC236}">
                <a16:creationId xmlns:a16="http://schemas.microsoft.com/office/drawing/2014/main" id="{1378CB2A-A725-4624-997D-915C7A07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017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3" name="p32-文本-0043">
            <a:extLst xmlns:a="http://schemas.openxmlformats.org/drawingml/2006/main">
              <a:ext uri="{FF2B5EF4-FFF2-40B4-BE49-F238E27FC236}">
                <a16:creationId xmlns:a16="http://schemas.microsoft.com/office/drawing/2014/main" id="{F2D0E2C0-5489-4A97-9CA6-CC88321D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997" y="1421699"/>
            <a:ext cx="20442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主要证据二：循环保持</a:t>
            </a:r>
          </a:p>
        </p:txBody>
      </p:sp>
      <p:sp>
        <p:nvSpPr>
          <p:cNvPr id="44" name="p32-线-0044">
            <a:extLst xmlns:a="http://schemas.openxmlformats.org/drawingml/2006/main">
              <a:ext uri="{FF2B5EF4-FFF2-40B4-BE49-F238E27FC236}">
                <a16:creationId xmlns:a16="http://schemas.microsoft.com/office/drawing/2014/main" id="{37B6515A-EEED-4BC3-8623-D68201CB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71925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45" name="p32-线-0045">
            <a:extLst xmlns:a="http://schemas.openxmlformats.org/drawingml/2006/main">
              <a:ext uri="{FF2B5EF4-FFF2-40B4-BE49-F238E27FC236}">
                <a16:creationId xmlns:a16="http://schemas.microsoft.com/office/drawing/2014/main" id="{69F2758A-7D05-47BB-8CD3-602E6B69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95550"/>
            <a:ext cx="95" cy="1476375"/>
          </a:xfrm>
          <a:custGeom xmlns:a="http://schemas.openxmlformats.org/drawingml/2006/main">
            <a:pathLst>
              <a:path w="9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46" name="p32-线-0046">
            <a:extLst xmlns:a="http://schemas.openxmlformats.org/drawingml/2006/main">
              <a:ext uri="{FF2B5EF4-FFF2-40B4-BE49-F238E27FC236}">
                <a16:creationId xmlns:a16="http://schemas.microsoft.com/office/drawing/2014/main" id="{015B122B-77DC-4A4A-BA31-20F00F6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71925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7" name="p32-文本-0047">
            <a:extLst xmlns:a="http://schemas.openxmlformats.org/drawingml/2006/main">
              <a:ext uri="{FF2B5EF4-FFF2-40B4-BE49-F238E27FC236}">
                <a16:creationId xmlns:a16="http://schemas.microsoft.com/office/drawing/2014/main" id="{4CCAADEE-57C3-45CD-B7DE-F0F5304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072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48" name="p32-线-0048">
            <a:extLst xmlns:a="http://schemas.openxmlformats.org/drawingml/2006/main">
              <a:ext uri="{FF2B5EF4-FFF2-40B4-BE49-F238E27FC236}">
                <a16:creationId xmlns:a16="http://schemas.microsoft.com/office/drawing/2014/main" id="{3203EE55-6884-4622-B532-241CB6C3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33738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9" name="p32-文本-0049">
            <a:extLst xmlns:a="http://schemas.openxmlformats.org/drawingml/2006/main">
              <a:ext uri="{FF2B5EF4-FFF2-40B4-BE49-F238E27FC236}">
                <a16:creationId xmlns:a16="http://schemas.microsoft.com/office/drawing/2014/main" id="{1807CA6A-F423-486D-A2E4-C4E28CD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8" y="3162533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50" name="p32-线-0050">
            <a:extLst xmlns:a="http://schemas.openxmlformats.org/drawingml/2006/main">
              <a:ext uri="{FF2B5EF4-FFF2-40B4-BE49-F238E27FC236}">
                <a16:creationId xmlns:a16="http://schemas.microsoft.com/office/drawing/2014/main" id="{D9EDBF8E-6839-491C-A4F8-00044571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95550"/>
            <a:ext cx="2705100" cy="95"/>
          </a:xfrm>
          <a:custGeom xmlns:a="http://schemas.openxmlformats.org/drawingml/2006/main">
            <a:pathLst>
              <a:path w="2705100" h="9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1" name="p32-文本-0051">
            <a:extLst xmlns:a="http://schemas.openxmlformats.org/drawingml/2006/main">
              <a:ext uri="{FF2B5EF4-FFF2-40B4-BE49-F238E27FC236}">
                <a16:creationId xmlns:a16="http://schemas.microsoft.com/office/drawing/2014/main" id="{BC5E5BAA-279B-49F2-A8D5-0BAA949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2434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52" name="p32-路径-0052">
            <a:extLst xmlns:a="http://schemas.openxmlformats.org/drawingml/2006/main">
              <a:ext uri="{FF2B5EF4-FFF2-40B4-BE49-F238E27FC236}">
                <a16:creationId xmlns:a16="http://schemas.microsoft.com/office/drawing/2014/main" id="{B4886B12-6808-43E6-BEF7-D407330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82240"/>
            <a:ext cx="2705100" cy="581025"/>
          </a:xfrm>
          <a:custGeom xmlns:a="http://schemas.openxmlformats.org/drawingml/2006/main">
            <a:pathLst>
              <a:path w="2705100" h="581025">
                <a:moveTo>
                  <a:pt x="0" y="4763"/>
                </a:moveTo>
                <a:lnTo>
                  <a:pt x="44768" y="1905"/>
                </a:lnTo>
                <a:lnTo>
                  <a:pt x="90488" y="0"/>
                </a:lnTo>
                <a:lnTo>
                  <a:pt x="135255" y="1905"/>
                </a:lnTo>
                <a:lnTo>
                  <a:pt x="180022" y="9525"/>
                </a:lnTo>
                <a:lnTo>
                  <a:pt x="225743" y="20955"/>
                </a:lnTo>
                <a:lnTo>
                  <a:pt x="270510" y="38100"/>
                </a:lnTo>
                <a:lnTo>
                  <a:pt x="315278" y="58102"/>
                </a:lnTo>
                <a:lnTo>
                  <a:pt x="360997" y="80010"/>
                </a:lnTo>
                <a:lnTo>
                  <a:pt x="405765" y="101917"/>
                </a:lnTo>
                <a:lnTo>
                  <a:pt x="450532" y="120967"/>
                </a:lnTo>
                <a:lnTo>
                  <a:pt x="496253" y="136207"/>
                </a:lnTo>
                <a:lnTo>
                  <a:pt x="541020" y="146685"/>
                </a:lnTo>
                <a:lnTo>
                  <a:pt x="585788" y="152400"/>
                </a:lnTo>
                <a:lnTo>
                  <a:pt x="631507" y="153352"/>
                </a:lnTo>
                <a:lnTo>
                  <a:pt x="676275" y="150495"/>
                </a:lnTo>
                <a:lnTo>
                  <a:pt x="721043" y="146685"/>
                </a:lnTo>
                <a:lnTo>
                  <a:pt x="766763" y="143827"/>
                </a:lnTo>
                <a:lnTo>
                  <a:pt x="811530" y="142875"/>
                </a:lnTo>
                <a:lnTo>
                  <a:pt x="856297" y="146685"/>
                </a:lnTo>
                <a:lnTo>
                  <a:pt x="902018" y="155257"/>
                </a:lnTo>
                <a:lnTo>
                  <a:pt x="946785" y="168592"/>
                </a:lnTo>
                <a:lnTo>
                  <a:pt x="991553" y="186690"/>
                </a:lnTo>
                <a:lnTo>
                  <a:pt x="1037272" y="207645"/>
                </a:lnTo>
                <a:lnTo>
                  <a:pt x="1082040" y="229552"/>
                </a:lnTo>
                <a:lnTo>
                  <a:pt x="1126807" y="250507"/>
                </a:lnTo>
                <a:lnTo>
                  <a:pt x="1172528" y="268605"/>
                </a:lnTo>
                <a:lnTo>
                  <a:pt x="1217295" y="282892"/>
                </a:lnTo>
                <a:lnTo>
                  <a:pt x="1262063" y="292417"/>
                </a:lnTo>
                <a:lnTo>
                  <a:pt x="1307782" y="296227"/>
                </a:lnTo>
                <a:lnTo>
                  <a:pt x="1352550" y="296227"/>
                </a:lnTo>
                <a:lnTo>
                  <a:pt x="1397318" y="292417"/>
                </a:lnTo>
                <a:lnTo>
                  <a:pt x="1443038" y="288607"/>
                </a:lnTo>
                <a:lnTo>
                  <a:pt x="1487805" y="286702"/>
                </a:lnTo>
                <a:lnTo>
                  <a:pt x="1532572" y="286702"/>
                </a:lnTo>
                <a:lnTo>
                  <a:pt x="1578293" y="291465"/>
                </a:lnTo>
                <a:lnTo>
                  <a:pt x="1623060" y="301942"/>
                </a:lnTo>
                <a:lnTo>
                  <a:pt x="1667828" y="316230"/>
                </a:lnTo>
                <a:lnTo>
                  <a:pt x="1713547" y="335280"/>
                </a:lnTo>
                <a:lnTo>
                  <a:pt x="1758315" y="357188"/>
                </a:lnTo>
                <a:lnTo>
                  <a:pt x="1803082" y="379095"/>
                </a:lnTo>
                <a:lnTo>
                  <a:pt x="1848803" y="399097"/>
                </a:lnTo>
                <a:lnTo>
                  <a:pt x="1893570" y="416242"/>
                </a:lnTo>
                <a:lnTo>
                  <a:pt x="1938338" y="429577"/>
                </a:lnTo>
                <a:lnTo>
                  <a:pt x="1984057" y="436245"/>
                </a:lnTo>
                <a:lnTo>
                  <a:pt x="2028825" y="439102"/>
                </a:lnTo>
                <a:lnTo>
                  <a:pt x="2073593" y="438150"/>
                </a:lnTo>
                <a:lnTo>
                  <a:pt x="2119313" y="434340"/>
                </a:lnTo>
                <a:lnTo>
                  <a:pt x="2164080" y="431482"/>
                </a:lnTo>
                <a:lnTo>
                  <a:pt x="2208848" y="429577"/>
                </a:lnTo>
                <a:lnTo>
                  <a:pt x="2254568" y="430530"/>
                </a:lnTo>
                <a:lnTo>
                  <a:pt x="2299335" y="437197"/>
                </a:lnTo>
                <a:lnTo>
                  <a:pt x="2344103" y="448627"/>
                </a:lnTo>
                <a:lnTo>
                  <a:pt x="2389823" y="464820"/>
                </a:lnTo>
                <a:lnTo>
                  <a:pt x="2434590" y="484822"/>
                </a:lnTo>
                <a:lnTo>
                  <a:pt x="2479357" y="506730"/>
                </a:lnTo>
                <a:lnTo>
                  <a:pt x="2525078" y="527685"/>
                </a:lnTo>
                <a:lnTo>
                  <a:pt x="2569845" y="547688"/>
                </a:lnTo>
                <a:lnTo>
                  <a:pt x="2614613" y="563880"/>
                </a:lnTo>
                <a:lnTo>
                  <a:pt x="2660332" y="575310"/>
                </a:lnTo>
                <a:lnTo>
                  <a:pt x="270510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53" name="p32-椭圆-0053">
            <a:extLst xmlns:a="http://schemas.openxmlformats.org/drawingml/2006/main">
              <a:ext uri="{FF2B5EF4-FFF2-40B4-BE49-F238E27FC236}">
                <a16:creationId xmlns:a16="http://schemas.microsoft.com/office/drawing/2014/main" id="{0835BBC7-B208-4BE4-896B-D1B1FDD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265795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4" name="p32-椭圆-0054">
            <a:extLst xmlns:a="http://schemas.openxmlformats.org/drawingml/2006/main">
              <a:ext uri="{FF2B5EF4-FFF2-40B4-BE49-F238E27FC236}">
                <a16:creationId xmlns:a16="http://schemas.microsoft.com/office/drawing/2014/main" id="{5665C0A3-EABB-45DE-94AA-8F8BEA79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817" y="279955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5" name="p32-椭圆-0055">
            <a:extLst xmlns:a="http://schemas.openxmlformats.org/drawingml/2006/main">
              <a:ext uri="{FF2B5EF4-FFF2-40B4-BE49-F238E27FC236}">
                <a16:creationId xmlns:a16="http://schemas.microsoft.com/office/drawing/2014/main" id="{263DAAA4-8ED1-43CB-907E-401BAE38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288211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6" name="p32-椭圆-0056">
            <a:extLst xmlns:a="http://schemas.openxmlformats.org/drawingml/2006/main">
              <a:ext uri="{FF2B5EF4-FFF2-40B4-BE49-F238E27FC236}">
                <a16:creationId xmlns:a16="http://schemas.microsoft.com/office/drawing/2014/main" id="{D52AEA34-181B-4761-9043-37CDAC4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858" y="295434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7" name="p32-椭圆-0057">
            <a:extLst xmlns:a="http://schemas.openxmlformats.org/drawingml/2006/main">
              <a:ext uri="{FF2B5EF4-FFF2-40B4-BE49-F238E27FC236}">
                <a16:creationId xmlns:a16="http://schemas.microsoft.com/office/drawing/2014/main" id="{165BE272-5E1A-45F0-B876-D65E7207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78" y="308380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8" name="p32-椭圆-0058">
            <a:extLst xmlns:a="http://schemas.openxmlformats.org/drawingml/2006/main">
              <a:ext uri="{FF2B5EF4-FFF2-40B4-BE49-F238E27FC236}">
                <a16:creationId xmlns:a16="http://schemas.microsoft.com/office/drawing/2014/main" id="{F59C4EF8-4DAB-4BDA-82F8-A53931B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898" y="323362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9" name="p32-路径-0059">
            <a:extLst xmlns:a="http://schemas.openxmlformats.org/drawingml/2006/main">
              <a:ext uri="{FF2B5EF4-FFF2-40B4-BE49-F238E27FC236}">
                <a16:creationId xmlns:a16="http://schemas.microsoft.com/office/drawing/2014/main" id="{5DCEFD5E-5379-4667-8BF7-052E2FF2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62238"/>
            <a:ext cx="2705100" cy="159067"/>
          </a:xfrm>
          <a:custGeom xmlns:a="http://schemas.openxmlformats.org/drawingml/2006/main">
            <a:pathLst>
              <a:path w="2705100" h="159067">
                <a:moveTo>
                  <a:pt x="0" y="24765"/>
                </a:moveTo>
                <a:lnTo>
                  <a:pt x="44768" y="14288"/>
                </a:lnTo>
                <a:lnTo>
                  <a:pt x="90488" y="5715"/>
                </a:lnTo>
                <a:lnTo>
                  <a:pt x="135255" y="0"/>
                </a:lnTo>
                <a:lnTo>
                  <a:pt x="180022" y="0"/>
                </a:lnTo>
                <a:lnTo>
                  <a:pt x="225743" y="4763"/>
                </a:lnTo>
                <a:lnTo>
                  <a:pt x="270510" y="13335"/>
                </a:lnTo>
                <a:lnTo>
                  <a:pt x="315278" y="26670"/>
                </a:lnTo>
                <a:lnTo>
                  <a:pt x="360997" y="40958"/>
                </a:lnTo>
                <a:lnTo>
                  <a:pt x="405765" y="55245"/>
                </a:lnTo>
                <a:lnTo>
                  <a:pt x="450532" y="66675"/>
                </a:lnTo>
                <a:lnTo>
                  <a:pt x="496253" y="75247"/>
                </a:lnTo>
                <a:lnTo>
                  <a:pt x="541020" y="78105"/>
                </a:lnTo>
                <a:lnTo>
                  <a:pt x="585788" y="76200"/>
                </a:lnTo>
                <a:lnTo>
                  <a:pt x="631507" y="69533"/>
                </a:lnTo>
                <a:lnTo>
                  <a:pt x="676275" y="60008"/>
                </a:lnTo>
                <a:lnTo>
                  <a:pt x="721043" y="48578"/>
                </a:lnTo>
                <a:lnTo>
                  <a:pt x="766763" y="38100"/>
                </a:lnTo>
                <a:lnTo>
                  <a:pt x="811530" y="30480"/>
                </a:lnTo>
                <a:lnTo>
                  <a:pt x="856297" y="26670"/>
                </a:lnTo>
                <a:lnTo>
                  <a:pt x="902018" y="27622"/>
                </a:lnTo>
                <a:lnTo>
                  <a:pt x="946785" y="33338"/>
                </a:lnTo>
                <a:lnTo>
                  <a:pt x="991553" y="43815"/>
                </a:lnTo>
                <a:lnTo>
                  <a:pt x="1037272" y="57150"/>
                </a:lnTo>
                <a:lnTo>
                  <a:pt x="1082040" y="72390"/>
                </a:lnTo>
                <a:lnTo>
                  <a:pt x="1126807" y="85725"/>
                </a:lnTo>
                <a:lnTo>
                  <a:pt x="1172528" y="97155"/>
                </a:lnTo>
                <a:lnTo>
                  <a:pt x="1217295" y="103822"/>
                </a:lnTo>
                <a:lnTo>
                  <a:pt x="1262063" y="105728"/>
                </a:lnTo>
                <a:lnTo>
                  <a:pt x="1307782" y="101917"/>
                </a:lnTo>
                <a:lnTo>
                  <a:pt x="1352550" y="94297"/>
                </a:lnTo>
                <a:lnTo>
                  <a:pt x="1397318" y="83820"/>
                </a:lnTo>
                <a:lnTo>
                  <a:pt x="1443038" y="72390"/>
                </a:lnTo>
                <a:lnTo>
                  <a:pt x="1487805" y="62865"/>
                </a:lnTo>
                <a:lnTo>
                  <a:pt x="1532572" y="56197"/>
                </a:lnTo>
                <a:lnTo>
                  <a:pt x="1578293" y="53340"/>
                </a:lnTo>
                <a:lnTo>
                  <a:pt x="1623060" y="56197"/>
                </a:lnTo>
                <a:lnTo>
                  <a:pt x="1667828" y="63817"/>
                </a:lnTo>
                <a:lnTo>
                  <a:pt x="1713547" y="75247"/>
                </a:lnTo>
                <a:lnTo>
                  <a:pt x="1758315" y="88583"/>
                </a:lnTo>
                <a:lnTo>
                  <a:pt x="1803082" y="103822"/>
                </a:lnTo>
                <a:lnTo>
                  <a:pt x="1848803" y="116205"/>
                </a:lnTo>
                <a:lnTo>
                  <a:pt x="1893570" y="126683"/>
                </a:lnTo>
                <a:lnTo>
                  <a:pt x="1938338" y="131445"/>
                </a:lnTo>
                <a:lnTo>
                  <a:pt x="1984057" y="131445"/>
                </a:lnTo>
                <a:lnTo>
                  <a:pt x="2028825" y="126683"/>
                </a:lnTo>
                <a:lnTo>
                  <a:pt x="2073593" y="119063"/>
                </a:lnTo>
                <a:lnTo>
                  <a:pt x="2119313" y="107633"/>
                </a:lnTo>
                <a:lnTo>
                  <a:pt x="2164080" y="97155"/>
                </a:lnTo>
                <a:lnTo>
                  <a:pt x="2208848" y="87630"/>
                </a:lnTo>
                <a:lnTo>
                  <a:pt x="2254568" y="81915"/>
                </a:lnTo>
                <a:lnTo>
                  <a:pt x="2299335" y="80963"/>
                </a:lnTo>
                <a:lnTo>
                  <a:pt x="2344103" y="84772"/>
                </a:lnTo>
                <a:lnTo>
                  <a:pt x="2389823" y="93345"/>
                </a:lnTo>
                <a:lnTo>
                  <a:pt x="2434590" y="105728"/>
                </a:lnTo>
                <a:lnTo>
                  <a:pt x="2479357" y="120015"/>
                </a:lnTo>
                <a:lnTo>
                  <a:pt x="2525078" y="134303"/>
                </a:lnTo>
                <a:lnTo>
                  <a:pt x="2569845" y="146685"/>
                </a:lnTo>
                <a:lnTo>
                  <a:pt x="2614613" y="155258"/>
                </a:lnTo>
                <a:lnTo>
                  <a:pt x="2660332" y="159067"/>
                </a:lnTo>
                <a:lnTo>
                  <a:pt x="2705100" y="15811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60" name="p32-椭圆-0060">
            <a:extLst xmlns:a="http://schemas.openxmlformats.org/drawingml/2006/main">
              <a:ext uri="{FF2B5EF4-FFF2-40B4-BE49-F238E27FC236}">
                <a16:creationId xmlns:a16="http://schemas.microsoft.com/office/drawing/2014/main" id="{8A6DFFAD-112B-41A7-B30F-EB1329F5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265795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1" name="p32-椭圆-0061">
            <a:extLst xmlns:a="http://schemas.openxmlformats.org/drawingml/2006/main">
              <a:ext uri="{FF2B5EF4-FFF2-40B4-BE49-F238E27FC236}">
                <a16:creationId xmlns:a16="http://schemas.microsoft.com/office/drawing/2014/main" id="{D53D81D6-E61C-463A-884F-7583BE7D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817" y="271097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2" name="p32-椭圆-0062">
            <a:extLst xmlns:a="http://schemas.openxmlformats.org/drawingml/2006/main">
              <a:ext uri="{FF2B5EF4-FFF2-40B4-BE49-F238E27FC236}">
                <a16:creationId xmlns:a16="http://schemas.microsoft.com/office/drawing/2014/main" id="{B912ECD9-5553-46EF-879A-9746C03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270495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3" name="p32-椭圆-0063">
            <a:extLst xmlns:a="http://schemas.openxmlformats.org/drawingml/2006/main">
              <a:ext uri="{FF2B5EF4-FFF2-40B4-BE49-F238E27FC236}">
                <a16:creationId xmlns:a16="http://schemas.microsoft.com/office/drawing/2014/main" id="{D1CE45DB-12E9-4906-B52D-EE94F72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858" y="268859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4" name="p32-椭圆-0064">
            <a:extLst xmlns:a="http://schemas.openxmlformats.org/drawingml/2006/main">
              <a:ext uri="{FF2B5EF4-FFF2-40B4-BE49-F238E27FC236}">
                <a16:creationId xmlns:a16="http://schemas.microsoft.com/office/drawing/2014/main" id="{91D2A025-2A05-411F-A5F6-E4FEFCC0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78" y="272947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5" name="p32-椭圆-0065">
            <a:extLst xmlns:a="http://schemas.openxmlformats.org/drawingml/2006/main">
              <a:ext uri="{FF2B5EF4-FFF2-40B4-BE49-F238E27FC236}">
                <a16:creationId xmlns:a16="http://schemas.microsoft.com/office/drawing/2014/main" id="{6B2131EB-02ED-4DD6-B83F-8FF38EAE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898" y="2790711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6" name="p32-文本-0066">
            <a:extLst xmlns:a="http://schemas.openxmlformats.org/drawingml/2006/main">
              <a:ext uri="{FF2B5EF4-FFF2-40B4-BE49-F238E27FC236}">
                <a16:creationId xmlns:a16="http://schemas.microsoft.com/office/drawing/2014/main" id="{0B5C81EF-5230-4414-8C0F-F288C6EB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2416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67" name="p32-文本-0067">
            <a:extLst xmlns:a="http://schemas.openxmlformats.org/drawingml/2006/main">
              <a:ext uri="{FF2B5EF4-FFF2-40B4-BE49-F238E27FC236}">
                <a16:creationId xmlns:a16="http://schemas.microsoft.com/office/drawing/2014/main" id="{E558C158-5C3A-419C-ACE1-1BD05233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76816"/>
            <a:ext cx="10096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归一化循环数</a:t>
            </a:r>
          </a:p>
        </p:txBody>
      </p:sp>
      <p:sp>
        <p:nvSpPr>
          <p:cNvPr id="68" name="p32-文本-0068">
            <a:extLst xmlns:a="http://schemas.openxmlformats.org/drawingml/2006/main">
              <a:ext uri="{FF2B5EF4-FFF2-40B4-BE49-F238E27FC236}">
                <a16:creationId xmlns:a16="http://schemas.microsoft.com/office/drawing/2014/main" id="{E5517E5B-EC26-41AA-8FF3-CBAEA8FE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319" y="4033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69" name="p32-文本-0069">
            <a:extLst xmlns:a="http://schemas.openxmlformats.org/drawingml/2006/main">
              <a:ext uri="{FF2B5EF4-FFF2-40B4-BE49-F238E27FC236}">
                <a16:creationId xmlns:a16="http://schemas.microsoft.com/office/drawing/2014/main" id="{362855DC-1E98-4518-B89B-9EF41FAE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419" y="40330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70" name="p32-线-0070">
            <a:extLst xmlns:a="http://schemas.openxmlformats.org/drawingml/2006/main">
              <a:ext uri="{FF2B5EF4-FFF2-40B4-BE49-F238E27FC236}">
                <a16:creationId xmlns:a16="http://schemas.microsoft.com/office/drawing/2014/main" id="{861AB378-9ADF-4B8D-A67F-01D2625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526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71" name="p32-文本-0071">
            <a:extLst xmlns:a="http://schemas.openxmlformats.org/drawingml/2006/main">
              <a:ext uri="{FF2B5EF4-FFF2-40B4-BE49-F238E27FC236}">
                <a16:creationId xmlns:a16="http://schemas.microsoft.com/office/drawing/2014/main" id="{62456035-81D2-4B92-940D-3F648DC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38491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</a:t>
            </a:r>
          </a:p>
        </p:txBody>
      </p:sp>
      <p:sp>
        <p:nvSpPr>
          <p:cNvPr id="72" name="p32-线-0072">
            <a:extLst xmlns:a="http://schemas.openxmlformats.org/drawingml/2006/main">
              <a:ext uri="{FF2B5EF4-FFF2-40B4-BE49-F238E27FC236}">
                <a16:creationId xmlns:a16="http://schemas.microsoft.com/office/drawing/2014/main" id="{4A0E45FD-A0EC-4FA2-8A87-5DA980D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526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73" name="p32-文本-0073">
            <a:extLst xmlns:a="http://schemas.openxmlformats.org/drawingml/2006/main">
              <a:ext uri="{FF2B5EF4-FFF2-40B4-BE49-F238E27FC236}">
                <a16:creationId xmlns:a16="http://schemas.microsoft.com/office/drawing/2014/main" id="{3E84507D-46A2-4389-AFD1-2687DA6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491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改性</a:t>
            </a:r>
          </a:p>
        </p:txBody>
      </p:sp>
      <p:sp>
        <p:nvSpPr>
          <p:cNvPr id="74" name="p32-文本-0074">
            <a:extLst xmlns:a="http://schemas.openxmlformats.org/drawingml/2006/main">
              <a:ext uri="{FF2B5EF4-FFF2-40B4-BE49-F238E27FC236}">
                <a16:creationId xmlns:a16="http://schemas.microsoft.com/office/drawing/2014/main" id="{FAD98AF8-DF8F-408A-B492-01B5A46A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5724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同步监测</a:t>
            </a:r>
          </a:p>
        </p:txBody>
      </p:sp>
      <p:sp>
        <p:nvSpPr>
          <p:cNvPr id="75" name="p32-文本-0075">
            <a:extLst xmlns:a="http://schemas.openxmlformats.org/drawingml/2006/main">
              <a:ext uri="{FF2B5EF4-FFF2-40B4-BE49-F238E27FC236}">
                <a16:creationId xmlns:a16="http://schemas.microsoft.com/office/drawing/2014/main" id="{079B5079-704F-4E41-AEC4-DD7C8FA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88149"/>
            <a:ext cx="8843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基线漂移</a:t>
            </a:r>
          </a:p>
        </p:txBody>
      </p:sp>
      <p:sp>
        <p:nvSpPr>
          <p:cNvPr id="76" name="p32-文本-0076">
            <a:extLst xmlns:a="http://schemas.openxmlformats.org/drawingml/2006/main">
              <a:ext uri="{FF2B5EF4-FFF2-40B4-BE49-F238E27FC236}">
                <a16:creationId xmlns:a16="http://schemas.microsoft.com/office/drawing/2014/main" id="{3C0B16D1-B947-4D37-9866-CF10ED6E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40574"/>
            <a:ext cx="10938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与衰减趋势</a:t>
            </a:r>
          </a:p>
        </p:txBody>
      </p:sp>
      <p:sp>
        <p:nvSpPr>
          <p:cNvPr id="77" name="p32-文本-0077">
            <a:extLst xmlns:a="http://schemas.openxmlformats.org/drawingml/2006/main">
              <a:ext uri="{FF2B5EF4-FFF2-40B4-BE49-F238E27FC236}">
                <a16:creationId xmlns:a16="http://schemas.microsoft.com/office/drawing/2014/main" id="{941EDD2A-55B2-4D07-B0E6-86D49900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0352"/>
            <a:ext cx="26443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以相同参照条件比较持续表现</a:t>
            </a:r>
          </a:p>
        </p:txBody>
      </p:sp>
      <p:sp>
        <p:nvSpPr>
          <p:cNvPr id="78" name="p32-线-0078">
            <a:extLst xmlns:a="http://schemas.openxmlformats.org/drawingml/2006/main">
              <a:ext uri="{FF2B5EF4-FFF2-40B4-BE49-F238E27FC236}">
                <a16:creationId xmlns:a16="http://schemas.microsoft.com/office/drawing/2014/main" id="{BEBF7AEF-7440-4141-9421-9BF68D2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48225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79" name="p32-文本-0079">
            <a:extLst xmlns:a="http://schemas.openxmlformats.org/drawingml/2006/main">
              <a:ext uri="{FF2B5EF4-FFF2-40B4-BE49-F238E27FC236}">
                <a16:creationId xmlns:a16="http://schemas.microsoft.com/office/drawing/2014/main" id="{B479E4CF-05A4-4FCA-B531-B18CA77E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6867"/>
            <a:ext cx="964692" cy="33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00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拓展证据</a:t>
            </a:r>
          </a:p>
        </p:txBody>
      </p:sp>
      <p:sp>
        <p:nvSpPr>
          <p:cNvPr id="80" name="p32-线-0080">
            <a:extLst xmlns:a="http://schemas.openxmlformats.org/drawingml/2006/main">
              <a:ext uri="{FF2B5EF4-FFF2-40B4-BE49-F238E27FC236}">
                <a16:creationId xmlns:a16="http://schemas.microsoft.com/office/drawing/2014/main" id="{8E398521-937B-4CF5-A620-59319EB0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43575"/>
            <a:ext cx="2886075" cy="95"/>
          </a:xfrm>
          <a:custGeom xmlns:a="http://schemas.openxmlformats.org/drawingml/2006/main">
            <a:pathLst>
              <a:path w="2886075" h="95">
                <a:moveTo>
                  <a:pt x="0" y="0"/>
                </a:moveTo>
                <a:lnTo>
                  <a:pt x="2886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81" name="p32-路径-0081">
            <a:extLst xmlns:a="http://schemas.openxmlformats.org/drawingml/2006/main">
              <a:ext uri="{FF2B5EF4-FFF2-40B4-BE49-F238E27FC236}">
                <a16:creationId xmlns:a16="http://schemas.microsoft.com/office/drawing/2014/main" id="{99385ADA-984D-4A46-9F98-2CA3210B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54015"/>
            <a:ext cx="2886075" cy="217170"/>
          </a:xfrm>
          <a:custGeom xmlns:a="http://schemas.openxmlformats.org/drawingml/2006/main">
            <a:pathLst>
              <a:path w="2886075" h="217170">
                <a:moveTo>
                  <a:pt x="0" y="217170"/>
                </a:moveTo>
                <a:lnTo>
                  <a:pt x="19050" y="217170"/>
                </a:lnTo>
                <a:lnTo>
                  <a:pt x="38100" y="217170"/>
                </a:lnTo>
                <a:lnTo>
                  <a:pt x="58102" y="217170"/>
                </a:lnTo>
                <a:lnTo>
                  <a:pt x="77152" y="217170"/>
                </a:lnTo>
                <a:lnTo>
                  <a:pt x="96202" y="217170"/>
                </a:lnTo>
                <a:lnTo>
                  <a:pt x="115252" y="217170"/>
                </a:lnTo>
                <a:lnTo>
                  <a:pt x="134302" y="217170"/>
                </a:lnTo>
                <a:lnTo>
                  <a:pt x="154305" y="217170"/>
                </a:lnTo>
                <a:lnTo>
                  <a:pt x="173355" y="217170"/>
                </a:lnTo>
                <a:lnTo>
                  <a:pt x="192405" y="217170"/>
                </a:lnTo>
                <a:lnTo>
                  <a:pt x="211455" y="217170"/>
                </a:lnTo>
                <a:lnTo>
                  <a:pt x="230505" y="217170"/>
                </a:lnTo>
                <a:lnTo>
                  <a:pt x="250508" y="217170"/>
                </a:lnTo>
                <a:lnTo>
                  <a:pt x="269558" y="217170"/>
                </a:lnTo>
                <a:lnTo>
                  <a:pt x="288608" y="217170"/>
                </a:lnTo>
                <a:lnTo>
                  <a:pt x="307658" y="217170"/>
                </a:lnTo>
                <a:lnTo>
                  <a:pt x="326708" y="217170"/>
                </a:lnTo>
                <a:lnTo>
                  <a:pt x="346710" y="217170"/>
                </a:lnTo>
                <a:lnTo>
                  <a:pt x="365760" y="217170"/>
                </a:lnTo>
                <a:lnTo>
                  <a:pt x="384810" y="217170"/>
                </a:lnTo>
                <a:lnTo>
                  <a:pt x="403860" y="217170"/>
                </a:lnTo>
                <a:lnTo>
                  <a:pt x="422910" y="217170"/>
                </a:lnTo>
                <a:lnTo>
                  <a:pt x="442913" y="217170"/>
                </a:lnTo>
                <a:lnTo>
                  <a:pt x="461963" y="217170"/>
                </a:lnTo>
                <a:lnTo>
                  <a:pt x="481013" y="217170"/>
                </a:lnTo>
                <a:lnTo>
                  <a:pt x="500063" y="213360"/>
                </a:lnTo>
                <a:lnTo>
                  <a:pt x="519113" y="198120"/>
                </a:lnTo>
                <a:lnTo>
                  <a:pt x="539115" y="157163"/>
                </a:lnTo>
                <a:lnTo>
                  <a:pt x="558165" y="98107"/>
                </a:lnTo>
                <a:lnTo>
                  <a:pt x="577215" y="67628"/>
                </a:lnTo>
                <a:lnTo>
                  <a:pt x="596265" y="98107"/>
                </a:lnTo>
                <a:lnTo>
                  <a:pt x="615315" y="157163"/>
                </a:lnTo>
                <a:lnTo>
                  <a:pt x="635317" y="198120"/>
                </a:lnTo>
                <a:lnTo>
                  <a:pt x="654367" y="213360"/>
                </a:lnTo>
                <a:lnTo>
                  <a:pt x="673417" y="217170"/>
                </a:lnTo>
                <a:lnTo>
                  <a:pt x="692467" y="217170"/>
                </a:lnTo>
                <a:lnTo>
                  <a:pt x="711517" y="217170"/>
                </a:lnTo>
                <a:lnTo>
                  <a:pt x="731520" y="217170"/>
                </a:lnTo>
                <a:lnTo>
                  <a:pt x="750570" y="217170"/>
                </a:lnTo>
                <a:lnTo>
                  <a:pt x="769620" y="217170"/>
                </a:lnTo>
                <a:lnTo>
                  <a:pt x="788670" y="217170"/>
                </a:lnTo>
                <a:lnTo>
                  <a:pt x="807720" y="217170"/>
                </a:lnTo>
                <a:lnTo>
                  <a:pt x="827722" y="217170"/>
                </a:lnTo>
                <a:lnTo>
                  <a:pt x="846772" y="217170"/>
                </a:lnTo>
                <a:lnTo>
                  <a:pt x="865822" y="217170"/>
                </a:lnTo>
                <a:lnTo>
                  <a:pt x="884872" y="217170"/>
                </a:lnTo>
                <a:lnTo>
                  <a:pt x="903922" y="217170"/>
                </a:lnTo>
                <a:lnTo>
                  <a:pt x="923925" y="217170"/>
                </a:lnTo>
                <a:lnTo>
                  <a:pt x="942975" y="217170"/>
                </a:lnTo>
                <a:lnTo>
                  <a:pt x="962025" y="217170"/>
                </a:lnTo>
                <a:lnTo>
                  <a:pt x="981075" y="217170"/>
                </a:lnTo>
                <a:lnTo>
                  <a:pt x="1000125" y="217170"/>
                </a:lnTo>
                <a:lnTo>
                  <a:pt x="1020128" y="217170"/>
                </a:lnTo>
                <a:lnTo>
                  <a:pt x="1039178" y="217170"/>
                </a:lnTo>
                <a:lnTo>
                  <a:pt x="1058228" y="217170"/>
                </a:lnTo>
                <a:lnTo>
                  <a:pt x="1077278" y="217170"/>
                </a:lnTo>
                <a:lnTo>
                  <a:pt x="1096328" y="217170"/>
                </a:lnTo>
                <a:lnTo>
                  <a:pt x="1116330" y="217170"/>
                </a:lnTo>
                <a:lnTo>
                  <a:pt x="1135380" y="217170"/>
                </a:lnTo>
                <a:lnTo>
                  <a:pt x="1154430" y="215265"/>
                </a:lnTo>
                <a:lnTo>
                  <a:pt x="1173480" y="211455"/>
                </a:lnTo>
                <a:lnTo>
                  <a:pt x="1192530" y="200025"/>
                </a:lnTo>
                <a:lnTo>
                  <a:pt x="1212533" y="177165"/>
                </a:lnTo>
                <a:lnTo>
                  <a:pt x="1231583" y="138113"/>
                </a:lnTo>
                <a:lnTo>
                  <a:pt x="1250633" y="86678"/>
                </a:lnTo>
                <a:lnTo>
                  <a:pt x="1269683" y="33338"/>
                </a:lnTo>
                <a:lnTo>
                  <a:pt x="1288733" y="0"/>
                </a:lnTo>
                <a:lnTo>
                  <a:pt x="1308735" y="0"/>
                </a:lnTo>
                <a:lnTo>
                  <a:pt x="1327785" y="33338"/>
                </a:lnTo>
                <a:lnTo>
                  <a:pt x="1346835" y="86678"/>
                </a:lnTo>
                <a:lnTo>
                  <a:pt x="1365885" y="138113"/>
                </a:lnTo>
                <a:lnTo>
                  <a:pt x="1384935" y="177165"/>
                </a:lnTo>
                <a:lnTo>
                  <a:pt x="1404938" y="200025"/>
                </a:lnTo>
                <a:lnTo>
                  <a:pt x="1423988" y="211455"/>
                </a:lnTo>
                <a:lnTo>
                  <a:pt x="1443038" y="215265"/>
                </a:lnTo>
                <a:lnTo>
                  <a:pt x="1462088" y="217170"/>
                </a:lnTo>
                <a:lnTo>
                  <a:pt x="1481138" y="217170"/>
                </a:lnTo>
                <a:lnTo>
                  <a:pt x="1501140" y="217170"/>
                </a:lnTo>
                <a:lnTo>
                  <a:pt x="1520190" y="217170"/>
                </a:lnTo>
                <a:lnTo>
                  <a:pt x="1539240" y="217170"/>
                </a:lnTo>
                <a:lnTo>
                  <a:pt x="1558290" y="217170"/>
                </a:lnTo>
                <a:lnTo>
                  <a:pt x="1577340" y="217170"/>
                </a:lnTo>
                <a:lnTo>
                  <a:pt x="1597343" y="217170"/>
                </a:lnTo>
                <a:lnTo>
                  <a:pt x="1616393" y="217170"/>
                </a:lnTo>
                <a:lnTo>
                  <a:pt x="1635443" y="217170"/>
                </a:lnTo>
                <a:lnTo>
                  <a:pt x="1654493" y="217170"/>
                </a:lnTo>
                <a:lnTo>
                  <a:pt x="1673543" y="217170"/>
                </a:lnTo>
                <a:lnTo>
                  <a:pt x="1693545" y="217170"/>
                </a:lnTo>
                <a:lnTo>
                  <a:pt x="1712595" y="217170"/>
                </a:lnTo>
                <a:lnTo>
                  <a:pt x="1731645" y="217170"/>
                </a:lnTo>
                <a:lnTo>
                  <a:pt x="1750695" y="217170"/>
                </a:lnTo>
                <a:lnTo>
                  <a:pt x="1769745" y="217170"/>
                </a:lnTo>
                <a:lnTo>
                  <a:pt x="1789747" y="217170"/>
                </a:lnTo>
                <a:lnTo>
                  <a:pt x="1808797" y="217170"/>
                </a:lnTo>
                <a:lnTo>
                  <a:pt x="1827847" y="217170"/>
                </a:lnTo>
                <a:lnTo>
                  <a:pt x="1846897" y="217170"/>
                </a:lnTo>
                <a:lnTo>
                  <a:pt x="1865947" y="217170"/>
                </a:lnTo>
                <a:lnTo>
                  <a:pt x="1885950" y="217170"/>
                </a:lnTo>
                <a:lnTo>
                  <a:pt x="1905000" y="217170"/>
                </a:lnTo>
                <a:lnTo>
                  <a:pt x="1924050" y="217170"/>
                </a:lnTo>
                <a:lnTo>
                  <a:pt x="1943100" y="217170"/>
                </a:lnTo>
                <a:lnTo>
                  <a:pt x="1962150" y="217170"/>
                </a:lnTo>
                <a:lnTo>
                  <a:pt x="1982153" y="217170"/>
                </a:lnTo>
                <a:lnTo>
                  <a:pt x="2001203" y="209550"/>
                </a:lnTo>
                <a:lnTo>
                  <a:pt x="2020253" y="171450"/>
                </a:lnTo>
                <a:lnTo>
                  <a:pt x="2039303" y="104775"/>
                </a:lnTo>
                <a:lnTo>
                  <a:pt x="2058353" y="104775"/>
                </a:lnTo>
                <a:lnTo>
                  <a:pt x="2078355" y="171450"/>
                </a:lnTo>
                <a:lnTo>
                  <a:pt x="2097405" y="209550"/>
                </a:lnTo>
                <a:lnTo>
                  <a:pt x="2116455" y="217170"/>
                </a:lnTo>
                <a:lnTo>
                  <a:pt x="2135505" y="217170"/>
                </a:lnTo>
                <a:lnTo>
                  <a:pt x="2154555" y="217170"/>
                </a:lnTo>
                <a:lnTo>
                  <a:pt x="2174558" y="217170"/>
                </a:lnTo>
                <a:lnTo>
                  <a:pt x="2193608" y="217170"/>
                </a:lnTo>
                <a:lnTo>
                  <a:pt x="2212658" y="217170"/>
                </a:lnTo>
                <a:lnTo>
                  <a:pt x="2231708" y="217170"/>
                </a:lnTo>
                <a:lnTo>
                  <a:pt x="2250758" y="217170"/>
                </a:lnTo>
                <a:lnTo>
                  <a:pt x="2270760" y="217170"/>
                </a:lnTo>
                <a:lnTo>
                  <a:pt x="2289810" y="217170"/>
                </a:lnTo>
                <a:lnTo>
                  <a:pt x="2308860" y="217170"/>
                </a:lnTo>
                <a:lnTo>
                  <a:pt x="2327910" y="217170"/>
                </a:lnTo>
                <a:lnTo>
                  <a:pt x="2346960" y="217170"/>
                </a:lnTo>
                <a:lnTo>
                  <a:pt x="2366963" y="217170"/>
                </a:lnTo>
                <a:lnTo>
                  <a:pt x="2386013" y="217170"/>
                </a:lnTo>
                <a:lnTo>
                  <a:pt x="2405063" y="216217"/>
                </a:lnTo>
                <a:lnTo>
                  <a:pt x="2424113" y="212407"/>
                </a:lnTo>
                <a:lnTo>
                  <a:pt x="2443163" y="200978"/>
                </a:lnTo>
                <a:lnTo>
                  <a:pt x="2463165" y="179070"/>
                </a:lnTo>
                <a:lnTo>
                  <a:pt x="2482215" y="151447"/>
                </a:lnTo>
                <a:lnTo>
                  <a:pt x="2501265" y="130492"/>
                </a:lnTo>
                <a:lnTo>
                  <a:pt x="2520315" y="130492"/>
                </a:lnTo>
                <a:lnTo>
                  <a:pt x="2539365" y="151447"/>
                </a:lnTo>
                <a:lnTo>
                  <a:pt x="2559368" y="179070"/>
                </a:lnTo>
                <a:lnTo>
                  <a:pt x="2578418" y="200978"/>
                </a:lnTo>
                <a:lnTo>
                  <a:pt x="2597468" y="212407"/>
                </a:lnTo>
                <a:lnTo>
                  <a:pt x="2616518" y="216217"/>
                </a:lnTo>
                <a:lnTo>
                  <a:pt x="2635568" y="217170"/>
                </a:lnTo>
                <a:lnTo>
                  <a:pt x="2655570" y="217170"/>
                </a:lnTo>
                <a:lnTo>
                  <a:pt x="2674620" y="217170"/>
                </a:lnTo>
                <a:lnTo>
                  <a:pt x="2693670" y="217170"/>
                </a:lnTo>
                <a:lnTo>
                  <a:pt x="2712720" y="217170"/>
                </a:lnTo>
                <a:lnTo>
                  <a:pt x="2731770" y="217170"/>
                </a:lnTo>
                <a:lnTo>
                  <a:pt x="2751773" y="217170"/>
                </a:lnTo>
                <a:lnTo>
                  <a:pt x="2770823" y="217170"/>
                </a:lnTo>
                <a:lnTo>
                  <a:pt x="2789873" y="217170"/>
                </a:lnTo>
                <a:lnTo>
                  <a:pt x="2808923" y="217170"/>
                </a:lnTo>
                <a:lnTo>
                  <a:pt x="2827973" y="217170"/>
                </a:lnTo>
                <a:lnTo>
                  <a:pt x="2847975" y="217170"/>
                </a:lnTo>
                <a:lnTo>
                  <a:pt x="2867025" y="217170"/>
                </a:lnTo>
                <a:lnTo>
                  <a:pt x="2886075" y="2171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82" name="p32-路径-0082">
            <a:extLst xmlns:a="http://schemas.openxmlformats.org/drawingml/2006/main">
              <a:ext uri="{FF2B5EF4-FFF2-40B4-BE49-F238E27FC236}">
                <a16:creationId xmlns:a16="http://schemas.microsoft.com/office/drawing/2014/main" id="{41624773-1A37-4278-9215-A7F4A28F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54955"/>
            <a:ext cx="2886075" cy="220980"/>
          </a:xfrm>
          <a:custGeom xmlns:a="http://schemas.openxmlformats.org/drawingml/2006/main">
            <a:pathLst>
              <a:path w="2886075" h="220980">
                <a:moveTo>
                  <a:pt x="0" y="220980"/>
                </a:moveTo>
                <a:lnTo>
                  <a:pt x="19050" y="220980"/>
                </a:lnTo>
                <a:lnTo>
                  <a:pt x="38100" y="220980"/>
                </a:lnTo>
                <a:lnTo>
                  <a:pt x="58102" y="220980"/>
                </a:lnTo>
                <a:lnTo>
                  <a:pt x="77152" y="220980"/>
                </a:lnTo>
                <a:lnTo>
                  <a:pt x="96202" y="220980"/>
                </a:lnTo>
                <a:lnTo>
                  <a:pt x="115252" y="220980"/>
                </a:lnTo>
                <a:lnTo>
                  <a:pt x="134302" y="220980"/>
                </a:lnTo>
                <a:lnTo>
                  <a:pt x="154305" y="220980"/>
                </a:lnTo>
                <a:lnTo>
                  <a:pt x="173355" y="220980"/>
                </a:lnTo>
                <a:lnTo>
                  <a:pt x="192405" y="220980"/>
                </a:lnTo>
                <a:lnTo>
                  <a:pt x="211455" y="220980"/>
                </a:lnTo>
                <a:lnTo>
                  <a:pt x="230505" y="220980"/>
                </a:lnTo>
                <a:lnTo>
                  <a:pt x="250508" y="220980"/>
                </a:lnTo>
                <a:lnTo>
                  <a:pt x="269558" y="220980"/>
                </a:lnTo>
                <a:lnTo>
                  <a:pt x="288608" y="220980"/>
                </a:lnTo>
                <a:lnTo>
                  <a:pt x="307658" y="220980"/>
                </a:lnTo>
                <a:lnTo>
                  <a:pt x="326708" y="220980"/>
                </a:lnTo>
                <a:lnTo>
                  <a:pt x="346710" y="220980"/>
                </a:lnTo>
                <a:lnTo>
                  <a:pt x="365760" y="220980"/>
                </a:lnTo>
                <a:lnTo>
                  <a:pt x="384810" y="220980"/>
                </a:lnTo>
                <a:lnTo>
                  <a:pt x="403860" y="220980"/>
                </a:lnTo>
                <a:lnTo>
                  <a:pt x="422910" y="220980"/>
                </a:lnTo>
                <a:lnTo>
                  <a:pt x="442913" y="220980"/>
                </a:lnTo>
                <a:lnTo>
                  <a:pt x="461963" y="220980"/>
                </a:lnTo>
                <a:lnTo>
                  <a:pt x="481013" y="220980"/>
                </a:lnTo>
                <a:lnTo>
                  <a:pt x="500063" y="220027"/>
                </a:lnTo>
                <a:lnTo>
                  <a:pt x="519113" y="218122"/>
                </a:lnTo>
                <a:lnTo>
                  <a:pt x="539115" y="205740"/>
                </a:lnTo>
                <a:lnTo>
                  <a:pt x="558165" y="170497"/>
                </a:lnTo>
                <a:lnTo>
                  <a:pt x="577215" y="112395"/>
                </a:lnTo>
                <a:lnTo>
                  <a:pt x="596265" y="72390"/>
                </a:lnTo>
                <a:lnTo>
                  <a:pt x="615315" y="90488"/>
                </a:lnTo>
                <a:lnTo>
                  <a:pt x="635317" y="148590"/>
                </a:lnTo>
                <a:lnTo>
                  <a:pt x="654367" y="195263"/>
                </a:lnTo>
                <a:lnTo>
                  <a:pt x="673417" y="215265"/>
                </a:lnTo>
                <a:lnTo>
                  <a:pt x="692467" y="220027"/>
                </a:lnTo>
                <a:lnTo>
                  <a:pt x="711517" y="220980"/>
                </a:lnTo>
                <a:lnTo>
                  <a:pt x="731520" y="220980"/>
                </a:lnTo>
                <a:lnTo>
                  <a:pt x="750570" y="220980"/>
                </a:lnTo>
                <a:lnTo>
                  <a:pt x="769620" y="220980"/>
                </a:lnTo>
                <a:lnTo>
                  <a:pt x="788670" y="220980"/>
                </a:lnTo>
                <a:lnTo>
                  <a:pt x="807720" y="220980"/>
                </a:lnTo>
                <a:lnTo>
                  <a:pt x="827722" y="220980"/>
                </a:lnTo>
                <a:lnTo>
                  <a:pt x="846772" y="220980"/>
                </a:lnTo>
                <a:lnTo>
                  <a:pt x="865822" y="220980"/>
                </a:lnTo>
                <a:lnTo>
                  <a:pt x="884872" y="220980"/>
                </a:lnTo>
                <a:lnTo>
                  <a:pt x="903922" y="220980"/>
                </a:lnTo>
                <a:lnTo>
                  <a:pt x="923925" y="220980"/>
                </a:lnTo>
                <a:lnTo>
                  <a:pt x="942975" y="220980"/>
                </a:lnTo>
                <a:lnTo>
                  <a:pt x="962025" y="220980"/>
                </a:lnTo>
                <a:lnTo>
                  <a:pt x="981075" y="220980"/>
                </a:lnTo>
                <a:lnTo>
                  <a:pt x="1000125" y="220980"/>
                </a:lnTo>
                <a:lnTo>
                  <a:pt x="1020128" y="220980"/>
                </a:lnTo>
                <a:lnTo>
                  <a:pt x="1039178" y="220980"/>
                </a:lnTo>
                <a:lnTo>
                  <a:pt x="1058228" y="220980"/>
                </a:lnTo>
                <a:lnTo>
                  <a:pt x="1077278" y="220980"/>
                </a:lnTo>
                <a:lnTo>
                  <a:pt x="1096328" y="220980"/>
                </a:lnTo>
                <a:lnTo>
                  <a:pt x="1116330" y="220980"/>
                </a:lnTo>
                <a:lnTo>
                  <a:pt x="1135380" y="220980"/>
                </a:lnTo>
                <a:lnTo>
                  <a:pt x="1154430" y="220027"/>
                </a:lnTo>
                <a:lnTo>
                  <a:pt x="1173480" y="219075"/>
                </a:lnTo>
                <a:lnTo>
                  <a:pt x="1192530" y="215265"/>
                </a:lnTo>
                <a:lnTo>
                  <a:pt x="1212533" y="205740"/>
                </a:lnTo>
                <a:lnTo>
                  <a:pt x="1231583" y="185738"/>
                </a:lnTo>
                <a:lnTo>
                  <a:pt x="1250633" y="150495"/>
                </a:lnTo>
                <a:lnTo>
                  <a:pt x="1269683" y="100013"/>
                </a:lnTo>
                <a:lnTo>
                  <a:pt x="1288733" y="46672"/>
                </a:lnTo>
                <a:lnTo>
                  <a:pt x="1308735" y="7620"/>
                </a:lnTo>
                <a:lnTo>
                  <a:pt x="1327785" y="0"/>
                </a:lnTo>
                <a:lnTo>
                  <a:pt x="1346835" y="27622"/>
                </a:lnTo>
                <a:lnTo>
                  <a:pt x="1365885" y="78105"/>
                </a:lnTo>
                <a:lnTo>
                  <a:pt x="1384935" y="131445"/>
                </a:lnTo>
                <a:lnTo>
                  <a:pt x="1404938" y="173355"/>
                </a:lnTo>
                <a:lnTo>
                  <a:pt x="1423988" y="200025"/>
                </a:lnTo>
                <a:lnTo>
                  <a:pt x="1443038" y="212407"/>
                </a:lnTo>
                <a:lnTo>
                  <a:pt x="1462088" y="218122"/>
                </a:lnTo>
                <a:lnTo>
                  <a:pt x="1481138" y="220027"/>
                </a:lnTo>
                <a:lnTo>
                  <a:pt x="1501140" y="220027"/>
                </a:lnTo>
                <a:lnTo>
                  <a:pt x="1520190" y="220980"/>
                </a:lnTo>
                <a:lnTo>
                  <a:pt x="1539240" y="220980"/>
                </a:lnTo>
                <a:lnTo>
                  <a:pt x="1558290" y="220980"/>
                </a:lnTo>
                <a:lnTo>
                  <a:pt x="1577340" y="220980"/>
                </a:lnTo>
                <a:lnTo>
                  <a:pt x="1597343" y="220980"/>
                </a:lnTo>
                <a:lnTo>
                  <a:pt x="1616393" y="220980"/>
                </a:lnTo>
                <a:lnTo>
                  <a:pt x="1635443" y="220980"/>
                </a:lnTo>
                <a:lnTo>
                  <a:pt x="1654493" y="220980"/>
                </a:lnTo>
                <a:lnTo>
                  <a:pt x="1673543" y="220980"/>
                </a:lnTo>
                <a:lnTo>
                  <a:pt x="1693545" y="220980"/>
                </a:lnTo>
                <a:lnTo>
                  <a:pt x="1712595" y="220980"/>
                </a:lnTo>
                <a:lnTo>
                  <a:pt x="1731645" y="220980"/>
                </a:lnTo>
                <a:lnTo>
                  <a:pt x="1750695" y="220980"/>
                </a:lnTo>
                <a:lnTo>
                  <a:pt x="1769745" y="220980"/>
                </a:lnTo>
                <a:lnTo>
                  <a:pt x="1789747" y="220980"/>
                </a:lnTo>
                <a:lnTo>
                  <a:pt x="1808797" y="220980"/>
                </a:lnTo>
                <a:lnTo>
                  <a:pt x="1827847" y="220980"/>
                </a:lnTo>
                <a:lnTo>
                  <a:pt x="1846897" y="220980"/>
                </a:lnTo>
                <a:lnTo>
                  <a:pt x="1865947" y="220980"/>
                </a:lnTo>
                <a:lnTo>
                  <a:pt x="1885950" y="220980"/>
                </a:lnTo>
                <a:lnTo>
                  <a:pt x="1905000" y="220980"/>
                </a:lnTo>
                <a:lnTo>
                  <a:pt x="1924050" y="220980"/>
                </a:lnTo>
                <a:lnTo>
                  <a:pt x="1943100" y="220980"/>
                </a:lnTo>
                <a:lnTo>
                  <a:pt x="1962150" y="220980"/>
                </a:lnTo>
                <a:lnTo>
                  <a:pt x="1982153" y="220980"/>
                </a:lnTo>
                <a:lnTo>
                  <a:pt x="2001203" y="220027"/>
                </a:lnTo>
                <a:lnTo>
                  <a:pt x="2020253" y="215265"/>
                </a:lnTo>
                <a:lnTo>
                  <a:pt x="2039303" y="185738"/>
                </a:lnTo>
                <a:lnTo>
                  <a:pt x="2058353" y="119063"/>
                </a:lnTo>
                <a:lnTo>
                  <a:pt x="2078355" y="99060"/>
                </a:lnTo>
                <a:lnTo>
                  <a:pt x="2097405" y="160972"/>
                </a:lnTo>
                <a:lnTo>
                  <a:pt x="2116455" y="208597"/>
                </a:lnTo>
                <a:lnTo>
                  <a:pt x="2135505" y="220027"/>
                </a:lnTo>
                <a:lnTo>
                  <a:pt x="2154555" y="220980"/>
                </a:lnTo>
                <a:lnTo>
                  <a:pt x="2174558" y="220980"/>
                </a:lnTo>
                <a:lnTo>
                  <a:pt x="2193608" y="220980"/>
                </a:lnTo>
                <a:lnTo>
                  <a:pt x="2212658" y="220980"/>
                </a:lnTo>
                <a:lnTo>
                  <a:pt x="2231708" y="220980"/>
                </a:lnTo>
                <a:lnTo>
                  <a:pt x="2250758" y="220980"/>
                </a:lnTo>
                <a:lnTo>
                  <a:pt x="2270760" y="220980"/>
                </a:lnTo>
                <a:lnTo>
                  <a:pt x="2289810" y="220980"/>
                </a:lnTo>
                <a:lnTo>
                  <a:pt x="2308860" y="220980"/>
                </a:lnTo>
                <a:lnTo>
                  <a:pt x="2327910" y="220980"/>
                </a:lnTo>
                <a:lnTo>
                  <a:pt x="2346960" y="220980"/>
                </a:lnTo>
                <a:lnTo>
                  <a:pt x="2366963" y="220980"/>
                </a:lnTo>
                <a:lnTo>
                  <a:pt x="2386013" y="220980"/>
                </a:lnTo>
                <a:lnTo>
                  <a:pt x="2405063" y="220027"/>
                </a:lnTo>
                <a:lnTo>
                  <a:pt x="2424113" y="220027"/>
                </a:lnTo>
                <a:lnTo>
                  <a:pt x="2443163" y="216217"/>
                </a:lnTo>
                <a:lnTo>
                  <a:pt x="2463165" y="206692"/>
                </a:lnTo>
                <a:lnTo>
                  <a:pt x="2482215" y="187642"/>
                </a:lnTo>
                <a:lnTo>
                  <a:pt x="2501265" y="160020"/>
                </a:lnTo>
                <a:lnTo>
                  <a:pt x="2520315" y="136207"/>
                </a:lnTo>
                <a:lnTo>
                  <a:pt x="2539365" y="131445"/>
                </a:lnTo>
                <a:lnTo>
                  <a:pt x="2559368" y="149542"/>
                </a:lnTo>
                <a:lnTo>
                  <a:pt x="2578418" y="177165"/>
                </a:lnTo>
                <a:lnTo>
                  <a:pt x="2597468" y="200025"/>
                </a:lnTo>
                <a:lnTo>
                  <a:pt x="2616518" y="213360"/>
                </a:lnTo>
                <a:lnTo>
                  <a:pt x="2635568" y="219075"/>
                </a:lnTo>
                <a:lnTo>
                  <a:pt x="2655570" y="220027"/>
                </a:lnTo>
                <a:lnTo>
                  <a:pt x="2674620" y="220980"/>
                </a:lnTo>
                <a:lnTo>
                  <a:pt x="2693670" y="220980"/>
                </a:lnTo>
                <a:lnTo>
                  <a:pt x="2712720" y="220980"/>
                </a:lnTo>
                <a:lnTo>
                  <a:pt x="2731770" y="220980"/>
                </a:lnTo>
                <a:lnTo>
                  <a:pt x="2751773" y="220980"/>
                </a:lnTo>
                <a:lnTo>
                  <a:pt x="2770823" y="220980"/>
                </a:lnTo>
                <a:lnTo>
                  <a:pt x="2789873" y="220980"/>
                </a:lnTo>
                <a:lnTo>
                  <a:pt x="2808923" y="220980"/>
                </a:lnTo>
                <a:lnTo>
                  <a:pt x="2827973" y="220980"/>
                </a:lnTo>
                <a:lnTo>
                  <a:pt x="2847975" y="220980"/>
                </a:lnTo>
                <a:lnTo>
                  <a:pt x="2867025" y="220980"/>
                </a:lnTo>
                <a:lnTo>
                  <a:pt x="2886075" y="2209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83" name="p32-路径-0083">
            <a:extLst xmlns:a="http://schemas.openxmlformats.org/drawingml/2006/main">
              <a:ext uri="{FF2B5EF4-FFF2-40B4-BE49-F238E27FC236}">
                <a16:creationId xmlns:a16="http://schemas.microsoft.com/office/drawing/2014/main" id="{202B53F6-50F6-465E-AC81-8EE7294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57800"/>
            <a:ext cx="2886075" cy="221932"/>
          </a:xfrm>
          <a:custGeom xmlns:a="http://schemas.openxmlformats.org/drawingml/2006/main">
            <a:pathLst>
              <a:path w="2886075" h="221932">
                <a:moveTo>
                  <a:pt x="0" y="221932"/>
                </a:moveTo>
                <a:lnTo>
                  <a:pt x="19050" y="221932"/>
                </a:lnTo>
                <a:lnTo>
                  <a:pt x="38100" y="221932"/>
                </a:lnTo>
                <a:lnTo>
                  <a:pt x="58102" y="221932"/>
                </a:lnTo>
                <a:lnTo>
                  <a:pt x="77152" y="221932"/>
                </a:lnTo>
                <a:lnTo>
                  <a:pt x="96202" y="221932"/>
                </a:lnTo>
                <a:lnTo>
                  <a:pt x="115252" y="221932"/>
                </a:lnTo>
                <a:lnTo>
                  <a:pt x="134302" y="221932"/>
                </a:lnTo>
                <a:lnTo>
                  <a:pt x="154305" y="221932"/>
                </a:lnTo>
                <a:lnTo>
                  <a:pt x="173355" y="221932"/>
                </a:lnTo>
                <a:lnTo>
                  <a:pt x="192405" y="221932"/>
                </a:lnTo>
                <a:lnTo>
                  <a:pt x="211455" y="221932"/>
                </a:lnTo>
                <a:lnTo>
                  <a:pt x="230505" y="221932"/>
                </a:lnTo>
                <a:lnTo>
                  <a:pt x="250508" y="221932"/>
                </a:lnTo>
                <a:lnTo>
                  <a:pt x="269558" y="221932"/>
                </a:lnTo>
                <a:lnTo>
                  <a:pt x="288608" y="221932"/>
                </a:lnTo>
                <a:lnTo>
                  <a:pt x="307658" y="221932"/>
                </a:lnTo>
                <a:lnTo>
                  <a:pt x="326708" y="221932"/>
                </a:lnTo>
                <a:lnTo>
                  <a:pt x="346710" y="221932"/>
                </a:lnTo>
                <a:lnTo>
                  <a:pt x="365760" y="221932"/>
                </a:lnTo>
                <a:lnTo>
                  <a:pt x="384810" y="221932"/>
                </a:lnTo>
                <a:lnTo>
                  <a:pt x="403860" y="221932"/>
                </a:lnTo>
                <a:lnTo>
                  <a:pt x="422910" y="221932"/>
                </a:lnTo>
                <a:lnTo>
                  <a:pt x="442913" y="221932"/>
                </a:lnTo>
                <a:lnTo>
                  <a:pt x="461963" y="221932"/>
                </a:lnTo>
                <a:lnTo>
                  <a:pt x="481013" y="221932"/>
                </a:lnTo>
                <a:lnTo>
                  <a:pt x="500063" y="221932"/>
                </a:lnTo>
                <a:lnTo>
                  <a:pt x="519113" y="221932"/>
                </a:lnTo>
                <a:lnTo>
                  <a:pt x="539115" y="220028"/>
                </a:lnTo>
                <a:lnTo>
                  <a:pt x="558165" y="210503"/>
                </a:lnTo>
                <a:lnTo>
                  <a:pt x="577215" y="180975"/>
                </a:lnTo>
                <a:lnTo>
                  <a:pt x="596265" y="125730"/>
                </a:lnTo>
                <a:lnTo>
                  <a:pt x="615315" y="77153"/>
                </a:lnTo>
                <a:lnTo>
                  <a:pt x="635317" y="83820"/>
                </a:lnTo>
                <a:lnTo>
                  <a:pt x="654367" y="138113"/>
                </a:lnTo>
                <a:lnTo>
                  <a:pt x="673417" y="189547"/>
                </a:lnTo>
                <a:lnTo>
                  <a:pt x="692467" y="213360"/>
                </a:lnTo>
                <a:lnTo>
                  <a:pt x="711517" y="220980"/>
                </a:lnTo>
                <a:lnTo>
                  <a:pt x="731520" y="221932"/>
                </a:lnTo>
                <a:lnTo>
                  <a:pt x="750570" y="221932"/>
                </a:lnTo>
                <a:lnTo>
                  <a:pt x="769620" y="221932"/>
                </a:lnTo>
                <a:lnTo>
                  <a:pt x="788670" y="221932"/>
                </a:lnTo>
                <a:lnTo>
                  <a:pt x="807720" y="221932"/>
                </a:lnTo>
                <a:lnTo>
                  <a:pt x="827722" y="221932"/>
                </a:lnTo>
                <a:lnTo>
                  <a:pt x="846772" y="221932"/>
                </a:lnTo>
                <a:lnTo>
                  <a:pt x="865822" y="221932"/>
                </a:lnTo>
                <a:lnTo>
                  <a:pt x="884872" y="221932"/>
                </a:lnTo>
                <a:lnTo>
                  <a:pt x="903922" y="221932"/>
                </a:lnTo>
                <a:lnTo>
                  <a:pt x="923925" y="221932"/>
                </a:lnTo>
                <a:lnTo>
                  <a:pt x="942975" y="221932"/>
                </a:lnTo>
                <a:lnTo>
                  <a:pt x="962025" y="221932"/>
                </a:lnTo>
                <a:lnTo>
                  <a:pt x="981075" y="221932"/>
                </a:lnTo>
                <a:lnTo>
                  <a:pt x="1000125" y="221932"/>
                </a:lnTo>
                <a:lnTo>
                  <a:pt x="1020128" y="221932"/>
                </a:lnTo>
                <a:lnTo>
                  <a:pt x="1039178" y="221932"/>
                </a:lnTo>
                <a:lnTo>
                  <a:pt x="1058228" y="221932"/>
                </a:lnTo>
                <a:lnTo>
                  <a:pt x="1077278" y="221932"/>
                </a:lnTo>
                <a:lnTo>
                  <a:pt x="1096328" y="221932"/>
                </a:lnTo>
                <a:lnTo>
                  <a:pt x="1116330" y="221932"/>
                </a:lnTo>
                <a:lnTo>
                  <a:pt x="1135380" y="221932"/>
                </a:lnTo>
                <a:lnTo>
                  <a:pt x="1154430" y="221932"/>
                </a:lnTo>
                <a:lnTo>
                  <a:pt x="1173480" y="220980"/>
                </a:lnTo>
                <a:lnTo>
                  <a:pt x="1192530" y="220980"/>
                </a:lnTo>
                <a:lnTo>
                  <a:pt x="1212533" y="218122"/>
                </a:lnTo>
                <a:lnTo>
                  <a:pt x="1231583" y="209550"/>
                </a:lnTo>
                <a:lnTo>
                  <a:pt x="1250633" y="192405"/>
                </a:lnTo>
                <a:lnTo>
                  <a:pt x="1269683" y="160020"/>
                </a:lnTo>
                <a:lnTo>
                  <a:pt x="1288733" y="112395"/>
                </a:lnTo>
                <a:lnTo>
                  <a:pt x="1308735" y="58103"/>
                </a:lnTo>
                <a:lnTo>
                  <a:pt x="1327785" y="14288"/>
                </a:lnTo>
                <a:lnTo>
                  <a:pt x="1346835" y="0"/>
                </a:lnTo>
                <a:lnTo>
                  <a:pt x="1365885" y="20955"/>
                </a:lnTo>
                <a:lnTo>
                  <a:pt x="1384935" y="68580"/>
                </a:lnTo>
                <a:lnTo>
                  <a:pt x="1404938" y="122872"/>
                </a:lnTo>
                <a:lnTo>
                  <a:pt x="1423988" y="167640"/>
                </a:lnTo>
                <a:lnTo>
                  <a:pt x="1443038" y="197168"/>
                </a:lnTo>
                <a:lnTo>
                  <a:pt x="1462088" y="212407"/>
                </a:lnTo>
                <a:lnTo>
                  <a:pt x="1481138" y="218122"/>
                </a:lnTo>
                <a:lnTo>
                  <a:pt x="1501140" y="220980"/>
                </a:lnTo>
                <a:lnTo>
                  <a:pt x="1520190" y="221932"/>
                </a:lnTo>
                <a:lnTo>
                  <a:pt x="1539240" y="221932"/>
                </a:lnTo>
                <a:lnTo>
                  <a:pt x="1558290" y="221932"/>
                </a:lnTo>
                <a:lnTo>
                  <a:pt x="1577340" y="221932"/>
                </a:lnTo>
                <a:lnTo>
                  <a:pt x="1597343" y="221932"/>
                </a:lnTo>
                <a:lnTo>
                  <a:pt x="1616393" y="221932"/>
                </a:lnTo>
                <a:lnTo>
                  <a:pt x="1635443" y="221932"/>
                </a:lnTo>
                <a:lnTo>
                  <a:pt x="1654493" y="221932"/>
                </a:lnTo>
                <a:lnTo>
                  <a:pt x="1673543" y="221932"/>
                </a:lnTo>
                <a:lnTo>
                  <a:pt x="1693545" y="221932"/>
                </a:lnTo>
                <a:lnTo>
                  <a:pt x="1712595" y="221932"/>
                </a:lnTo>
                <a:lnTo>
                  <a:pt x="1731645" y="221932"/>
                </a:lnTo>
                <a:lnTo>
                  <a:pt x="1750695" y="221932"/>
                </a:lnTo>
                <a:lnTo>
                  <a:pt x="1769745" y="221932"/>
                </a:lnTo>
                <a:lnTo>
                  <a:pt x="1789747" y="221932"/>
                </a:lnTo>
                <a:lnTo>
                  <a:pt x="1808797" y="221932"/>
                </a:lnTo>
                <a:lnTo>
                  <a:pt x="1827847" y="221932"/>
                </a:lnTo>
                <a:lnTo>
                  <a:pt x="1846897" y="221932"/>
                </a:lnTo>
                <a:lnTo>
                  <a:pt x="1865947" y="221932"/>
                </a:lnTo>
                <a:lnTo>
                  <a:pt x="1885950" y="221932"/>
                </a:lnTo>
                <a:lnTo>
                  <a:pt x="1905000" y="221932"/>
                </a:lnTo>
                <a:lnTo>
                  <a:pt x="1924050" y="221932"/>
                </a:lnTo>
                <a:lnTo>
                  <a:pt x="1943100" y="221932"/>
                </a:lnTo>
                <a:lnTo>
                  <a:pt x="1962150" y="221932"/>
                </a:lnTo>
                <a:lnTo>
                  <a:pt x="1982153" y="221932"/>
                </a:lnTo>
                <a:lnTo>
                  <a:pt x="2001203" y="221932"/>
                </a:lnTo>
                <a:lnTo>
                  <a:pt x="2020253" y="221932"/>
                </a:lnTo>
                <a:lnTo>
                  <a:pt x="2039303" y="219075"/>
                </a:lnTo>
                <a:lnTo>
                  <a:pt x="2058353" y="196215"/>
                </a:lnTo>
                <a:lnTo>
                  <a:pt x="2078355" y="133350"/>
                </a:lnTo>
                <a:lnTo>
                  <a:pt x="2097405" y="96203"/>
                </a:lnTo>
                <a:lnTo>
                  <a:pt x="2116455" y="148590"/>
                </a:lnTo>
                <a:lnTo>
                  <a:pt x="2135505" y="203835"/>
                </a:lnTo>
                <a:lnTo>
                  <a:pt x="2154555" y="220028"/>
                </a:lnTo>
                <a:lnTo>
                  <a:pt x="2174558" y="221932"/>
                </a:lnTo>
                <a:lnTo>
                  <a:pt x="2193608" y="221932"/>
                </a:lnTo>
                <a:lnTo>
                  <a:pt x="2212658" y="221932"/>
                </a:lnTo>
                <a:lnTo>
                  <a:pt x="2231708" y="221932"/>
                </a:lnTo>
                <a:lnTo>
                  <a:pt x="2250758" y="221932"/>
                </a:lnTo>
                <a:lnTo>
                  <a:pt x="2270760" y="221932"/>
                </a:lnTo>
                <a:lnTo>
                  <a:pt x="2289810" y="221932"/>
                </a:lnTo>
                <a:lnTo>
                  <a:pt x="2308860" y="221932"/>
                </a:lnTo>
                <a:lnTo>
                  <a:pt x="2327910" y="221932"/>
                </a:lnTo>
                <a:lnTo>
                  <a:pt x="2346960" y="221932"/>
                </a:lnTo>
                <a:lnTo>
                  <a:pt x="2366963" y="221932"/>
                </a:lnTo>
                <a:lnTo>
                  <a:pt x="2386013" y="221932"/>
                </a:lnTo>
                <a:lnTo>
                  <a:pt x="2405063" y="221932"/>
                </a:lnTo>
                <a:lnTo>
                  <a:pt x="2424113" y="221932"/>
                </a:lnTo>
                <a:lnTo>
                  <a:pt x="2443163" y="220980"/>
                </a:lnTo>
                <a:lnTo>
                  <a:pt x="2463165" y="218122"/>
                </a:lnTo>
                <a:lnTo>
                  <a:pt x="2482215" y="210503"/>
                </a:lnTo>
                <a:lnTo>
                  <a:pt x="2501265" y="193357"/>
                </a:lnTo>
                <a:lnTo>
                  <a:pt x="2520315" y="166688"/>
                </a:lnTo>
                <a:lnTo>
                  <a:pt x="2539365" y="140970"/>
                </a:lnTo>
                <a:lnTo>
                  <a:pt x="2559368" y="131445"/>
                </a:lnTo>
                <a:lnTo>
                  <a:pt x="2578418" y="145732"/>
                </a:lnTo>
                <a:lnTo>
                  <a:pt x="2597468" y="172403"/>
                </a:lnTo>
                <a:lnTo>
                  <a:pt x="2616518" y="198120"/>
                </a:lnTo>
                <a:lnTo>
                  <a:pt x="2635568" y="212407"/>
                </a:lnTo>
                <a:lnTo>
                  <a:pt x="2655570" y="219075"/>
                </a:lnTo>
                <a:lnTo>
                  <a:pt x="2674620" y="220980"/>
                </a:lnTo>
                <a:lnTo>
                  <a:pt x="2693670" y="221932"/>
                </a:lnTo>
                <a:lnTo>
                  <a:pt x="2712720" y="221932"/>
                </a:lnTo>
                <a:lnTo>
                  <a:pt x="2731770" y="221932"/>
                </a:lnTo>
                <a:lnTo>
                  <a:pt x="2751773" y="221932"/>
                </a:lnTo>
                <a:lnTo>
                  <a:pt x="2770823" y="221932"/>
                </a:lnTo>
                <a:lnTo>
                  <a:pt x="2789873" y="221932"/>
                </a:lnTo>
                <a:lnTo>
                  <a:pt x="2808923" y="221932"/>
                </a:lnTo>
                <a:lnTo>
                  <a:pt x="2827973" y="221932"/>
                </a:lnTo>
                <a:lnTo>
                  <a:pt x="2847975" y="221932"/>
                </a:lnTo>
                <a:lnTo>
                  <a:pt x="2867025" y="221932"/>
                </a:lnTo>
                <a:lnTo>
                  <a:pt x="2886075" y="22193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84" name="p32-文本-0084">
            <a:extLst xmlns:a="http://schemas.openxmlformats.org/drawingml/2006/main">
              <a:ext uri="{FF2B5EF4-FFF2-40B4-BE49-F238E27FC236}">
                <a16:creationId xmlns:a16="http://schemas.microsoft.com/office/drawing/2014/main" id="{BD1E9F18-9D3F-42FD-966A-81EECB73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726" y="5792977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85" name="p32-文本-0085">
            <a:extLst xmlns:a="http://schemas.openxmlformats.org/drawingml/2006/main">
              <a:ext uri="{FF2B5EF4-FFF2-40B4-BE49-F238E27FC236}">
                <a16:creationId xmlns:a16="http://schemas.microsoft.com/office/drawing/2014/main" id="{C6F6FE14-6275-4F72-A0B1-BBF34D3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64649"/>
            <a:ext cx="42371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改变外部介质后，核对特征谱形与响应方向。</a:t>
            </a:r>
          </a:p>
        </p:txBody>
      </p:sp>
      <p:sp>
        <p:nvSpPr>
          <p:cNvPr id="86" name="p32-文本-0086">
            <a:extLst xmlns:a="http://schemas.openxmlformats.org/drawingml/2006/main">
              <a:ext uri="{FF2B5EF4-FFF2-40B4-BE49-F238E27FC236}">
                <a16:creationId xmlns:a16="http://schemas.microsoft.com/office/drawing/2014/main" id="{40ED12DD-FB39-4C7B-ACDA-44C5ED7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445649"/>
            <a:ext cx="36084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保留条件标签，用于界定可迁移范围。</a:t>
            </a:r>
          </a:p>
        </p:txBody>
      </p:sp>
      <p:sp>
        <p:nvSpPr>
          <p:cNvPr id="87" name="p32-文本-0087">
            <a:extLst xmlns:a="http://schemas.openxmlformats.org/drawingml/2006/main">
              <a:ext uri="{FF2B5EF4-FFF2-40B4-BE49-F238E27FC236}">
                <a16:creationId xmlns:a16="http://schemas.microsoft.com/office/drawing/2014/main" id="{0A5F8920-AD78-426B-9FA9-76E27210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36" y="6062007"/>
            <a:ext cx="674312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响应更强、维持更久和可迁移范围，是三个不同的检验问题</a:t>
            </a:r>
          </a:p>
        </p:txBody>
      </p:sp>
      <p:sp>
        <p:nvSpPr>
          <p:cNvPr id="88" name="p32-文本-0088">
            <a:extLst xmlns:a="http://schemas.openxmlformats.org/drawingml/2006/main">
              <a:ext uri="{FF2B5EF4-FFF2-40B4-BE49-F238E27FC236}">
                <a16:creationId xmlns:a16="http://schemas.microsoft.com/office/drawing/2014/main" id="{1C05AF06-D5D2-4F4F-817B-18B42F99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32</a:t>
            </a:r>
          </a:p>
        </p:txBody>
      </p:sp>
    </p:spTree>
    <p:extLst>
      <p:ext uri="{BB962C8B-B14F-4D97-AF65-F5344CB8AC3E}">
        <p14:creationId xmlns:p14="http://schemas.microsoft.com/office/powerpoint/2010/main" val="3815288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5" name="p33-矩形-0001">
            <a:extLst xmlns:a="http://schemas.openxmlformats.org/drawingml/2006/main">
              <a:ext uri="{FF2B5EF4-FFF2-40B4-BE49-F238E27FC236}">
                <a16:creationId xmlns:a16="http://schemas.microsoft.com/office/drawing/2014/main" id="{9C969334-45D2-408D-A9B3-8EB8EF4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3-矩形-0002">
            <a:extLst xmlns:a="http://schemas.openxmlformats.org/drawingml/2006/main">
              <a:ext uri="{FF2B5EF4-FFF2-40B4-BE49-F238E27FC236}">
                <a16:creationId xmlns:a16="http://schemas.microsoft.com/office/drawing/2014/main" id="{2DED813E-2967-40DF-9F91-B7AAE44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3-文本-0003">
            <a:extLst xmlns:a="http://schemas.openxmlformats.org/drawingml/2006/main">
              <a:ext uri="{FF2B5EF4-FFF2-40B4-BE49-F238E27FC236}">
                <a16:creationId xmlns:a16="http://schemas.microsoft.com/office/drawing/2014/main" id="{F6F3CA71-01A1-4EAE-BE18-B9081E82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62243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测量场景与分析界面共同说明平台如何工作</a:t>
            </a:r>
          </a:p>
        </p:txBody>
      </p:sp>
      <p:sp>
        <p:nvSpPr>
          <p:cNvPr id="4" name="p33-文本-0004">
            <a:extLst xmlns:a="http://schemas.openxmlformats.org/drawingml/2006/main">
              <a:ext uri="{FF2B5EF4-FFF2-40B4-BE49-F238E27FC236}">
                <a16:creationId xmlns:a16="http://schemas.microsoft.com/office/drawing/2014/main" id="{6084AD55-4C4B-4941-915E-92878F0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5641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样本与测量记录进入分析工作区，结构与响应按条件追溯</a:t>
            </a:r>
          </a:p>
        </p:txBody>
      </p:sp>
      <p:sp>
        <p:nvSpPr>
          <p:cNvPr id="5" name="p33-线-0005">
            <a:extLst xmlns:a="http://schemas.openxmlformats.org/drawingml/2006/main">
              <a:ext uri="{FF2B5EF4-FFF2-40B4-BE49-F238E27FC236}">
                <a16:creationId xmlns:a16="http://schemas.microsoft.com/office/drawing/2014/main" id="{CF49B283-238B-4FE1-A7B7-116054A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3-矩形-0006">
            <a:extLst xmlns:a="http://schemas.openxmlformats.org/drawingml/2006/main">
              <a:ext uri="{FF2B5EF4-FFF2-40B4-BE49-F238E27FC236}">
                <a16:creationId xmlns:a16="http://schemas.microsoft.com/office/drawing/2014/main" id="{5BD1B684-C2A2-4479-BE96-7F501644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057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33-文本-0007">
            <a:extLst xmlns:a="http://schemas.openxmlformats.org/drawingml/2006/main">
              <a:ext uri="{FF2B5EF4-FFF2-40B4-BE49-F238E27FC236}">
                <a16:creationId xmlns:a16="http://schemas.microsoft.com/office/drawing/2014/main" id="{BB7A0C8F-98B2-4284-828A-C63989D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47" y="1412174"/>
            <a:ext cx="10441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测量与样本</a:t>
            </a:r>
          </a:p>
        </p:txBody>
      </p:sp>
      <p:sp>
        <p:nvSpPr>
          <p:cNvPr id="8" name="p33-矩形-0008">
            <a:extLst xmlns:a="http://schemas.openxmlformats.org/drawingml/2006/main">
              <a:ext uri="{FF2B5EF4-FFF2-40B4-BE49-F238E27FC236}">
                <a16:creationId xmlns:a16="http://schemas.microsoft.com/office/drawing/2014/main" id="{1CCE0F48-3CE2-4CE7-A466-3AB02FF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3574542"/>
            <a:ext cx="1726883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" name="p33-路径-0009">
            <a:extLst xmlns:a="http://schemas.openxmlformats.org/drawingml/2006/main">
              <a:ext uri="{FF2B5EF4-FFF2-40B4-BE49-F238E27FC236}">
                <a16:creationId xmlns:a16="http://schemas.microsoft.com/office/drawing/2014/main" id="{502E0449-9017-40ED-820B-D0A07B3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8" y="2494624"/>
            <a:ext cx="876356" cy="1079918"/>
          </a:xfrm>
          <a:custGeom xmlns:a="http://schemas.openxmlformats.org/drawingml/2006/main">
            <a:pathLst>
              <a:path w="876356" h="1079918">
                <a:moveTo>
                  <a:pt x="793433" y="1079918"/>
                </a:moveTo>
                <a:lnTo>
                  <a:pt x="817517" y="1002736"/>
                </a:lnTo>
                <a:lnTo>
                  <a:pt x="837336" y="927895"/>
                </a:lnTo>
                <a:lnTo>
                  <a:pt x="853002" y="855460"/>
                </a:lnTo>
                <a:lnTo>
                  <a:pt x="864626" y="785493"/>
                </a:lnTo>
                <a:lnTo>
                  <a:pt x="872319" y="718060"/>
                </a:lnTo>
                <a:lnTo>
                  <a:pt x="876192" y="653224"/>
                </a:lnTo>
                <a:lnTo>
                  <a:pt x="876356" y="591049"/>
                </a:lnTo>
                <a:lnTo>
                  <a:pt x="872922" y="531600"/>
                </a:lnTo>
                <a:lnTo>
                  <a:pt x="866001" y="474940"/>
                </a:lnTo>
                <a:lnTo>
                  <a:pt x="855704" y="421133"/>
                </a:lnTo>
                <a:lnTo>
                  <a:pt x="842143" y="370245"/>
                </a:lnTo>
                <a:lnTo>
                  <a:pt x="825429" y="322337"/>
                </a:lnTo>
                <a:lnTo>
                  <a:pt x="805672" y="277475"/>
                </a:lnTo>
                <a:lnTo>
                  <a:pt x="782984" y="235723"/>
                </a:lnTo>
                <a:lnTo>
                  <a:pt x="757475" y="197144"/>
                </a:lnTo>
                <a:lnTo>
                  <a:pt x="729258" y="161804"/>
                </a:lnTo>
                <a:lnTo>
                  <a:pt x="698442" y="129765"/>
                </a:lnTo>
                <a:lnTo>
                  <a:pt x="665140" y="101091"/>
                </a:lnTo>
                <a:lnTo>
                  <a:pt x="629462" y="75848"/>
                </a:lnTo>
                <a:lnTo>
                  <a:pt x="591519" y="54098"/>
                </a:lnTo>
                <a:lnTo>
                  <a:pt x="551423" y="35907"/>
                </a:lnTo>
                <a:lnTo>
                  <a:pt x="509284" y="21337"/>
                </a:lnTo>
                <a:lnTo>
                  <a:pt x="465214" y="10453"/>
                </a:lnTo>
                <a:lnTo>
                  <a:pt x="419323" y="3320"/>
                </a:lnTo>
                <a:lnTo>
                  <a:pt x="371724" y="0"/>
                </a:lnTo>
                <a:lnTo>
                  <a:pt x="322526" y="559"/>
                </a:lnTo>
                <a:lnTo>
                  <a:pt x="271841" y="5059"/>
                </a:lnTo>
                <a:lnTo>
                  <a:pt x="219780" y="13566"/>
                </a:lnTo>
                <a:lnTo>
                  <a:pt x="166455" y="26144"/>
                </a:lnTo>
                <a:lnTo>
                  <a:pt x="111975" y="42855"/>
                </a:lnTo>
                <a:lnTo>
                  <a:pt x="56453" y="63765"/>
                </a:lnTo>
                <a:lnTo>
                  <a:pt x="0" y="88937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1F4E79"/>
            </a:solidFill>
          </a:ln>
        </p:spPr>
      </p:sp>
      <p:sp>
        <p:nvSpPr>
          <p:cNvPr id="10" name="p33-路径-0010">
            <a:extLst xmlns:a="http://schemas.openxmlformats.org/drawingml/2006/main">
              <a:ext uri="{FF2B5EF4-FFF2-40B4-BE49-F238E27FC236}">
                <a16:creationId xmlns:a16="http://schemas.microsoft.com/office/drawing/2014/main" id="{748466D7-AB4B-4BD2-AD42-0F1E484D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" y="2408682"/>
            <a:ext cx="606742" cy="524637"/>
          </a:xfrm>
          <a:custGeom xmlns:a="http://schemas.openxmlformats.org/drawingml/2006/main">
            <a:pathLst>
              <a:path w="606742" h="524637">
                <a:moveTo>
                  <a:pt x="256699" y="0"/>
                </a:moveTo>
                <a:lnTo>
                  <a:pt x="606742" y="272034"/>
                </a:lnTo>
                <a:lnTo>
                  <a:pt x="350044" y="524637"/>
                </a:lnTo>
                <a:lnTo>
                  <a:pt x="0" y="252603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11" name="p33-线-0011">
            <a:extLst xmlns:a="http://schemas.openxmlformats.org/drawingml/2006/main">
              <a:ext uri="{FF2B5EF4-FFF2-40B4-BE49-F238E27FC236}">
                <a16:creationId xmlns:a16="http://schemas.microsoft.com/office/drawing/2014/main" id="{1AA1AB06-EA02-4173-9A39-85B326DD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" y="3147060"/>
            <a:ext cx="956786" cy="95"/>
          </a:xfrm>
          <a:custGeom xmlns:a="http://schemas.openxmlformats.org/drawingml/2006/main">
            <a:pathLst>
              <a:path w="956786" h="95">
                <a:moveTo>
                  <a:pt x="0" y="0"/>
                </a:moveTo>
                <a:lnTo>
                  <a:pt x="956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1F4E79"/>
            </a:solidFill>
          </a:ln>
        </p:spPr>
      </p:sp>
      <p:sp>
        <p:nvSpPr>
          <p:cNvPr id="12" name="p33-矩形-0012">
            <a:extLst xmlns:a="http://schemas.openxmlformats.org/drawingml/2006/main">
              <a:ext uri="{FF2B5EF4-FFF2-40B4-BE49-F238E27FC236}">
                <a16:creationId xmlns:a16="http://schemas.microsoft.com/office/drawing/2014/main" id="{70F1C2C9-1687-4850-A164-E82F814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" y="3069336"/>
            <a:ext cx="373380" cy="48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3" name="p33-文本-0013">
            <a:extLst xmlns:a="http://schemas.openxmlformats.org/drawingml/2006/main">
              <a:ext uri="{FF2B5EF4-FFF2-40B4-BE49-F238E27FC236}">
                <a16:creationId xmlns:a16="http://schemas.microsoft.com/office/drawing/2014/main" id="{361D6AE1-799D-4E2D-8063-C9D3124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1699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记录实验条件与样本</a:t>
            </a:r>
          </a:p>
        </p:txBody>
      </p:sp>
      <p:sp>
        <p:nvSpPr>
          <p:cNvPr id="14" name="p33-文本-0014">
            <a:extLst xmlns:a="http://schemas.openxmlformats.org/drawingml/2006/main">
              <a:ext uri="{FF2B5EF4-FFF2-40B4-BE49-F238E27FC236}">
                <a16:creationId xmlns:a16="http://schemas.microsoft.com/office/drawing/2014/main" id="{36656D76-6D1F-459A-B153-30B0857D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2699"/>
            <a:ext cx="193205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导出结构及响应数据</a:t>
            </a:r>
          </a:p>
        </p:txBody>
      </p:sp>
      <p:sp>
        <p:nvSpPr>
          <p:cNvPr id="15" name="p33-文本-0015">
            <a:extLst xmlns:a="http://schemas.openxmlformats.org/drawingml/2006/main">
              <a:ext uri="{FF2B5EF4-FFF2-40B4-BE49-F238E27FC236}">
                <a16:creationId xmlns:a16="http://schemas.microsoft.com/office/drawing/2014/main" id="{B3E5C9B7-A4AE-4212-A37A-E024063D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3699"/>
            <a:ext cx="1722501" cy="30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保留数据处理版本</a:t>
            </a:r>
          </a:p>
        </p:txBody>
      </p:sp>
      <p:sp>
        <p:nvSpPr>
          <p:cNvPr id="16" name="p33-路径-0016">
            <a:extLst xmlns:a="http://schemas.openxmlformats.org/drawingml/2006/main">
              <a:ext uri="{FF2B5EF4-FFF2-40B4-BE49-F238E27FC236}">
                <a16:creationId xmlns:a16="http://schemas.microsoft.com/office/drawing/2014/main" id="{C0CD1AC2-8B57-4E59-B9F7-44F4A17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0687"/>
            <a:ext cx="419100" cy="188976"/>
          </a:xfrm>
          <a:custGeom xmlns:a="http://schemas.openxmlformats.org/drawingml/2006/main">
            <a:pathLst>
              <a:path w="419100" h="188976">
                <a:moveTo>
                  <a:pt x="0" y="142113"/>
                </a:moveTo>
                <a:lnTo>
                  <a:pt x="266700" y="142113"/>
                </a:lnTo>
                <a:lnTo>
                  <a:pt x="266700" y="188976"/>
                </a:lnTo>
                <a:lnTo>
                  <a:pt x="419100" y="94488"/>
                </a:lnTo>
                <a:lnTo>
                  <a:pt x="266700" y="0"/>
                </a:lnTo>
                <a:lnTo>
                  <a:pt x="266700" y="46863"/>
                </a:lnTo>
                <a:lnTo>
                  <a:pt x="0" y="46863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" name="p33-矩形-0017">
            <a:extLst xmlns:a="http://schemas.openxmlformats.org/drawingml/2006/main">
              <a:ext uri="{FF2B5EF4-FFF2-40B4-BE49-F238E27FC236}">
                <a16:creationId xmlns:a16="http://schemas.microsoft.com/office/drawing/2014/main" id="{65624605-8B45-4BD3-A25D-BE3066F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19225"/>
            <a:ext cx="739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18" name="p33-矩形-0018">
            <a:extLst xmlns:a="http://schemas.openxmlformats.org/drawingml/2006/main">
              <a:ext uri="{FF2B5EF4-FFF2-40B4-BE49-F238E27FC236}">
                <a16:creationId xmlns:a16="http://schemas.microsoft.com/office/drawing/2014/main" id="{841F11CF-F127-45EF-808B-5EBC7C5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19225"/>
            <a:ext cx="739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33-文本-0019">
            <a:extLst xmlns:a="http://schemas.openxmlformats.org/drawingml/2006/main">
              <a:ext uri="{FF2B5EF4-FFF2-40B4-BE49-F238E27FC236}">
                <a16:creationId xmlns:a16="http://schemas.microsoft.com/office/drawing/2014/main" id="{497B6EE8-5F58-4001-AD12-B96F086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56334"/>
            <a:ext cx="23924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分析工作区（原创界面示意）</a:t>
            </a:r>
          </a:p>
        </p:txBody>
      </p:sp>
      <p:sp>
        <p:nvSpPr>
          <p:cNvPr id="20" name="p33-矩形-0020">
            <a:extLst xmlns:a="http://schemas.openxmlformats.org/drawingml/2006/main">
              <a:ext uri="{FF2B5EF4-FFF2-40B4-BE49-F238E27FC236}">
                <a16:creationId xmlns:a16="http://schemas.microsoft.com/office/drawing/2014/main" id="{29B8C651-2B88-4892-8BFE-DC58820C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43100"/>
            <a:ext cx="13716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33-文本-0021">
            <a:extLst xmlns:a="http://schemas.openxmlformats.org/drawingml/2006/main">
              <a:ext uri="{FF2B5EF4-FFF2-40B4-BE49-F238E27FC236}">
                <a16:creationId xmlns:a16="http://schemas.microsoft.com/office/drawing/2014/main" id="{30FD21B8-B5F7-42DB-A497-6804D1B6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04034"/>
            <a:ext cx="899446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 </a:t>
            </a: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结构定位</a:t>
            </a:r>
          </a:p>
        </p:txBody>
      </p:sp>
      <p:sp>
        <p:nvSpPr>
          <p:cNvPr id="22" name="p33-文本-0022">
            <a:extLst xmlns:a="http://schemas.openxmlformats.org/drawingml/2006/main">
              <a:ext uri="{FF2B5EF4-FFF2-40B4-BE49-F238E27FC236}">
                <a16:creationId xmlns:a16="http://schemas.microsoft.com/office/drawing/2014/main" id="{B6A3E4CD-AFD1-48E8-B9E4-CCB528BC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0759"/>
            <a:ext cx="899446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2 </a:t>
            </a: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响应比较</a:t>
            </a:r>
          </a:p>
        </p:txBody>
      </p:sp>
      <p:sp>
        <p:nvSpPr>
          <p:cNvPr id="23" name="p33-文本-0023">
            <a:extLst xmlns:a="http://schemas.openxmlformats.org/drawingml/2006/main">
              <a:ext uri="{FF2B5EF4-FFF2-40B4-BE49-F238E27FC236}">
                <a16:creationId xmlns:a16="http://schemas.microsoft.com/office/drawing/2014/main" id="{FC9F7259-2ADD-4D89-B302-DCE802D0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37484"/>
            <a:ext cx="899446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 </a:t>
            </a: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条件矩阵</a:t>
            </a:r>
          </a:p>
        </p:txBody>
      </p:sp>
      <p:sp>
        <p:nvSpPr>
          <p:cNvPr id="24" name="p33-文本-0024">
            <a:extLst xmlns:a="http://schemas.openxmlformats.org/drawingml/2006/main">
              <a:ext uri="{FF2B5EF4-FFF2-40B4-BE49-F238E27FC236}">
                <a16:creationId xmlns:a16="http://schemas.microsoft.com/office/drawing/2014/main" id="{AE791EFF-D80B-4E77-A8E0-D175F4E6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04209"/>
            <a:ext cx="899446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4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4 </a:t>
            </a: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预测复核</a:t>
            </a:r>
          </a:p>
        </p:txBody>
      </p:sp>
      <p:sp>
        <p:nvSpPr>
          <p:cNvPr id="25" name="p33-文本-0025">
            <a:extLst xmlns:a="http://schemas.openxmlformats.org/drawingml/2006/main">
              <a:ext uri="{FF2B5EF4-FFF2-40B4-BE49-F238E27FC236}">
                <a16:creationId xmlns:a16="http://schemas.microsoft.com/office/drawing/2014/main" id="{382862E5-A514-465C-A07B-458BD19F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0934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结果导出</a:t>
            </a:r>
          </a:p>
        </p:txBody>
      </p:sp>
      <p:sp>
        <p:nvSpPr>
          <p:cNvPr id="26" name="p33-矩形-0026">
            <a:extLst xmlns:a="http://schemas.openxmlformats.org/drawingml/2006/main">
              <a:ext uri="{FF2B5EF4-FFF2-40B4-BE49-F238E27FC236}">
                <a16:creationId xmlns:a16="http://schemas.microsoft.com/office/drawing/2014/main" id="{F6BA3650-2E36-449A-B010-20FFF662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p33-线-0027">
            <a:extLst xmlns:a="http://schemas.openxmlformats.org/drawingml/2006/main">
              <a:ext uri="{FF2B5EF4-FFF2-40B4-BE49-F238E27FC236}">
                <a16:creationId xmlns:a16="http://schemas.microsoft.com/office/drawing/2014/main" id="{256D708F-3BCF-49F3-BE4F-15FDB9D5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8" name="p33-线-0028">
            <a:extLst xmlns:a="http://schemas.openxmlformats.org/drawingml/2006/main">
              <a:ext uri="{FF2B5EF4-FFF2-40B4-BE49-F238E27FC236}">
                <a16:creationId xmlns:a16="http://schemas.microsoft.com/office/drawing/2014/main" id="{86723216-B086-4A79-94E3-F924E3F6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9" name="p33-线-0029">
            <a:extLst xmlns:a="http://schemas.openxmlformats.org/drawingml/2006/main">
              <a:ext uri="{FF2B5EF4-FFF2-40B4-BE49-F238E27FC236}">
                <a16:creationId xmlns:a16="http://schemas.microsoft.com/office/drawing/2014/main" id="{D88E3F25-C979-4843-9794-F90628D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0" name="p33-线-0030">
            <a:extLst xmlns:a="http://schemas.openxmlformats.org/drawingml/2006/main">
              <a:ext uri="{FF2B5EF4-FFF2-40B4-BE49-F238E27FC236}">
                <a16:creationId xmlns:a16="http://schemas.microsoft.com/office/drawing/2014/main" id="{ACFB5919-36C3-4374-8CC8-F77EA1E5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1" name="p33-线-0031">
            <a:extLst xmlns:a="http://schemas.openxmlformats.org/drawingml/2006/main">
              <a:ext uri="{FF2B5EF4-FFF2-40B4-BE49-F238E27FC236}">
                <a16:creationId xmlns:a16="http://schemas.microsoft.com/office/drawing/2014/main" id="{5ED4574A-F154-44E8-828A-BAAD60E1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2" name="p33-线-0032">
            <a:extLst xmlns:a="http://schemas.openxmlformats.org/drawingml/2006/main">
              <a:ext uri="{FF2B5EF4-FFF2-40B4-BE49-F238E27FC236}">
                <a16:creationId xmlns:a16="http://schemas.microsoft.com/office/drawing/2014/main" id="{FED30C0F-F015-4AF7-9AD8-FA76A95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3" name="p33-线-0033">
            <a:extLst xmlns:a="http://schemas.openxmlformats.org/drawingml/2006/main">
              <a:ext uri="{FF2B5EF4-FFF2-40B4-BE49-F238E27FC236}">
                <a16:creationId xmlns:a16="http://schemas.microsoft.com/office/drawing/2014/main" id="{71ABF412-8E52-43C4-80B8-790F557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4" name="p33-线-0034">
            <a:extLst xmlns:a="http://schemas.openxmlformats.org/drawingml/2006/main">
              <a:ext uri="{FF2B5EF4-FFF2-40B4-BE49-F238E27FC236}">
                <a16:creationId xmlns:a16="http://schemas.microsoft.com/office/drawing/2014/main" id="{DD3607C3-4694-4847-B476-0013C0F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5" name="p33-线-0035">
            <a:extLst xmlns:a="http://schemas.openxmlformats.org/drawingml/2006/main">
              <a:ext uri="{FF2B5EF4-FFF2-40B4-BE49-F238E27FC236}">
                <a16:creationId xmlns:a16="http://schemas.microsoft.com/office/drawing/2014/main" id="{5B8F35D5-19F8-4223-BF93-02C4121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6" name="p33-线-0036">
            <a:extLst xmlns:a="http://schemas.openxmlformats.org/drawingml/2006/main">
              <a:ext uri="{FF2B5EF4-FFF2-40B4-BE49-F238E27FC236}">
                <a16:creationId xmlns:a16="http://schemas.microsoft.com/office/drawing/2014/main" id="{173235E7-F446-49A6-A0D8-67592FB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7" name="p33-线-0037">
            <a:extLst xmlns:a="http://schemas.openxmlformats.org/drawingml/2006/main">
              <a:ext uri="{FF2B5EF4-FFF2-40B4-BE49-F238E27FC236}">
                <a16:creationId xmlns:a16="http://schemas.microsoft.com/office/drawing/2014/main" id="{7898785F-E41E-4946-8738-8952692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38" name="p33-线-0038">
            <a:extLst xmlns:a="http://schemas.openxmlformats.org/drawingml/2006/main">
              <a:ext uri="{FF2B5EF4-FFF2-40B4-BE49-F238E27FC236}">
                <a16:creationId xmlns:a16="http://schemas.microsoft.com/office/drawing/2014/main" id="{4F113977-6B78-48CC-A766-9480E91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39" name="p33-线-0039">
            <a:extLst xmlns:a="http://schemas.openxmlformats.org/drawingml/2006/main">
              <a:ext uri="{FF2B5EF4-FFF2-40B4-BE49-F238E27FC236}">
                <a16:creationId xmlns:a16="http://schemas.microsoft.com/office/drawing/2014/main" id="{52FD2ECF-82BE-4F65-A82E-D2A05184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0" name="p33-线-0040">
            <a:extLst xmlns:a="http://schemas.openxmlformats.org/drawingml/2006/main">
              <a:ext uri="{FF2B5EF4-FFF2-40B4-BE49-F238E27FC236}">
                <a16:creationId xmlns:a16="http://schemas.microsoft.com/office/drawing/2014/main" id="{DF591FFE-F02A-43E4-AD76-2C3B34E6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1" name="p33-线-0041">
            <a:extLst xmlns:a="http://schemas.openxmlformats.org/drawingml/2006/main">
              <a:ext uri="{FF2B5EF4-FFF2-40B4-BE49-F238E27FC236}">
                <a16:creationId xmlns:a16="http://schemas.microsoft.com/office/drawing/2014/main" id="{3640FD7B-B981-4B7B-9C80-916FD421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2" name="p33-线-0042">
            <a:extLst xmlns:a="http://schemas.openxmlformats.org/drawingml/2006/main">
              <a:ext uri="{FF2B5EF4-FFF2-40B4-BE49-F238E27FC236}">
                <a16:creationId xmlns:a16="http://schemas.microsoft.com/office/drawing/2014/main" id="{DA5792BD-ECA6-4B71-B647-0610D038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3" name="p33-线-0043">
            <a:extLst xmlns:a="http://schemas.openxmlformats.org/drawingml/2006/main">
              <a:ext uri="{FF2B5EF4-FFF2-40B4-BE49-F238E27FC236}">
                <a16:creationId xmlns:a16="http://schemas.microsoft.com/office/drawing/2014/main" id="{43DAC7DE-FF52-4D6B-8DB4-CC8A26D9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4" name="p33-线-0044">
            <a:extLst xmlns:a="http://schemas.openxmlformats.org/drawingml/2006/main">
              <a:ext uri="{FF2B5EF4-FFF2-40B4-BE49-F238E27FC236}">
                <a16:creationId xmlns:a16="http://schemas.microsoft.com/office/drawing/2014/main" id="{D9920611-D90D-4538-8643-50771393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5" name="p33-线-0045">
            <a:extLst xmlns:a="http://schemas.openxmlformats.org/drawingml/2006/main">
              <a:ext uri="{FF2B5EF4-FFF2-40B4-BE49-F238E27FC236}">
                <a16:creationId xmlns:a16="http://schemas.microsoft.com/office/drawing/2014/main" id="{C0160859-81DC-4C52-AFF1-F4AB8EC7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6" name="p33-线-0046">
            <a:extLst xmlns:a="http://schemas.openxmlformats.org/drawingml/2006/main">
              <a:ext uri="{FF2B5EF4-FFF2-40B4-BE49-F238E27FC236}">
                <a16:creationId xmlns:a16="http://schemas.microsoft.com/office/drawing/2014/main" id="{EC4D450A-D5D1-42C5-802C-EB9F6D6A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7" name="p33-线-0047">
            <a:extLst xmlns:a="http://schemas.openxmlformats.org/drawingml/2006/main">
              <a:ext uri="{FF2B5EF4-FFF2-40B4-BE49-F238E27FC236}">
                <a16:creationId xmlns:a16="http://schemas.microsoft.com/office/drawing/2014/main" id="{FE815EAC-D849-4359-B8B7-405F618F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48" name="p33-线-0048">
            <a:extLst xmlns:a="http://schemas.openxmlformats.org/drawingml/2006/main">
              <a:ext uri="{FF2B5EF4-FFF2-40B4-BE49-F238E27FC236}">
                <a16:creationId xmlns:a16="http://schemas.microsoft.com/office/drawing/2014/main" id="{50032B6C-6D3E-4B49-AC34-3AAFEDC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49" name="p33-线-0049">
            <a:extLst xmlns:a="http://schemas.openxmlformats.org/drawingml/2006/main">
              <a:ext uri="{FF2B5EF4-FFF2-40B4-BE49-F238E27FC236}">
                <a16:creationId xmlns:a16="http://schemas.microsoft.com/office/drawing/2014/main" id="{E6784EA7-D01A-4534-851B-3268FFB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0" name="p33-线-0050">
            <a:extLst xmlns:a="http://schemas.openxmlformats.org/drawingml/2006/main">
              <a:ext uri="{FF2B5EF4-FFF2-40B4-BE49-F238E27FC236}">
                <a16:creationId xmlns:a16="http://schemas.microsoft.com/office/drawing/2014/main" id="{0B44C179-45BC-43BA-9125-DFDEAEEC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1" name="p33-线-0051">
            <a:extLst xmlns:a="http://schemas.openxmlformats.org/drawingml/2006/main">
              <a:ext uri="{FF2B5EF4-FFF2-40B4-BE49-F238E27FC236}">
                <a16:creationId xmlns:a16="http://schemas.microsoft.com/office/drawing/2014/main" id="{333D293D-5CF1-40FB-9E87-DCB94DB7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2" name="p33-线-0052">
            <a:extLst xmlns:a="http://schemas.openxmlformats.org/drawingml/2006/main">
              <a:ext uri="{FF2B5EF4-FFF2-40B4-BE49-F238E27FC236}">
                <a16:creationId xmlns:a16="http://schemas.microsoft.com/office/drawing/2014/main" id="{383A8927-375F-4F6E-9C33-8189B54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3" name="p33-线-0053">
            <a:extLst xmlns:a="http://schemas.openxmlformats.org/drawingml/2006/main">
              <a:ext uri="{FF2B5EF4-FFF2-40B4-BE49-F238E27FC236}">
                <a16:creationId xmlns:a16="http://schemas.microsoft.com/office/drawing/2014/main" id="{5E0F4248-5199-43A8-B2BA-F09EBEBB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4" name="p33-线-0054">
            <a:extLst xmlns:a="http://schemas.openxmlformats.org/drawingml/2006/main">
              <a:ext uri="{FF2B5EF4-FFF2-40B4-BE49-F238E27FC236}">
                <a16:creationId xmlns:a16="http://schemas.microsoft.com/office/drawing/2014/main" id="{9BA8AE99-65A7-4BB1-9602-C6502E8E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195262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5" name="p33-线-0055">
            <a:extLst xmlns:a="http://schemas.openxmlformats.org/drawingml/2006/main">
              <a:ext uri="{FF2B5EF4-FFF2-40B4-BE49-F238E27FC236}">
                <a16:creationId xmlns:a16="http://schemas.microsoft.com/office/drawing/2014/main" id="{3AF9D1B6-327C-4303-8549-58AD4BC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6" name="p33-线-0056">
            <a:extLst xmlns:a="http://schemas.openxmlformats.org/drawingml/2006/main">
              <a:ext uri="{FF2B5EF4-FFF2-40B4-BE49-F238E27FC236}">
                <a16:creationId xmlns:a16="http://schemas.microsoft.com/office/drawing/2014/main" id="{D510DD02-AF9B-4480-87C7-3CFA134D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195262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57" name="p33-线-0057">
            <a:extLst xmlns:a="http://schemas.openxmlformats.org/drawingml/2006/main">
              <a:ext uri="{FF2B5EF4-FFF2-40B4-BE49-F238E27FC236}">
                <a16:creationId xmlns:a16="http://schemas.microsoft.com/office/drawing/2014/main" id="{237B0290-A056-46A9-8A5B-23A4F9B4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8" name="p33-线-0058">
            <a:extLst xmlns:a="http://schemas.openxmlformats.org/drawingml/2006/main">
              <a:ext uri="{FF2B5EF4-FFF2-40B4-BE49-F238E27FC236}">
                <a16:creationId xmlns:a16="http://schemas.microsoft.com/office/drawing/2014/main" id="{0A76EE1F-F5A0-4B92-9D10-5995D8B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33-线-0059">
            <a:extLst xmlns:a="http://schemas.openxmlformats.org/drawingml/2006/main">
              <a:ext uri="{FF2B5EF4-FFF2-40B4-BE49-F238E27FC236}">
                <a16:creationId xmlns:a16="http://schemas.microsoft.com/office/drawing/2014/main" id="{6A70F4B2-8CCC-4CBD-B78F-7ADA0AA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33-线-0060">
            <a:extLst xmlns:a="http://schemas.openxmlformats.org/drawingml/2006/main">
              <a:ext uri="{FF2B5EF4-FFF2-40B4-BE49-F238E27FC236}">
                <a16:creationId xmlns:a16="http://schemas.microsoft.com/office/drawing/2014/main" id="{F496BF7B-5384-48D6-AF23-953000D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33-线-0061">
            <a:extLst xmlns:a="http://schemas.openxmlformats.org/drawingml/2006/main">
              <a:ext uri="{FF2B5EF4-FFF2-40B4-BE49-F238E27FC236}">
                <a16:creationId xmlns:a16="http://schemas.microsoft.com/office/drawing/2014/main" id="{5B54FF26-BA03-4BBF-B732-0B2FC7E5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33-线-0062">
            <a:extLst xmlns:a="http://schemas.openxmlformats.org/drawingml/2006/main">
              <a:ext uri="{FF2B5EF4-FFF2-40B4-BE49-F238E27FC236}">
                <a16:creationId xmlns:a16="http://schemas.microsoft.com/office/drawing/2014/main" id="{2479125F-EA14-4F38-BBF3-3CD05F5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33-线-0063">
            <a:extLst xmlns:a="http://schemas.openxmlformats.org/drawingml/2006/main">
              <a:ext uri="{FF2B5EF4-FFF2-40B4-BE49-F238E27FC236}">
                <a16:creationId xmlns:a16="http://schemas.microsoft.com/office/drawing/2014/main" id="{22B49AE4-C902-47A1-B6BA-EFD0B83D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33-线-0064">
            <a:extLst xmlns:a="http://schemas.openxmlformats.org/drawingml/2006/main">
              <a:ext uri="{FF2B5EF4-FFF2-40B4-BE49-F238E27FC236}">
                <a16:creationId xmlns:a16="http://schemas.microsoft.com/office/drawing/2014/main" id="{E5A3F906-0AF6-42A9-9F04-41D6671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33-线-0065">
            <a:extLst xmlns:a="http://schemas.openxmlformats.org/drawingml/2006/main">
              <a:ext uri="{FF2B5EF4-FFF2-40B4-BE49-F238E27FC236}">
                <a16:creationId xmlns:a16="http://schemas.microsoft.com/office/drawing/2014/main" id="{458F9071-6F63-4022-92A7-F41C5A6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33-线-0066">
            <a:extLst xmlns:a="http://schemas.openxmlformats.org/drawingml/2006/main">
              <a:ext uri="{FF2B5EF4-FFF2-40B4-BE49-F238E27FC236}">
                <a16:creationId xmlns:a16="http://schemas.microsoft.com/office/drawing/2014/main" id="{75789457-4F49-43D7-9A10-31C92587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7" name="p33-线-0067">
            <a:extLst xmlns:a="http://schemas.openxmlformats.org/drawingml/2006/main">
              <a:ext uri="{FF2B5EF4-FFF2-40B4-BE49-F238E27FC236}">
                <a16:creationId xmlns:a16="http://schemas.microsoft.com/office/drawing/2014/main" id="{315D471A-EF62-4038-BE3F-7BAD5CAA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33-线-0068">
            <a:extLst xmlns:a="http://schemas.openxmlformats.org/drawingml/2006/main">
              <a:ext uri="{FF2B5EF4-FFF2-40B4-BE49-F238E27FC236}">
                <a16:creationId xmlns:a16="http://schemas.microsoft.com/office/drawing/2014/main" id="{B4EB30F4-86F5-46E1-8F62-31DFE84B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33-线-0069">
            <a:extLst xmlns:a="http://schemas.openxmlformats.org/drawingml/2006/main">
              <a:ext uri="{FF2B5EF4-FFF2-40B4-BE49-F238E27FC236}">
                <a16:creationId xmlns:a16="http://schemas.microsoft.com/office/drawing/2014/main" id="{52DD659B-14F3-4590-8124-61C50E56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33-线-0070">
            <a:extLst xmlns:a="http://schemas.openxmlformats.org/drawingml/2006/main">
              <a:ext uri="{FF2B5EF4-FFF2-40B4-BE49-F238E27FC236}">
                <a16:creationId xmlns:a16="http://schemas.microsoft.com/office/drawing/2014/main" id="{0FD66DC0-AEEA-4EE3-A061-C4DB694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33-线-0071">
            <a:extLst xmlns:a="http://schemas.openxmlformats.org/drawingml/2006/main">
              <a:ext uri="{FF2B5EF4-FFF2-40B4-BE49-F238E27FC236}">
                <a16:creationId xmlns:a16="http://schemas.microsoft.com/office/drawing/2014/main" id="{72D7E098-1AA0-44DB-A12E-563A723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33-线-0072">
            <a:extLst xmlns:a="http://schemas.openxmlformats.org/drawingml/2006/main">
              <a:ext uri="{FF2B5EF4-FFF2-40B4-BE49-F238E27FC236}">
                <a16:creationId xmlns:a16="http://schemas.microsoft.com/office/drawing/2014/main" id="{B7C2E9CB-7634-4748-9B51-C78489C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3" name="p33-线-0073">
            <a:extLst xmlns:a="http://schemas.openxmlformats.org/drawingml/2006/main">
              <a:ext uri="{FF2B5EF4-FFF2-40B4-BE49-F238E27FC236}">
                <a16:creationId xmlns:a16="http://schemas.microsoft.com/office/drawing/2014/main" id="{B8C22475-3FEF-428C-B0CE-9565F07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33-线-0074">
            <a:extLst xmlns:a="http://schemas.openxmlformats.org/drawingml/2006/main">
              <a:ext uri="{FF2B5EF4-FFF2-40B4-BE49-F238E27FC236}">
                <a16:creationId xmlns:a16="http://schemas.microsoft.com/office/drawing/2014/main" id="{EF8B0B4A-B6B0-4DFF-B19B-0E5F0693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33-线-0075">
            <a:extLst xmlns:a="http://schemas.openxmlformats.org/drawingml/2006/main">
              <a:ext uri="{FF2B5EF4-FFF2-40B4-BE49-F238E27FC236}">
                <a16:creationId xmlns:a16="http://schemas.microsoft.com/office/drawing/2014/main" id="{7C01927B-CED5-496E-8895-761167AB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6" name="p33-线-0076">
            <a:extLst xmlns:a="http://schemas.openxmlformats.org/drawingml/2006/main">
              <a:ext uri="{FF2B5EF4-FFF2-40B4-BE49-F238E27FC236}">
                <a16:creationId xmlns:a16="http://schemas.microsoft.com/office/drawing/2014/main" id="{DF949D6C-9DF8-4595-9132-EA5B499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33-线-0077">
            <a:extLst xmlns:a="http://schemas.openxmlformats.org/drawingml/2006/main">
              <a:ext uri="{FF2B5EF4-FFF2-40B4-BE49-F238E27FC236}">
                <a16:creationId xmlns:a16="http://schemas.microsoft.com/office/drawing/2014/main" id="{21091950-BA18-42E2-B4B0-B3441461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33-线-0078">
            <a:extLst xmlns:a="http://schemas.openxmlformats.org/drawingml/2006/main">
              <a:ext uri="{FF2B5EF4-FFF2-40B4-BE49-F238E27FC236}">
                <a16:creationId xmlns:a16="http://schemas.microsoft.com/office/drawing/2014/main" id="{DFD6B7D3-8DD1-4092-A0EA-E079073C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9" name="p33-线-0079">
            <a:extLst xmlns:a="http://schemas.openxmlformats.org/drawingml/2006/main">
              <a:ext uri="{FF2B5EF4-FFF2-40B4-BE49-F238E27FC236}">
                <a16:creationId xmlns:a16="http://schemas.microsoft.com/office/drawing/2014/main" id="{3FE4EA23-9962-49EA-AC74-AA188814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33-线-0080">
            <a:extLst xmlns:a="http://schemas.openxmlformats.org/drawingml/2006/main">
              <a:ext uri="{FF2B5EF4-FFF2-40B4-BE49-F238E27FC236}">
                <a16:creationId xmlns:a16="http://schemas.microsoft.com/office/drawing/2014/main" id="{892B243E-61DC-4417-8A8A-C5CCEC2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33-线-0081">
            <a:extLst xmlns:a="http://schemas.openxmlformats.org/drawingml/2006/main">
              <a:ext uri="{FF2B5EF4-FFF2-40B4-BE49-F238E27FC236}">
                <a16:creationId xmlns:a16="http://schemas.microsoft.com/office/drawing/2014/main" id="{EB6C0B6F-6883-427D-AA7F-058E1D91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2" name="p33-线-0082">
            <a:extLst xmlns:a="http://schemas.openxmlformats.org/drawingml/2006/main">
              <a:ext uri="{FF2B5EF4-FFF2-40B4-BE49-F238E27FC236}">
                <a16:creationId xmlns:a16="http://schemas.microsoft.com/office/drawing/2014/main" id="{A567BB35-2D72-4A4F-956C-CC833469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33-线-0083">
            <a:extLst xmlns:a="http://schemas.openxmlformats.org/drawingml/2006/main">
              <a:ext uri="{FF2B5EF4-FFF2-40B4-BE49-F238E27FC236}">
                <a16:creationId xmlns:a16="http://schemas.microsoft.com/office/drawing/2014/main" id="{5262E5E3-03F1-4B79-803A-98D99B71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33-线-0084">
            <a:extLst xmlns:a="http://schemas.openxmlformats.org/drawingml/2006/main">
              <a:ext uri="{FF2B5EF4-FFF2-40B4-BE49-F238E27FC236}">
                <a16:creationId xmlns:a16="http://schemas.microsoft.com/office/drawing/2014/main" id="{30965D9B-6B80-4C69-90BC-ED9E7E46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5" name="p33-线-0085">
            <a:extLst xmlns:a="http://schemas.openxmlformats.org/drawingml/2006/main">
              <a:ext uri="{FF2B5EF4-FFF2-40B4-BE49-F238E27FC236}">
                <a16:creationId xmlns:a16="http://schemas.microsoft.com/office/drawing/2014/main" id="{0B73E308-3AC7-4A5D-B127-96518D08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25266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33-线-0086">
            <a:extLst xmlns:a="http://schemas.openxmlformats.org/drawingml/2006/main">
              <a:ext uri="{FF2B5EF4-FFF2-40B4-BE49-F238E27FC236}">
                <a16:creationId xmlns:a16="http://schemas.microsoft.com/office/drawing/2014/main" id="{5DC54A9E-B0E8-45C5-9126-1E20ACCC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33-线-0087">
            <a:extLst xmlns:a="http://schemas.openxmlformats.org/drawingml/2006/main">
              <a:ext uri="{FF2B5EF4-FFF2-40B4-BE49-F238E27FC236}">
                <a16:creationId xmlns:a16="http://schemas.microsoft.com/office/drawing/2014/main" id="{AF74C7D2-13B6-4D0F-B114-7557173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25266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8" name="p33-线-0088">
            <a:extLst xmlns:a="http://schemas.openxmlformats.org/drawingml/2006/main">
              <a:ext uri="{FF2B5EF4-FFF2-40B4-BE49-F238E27FC236}">
                <a16:creationId xmlns:a16="http://schemas.microsoft.com/office/drawing/2014/main" id="{5457BEAF-C6E5-40C7-8277-38567847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266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33-线-0089">
            <a:extLst xmlns:a="http://schemas.openxmlformats.org/drawingml/2006/main">
              <a:ext uri="{FF2B5EF4-FFF2-40B4-BE49-F238E27FC236}">
                <a16:creationId xmlns:a16="http://schemas.microsoft.com/office/drawing/2014/main" id="{57921D2A-C524-40C1-8989-6565704E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33-线-0090">
            <a:extLst xmlns:a="http://schemas.openxmlformats.org/drawingml/2006/main">
              <a:ext uri="{FF2B5EF4-FFF2-40B4-BE49-F238E27FC236}">
                <a16:creationId xmlns:a16="http://schemas.microsoft.com/office/drawing/2014/main" id="{B92213C3-AC7D-4B32-A907-AC3D0C44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33-线-0091">
            <a:extLst xmlns:a="http://schemas.openxmlformats.org/drawingml/2006/main">
              <a:ext uri="{FF2B5EF4-FFF2-40B4-BE49-F238E27FC236}">
                <a16:creationId xmlns:a16="http://schemas.microsoft.com/office/drawing/2014/main" id="{07F21FC9-591D-4715-AAD0-918164D7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33-线-0092">
            <a:extLst xmlns:a="http://schemas.openxmlformats.org/drawingml/2006/main">
              <a:ext uri="{FF2B5EF4-FFF2-40B4-BE49-F238E27FC236}">
                <a16:creationId xmlns:a16="http://schemas.microsoft.com/office/drawing/2014/main" id="{1FAC91A6-779B-4CF0-8160-81F2FB0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33-线-0093">
            <a:extLst xmlns:a="http://schemas.openxmlformats.org/drawingml/2006/main">
              <a:ext uri="{FF2B5EF4-FFF2-40B4-BE49-F238E27FC236}">
                <a16:creationId xmlns:a16="http://schemas.microsoft.com/office/drawing/2014/main" id="{05FC842D-2ED0-4998-9A3A-838E9769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33-线-0094">
            <a:extLst xmlns:a="http://schemas.openxmlformats.org/drawingml/2006/main">
              <a:ext uri="{FF2B5EF4-FFF2-40B4-BE49-F238E27FC236}">
                <a16:creationId xmlns:a16="http://schemas.microsoft.com/office/drawing/2014/main" id="{656A170D-51F8-4F15-94DD-8E147ED2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33-线-0095">
            <a:extLst xmlns:a="http://schemas.openxmlformats.org/drawingml/2006/main">
              <a:ext uri="{FF2B5EF4-FFF2-40B4-BE49-F238E27FC236}">
                <a16:creationId xmlns:a16="http://schemas.microsoft.com/office/drawing/2014/main" id="{26999BE9-75FD-4F6A-8344-7F2315A9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33-线-0096">
            <a:extLst xmlns:a="http://schemas.openxmlformats.org/drawingml/2006/main">
              <a:ext uri="{FF2B5EF4-FFF2-40B4-BE49-F238E27FC236}">
                <a16:creationId xmlns:a16="http://schemas.microsoft.com/office/drawing/2014/main" id="{AFA777B5-A9EA-48E6-AC59-1A31C1BA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33-线-0097">
            <a:extLst xmlns:a="http://schemas.openxmlformats.org/drawingml/2006/main">
              <a:ext uri="{FF2B5EF4-FFF2-40B4-BE49-F238E27FC236}">
                <a16:creationId xmlns:a16="http://schemas.microsoft.com/office/drawing/2014/main" id="{14314D66-66D3-4853-9602-6E632139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33-线-0098">
            <a:extLst xmlns:a="http://schemas.openxmlformats.org/drawingml/2006/main">
              <a:ext uri="{FF2B5EF4-FFF2-40B4-BE49-F238E27FC236}">
                <a16:creationId xmlns:a16="http://schemas.microsoft.com/office/drawing/2014/main" id="{4AB19610-9906-4D0C-8E2B-C5522830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33-线-0099">
            <a:extLst xmlns:a="http://schemas.openxmlformats.org/drawingml/2006/main">
              <a:ext uri="{FF2B5EF4-FFF2-40B4-BE49-F238E27FC236}">
                <a16:creationId xmlns:a16="http://schemas.microsoft.com/office/drawing/2014/main" id="{C3E2C893-6867-4361-8807-531C68FB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33-线-0100">
            <a:extLst xmlns:a="http://schemas.openxmlformats.org/drawingml/2006/main">
              <a:ext uri="{FF2B5EF4-FFF2-40B4-BE49-F238E27FC236}">
                <a16:creationId xmlns:a16="http://schemas.microsoft.com/office/drawing/2014/main" id="{0D3975EE-C7BA-4E94-A187-730A8BEC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33-线-0101">
            <a:extLst xmlns:a="http://schemas.openxmlformats.org/drawingml/2006/main">
              <a:ext uri="{FF2B5EF4-FFF2-40B4-BE49-F238E27FC236}">
                <a16:creationId xmlns:a16="http://schemas.microsoft.com/office/drawing/2014/main" id="{F60DC3CB-4C07-43FA-833B-1CCA53F5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33-线-0102">
            <a:extLst xmlns:a="http://schemas.openxmlformats.org/drawingml/2006/main">
              <a:ext uri="{FF2B5EF4-FFF2-40B4-BE49-F238E27FC236}">
                <a16:creationId xmlns:a16="http://schemas.microsoft.com/office/drawing/2014/main" id="{19CDFFC1-AB8E-4E45-A23F-72A4BF29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33-线-0103">
            <a:extLst xmlns:a="http://schemas.openxmlformats.org/drawingml/2006/main">
              <a:ext uri="{FF2B5EF4-FFF2-40B4-BE49-F238E27FC236}">
                <a16:creationId xmlns:a16="http://schemas.microsoft.com/office/drawing/2014/main" id="{610E658B-EEB6-4207-9809-ADD0D266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4" name="p33-线-0104">
            <a:extLst xmlns:a="http://schemas.openxmlformats.org/drawingml/2006/main">
              <a:ext uri="{FF2B5EF4-FFF2-40B4-BE49-F238E27FC236}">
                <a16:creationId xmlns:a16="http://schemas.microsoft.com/office/drawing/2014/main" id="{0EBF6CD0-C07E-4A75-81CE-0B39518C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33-线-0105">
            <a:extLst xmlns:a="http://schemas.openxmlformats.org/drawingml/2006/main">
              <a:ext uri="{FF2B5EF4-FFF2-40B4-BE49-F238E27FC236}">
                <a16:creationId xmlns:a16="http://schemas.microsoft.com/office/drawing/2014/main" id="{E592234B-951A-47F9-B73D-2815075E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33-线-0106">
            <a:extLst xmlns:a="http://schemas.openxmlformats.org/drawingml/2006/main">
              <a:ext uri="{FF2B5EF4-FFF2-40B4-BE49-F238E27FC236}">
                <a16:creationId xmlns:a16="http://schemas.microsoft.com/office/drawing/2014/main" id="{BFBC69A1-43C5-403F-89B2-9D4B623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7" name="p33-线-0107">
            <a:extLst xmlns:a="http://schemas.openxmlformats.org/drawingml/2006/main">
              <a:ext uri="{FF2B5EF4-FFF2-40B4-BE49-F238E27FC236}">
                <a16:creationId xmlns:a16="http://schemas.microsoft.com/office/drawing/2014/main" id="{62149E1B-D40A-47A1-8F13-9463AFB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33-线-0108">
            <a:extLst xmlns:a="http://schemas.openxmlformats.org/drawingml/2006/main">
              <a:ext uri="{FF2B5EF4-FFF2-40B4-BE49-F238E27FC236}">
                <a16:creationId xmlns:a16="http://schemas.microsoft.com/office/drawing/2014/main" id="{727036B9-F336-4678-81C6-2215457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33-线-0109">
            <a:extLst xmlns:a="http://schemas.openxmlformats.org/drawingml/2006/main">
              <a:ext uri="{FF2B5EF4-FFF2-40B4-BE49-F238E27FC236}">
                <a16:creationId xmlns:a16="http://schemas.microsoft.com/office/drawing/2014/main" id="{3F77E07B-B3E6-4D25-A06D-875470A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0" name="p33-线-0110">
            <a:extLst xmlns:a="http://schemas.openxmlformats.org/drawingml/2006/main">
              <a:ext uri="{FF2B5EF4-FFF2-40B4-BE49-F238E27FC236}">
                <a16:creationId xmlns:a16="http://schemas.microsoft.com/office/drawing/2014/main" id="{D7C2DE91-8AD5-46D5-A67F-2503EC9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33-线-0111">
            <a:extLst xmlns:a="http://schemas.openxmlformats.org/drawingml/2006/main">
              <a:ext uri="{FF2B5EF4-FFF2-40B4-BE49-F238E27FC236}">
                <a16:creationId xmlns:a16="http://schemas.microsoft.com/office/drawing/2014/main" id="{74A3DF33-4483-4E80-8A49-98BC978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33-线-0112">
            <a:extLst xmlns:a="http://schemas.openxmlformats.org/drawingml/2006/main">
              <a:ext uri="{FF2B5EF4-FFF2-40B4-BE49-F238E27FC236}">
                <a16:creationId xmlns:a16="http://schemas.microsoft.com/office/drawing/2014/main" id="{5909CF40-BA61-4BDA-873E-F3381654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3" name="p33-线-0113">
            <a:extLst xmlns:a="http://schemas.openxmlformats.org/drawingml/2006/main">
              <a:ext uri="{FF2B5EF4-FFF2-40B4-BE49-F238E27FC236}">
                <a16:creationId xmlns:a16="http://schemas.microsoft.com/office/drawing/2014/main" id="{AFAE76C6-4D69-462D-85DD-DB06BDF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33-线-0114">
            <a:extLst xmlns:a="http://schemas.openxmlformats.org/drawingml/2006/main">
              <a:ext uri="{FF2B5EF4-FFF2-40B4-BE49-F238E27FC236}">
                <a16:creationId xmlns:a16="http://schemas.microsoft.com/office/drawing/2014/main" id="{FC5555BF-24E2-4899-AFCB-F21BE7A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33-线-0115">
            <a:extLst xmlns:a="http://schemas.openxmlformats.org/drawingml/2006/main">
              <a:ext uri="{FF2B5EF4-FFF2-40B4-BE49-F238E27FC236}">
                <a16:creationId xmlns:a16="http://schemas.microsoft.com/office/drawing/2014/main" id="{9C4E952C-B3AD-4903-BC66-0B987D0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6" name="p33-线-0116">
            <a:extLst xmlns:a="http://schemas.openxmlformats.org/drawingml/2006/main">
              <a:ext uri="{FF2B5EF4-FFF2-40B4-BE49-F238E27FC236}">
                <a16:creationId xmlns:a16="http://schemas.microsoft.com/office/drawing/2014/main" id="{6F19B67B-F222-4FE3-962F-B66600BB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55270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33-线-0117">
            <a:extLst xmlns:a="http://schemas.openxmlformats.org/drawingml/2006/main">
              <a:ext uri="{FF2B5EF4-FFF2-40B4-BE49-F238E27FC236}">
                <a16:creationId xmlns:a16="http://schemas.microsoft.com/office/drawing/2014/main" id="{35ECB029-C70B-4DEF-B358-15FCCD0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33-线-0118">
            <a:extLst xmlns:a="http://schemas.openxmlformats.org/drawingml/2006/main">
              <a:ext uri="{FF2B5EF4-FFF2-40B4-BE49-F238E27FC236}">
                <a16:creationId xmlns:a16="http://schemas.microsoft.com/office/drawing/2014/main" id="{81238866-77A0-4CF7-8A38-E585EAC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552700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9" name="p33-线-0119">
            <a:extLst xmlns:a="http://schemas.openxmlformats.org/drawingml/2006/main">
              <a:ext uri="{FF2B5EF4-FFF2-40B4-BE49-F238E27FC236}">
                <a16:creationId xmlns:a16="http://schemas.microsoft.com/office/drawing/2014/main" id="{20402D4E-7705-4F16-9732-49B6F93A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33-线-0120">
            <a:extLst xmlns:a="http://schemas.openxmlformats.org/drawingml/2006/main">
              <a:ext uri="{FF2B5EF4-FFF2-40B4-BE49-F238E27FC236}">
                <a16:creationId xmlns:a16="http://schemas.microsoft.com/office/drawing/2014/main" id="{6FE20744-4890-4966-9F6C-4FED9E70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33-线-0121">
            <a:extLst xmlns:a="http://schemas.openxmlformats.org/drawingml/2006/main">
              <a:ext uri="{FF2B5EF4-FFF2-40B4-BE49-F238E27FC236}">
                <a16:creationId xmlns:a16="http://schemas.microsoft.com/office/drawing/2014/main" id="{1C0807EB-3420-418E-B4B9-D1CFB249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33-线-0122">
            <a:extLst xmlns:a="http://schemas.openxmlformats.org/drawingml/2006/main">
              <a:ext uri="{FF2B5EF4-FFF2-40B4-BE49-F238E27FC236}">
                <a16:creationId xmlns:a16="http://schemas.microsoft.com/office/drawing/2014/main" id="{37F1FD32-9A0A-4983-8199-D184DFA1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33-线-0123">
            <a:extLst xmlns:a="http://schemas.openxmlformats.org/drawingml/2006/main">
              <a:ext uri="{FF2B5EF4-FFF2-40B4-BE49-F238E27FC236}">
                <a16:creationId xmlns:a16="http://schemas.microsoft.com/office/drawing/2014/main" id="{0F5C39EA-D45F-48B5-A46A-21076D6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33-线-0124">
            <a:extLst xmlns:a="http://schemas.openxmlformats.org/drawingml/2006/main">
              <a:ext uri="{FF2B5EF4-FFF2-40B4-BE49-F238E27FC236}">
                <a16:creationId xmlns:a16="http://schemas.microsoft.com/office/drawing/2014/main" id="{CF04B4DC-7999-414D-AF9D-ED416DF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33-线-0125">
            <a:extLst xmlns:a="http://schemas.openxmlformats.org/drawingml/2006/main">
              <a:ext uri="{FF2B5EF4-FFF2-40B4-BE49-F238E27FC236}">
                <a16:creationId xmlns:a16="http://schemas.microsoft.com/office/drawing/2014/main" id="{8740CB88-F6C3-4574-B352-133673D7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33-线-0126">
            <a:extLst xmlns:a="http://schemas.openxmlformats.org/drawingml/2006/main">
              <a:ext uri="{FF2B5EF4-FFF2-40B4-BE49-F238E27FC236}">
                <a16:creationId xmlns:a16="http://schemas.microsoft.com/office/drawing/2014/main" id="{9A0A3469-24EC-41C8-BFA1-F9ABFDC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33-线-0127">
            <a:extLst xmlns:a="http://schemas.openxmlformats.org/drawingml/2006/main">
              <a:ext uri="{FF2B5EF4-FFF2-40B4-BE49-F238E27FC236}">
                <a16:creationId xmlns:a16="http://schemas.microsoft.com/office/drawing/2014/main" id="{57E30BFB-475F-4E12-B5AC-2599E8E0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33-线-0128">
            <a:extLst xmlns:a="http://schemas.openxmlformats.org/drawingml/2006/main">
              <a:ext uri="{FF2B5EF4-FFF2-40B4-BE49-F238E27FC236}">
                <a16:creationId xmlns:a16="http://schemas.microsoft.com/office/drawing/2014/main" id="{2A0379F0-6505-4F9B-B69F-07081E7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33-线-0129">
            <a:extLst xmlns:a="http://schemas.openxmlformats.org/drawingml/2006/main">
              <a:ext uri="{FF2B5EF4-FFF2-40B4-BE49-F238E27FC236}">
                <a16:creationId xmlns:a16="http://schemas.microsoft.com/office/drawing/2014/main" id="{0A91969E-FB09-432F-8E7E-61BC9A2B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33-线-0130">
            <a:extLst xmlns:a="http://schemas.openxmlformats.org/drawingml/2006/main">
              <a:ext uri="{FF2B5EF4-FFF2-40B4-BE49-F238E27FC236}">
                <a16:creationId xmlns:a16="http://schemas.microsoft.com/office/drawing/2014/main" id="{4062F9DD-07EB-414E-879F-DDCC07EA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33-线-0131">
            <a:extLst xmlns:a="http://schemas.openxmlformats.org/drawingml/2006/main">
              <a:ext uri="{FF2B5EF4-FFF2-40B4-BE49-F238E27FC236}">
                <a16:creationId xmlns:a16="http://schemas.microsoft.com/office/drawing/2014/main" id="{0AC38FCE-D91B-46F6-B6EC-20249D9D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33-线-0132">
            <a:extLst xmlns:a="http://schemas.openxmlformats.org/drawingml/2006/main">
              <a:ext uri="{FF2B5EF4-FFF2-40B4-BE49-F238E27FC236}">
                <a16:creationId xmlns:a16="http://schemas.microsoft.com/office/drawing/2014/main" id="{A8FCA5C8-C486-4086-8BB9-ACF22EE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33-线-0133">
            <a:extLst xmlns:a="http://schemas.openxmlformats.org/drawingml/2006/main">
              <a:ext uri="{FF2B5EF4-FFF2-40B4-BE49-F238E27FC236}">
                <a16:creationId xmlns:a16="http://schemas.microsoft.com/office/drawing/2014/main" id="{92C58C65-9BED-49A9-9DDC-BBB6ED9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33-线-0134">
            <a:extLst xmlns:a="http://schemas.openxmlformats.org/drawingml/2006/main">
              <a:ext uri="{FF2B5EF4-FFF2-40B4-BE49-F238E27FC236}">
                <a16:creationId xmlns:a16="http://schemas.microsoft.com/office/drawing/2014/main" id="{AC08CEEC-1917-4532-8753-48EA570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5" name="p33-线-0135">
            <a:extLst xmlns:a="http://schemas.openxmlformats.org/drawingml/2006/main">
              <a:ext uri="{FF2B5EF4-FFF2-40B4-BE49-F238E27FC236}">
                <a16:creationId xmlns:a16="http://schemas.microsoft.com/office/drawing/2014/main" id="{054DB447-CFB0-4828-86B3-747BFD46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33-线-0136">
            <a:extLst xmlns:a="http://schemas.openxmlformats.org/drawingml/2006/main">
              <a:ext uri="{FF2B5EF4-FFF2-40B4-BE49-F238E27FC236}">
                <a16:creationId xmlns:a16="http://schemas.microsoft.com/office/drawing/2014/main" id="{6D94F653-87D6-48D5-8BB1-C28D4B5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33-线-0137">
            <a:extLst xmlns:a="http://schemas.openxmlformats.org/drawingml/2006/main">
              <a:ext uri="{FF2B5EF4-FFF2-40B4-BE49-F238E27FC236}">
                <a16:creationId xmlns:a16="http://schemas.microsoft.com/office/drawing/2014/main" id="{4E454E17-2552-4938-9CA3-0BDD6200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8" name="p33-线-0138">
            <a:extLst xmlns:a="http://schemas.openxmlformats.org/drawingml/2006/main">
              <a:ext uri="{FF2B5EF4-FFF2-40B4-BE49-F238E27FC236}">
                <a16:creationId xmlns:a16="http://schemas.microsoft.com/office/drawing/2014/main" id="{FEBE2667-10A1-4C2F-9949-444DAB0E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33-线-0139">
            <a:extLst xmlns:a="http://schemas.openxmlformats.org/drawingml/2006/main">
              <a:ext uri="{FF2B5EF4-FFF2-40B4-BE49-F238E27FC236}">
                <a16:creationId xmlns:a16="http://schemas.microsoft.com/office/drawing/2014/main" id="{BDAD4212-9D41-41FD-AEBB-0144FA5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33-线-0140">
            <a:extLst xmlns:a="http://schemas.openxmlformats.org/drawingml/2006/main">
              <a:ext uri="{FF2B5EF4-FFF2-40B4-BE49-F238E27FC236}">
                <a16:creationId xmlns:a16="http://schemas.microsoft.com/office/drawing/2014/main" id="{9CB66AC8-44A9-4B4A-A5DD-685E3DF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1" name="p33-线-0141">
            <a:extLst xmlns:a="http://schemas.openxmlformats.org/drawingml/2006/main">
              <a:ext uri="{FF2B5EF4-FFF2-40B4-BE49-F238E27FC236}">
                <a16:creationId xmlns:a16="http://schemas.microsoft.com/office/drawing/2014/main" id="{0A2BE042-792B-426C-98CB-A64A4661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33-线-0142">
            <a:extLst xmlns:a="http://schemas.openxmlformats.org/drawingml/2006/main">
              <a:ext uri="{FF2B5EF4-FFF2-40B4-BE49-F238E27FC236}">
                <a16:creationId xmlns:a16="http://schemas.microsoft.com/office/drawing/2014/main" id="{E2B72E94-2A3E-4C56-AE31-84CF74C6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33-线-0143">
            <a:extLst xmlns:a="http://schemas.openxmlformats.org/drawingml/2006/main">
              <a:ext uri="{FF2B5EF4-FFF2-40B4-BE49-F238E27FC236}">
                <a16:creationId xmlns:a16="http://schemas.microsoft.com/office/drawing/2014/main" id="{2AE040EC-4850-421D-8076-9BD6D93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4" name="p33-线-0144">
            <a:extLst xmlns:a="http://schemas.openxmlformats.org/drawingml/2006/main">
              <a:ext uri="{FF2B5EF4-FFF2-40B4-BE49-F238E27FC236}">
                <a16:creationId xmlns:a16="http://schemas.microsoft.com/office/drawing/2014/main" id="{8C845233-624E-42E0-8ACD-6DF3D9E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33-线-0145">
            <a:extLst xmlns:a="http://schemas.openxmlformats.org/drawingml/2006/main">
              <a:ext uri="{FF2B5EF4-FFF2-40B4-BE49-F238E27FC236}">
                <a16:creationId xmlns:a16="http://schemas.microsoft.com/office/drawing/2014/main" id="{E5DD25FE-05CA-4F29-A23C-C95B7480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33-线-0146">
            <a:extLst xmlns:a="http://schemas.openxmlformats.org/drawingml/2006/main">
              <a:ext uri="{FF2B5EF4-FFF2-40B4-BE49-F238E27FC236}">
                <a16:creationId xmlns:a16="http://schemas.microsoft.com/office/drawing/2014/main" id="{261A62BF-4A3C-4041-A8D9-D399A9F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7" name="p33-线-0147">
            <a:extLst xmlns:a="http://schemas.openxmlformats.org/drawingml/2006/main">
              <a:ext uri="{FF2B5EF4-FFF2-40B4-BE49-F238E27FC236}">
                <a16:creationId xmlns:a16="http://schemas.microsoft.com/office/drawing/2014/main" id="{945A01CE-4924-4F62-ADDD-6F56ED2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852738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33-线-0148">
            <a:extLst xmlns:a="http://schemas.openxmlformats.org/drawingml/2006/main">
              <a:ext uri="{FF2B5EF4-FFF2-40B4-BE49-F238E27FC236}">
                <a16:creationId xmlns:a16="http://schemas.microsoft.com/office/drawing/2014/main" id="{AEBB6F84-C761-4D6A-B996-34D00E2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33-线-0149">
            <a:extLst xmlns:a="http://schemas.openxmlformats.org/drawingml/2006/main">
              <a:ext uri="{FF2B5EF4-FFF2-40B4-BE49-F238E27FC236}">
                <a16:creationId xmlns:a16="http://schemas.microsoft.com/office/drawing/2014/main" id="{269ED9F3-2231-44A7-9A1D-8CBBABE9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852738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0" name="p33-线-0150">
            <a:extLst xmlns:a="http://schemas.openxmlformats.org/drawingml/2006/main">
              <a:ext uri="{FF2B5EF4-FFF2-40B4-BE49-F238E27FC236}">
                <a16:creationId xmlns:a16="http://schemas.microsoft.com/office/drawing/2014/main" id="{410A098D-7BEC-484C-9FC3-D7408A5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2738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33-线-0151">
            <a:extLst xmlns:a="http://schemas.openxmlformats.org/drawingml/2006/main">
              <a:ext uri="{FF2B5EF4-FFF2-40B4-BE49-F238E27FC236}">
                <a16:creationId xmlns:a16="http://schemas.microsoft.com/office/drawing/2014/main" id="{3DA86073-46FC-48D0-B0E2-23A5FFDF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33-线-0152">
            <a:extLst xmlns:a="http://schemas.openxmlformats.org/drawingml/2006/main">
              <a:ext uri="{FF2B5EF4-FFF2-40B4-BE49-F238E27FC236}">
                <a16:creationId xmlns:a16="http://schemas.microsoft.com/office/drawing/2014/main" id="{650170B9-A6C0-4400-B9A1-4F1E99B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33-线-0153">
            <a:extLst xmlns:a="http://schemas.openxmlformats.org/drawingml/2006/main">
              <a:ext uri="{FF2B5EF4-FFF2-40B4-BE49-F238E27FC236}">
                <a16:creationId xmlns:a16="http://schemas.microsoft.com/office/drawing/2014/main" id="{DB9103BE-BCD8-4828-94FE-F47D62B8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33-线-0154">
            <a:extLst xmlns:a="http://schemas.openxmlformats.org/drawingml/2006/main">
              <a:ext uri="{FF2B5EF4-FFF2-40B4-BE49-F238E27FC236}">
                <a16:creationId xmlns:a16="http://schemas.microsoft.com/office/drawing/2014/main" id="{019A3392-6822-468D-BB4E-E47940D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33-线-0155">
            <a:extLst xmlns:a="http://schemas.openxmlformats.org/drawingml/2006/main">
              <a:ext uri="{FF2B5EF4-FFF2-40B4-BE49-F238E27FC236}">
                <a16:creationId xmlns:a16="http://schemas.microsoft.com/office/drawing/2014/main" id="{F1C1ED55-F61B-4179-AD88-3896D42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33-线-0156">
            <a:extLst xmlns:a="http://schemas.openxmlformats.org/drawingml/2006/main">
              <a:ext uri="{FF2B5EF4-FFF2-40B4-BE49-F238E27FC236}">
                <a16:creationId xmlns:a16="http://schemas.microsoft.com/office/drawing/2014/main" id="{3DE42030-3A54-4F8F-9B1B-D70A6F6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33-线-0157">
            <a:extLst xmlns:a="http://schemas.openxmlformats.org/drawingml/2006/main">
              <a:ext uri="{FF2B5EF4-FFF2-40B4-BE49-F238E27FC236}">
                <a16:creationId xmlns:a16="http://schemas.microsoft.com/office/drawing/2014/main" id="{1F24C1D1-EBC5-4D74-BFE9-E5AFE4C1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33-线-0158">
            <a:extLst xmlns:a="http://schemas.openxmlformats.org/drawingml/2006/main">
              <a:ext uri="{FF2B5EF4-FFF2-40B4-BE49-F238E27FC236}">
                <a16:creationId xmlns:a16="http://schemas.microsoft.com/office/drawing/2014/main" id="{76B1E644-032F-4E8A-8CDB-C203AB54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33-线-0159">
            <a:extLst xmlns:a="http://schemas.openxmlformats.org/drawingml/2006/main">
              <a:ext uri="{FF2B5EF4-FFF2-40B4-BE49-F238E27FC236}">
                <a16:creationId xmlns:a16="http://schemas.microsoft.com/office/drawing/2014/main" id="{EDC2E75A-AA7F-4610-A6C8-880FA1DB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33-线-0160">
            <a:extLst xmlns:a="http://schemas.openxmlformats.org/drawingml/2006/main">
              <a:ext uri="{FF2B5EF4-FFF2-40B4-BE49-F238E27FC236}">
                <a16:creationId xmlns:a16="http://schemas.microsoft.com/office/drawing/2014/main" id="{0E3D046B-A772-465A-BC25-A328846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33-线-0161">
            <a:extLst xmlns:a="http://schemas.openxmlformats.org/drawingml/2006/main">
              <a:ext uri="{FF2B5EF4-FFF2-40B4-BE49-F238E27FC236}">
                <a16:creationId xmlns:a16="http://schemas.microsoft.com/office/drawing/2014/main" id="{2C62A035-B290-4592-B0FD-07F6EF10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33-线-0162">
            <a:extLst xmlns:a="http://schemas.openxmlformats.org/drawingml/2006/main">
              <a:ext uri="{FF2B5EF4-FFF2-40B4-BE49-F238E27FC236}">
                <a16:creationId xmlns:a16="http://schemas.microsoft.com/office/drawing/2014/main" id="{21C8907D-C510-4394-8269-C67A1B4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33-线-0163">
            <a:extLst xmlns:a="http://schemas.openxmlformats.org/drawingml/2006/main">
              <a:ext uri="{FF2B5EF4-FFF2-40B4-BE49-F238E27FC236}">
                <a16:creationId xmlns:a16="http://schemas.microsoft.com/office/drawing/2014/main" id="{9AE81669-5ECB-488B-AAEF-CA0C17FB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33-线-0164">
            <a:extLst xmlns:a="http://schemas.openxmlformats.org/drawingml/2006/main">
              <a:ext uri="{FF2B5EF4-FFF2-40B4-BE49-F238E27FC236}">
                <a16:creationId xmlns:a16="http://schemas.microsoft.com/office/drawing/2014/main" id="{E21EC17D-A278-4DEF-9067-8ED40EB7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33-线-0165">
            <a:extLst xmlns:a="http://schemas.openxmlformats.org/drawingml/2006/main">
              <a:ext uri="{FF2B5EF4-FFF2-40B4-BE49-F238E27FC236}">
                <a16:creationId xmlns:a16="http://schemas.microsoft.com/office/drawing/2014/main" id="{42F45C09-99F9-4AC9-9793-7544032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6" name="p33-线-0166">
            <a:extLst xmlns:a="http://schemas.openxmlformats.org/drawingml/2006/main">
              <a:ext uri="{FF2B5EF4-FFF2-40B4-BE49-F238E27FC236}">
                <a16:creationId xmlns:a16="http://schemas.microsoft.com/office/drawing/2014/main" id="{BF650C5F-4C38-4482-AB19-08D383F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33-线-0167">
            <a:extLst xmlns:a="http://schemas.openxmlformats.org/drawingml/2006/main">
              <a:ext uri="{FF2B5EF4-FFF2-40B4-BE49-F238E27FC236}">
                <a16:creationId xmlns:a16="http://schemas.microsoft.com/office/drawing/2014/main" id="{8BA7C948-F7E2-487D-8DBC-8A88FD10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33-线-0168">
            <a:extLst xmlns:a="http://schemas.openxmlformats.org/drawingml/2006/main">
              <a:ext uri="{FF2B5EF4-FFF2-40B4-BE49-F238E27FC236}">
                <a16:creationId xmlns:a16="http://schemas.microsoft.com/office/drawing/2014/main" id="{D1C0E1CB-39E5-437F-87B7-A4E93CC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9" name="p33-线-0169">
            <a:extLst xmlns:a="http://schemas.openxmlformats.org/drawingml/2006/main">
              <a:ext uri="{FF2B5EF4-FFF2-40B4-BE49-F238E27FC236}">
                <a16:creationId xmlns:a16="http://schemas.microsoft.com/office/drawing/2014/main" id="{22550516-BE75-48CC-BCA5-A0CB2DBF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33-线-0170">
            <a:extLst xmlns:a="http://schemas.openxmlformats.org/drawingml/2006/main">
              <a:ext uri="{FF2B5EF4-FFF2-40B4-BE49-F238E27FC236}">
                <a16:creationId xmlns:a16="http://schemas.microsoft.com/office/drawing/2014/main" id="{D980D9D9-D152-4930-904E-01DEA00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33-线-0171">
            <a:extLst xmlns:a="http://schemas.openxmlformats.org/drawingml/2006/main">
              <a:ext uri="{FF2B5EF4-FFF2-40B4-BE49-F238E27FC236}">
                <a16:creationId xmlns:a16="http://schemas.microsoft.com/office/drawing/2014/main" id="{5577E79F-A58D-4C7C-BD8E-FE6D5C6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2" name="p33-线-0172">
            <a:extLst xmlns:a="http://schemas.openxmlformats.org/drawingml/2006/main">
              <a:ext uri="{FF2B5EF4-FFF2-40B4-BE49-F238E27FC236}">
                <a16:creationId xmlns:a16="http://schemas.microsoft.com/office/drawing/2014/main" id="{44CE9FFA-DEA9-4D8C-8212-87F1180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33-线-0173">
            <a:extLst xmlns:a="http://schemas.openxmlformats.org/drawingml/2006/main">
              <a:ext uri="{FF2B5EF4-FFF2-40B4-BE49-F238E27FC236}">
                <a16:creationId xmlns:a16="http://schemas.microsoft.com/office/drawing/2014/main" id="{B09C8AB8-864E-4FB4-A402-10F0712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33-线-0174">
            <a:extLst xmlns:a="http://schemas.openxmlformats.org/drawingml/2006/main">
              <a:ext uri="{FF2B5EF4-FFF2-40B4-BE49-F238E27FC236}">
                <a16:creationId xmlns:a16="http://schemas.microsoft.com/office/drawing/2014/main" id="{0C6A805C-D5D6-4E81-AE8F-927F7CC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5" name="p33-线-0175">
            <a:extLst xmlns:a="http://schemas.openxmlformats.org/drawingml/2006/main">
              <a:ext uri="{FF2B5EF4-FFF2-40B4-BE49-F238E27FC236}">
                <a16:creationId xmlns:a16="http://schemas.microsoft.com/office/drawing/2014/main" id="{9E50F3C5-70E1-4F84-AE83-8F863A09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33-线-0176">
            <a:extLst xmlns:a="http://schemas.openxmlformats.org/drawingml/2006/main">
              <a:ext uri="{FF2B5EF4-FFF2-40B4-BE49-F238E27FC236}">
                <a16:creationId xmlns:a16="http://schemas.microsoft.com/office/drawing/2014/main" id="{FB336B1E-6A0C-40D5-A856-AB55AE0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33-线-0177">
            <a:extLst xmlns:a="http://schemas.openxmlformats.org/drawingml/2006/main">
              <a:ext uri="{FF2B5EF4-FFF2-40B4-BE49-F238E27FC236}">
                <a16:creationId xmlns:a16="http://schemas.microsoft.com/office/drawing/2014/main" id="{0217DC84-4E5E-49DE-8E5B-286287B8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8" name="p33-线-0178">
            <a:extLst xmlns:a="http://schemas.openxmlformats.org/drawingml/2006/main">
              <a:ext uri="{FF2B5EF4-FFF2-40B4-BE49-F238E27FC236}">
                <a16:creationId xmlns:a16="http://schemas.microsoft.com/office/drawing/2014/main" id="{8C7B7657-3560-4CD0-9827-5B79960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152775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33-线-0179">
            <a:extLst xmlns:a="http://schemas.openxmlformats.org/drawingml/2006/main">
              <a:ext uri="{FF2B5EF4-FFF2-40B4-BE49-F238E27FC236}">
                <a16:creationId xmlns:a16="http://schemas.microsoft.com/office/drawing/2014/main" id="{1C382C85-0EA4-4F87-B623-07683751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33-线-0180">
            <a:extLst xmlns:a="http://schemas.openxmlformats.org/drawingml/2006/main">
              <a:ext uri="{FF2B5EF4-FFF2-40B4-BE49-F238E27FC236}">
                <a16:creationId xmlns:a16="http://schemas.microsoft.com/office/drawing/2014/main" id="{8BC91E5F-46FC-402E-A93F-D7301A3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152775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1" name="p33-线-0181">
            <a:extLst xmlns:a="http://schemas.openxmlformats.org/drawingml/2006/main">
              <a:ext uri="{FF2B5EF4-FFF2-40B4-BE49-F238E27FC236}">
                <a16:creationId xmlns:a16="http://schemas.microsoft.com/office/drawing/2014/main" id="{523E654D-4C07-4C64-97B4-2681F65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52775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33-线-0182">
            <a:extLst xmlns:a="http://schemas.openxmlformats.org/drawingml/2006/main">
              <a:ext uri="{FF2B5EF4-FFF2-40B4-BE49-F238E27FC236}">
                <a16:creationId xmlns:a16="http://schemas.microsoft.com/office/drawing/2014/main" id="{A8DE39C4-771C-4B3B-A878-C1D33204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33-线-0183">
            <a:extLst xmlns:a="http://schemas.openxmlformats.org/drawingml/2006/main">
              <a:ext uri="{FF2B5EF4-FFF2-40B4-BE49-F238E27FC236}">
                <a16:creationId xmlns:a16="http://schemas.microsoft.com/office/drawing/2014/main" id="{96EBE530-C70B-4646-8DFA-429B8C8B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33-线-0184">
            <a:extLst xmlns:a="http://schemas.openxmlformats.org/drawingml/2006/main">
              <a:ext uri="{FF2B5EF4-FFF2-40B4-BE49-F238E27FC236}">
                <a16:creationId xmlns:a16="http://schemas.microsoft.com/office/drawing/2014/main" id="{E4E109D4-1055-49C8-BB9C-13D7675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33-线-0185">
            <a:extLst xmlns:a="http://schemas.openxmlformats.org/drawingml/2006/main">
              <a:ext uri="{FF2B5EF4-FFF2-40B4-BE49-F238E27FC236}">
                <a16:creationId xmlns:a16="http://schemas.microsoft.com/office/drawing/2014/main" id="{EF2E7D25-BC99-4D55-A13A-E7609A23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33-线-0186">
            <a:extLst xmlns:a="http://schemas.openxmlformats.org/drawingml/2006/main">
              <a:ext uri="{FF2B5EF4-FFF2-40B4-BE49-F238E27FC236}">
                <a16:creationId xmlns:a16="http://schemas.microsoft.com/office/drawing/2014/main" id="{22482869-4DA2-4963-8A73-43B5FB6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33-线-0187">
            <a:extLst xmlns:a="http://schemas.openxmlformats.org/drawingml/2006/main">
              <a:ext uri="{FF2B5EF4-FFF2-40B4-BE49-F238E27FC236}">
                <a16:creationId xmlns:a16="http://schemas.microsoft.com/office/drawing/2014/main" id="{F1D1CBF8-958A-4241-B4ED-4512A15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33-线-0188">
            <a:extLst xmlns:a="http://schemas.openxmlformats.org/drawingml/2006/main">
              <a:ext uri="{FF2B5EF4-FFF2-40B4-BE49-F238E27FC236}">
                <a16:creationId xmlns:a16="http://schemas.microsoft.com/office/drawing/2014/main" id="{8A85F452-519E-4F75-9601-DC78CC84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33-线-0189">
            <a:extLst xmlns:a="http://schemas.openxmlformats.org/drawingml/2006/main">
              <a:ext uri="{FF2B5EF4-FFF2-40B4-BE49-F238E27FC236}">
                <a16:creationId xmlns:a16="http://schemas.microsoft.com/office/drawing/2014/main" id="{A899F180-4248-4101-A5FC-C69FA8B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33-线-0190">
            <a:extLst xmlns:a="http://schemas.openxmlformats.org/drawingml/2006/main">
              <a:ext uri="{FF2B5EF4-FFF2-40B4-BE49-F238E27FC236}">
                <a16:creationId xmlns:a16="http://schemas.microsoft.com/office/drawing/2014/main" id="{EE5D6A45-C6DE-4523-9FF7-A4F0EF2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33-线-0191">
            <a:extLst xmlns:a="http://schemas.openxmlformats.org/drawingml/2006/main">
              <a:ext uri="{FF2B5EF4-FFF2-40B4-BE49-F238E27FC236}">
                <a16:creationId xmlns:a16="http://schemas.microsoft.com/office/drawing/2014/main" id="{A6C51CD3-434A-467D-94B3-535D261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33-线-0192">
            <a:extLst xmlns:a="http://schemas.openxmlformats.org/drawingml/2006/main">
              <a:ext uri="{FF2B5EF4-FFF2-40B4-BE49-F238E27FC236}">
                <a16:creationId xmlns:a16="http://schemas.microsoft.com/office/drawing/2014/main" id="{1B77B9FF-0EBD-47B4-B49F-EBEB1592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33-线-0193">
            <a:extLst xmlns:a="http://schemas.openxmlformats.org/drawingml/2006/main">
              <a:ext uri="{FF2B5EF4-FFF2-40B4-BE49-F238E27FC236}">
                <a16:creationId xmlns:a16="http://schemas.microsoft.com/office/drawing/2014/main" id="{4B567C8F-5028-45CF-A6AA-3171359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33-线-0194">
            <a:extLst xmlns:a="http://schemas.openxmlformats.org/drawingml/2006/main">
              <a:ext uri="{FF2B5EF4-FFF2-40B4-BE49-F238E27FC236}">
                <a16:creationId xmlns:a16="http://schemas.microsoft.com/office/drawing/2014/main" id="{BCCF5C49-9620-4AC7-B063-1F23958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33-线-0195">
            <a:extLst xmlns:a="http://schemas.openxmlformats.org/drawingml/2006/main">
              <a:ext uri="{FF2B5EF4-FFF2-40B4-BE49-F238E27FC236}">
                <a16:creationId xmlns:a16="http://schemas.microsoft.com/office/drawing/2014/main" id="{DB981C10-3620-42EA-AF85-8D5CF3B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33-线-0196">
            <a:extLst xmlns:a="http://schemas.openxmlformats.org/drawingml/2006/main">
              <a:ext uri="{FF2B5EF4-FFF2-40B4-BE49-F238E27FC236}">
                <a16:creationId xmlns:a16="http://schemas.microsoft.com/office/drawing/2014/main" id="{8158C77C-6984-46BE-94CD-BEDB1257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7" name="p33-线-0197">
            <a:extLst xmlns:a="http://schemas.openxmlformats.org/drawingml/2006/main">
              <a:ext uri="{FF2B5EF4-FFF2-40B4-BE49-F238E27FC236}">
                <a16:creationId xmlns:a16="http://schemas.microsoft.com/office/drawing/2014/main" id="{A685A9B2-21A7-4A59-A8AF-DB8422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33-线-0198">
            <a:extLst xmlns:a="http://schemas.openxmlformats.org/drawingml/2006/main">
              <a:ext uri="{FF2B5EF4-FFF2-40B4-BE49-F238E27FC236}">
                <a16:creationId xmlns:a16="http://schemas.microsoft.com/office/drawing/2014/main" id="{6683655F-CBD5-4F19-AFD9-BB8F056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33-线-0199">
            <a:extLst xmlns:a="http://schemas.openxmlformats.org/drawingml/2006/main">
              <a:ext uri="{FF2B5EF4-FFF2-40B4-BE49-F238E27FC236}">
                <a16:creationId xmlns:a16="http://schemas.microsoft.com/office/drawing/2014/main" id="{A7AEDC87-C49B-4106-B042-7941D09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0" name="p33-线-0200">
            <a:extLst xmlns:a="http://schemas.openxmlformats.org/drawingml/2006/main">
              <a:ext uri="{FF2B5EF4-FFF2-40B4-BE49-F238E27FC236}">
                <a16:creationId xmlns:a16="http://schemas.microsoft.com/office/drawing/2014/main" id="{BE1B7997-573D-4B50-A654-FAA712A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33-线-0201">
            <a:extLst xmlns:a="http://schemas.openxmlformats.org/drawingml/2006/main">
              <a:ext uri="{FF2B5EF4-FFF2-40B4-BE49-F238E27FC236}">
                <a16:creationId xmlns:a16="http://schemas.microsoft.com/office/drawing/2014/main" id="{E5D56D64-0D0C-404C-8FC7-169220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33-线-0202">
            <a:extLst xmlns:a="http://schemas.openxmlformats.org/drawingml/2006/main">
              <a:ext uri="{FF2B5EF4-FFF2-40B4-BE49-F238E27FC236}">
                <a16:creationId xmlns:a16="http://schemas.microsoft.com/office/drawing/2014/main" id="{549D0B6F-0A33-4F3B-890B-D954285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3" name="p33-线-0203">
            <a:extLst xmlns:a="http://schemas.openxmlformats.org/drawingml/2006/main">
              <a:ext uri="{FF2B5EF4-FFF2-40B4-BE49-F238E27FC236}">
                <a16:creationId xmlns:a16="http://schemas.microsoft.com/office/drawing/2014/main" id="{5033AE6B-DBD5-4311-9FFE-7737BF81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33-线-0204">
            <a:extLst xmlns:a="http://schemas.openxmlformats.org/drawingml/2006/main">
              <a:ext uri="{FF2B5EF4-FFF2-40B4-BE49-F238E27FC236}">
                <a16:creationId xmlns:a16="http://schemas.microsoft.com/office/drawing/2014/main" id="{547B2870-1660-4AB8-B1FF-7644D69F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33-线-0205">
            <a:extLst xmlns:a="http://schemas.openxmlformats.org/drawingml/2006/main">
              <a:ext uri="{FF2B5EF4-FFF2-40B4-BE49-F238E27FC236}">
                <a16:creationId xmlns:a16="http://schemas.microsoft.com/office/drawing/2014/main" id="{8DA84548-8C3B-4D96-B909-BC27748E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6" name="p33-线-0206">
            <a:extLst xmlns:a="http://schemas.openxmlformats.org/drawingml/2006/main">
              <a:ext uri="{FF2B5EF4-FFF2-40B4-BE49-F238E27FC236}">
                <a16:creationId xmlns:a16="http://schemas.microsoft.com/office/drawing/2014/main" id="{63D85E62-632E-4513-B1A7-12E98E3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33-线-0207">
            <a:extLst xmlns:a="http://schemas.openxmlformats.org/drawingml/2006/main">
              <a:ext uri="{FF2B5EF4-FFF2-40B4-BE49-F238E27FC236}">
                <a16:creationId xmlns:a16="http://schemas.microsoft.com/office/drawing/2014/main" id="{8571E4DB-C3A6-495B-AD27-83F373BF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33-线-0208">
            <a:extLst xmlns:a="http://schemas.openxmlformats.org/drawingml/2006/main">
              <a:ext uri="{FF2B5EF4-FFF2-40B4-BE49-F238E27FC236}">
                <a16:creationId xmlns:a16="http://schemas.microsoft.com/office/drawing/2014/main" id="{66AA5680-27B5-494B-97B0-34C928C4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9" name="p33-线-0209">
            <a:extLst xmlns:a="http://schemas.openxmlformats.org/drawingml/2006/main">
              <a:ext uri="{FF2B5EF4-FFF2-40B4-BE49-F238E27FC236}">
                <a16:creationId xmlns:a16="http://schemas.microsoft.com/office/drawing/2014/main" id="{835D2B4D-F36E-4C12-939C-54E3E6C3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452813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33-线-0210">
            <a:extLst xmlns:a="http://schemas.openxmlformats.org/drawingml/2006/main">
              <a:ext uri="{FF2B5EF4-FFF2-40B4-BE49-F238E27FC236}">
                <a16:creationId xmlns:a16="http://schemas.microsoft.com/office/drawing/2014/main" id="{A40603E6-1C6A-4B3D-AFF4-649FB3E1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33-线-0211">
            <a:extLst xmlns:a="http://schemas.openxmlformats.org/drawingml/2006/main">
              <a:ext uri="{FF2B5EF4-FFF2-40B4-BE49-F238E27FC236}">
                <a16:creationId xmlns:a16="http://schemas.microsoft.com/office/drawing/2014/main" id="{F1958E43-A99E-44FD-AA7E-E78B16BC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452813"/>
            <a:ext cx="268605" cy="300038"/>
          </a:xfrm>
          <a:custGeom xmlns:a="http://schemas.openxmlformats.org/drawingml/2006/main">
            <a:pathLst>
              <a:path w="268605" h="300038">
                <a:moveTo>
                  <a:pt x="0" y="0"/>
                </a:moveTo>
                <a:lnTo>
                  <a:pt x="268605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2" name="p33-线-0212">
            <a:extLst xmlns:a="http://schemas.openxmlformats.org/drawingml/2006/main">
              <a:ext uri="{FF2B5EF4-FFF2-40B4-BE49-F238E27FC236}">
                <a16:creationId xmlns:a16="http://schemas.microsoft.com/office/drawing/2014/main" id="{D7543F00-6A09-4283-81A5-0199DAB8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2813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33-线-0213">
            <a:extLst xmlns:a="http://schemas.openxmlformats.org/drawingml/2006/main">
              <a:ext uri="{FF2B5EF4-FFF2-40B4-BE49-F238E27FC236}">
                <a16:creationId xmlns:a16="http://schemas.microsoft.com/office/drawing/2014/main" id="{8AAA8891-C42F-4705-B9D3-42DDDF5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33-线-0214">
            <a:extLst xmlns:a="http://schemas.openxmlformats.org/drawingml/2006/main">
              <a:ext uri="{FF2B5EF4-FFF2-40B4-BE49-F238E27FC236}">
                <a16:creationId xmlns:a16="http://schemas.microsoft.com/office/drawing/2014/main" id="{23FE02A0-0B5A-4B7B-AC47-AFC8B1C9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33-线-0215">
            <a:extLst xmlns:a="http://schemas.openxmlformats.org/drawingml/2006/main">
              <a:ext uri="{FF2B5EF4-FFF2-40B4-BE49-F238E27FC236}">
                <a16:creationId xmlns:a16="http://schemas.microsoft.com/office/drawing/2014/main" id="{F38E3B96-A5F0-4B68-9084-A8AC1D4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6" name="p33-线-0216">
            <a:extLst xmlns:a="http://schemas.openxmlformats.org/drawingml/2006/main">
              <a:ext uri="{FF2B5EF4-FFF2-40B4-BE49-F238E27FC236}">
                <a16:creationId xmlns:a16="http://schemas.microsoft.com/office/drawing/2014/main" id="{742ACAD7-A094-4024-9721-A208478C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33-线-0217">
            <a:extLst xmlns:a="http://schemas.openxmlformats.org/drawingml/2006/main">
              <a:ext uri="{FF2B5EF4-FFF2-40B4-BE49-F238E27FC236}">
                <a16:creationId xmlns:a16="http://schemas.microsoft.com/office/drawing/2014/main" id="{1FFB67DC-C6F0-409B-8A0D-9F298776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8" name="p33-线-0218">
            <a:extLst xmlns:a="http://schemas.openxmlformats.org/drawingml/2006/main">
              <a:ext uri="{FF2B5EF4-FFF2-40B4-BE49-F238E27FC236}">
                <a16:creationId xmlns:a16="http://schemas.microsoft.com/office/drawing/2014/main" id="{F88CFF64-7147-4CA6-B2D4-7A75B1E7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9" name="p33-线-0219">
            <a:extLst xmlns:a="http://schemas.openxmlformats.org/drawingml/2006/main">
              <a:ext uri="{FF2B5EF4-FFF2-40B4-BE49-F238E27FC236}">
                <a16:creationId xmlns:a16="http://schemas.microsoft.com/office/drawing/2014/main" id="{39BC970A-8AD0-4AA5-B739-32C79E77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430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0" name="p33-线-0220">
            <a:extLst xmlns:a="http://schemas.openxmlformats.org/drawingml/2006/main">
              <a:ext uri="{FF2B5EF4-FFF2-40B4-BE49-F238E27FC236}">
                <a16:creationId xmlns:a16="http://schemas.microsoft.com/office/drawing/2014/main" id="{D06011F9-F798-4C1F-83F5-D8785831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1" name="p33-线-0221">
            <a:extLst xmlns:a="http://schemas.openxmlformats.org/drawingml/2006/main">
              <a:ext uri="{FF2B5EF4-FFF2-40B4-BE49-F238E27FC236}">
                <a16:creationId xmlns:a16="http://schemas.microsoft.com/office/drawing/2014/main" id="{021ED13A-FB03-4B3E-84DB-AEA4B37A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2" name="p33-线-0222">
            <a:extLst xmlns:a="http://schemas.openxmlformats.org/drawingml/2006/main">
              <a:ext uri="{FF2B5EF4-FFF2-40B4-BE49-F238E27FC236}">
                <a16:creationId xmlns:a16="http://schemas.microsoft.com/office/drawing/2014/main" id="{E87256BC-42DB-44FF-8B19-ED3BE8C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752850"/>
            <a:ext cx="268605" cy="95"/>
          </a:xfrm>
          <a:custGeom xmlns:a="http://schemas.openxmlformats.org/drawingml/2006/main">
            <a:pathLst>
              <a:path w="268605" h="95">
                <a:moveTo>
                  <a:pt x="0" y="0"/>
                </a:moveTo>
                <a:lnTo>
                  <a:pt x="268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3" name="p33-椭圆-0223">
            <a:extLst xmlns:a="http://schemas.openxmlformats.org/drawingml/2006/main">
              <a:ext uri="{FF2B5EF4-FFF2-40B4-BE49-F238E27FC236}">
                <a16:creationId xmlns:a16="http://schemas.microsoft.com/office/drawing/2014/main" id="{598DFDB2-4E18-4F2B-AD6A-D5A20B84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93" y="2434370"/>
            <a:ext cx="295825" cy="236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4" name="p33-椭圆-0224">
            <a:extLst xmlns:a="http://schemas.openxmlformats.org/drawingml/2006/main">
              <a:ext uri="{FF2B5EF4-FFF2-40B4-BE49-F238E27FC236}">
                <a16:creationId xmlns:a16="http://schemas.microsoft.com/office/drawing/2014/main" id="{B388D93C-0841-40B6-9741-81B3ECEA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041" y="2452241"/>
            <a:ext cx="251149" cy="200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5" name="p33-椭圆-0225">
            <a:extLst xmlns:a="http://schemas.openxmlformats.org/drawingml/2006/main">
              <a:ext uri="{FF2B5EF4-FFF2-40B4-BE49-F238E27FC236}">
                <a16:creationId xmlns:a16="http://schemas.microsoft.com/office/drawing/2014/main" id="{CCB4F4FE-3BD0-4C98-A177-965197D0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437" y="2425990"/>
            <a:ext cx="316776" cy="253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6" name="p33-椭圆-0226">
            <a:extLst xmlns:a="http://schemas.openxmlformats.org/drawingml/2006/main">
              <a:ext uri="{FF2B5EF4-FFF2-40B4-BE49-F238E27FC236}">
                <a16:creationId xmlns:a16="http://schemas.microsoft.com/office/drawing/2014/main" id="{D84C230C-918C-42AF-8E4B-F77CAB3F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620" y="2429968"/>
            <a:ext cx="306831" cy="245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7" name="p33-椭圆-0227">
            <a:extLst xmlns:a="http://schemas.openxmlformats.org/drawingml/2006/main">
              <a:ext uri="{FF2B5EF4-FFF2-40B4-BE49-F238E27FC236}">
                <a16:creationId xmlns:a16="http://schemas.microsoft.com/office/drawing/2014/main" id="{5B8A7D8C-B341-42DA-B047-0D23347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505" y="2452908"/>
            <a:ext cx="249481" cy="199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8" name="p33-椭圆-0228">
            <a:extLst xmlns:a="http://schemas.openxmlformats.org/drawingml/2006/main">
              <a:ext uri="{FF2B5EF4-FFF2-40B4-BE49-F238E27FC236}">
                <a16:creationId xmlns:a16="http://schemas.microsoft.com/office/drawing/2014/main" id="{5080A5EB-9359-44F4-89E8-B62F508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831" y="3052316"/>
            <a:ext cx="251149" cy="200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29" name="p33-椭圆-0229">
            <a:extLst xmlns:a="http://schemas.openxmlformats.org/drawingml/2006/main">
              <a:ext uri="{FF2B5EF4-FFF2-40B4-BE49-F238E27FC236}">
                <a16:creationId xmlns:a16="http://schemas.microsoft.com/office/drawing/2014/main" id="{EA9A3C4E-38A6-4DA8-BF1C-97F1E6A2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27" y="3026065"/>
            <a:ext cx="316776" cy="253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0" name="p33-椭圆-0230">
            <a:extLst xmlns:a="http://schemas.openxmlformats.org/drawingml/2006/main">
              <a:ext uri="{FF2B5EF4-FFF2-40B4-BE49-F238E27FC236}">
                <a16:creationId xmlns:a16="http://schemas.microsoft.com/office/drawing/2014/main" id="{3DA44EBF-7C0B-4C4E-BC97-894B3036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410" y="3030043"/>
            <a:ext cx="306831" cy="245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1" name="p33-椭圆-0231">
            <a:extLst xmlns:a="http://schemas.openxmlformats.org/drawingml/2006/main">
              <a:ext uri="{FF2B5EF4-FFF2-40B4-BE49-F238E27FC236}">
                <a16:creationId xmlns:a16="http://schemas.microsoft.com/office/drawing/2014/main" id="{DCBC82C2-8707-4EB1-A0D2-132278E2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295" y="3052983"/>
            <a:ext cx="249481" cy="199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2" name="p33-椭圆-0232">
            <a:extLst xmlns:a="http://schemas.openxmlformats.org/drawingml/2006/main">
              <a:ext uri="{FF2B5EF4-FFF2-40B4-BE49-F238E27FC236}">
                <a16:creationId xmlns:a16="http://schemas.microsoft.com/office/drawing/2014/main" id="{9AF50812-7D55-4B26-9819-BA53D9F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666" y="3029912"/>
            <a:ext cx="307158" cy="245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33" name="p33-路径-0233">
            <a:extLst xmlns:a="http://schemas.openxmlformats.org/drawingml/2006/main">
              <a:ext uri="{FF2B5EF4-FFF2-40B4-BE49-F238E27FC236}">
                <a16:creationId xmlns:a16="http://schemas.microsoft.com/office/drawing/2014/main" id="{50BBAFDC-FDB1-49EB-98B8-72F7F4B7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278"/>
            <a:ext cx="2533650" cy="317791"/>
          </a:xfrm>
          <a:custGeom xmlns:a="http://schemas.openxmlformats.org/drawingml/2006/main">
            <a:pathLst>
              <a:path w="2533650" h="317791">
                <a:moveTo>
                  <a:pt x="0" y="130455"/>
                </a:moveTo>
                <a:lnTo>
                  <a:pt x="34354" y="108039"/>
                </a:lnTo>
                <a:lnTo>
                  <a:pt x="69009" y="87995"/>
                </a:lnTo>
                <a:lnTo>
                  <a:pt x="103960" y="70240"/>
                </a:lnTo>
                <a:lnTo>
                  <a:pt x="139200" y="54692"/>
                </a:lnTo>
                <a:lnTo>
                  <a:pt x="174721" y="41271"/>
                </a:lnTo>
                <a:lnTo>
                  <a:pt x="210518" y="29894"/>
                </a:lnTo>
                <a:lnTo>
                  <a:pt x="246584" y="20480"/>
                </a:lnTo>
                <a:lnTo>
                  <a:pt x="282913" y="12948"/>
                </a:lnTo>
                <a:lnTo>
                  <a:pt x="319497" y="7215"/>
                </a:lnTo>
                <a:lnTo>
                  <a:pt x="356331" y="3201"/>
                </a:lnTo>
                <a:lnTo>
                  <a:pt x="430720" y="0"/>
                </a:lnTo>
                <a:lnTo>
                  <a:pt x="506027" y="2693"/>
                </a:lnTo>
                <a:lnTo>
                  <a:pt x="582201" y="10627"/>
                </a:lnTo>
                <a:lnTo>
                  <a:pt x="659188" y="23150"/>
                </a:lnTo>
                <a:lnTo>
                  <a:pt x="736935" y="39608"/>
                </a:lnTo>
                <a:lnTo>
                  <a:pt x="815391" y="59350"/>
                </a:lnTo>
                <a:lnTo>
                  <a:pt x="894504" y="81722"/>
                </a:lnTo>
                <a:lnTo>
                  <a:pt x="1054486" y="131747"/>
                </a:lnTo>
                <a:lnTo>
                  <a:pt x="1216462" y="184462"/>
                </a:lnTo>
                <a:lnTo>
                  <a:pt x="1380011" y="234645"/>
                </a:lnTo>
                <a:lnTo>
                  <a:pt x="1462245" y="257155"/>
                </a:lnTo>
                <a:lnTo>
                  <a:pt x="1544715" y="277075"/>
                </a:lnTo>
                <a:lnTo>
                  <a:pt x="1627368" y="293751"/>
                </a:lnTo>
                <a:lnTo>
                  <a:pt x="1710153" y="306530"/>
                </a:lnTo>
                <a:lnTo>
                  <a:pt x="1793015" y="314761"/>
                </a:lnTo>
                <a:lnTo>
                  <a:pt x="1875904" y="317791"/>
                </a:lnTo>
                <a:lnTo>
                  <a:pt x="1958766" y="314966"/>
                </a:lnTo>
                <a:lnTo>
                  <a:pt x="2000171" y="311154"/>
                </a:lnTo>
                <a:lnTo>
                  <a:pt x="2041550" y="305634"/>
                </a:lnTo>
                <a:lnTo>
                  <a:pt x="2082895" y="298324"/>
                </a:lnTo>
                <a:lnTo>
                  <a:pt x="2124201" y="289142"/>
                </a:lnTo>
                <a:lnTo>
                  <a:pt x="2165461" y="278008"/>
                </a:lnTo>
                <a:lnTo>
                  <a:pt x="2206669" y="264839"/>
                </a:lnTo>
                <a:lnTo>
                  <a:pt x="2247817" y="249553"/>
                </a:lnTo>
                <a:lnTo>
                  <a:pt x="2288900" y="232070"/>
                </a:lnTo>
                <a:lnTo>
                  <a:pt x="2329911" y="212308"/>
                </a:lnTo>
                <a:lnTo>
                  <a:pt x="2370842" y="190184"/>
                </a:lnTo>
                <a:lnTo>
                  <a:pt x="2411689" y="165618"/>
                </a:lnTo>
                <a:lnTo>
                  <a:pt x="2452443" y="138527"/>
                </a:lnTo>
                <a:lnTo>
                  <a:pt x="2493099" y="108831"/>
                </a:lnTo>
                <a:lnTo>
                  <a:pt x="2533650" y="7644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34" name="p33-文本-0234">
            <a:extLst xmlns:a="http://schemas.openxmlformats.org/drawingml/2006/main">
              <a:ext uri="{FF2B5EF4-FFF2-40B4-BE49-F238E27FC236}">
                <a16:creationId xmlns:a16="http://schemas.microsoft.com/office/drawing/2014/main" id="{49948B0C-3DD6-44DB-932D-234B9927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3535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235" name="p33-线-0235">
            <a:extLst xmlns:a="http://schemas.openxmlformats.org/drawingml/2006/main">
              <a:ext uri="{FF2B5EF4-FFF2-40B4-BE49-F238E27FC236}">
                <a16:creationId xmlns:a16="http://schemas.microsoft.com/office/drawing/2014/main" id="{7315A4DB-5C7C-42C9-9ADA-70B80E3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29025"/>
            <a:ext cx="2314575" cy="95"/>
          </a:xfrm>
          <a:custGeom xmlns:a="http://schemas.openxmlformats.org/drawingml/2006/main">
            <a:pathLst>
              <a:path w="2314575" h="95">
                <a:moveTo>
                  <a:pt x="0" y="0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6" name="p33-线-0236">
            <a:extLst xmlns:a="http://schemas.openxmlformats.org/drawingml/2006/main">
              <a:ext uri="{FF2B5EF4-FFF2-40B4-BE49-F238E27FC236}">
                <a16:creationId xmlns:a16="http://schemas.microsoft.com/office/drawing/2014/main" id="{F77A2CF9-779F-41A0-A8CB-718E99DC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00300"/>
            <a:ext cx="95" cy="1228725"/>
          </a:xfrm>
          <a:custGeom xmlns:a="http://schemas.openxmlformats.org/drawingml/2006/main">
            <a:pathLst>
              <a:path w="95" h="1228725">
                <a:moveTo>
                  <a:pt x="0" y="0"/>
                </a:moveTo>
                <a:lnTo>
                  <a:pt x="0" y="12287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37" name="p33-线-0237">
            <a:extLst xmlns:a="http://schemas.openxmlformats.org/drawingml/2006/main">
              <a:ext uri="{FF2B5EF4-FFF2-40B4-BE49-F238E27FC236}">
                <a16:creationId xmlns:a16="http://schemas.microsoft.com/office/drawing/2014/main" id="{B8A0D980-2B2C-4D2F-AA1D-6142E23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07481"/>
            <a:ext cx="2314575" cy="95"/>
          </a:xfrm>
          <a:custGeom xmlns:a="http://schemas.openxmlformats.org/drawingml/2006/main">
            <a:pathLst>
              <a:path w="2314575" h="95">
                <a:moveTo>
                  <a:pt x="0" y="0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8" name="p33-线-0238">
            <a:extLst xmlns:a="http://schemas.openxmlformats.org/drawingml/2006/main">
              <a:ext uri="{FF2B5EF4-FFF2-40B4-BE49-F238E27FC236}">
                <a16:creationId xmlns:a16="http://schemas.microsoft.com/office/drawing/2014/main" id="{BBF0737E-5947-4E39-8CB8-1AC8F051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14663"/>
            <a:ext cx="2314575" cy="95"/>
          </a:xfrm>
          <a:custGeom xmlns:a="http://schemas.openxmlformats.org/drawingml/2006/main">
            <a:pathLst>
              <a:path w="2314575" h="95">
                <a:moveTo>
                  <a:pt x="0" y="0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39" name="p33-线-0239">
            <a:extLst xmlns:a="http://schemas.openxmlformats.org/drawingml/2006/main">
              <a:ext uri="{FF2B5EF4-FFF2-40B4-BE49-F238E27FC236}">
                <a16:creationId xmlns:a16="http://schemas.microsoft.com/office/drawing/2014/main" id="{99D9493B-302B-425A-8B57-5B615D6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21844"/>
            <a:ext cx="2314575" cy="95"/>
          </a:xfrm>
          <a:custGeom xmlns:a="http://schemas.openxmlformats.org/drawingml/2006/main">
            <a:pathLst>
              <a:path w="2314575" h="95">
                <a:moveTo>
                  <a:pt x="0" y="0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240" name="p33-路径-0240">
            <a:extLst xmlns:a="http://schemas.openxmlformats.org/drawingml/2006/main">
              <a:ext uri="{FF2B5EF4-FFF2-40B4-BE49-F238E27FC236}">
                <a16:creationId xmlns:a16="http://schemas.microsoft.com/office/drawing/2014/main" id="{32BFFCF2-BAB1-42E4-B71B-AAC4540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8898"/>
            <a:ext cx="2314575" cy="690563"/>
          </a:xfrm>
          <a:custGeom xmlns:a="http://schemas.openxmlformats.org/drawingml/2006/main">
            <a:pathLst>
              <a:path w="2314575" h="690563">
                <a:moveTo>
                  <a:pt x="0" y="0"/>
                </a:moveTo>
                <a:lnTo>
                  <a:pt x="77153" y="51435"/>
                </a:lnTo>
                <a:lnTo>
                  <a:pt x="154305" y="100013"/>
                </a:lnTo>
                <a:lnTo>
                  <a:pt x="231457" y="144780"/>
                </a:lnTo>
                <a:lnTo>
                  <a:pt x="308610" y="187643"/>
                </a:lnTo>
                <a:lnTo>
                  <a:pt x="385763" y="226695"/>
                </a:lnTo>
                <a:lnTo>
                  <a:pt x="462915" y="263843"/>
                </a:lnTo>
                <a:lnTo>
                  <a:pt x="540068" y="298133"/>
                </a:lnTo>
                <a:lnTo>
                  <a:pt x="617220" y="330518"/>
                </a:lnTo>
                <a:lnTo>
                  <a:pt x="694372" y="360998"/>
                </a:lnTo>
                <a:lnTo>
                  <a:pt x="771525" y="388620"/>
                </a:lnTo>
                <a:lnTo>
                  <a:pt x="848677" y="415290"/>
                </a:lnTo>
                <a:lnTo>
                  <a:pt x="925830" y="440055"/>
                </a:lnTo>
                <a:lnTo>
                  <a:pt x="1002982" y="462915"/>
                </a:lnTo>
                <a:lnTo>
                  <a:pt x="1080135" y="484823"/>
                </a:lnTo>
                <a:lnTo>
                  <a:pt x="1157288" y="504825"/>
                </a:lnTo>
                <a:lnTo>
                  <a:pt x="1234440" y="523875"/>
                </a:lnTo>
                <a:lnTo>
                  <a:pt x="1311593" y="541973"/>
                </a:lnTo>
                <a:lnTo>
                  <a:pt x="1388745" y="558165"/>
                </a:lnTo>
                <a:lnTo>
                  <a:pt x="1465898" y="574358"/>
                </a:lnTo>
                <a:lnTo>
                  <a:pt x="1543050" y="588645"/>
                </a:lnTo>
                <a:lnTo>
                  <a:pt x="1620202" y="601980"/>
                </a:lnTo>
                <a:lnTo>
                  <a:pt x="1697355" y="614363"/>
                </a:lnTo>
                <a:lnTo>
                  <a:pt x="1774507" y="626745"/>
                </a:lnTo>
                <a:lnTo>
                  <a:pt x="1851660" y="638175"/>
                </a:lnTo>
                <a:lnTo>
                  <a:pt x="1928813" y="647700"/>
                </a:lnTo>
                <a:lnTo>
                  <a:pt x="2005965" y="658178"/>
                </a:lnTo>
                <a:lnTo>
                  <a:pt x="2083118" y="666750"/>
                </a:lnTo>
                <a:lnTo>
                  <a:pt x="2160270" y="675323"/>
                </a:lnTo>
                <a:lnTo>
                  <a:pt x="2237423" y="682943"/>
                </a:lnTo>
                <a:lnTo>
                  <a:pt x="2314575" y="690563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241" name="p33-椭圆-0241">
            <a:extLst xmlns:a="http://schemas.openxmlformats.org/drawingml/2006/main">
              <a:ext uri="{FF2B5EF4-FFF2-40B4-BE49-F238E27FC236}">
                <a16:creationId xmlns:a16="http://schemas.microsoft.com/office/drawing/2014/main" id="{076642FE-C5AF-4503-A182-D3FD052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605" y="258251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2" name="p33-椭圆-0242">
            <a:extLst xmlns:a="http://schemas.openxmlformats.org/drawingml/2006/main">
              <a:ext uri="{FF2B5EF4-FFF2-40B4-BE49-F238E27FC236}">
                <a16:creationId xmlns:a16="http://schemas.microsoft.com/office/drawing/2014/main" id="{DB55B988-1493-4662-BDAA-798D21A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8458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3" name="p33-椭圆-0243">
            <a:extLst xmlns:a="http://schemas.openxmlformats.org/drawingml/2006/main">
              <a:ext uri="{FF2B5EF4-FFF2-40B4-BE49-F238E27FC236}">
                <a16:creationId xmlns:a16="http://schemas.microsoft.com/office/drawing/2014/main" id="{B7FFD77D-40BE-449D-9E3F-7CF03A6C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435" y="302231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4" name="p33-椭圆-0244">
            <a:extLst xmlns:a="http://schemas.openxmlformats.org/drawingml/2006/main">
              <a:ext uri="{FF2B5EF4-FFF2-40B4-BE49-F238E27FC236}">
                <a16:creationId xmlns:a16="http://schemas.microsoft.com/office/drawing/2014/main" id="{D0D70C51-7F1B-40DD-A8EF-38AE3FFE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406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5" name="p33-椭圆-0245">
            <a:extLst xmlns:a="http://schemas.openxmlformats.org/drawingml/2006/main">
              <a:ext uri="{FF2B5EF4-FFF2-40B4-BE49-F238E27FC236}">
                <a16:creationId xmlns:a16="http://schemas.microsoft.com/office/drawing/2014/main" id="{17B24B75-6B52-4D4C-AA9C-5D41619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265" y="321993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6" name="p33-椭圆-0246">
            <a:extLst xmlns:a="http://schemas.openxmlformats.org/drawingml/2006/main">
              <a:ext uri="{FF2B5EF4-FFF2-40B4-BE49-F238E27FC236}">
                <a16:creationId xmlns:a16="http://schemas.microsoft.com/office/drawing/2014/main" id="{E8B8C502-6EC1-4D4F-B5A5-5C61CE3C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180" y="327309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7" name="p33-路径-0247">
            <a:extLst xmlns:a="http://schemas.openxmlformats.org/drawingml/2006/main">
              <a:ext uri="{FF2B5EF4-FFF2-40B4-BE49-F238E27FC236}">
                <a16:creationId xmlns:a16="http://schemas.microsoft.com/office/drawing/2014/main" id="{0F5CB975-1455-4A63-AF40-7C81226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8898"/>
            <a:ext cx="2314575" cy="759143"/>
          </a:xfrm>
          <a:custGeom xmlns:a="http://schemas.openxmlformats.org/drawingml/2006/main">
            <a:pathLst>
              <a:path w="2314575" h="759143">
                <a:moveTo>
                  <a:pt x="0" y="0"/>
                </a:moveTo>
                <a:lnTo>
                  <a:pt x="77153" y="76200"/>
                </a:lnTo>
                <a:lnTo>
                  <a:pt x="154305" y="144780"/>
                </a:lnTo>
                <a:lnTo>
                  <a:pt x="231457" y="207645"/>
                </a:lnTo>
                <a:lnTo>
                  <a:pt x="308610" y="263843"/>
                </a:lnTo>
                <a:lnTo>
                  <a:pt x="385763" y="314325"/>
                </a:lnTo>
                <a:lnTo>
                  <a:pt x="462915" y="360998"/>
                </a:lnTo>
                <a:lnTo>
                  <a:pt x="540068" y="401955"/>
                </a:lnTo>
                <a:lnTo>
                  <a:pt x="617220" y="440055"/>
                </a:lnTo>
                <a:lnTo>
                  <a:pt x="694372" y="474345"/>
                </a:lnTo>
                <a:lnTo>
                  <a:pt x="771525" y="504825"/>
                </a:lnTo>
                <a:lnTo>
                  <a:pt x="848677" y="533400"/>
                </a:lnTo>
                <a:lnTo>
                  <a:pt x="925830" y="558165"/>
                </a:lnTo>
                <a:lnTo>
                  <a:pt x="1002982" y="581025"/>
                </a:lnTo>
                <a:lnTo>
                  <a:pt x="1080135" y="601980"/>
                </a:lnTo>
                <a:lnTo>
                  <a:pt x="1157288" y="621030"/>
                </a:lnTo>
                <a:lnTo>
                  <a:pt x="1234440" y="638175"/>
                </a:lnTo>
                <a:lnTo>
                  <a:pt x="1311593" y="653415"/>
                </a:lnTo>
                <a:lnTo>
                  <a:pt x="1388745" y="666750"/>
                </a:lnTo>
                <a:lnTo>
                  <a:pt x="1465898" y="679133"/>
                </a:lnTo>
                <a:lnTo>
                  <a:pt x="1543050" y="690563"/>
                </a:lnTo>
                <a:lnTo>
                  <a:pt x="1620202" y="701040"/>
                </a:lnTo>
                <a:lnTo>
                  <a:pt x="1697355" y="710565"/>
                </a:lnTo>
                <a:lnTo>
                  <a:pt x="1774507" y="719138"/>
                </a:lnTo>
                <a:lnTo>
                  <a:pt x="1851660" y="726758"/>
                </a:lnTo>
                <a:lnTo>
                  <a:pt x="1928813" y="733425"/>
                </a:lnTo>
                <a:lnTo>
                  <a:pt x="2005965" y="740093"/>
                </a:lnTo>
                <a:lnTo>
                  <a:pt x="2083118" y="744855"/>
                </a:lnTo>
                <a:lnTo>
                  <a:pt x="2160270" y="750570"/>
                </a:lnTo>
                <a:lnTo>
                  <a:pt x="2237423" y="755333"/>
                </a:lnTo>
                <a:lnTo>
                  <a:pt x="2314575" y="759143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48" name="p33-椭圆-0248">
            <a:extLst xmlns:a="http://schemas.openxmlformats.org/drawingml/2006/main">
              <a:ext uri="{FF2B5EF4-FFF2-40B4-BE49-F238E27FC236}">
                <a16:creationId xmlns:a16="http://schemas.microsoft.com/office/drawing/2014/main" id="{F3F306EC-4530-4DF9-A1A9-C907C19B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605" y="258251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49" name="p33-椭圆-0249">
            <a:extLst xmlns:a="http://schemas.openxmlformats.org/drawingml/2006/main">
              <a:ext uri="{FF2B5EF4-FFF2-40B4-BE49-F238E27FC236}">
                <a16:creationId xmlns:a16="http://schemas.microsoft.com/office/drawing/2014/main" id="{0AC4436B-E113-41E5-A42F-8B6AA3A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94286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0" name="p33-椭圆-0250">
            <a:extLst xmlns:a="http://schemas.openxmlformats.org/drawingml/2006/main">
              <a:ext uri="{FF2B5EF4-FFF2-40B4-BE49-F238E27FC236}">
                <a16:creationId xmlns:a16="http://schemas.microsoft.com/office/drawing/2014/main" id="{DF5B0D84-F3A7-4C93-A414-62D5B65D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435" y="31406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1" name="p33-椭圆-0251">
            <a:extLst xmlns:a="http://schemas.openxmlformats.org/drawingml/2006/main">
              <a:ext uri="{FF2B5EF4-FFF2-40B4-BE49-F238E27FC236}">
                <a16:creationId xmlns:a16="http://schemas.microsoft.com/office/drawing/2014/main" id="{3BDE7C3D-8FEC-4AE8-ABC0-DE21FD7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4916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2" name="p33-椭圆-0252">
            <a:extLst xmlns:a="http://schemas.openxmlformats.org/drawingml/2006/main">
              <a:ext uri="{FF2B5EF4-FFF2-40B4-BE49-F238E27FC236}">
                <a16:creationId xmlns:a16="http://schemas.microsoft.com/office/drawing/2014/main" id="{0E65A9E3-B95F-4E06-B6E3-F3615C16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265" y="330873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3" name="p33-椭圆-0253">
            <a:extLst xmlns:a="http://schemas.openxmlformats.org/drawingml/2006/main">
              <a:ext uri="{FF2B5EF4-FFF2-40B4-BE49-F238E27FC236}">
                <a16:creationId xmlns:a16="http://schemas.microsoft.com/office/drawing/2014/main" id="{BCA95020-D007-4554-BC28-E3B403CB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180" y="334142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54" name="p33-路径-0254">
            <a:extLst xmlns:a="http://schemas.openxmlformats.org/drawingml/2006/main">
              <a:ext uri="{FF2B5EF4-FFF2-40B4-BE49-F238E27FC236}">
                <a16:creationId xmlns:a16="http://schemas.microsoft.com/office/drawing/2014/main" id="{7C64A372-EF22-48DB-AD4F-CFB3593E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8898"/>
            <a:ext cx="2314575" cy="783908"/>
          </a:xfrm>
          <a:custGeom xmlns:a="http://schemas.openxmlformats.org/drawingml/2006/main">
            <a:pathLst>
              <a:path w="2314575" h="783908">
                <a:moveTo>
                  <a:pt x="0" y="0"/>
                </a:moveTo>
                <a:lnTo>
                  <a:pt x="77153" y="100013"/>
                </a:lnTo>
                <a:lnTo>
                  <a:pt x="154305" y="187643"/>
                </a:lnTo>
                <a:lnTo>
                  <a:pt x="231457" y="263843"/>
                </a:lnTo>
                <a:lnTo>
                  <a:pt x="308610" y="330518"/>
                </a:lnTo>
                <a:lnTo>
                  <a:pt x="385763" y="388620"/>
                </a:lnTo>
                <a:lnTo>
                  <a:pt x="462915" y="440055"/>
                </a:lnTo>
                <a:lnTo>
                  <a:pt x="540068" y="484823"/>
                </a:lnTo>
                <a:lnTo>
                  <a:pt x="617220" y="523875"/>
                </a:lnTo>
                <a:lnTo>
                  <a:pt x="694372" y="558165"/>
                </a:lnTo>
                <a:lnTo>
                  <a:pt x="771525" y="588645"/>
                </a:lnTo>
                <a:lnTo>
                  <a:pt x="848677" y="614363"/>
                </a:lnTo>
                <a:lnTo>
                  <a:pt x="925830" y="638175"/>
                </a:lnTo>
                <a:lnTo>
                  <a:pt x="1002982" y="658178"/>
                </a:lnTo>
                <a:lnTo>
                  <a:pt x="1080135" y="675323"/>
                </a:lnTo>
                <a:lnTo>
                  <a:pt x="1157288" y="690563"/>
                </a:lnTo>
                <a:lnTo>
                  <a:pt x="1234440" y="703898"/>
                </a:lnTo>
                <a:lnTo>
                  <a:pt x="1311593" y="716280"/>
                </a:lnTo>
                <a:lnTo>
                  <a:pt x="1388745" y="726758"/>
                </a:lnTo>
                <a:lnTo>
                  <a:pt x="1465898" y="735330"/>
                </a:lnTo>
                <a:lnTo>
                  <a:pt x="1543050" y="743903"/>
                </a:lnTo>
                <a:lnTo>
                  <a:pt x="1620202" y="750570"/>
                </a:lnTo>
                <a:lnTo>
                  <a:pt x="1697355" y="756285"/>
                </a:lnTo>
                <a:lnTo>
                  <a:pt x="1774507" y="762000"/>
                </a:lnTo>
                <a:lnTo>
                  <a:pt x="1851660" y="766763"/>
                </a:lnTo>
                <a:lnTo>
                  <a:pt x="1928813" y="770573"/>
                </a:lnTo>
                <a:lnTo>
                  <a:pt x="2005965" y="774383"/>
                </a:lnTo>
                <a:lnTo>
                  <a:pt x="2083118" y="777240"/>
                </a:lnTo>
                <a:lnTo>
                  <a:pt x="2160270" y="780098"/>
                </a:lnTo>
                <a:lnTo>
                  <a:pt x="2237423" y="782003"/>
                </a:lnTo>
                <a:lnTo>
                  <a:pt x="2314575" y="78390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255" name="p33-椭圆-0255">
            <a:extLst xmlns:a="http://schemas.openxmlformats.org/drawingml/2006/main">
              <a:ext uri="{FF2B5EF4-FFF2-40B4-BE49-F238E27FC236}">
                <a16:creationId xmlns:a16="http://schemas.microsoft.com/office/drawing/2014/main" id="{30B3FEB9-C780-41B6-A93F-DE8C4F9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605" y="258251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6" name="p33-椭圆-0256">
            <a:extLst xmlns:a="http://schemas.openxmlformats.org/drawingml/2006/main">
              <a:ext uri="{FF2B5EF4-FFF2-40B4-BE49-F238E27FC236}">
                <a16:creationId xmlns:a16="http://schemas.microsoft.com/office/drawing/2014/main" id="{4AB58253-FE9E-4FB2-B663-877ED39A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302231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7" name="p33-椭圆-0257">
            <a:extLst xmlns:a="http://schemas.openxmlformats.org/drawingml/2006/main">
              <a:ext uri="{FF2B5EF4-FFF2-40B4-BE49-F238E27FC236}">
                <a16:creationId xmlns:a16="http://schemas.microsoft.com/office/drawing/2014/main" id="{D33679D5-7578-45DE-90F1-818338DC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435" y="321993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8" name="p33-椭圆-0258">
            <a:extLst xmlns:a="http://schemas.openxmlformats.org/drawingml/2006/main">
              <a:ext uri="{FF2B5EF4-FFF2-40B4-BE49-F238E27FC236}">
                <a16:creationId xmlns:a16="http://schemas.microsoft.com/office/drawing/2014/main" id="{9E4A78DE-E9DC-4F85-AFB5-F6BF9B3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0873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59" name="p33-椭圆-0259">
            <a:extLst xmlns:a="http://schemas.openxmlformats.org/drawingml/2006/main">
              <a:ext uri="{FF2B5EF4-FFF2-40B4-BE49-F238E27FC236}">
                <a16:creationId xmlns:a16="http://schemas.microsoft.com/office/drawing/2014/main" id="{B26E11FB-5436-4B90-B12E-F2B587C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265" y="33486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0" name="p33-椭圆-0260">
            <a:extLst xmlns:a="http://schemas.openxmlformats.org/drawingml/2006/main">
              <a:ext uri="{FF2B5EF4-FFF2-40B4-BE49-F238E27FC236}">
                <a16:creationId xmlns:a16="http://schemas.microsoft.com/office/drawing/2014/main" id="{3101EFFE-4FD0-49F0-BE25-85A5056B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180" y="336655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261" name="p33-文本-0261">
            <a:extLst xmlns:a="http://schemas.openxmlformats.org/drawingml/2006/main">
              <a:ext uri="{FF2B5EF4-FFF2-40B4-BE49-F238E27FC236}">
                <a16:creationId xmlns:a16="http://schemas.microsoft.com/office/drawing/2014/main" id="{D8922C13-6B38-41E3-810A-0101AF8F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3726052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262" name="p33-线-0262">
            <a:extLst xmlns:a="http://schemas.openxmlformats.org/drawingml/2006/main">
              <a:ext uri="{FF2B5EF4-FFF2-40B4-BE49-F238E27FC236}">
                <a16:creationId xmlns:a16="http://schemas.microsoft.com/office/drawing/2014/main" id="{0A9962EC-38BC-4CF2-8717-4E78F535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383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63" name="p33-文本-0263">
            <a:extLst xmlns:a="http://schemas.openxmlformats.org/drawingml/2006/main">
              <a:ext uri="{FF2B5EF4-FFF2-40B4-BE49-F238E27FC236}">
                <a16:creationId xmlns:a16="http://schemas.microsoft.com/office/drawing/2014/main" id="{35A9BD10-BB04-4502-935C-C2829C31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6613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264" name="p33-线-0264">
            <a:extLst xmlns:a="http://schemas.openxmlformats.org/drawingml/2006/main">
              <a:ext uri="{FF2B5EF4-FFF2-40B4-BE49-F238E27FC236}">
                <a16:creationId xmlns:a16="http://schemas.microsoft.com/office/drawing/2014/main" id="{40DE3C43-4AC7-4697-BEB6-A3ECCC10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383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65" name="p33-文本-0265">
            <a:extLst xmlns:a="http://schemas.openxmlformats.org/drawingml/2006/main">
              <a:ext uri="{FF2B5EF4-FFF2-40B4-BE49-F238E27FC236}">
                <a16:creationId xmlns:a16="http://schemas.microsoft.com/office/drawing/2014/main" id="{BED45078-CB6A-4827-9431-442024B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6613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266" name="p33-线-0266">
            <a:extLst xmlns:a="http://schemas.openxmlformats.org/drawingml/2006/main">
              <a:ext uri="{FF2B5EF4-FFF2-40B4-BE49-F238E27FC236}">
                <a16:creationId xmlns:a16="http://schemas.microsoft.com/office/drawing/2014/main" id="{6282A7A3-2847-4BC7-B262-DD8DDD34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2383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267" name="p33-文本-0267">
            <a:extLst xmlns:a="http://schemas.openxmlformats.org/drawingml/2006/main">
              <a:ext uri="{FF2B5EF4-FFF2-40B4-BE49-F238E27FC236}">
                <a16:creationId xmlns:a16="http://schemas.microsoft.com/office/drawing/2014/main" id="{9BA50EA6-7D8C-4468-A602-3C281E4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16613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268" name="p33-矩形-0268">
            <a:extLst xmlns:a="http://schemas.openxmlformats.org/drawingml/2006/main">
              <a:ext uri="{FF2B5EF4-FFF2-40B4-BE49-F238E27FC236}">
                <a16:creationId xmlns:a16="http://schemas.microsoft.com/office/drawing/2014/main" id="{B320FD84-18F8-48CC-8737-3E46F230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69" name="p33-矩形-0269">
            <a:extLst xmlns:a="http://schemas.openxmlformats.org/drawingml/2006/main">
              <a:ext uri="{FF2B5EF4-FFF2-40B4-BE49-F238E27FC236}">
                <a16:creationId xmlns:a16="http://schemas.microsoft.com/office/drawing/2014/main" id="{BD35F2A9-61A3-4DB4-BFD8-317A16E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70" name="p33-矩形-0270">
            <a:extLst xmlns:a="http://schemas.openxmlformats.org/drawingml/2006/main">
              <a:ext uri="{FF2B5EF4-FFF2-40B4-BE49-F238E27FC236}">
                <a16:creationId xmlns:a16="http://schemas.microsoft.com/office/drawing/2014/main" id="{E6EDA53D-EBB0-48B0-BD12-4E05D90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71" name="p33-矩形-0271">
            <a:extLst xmlns:a="http://schemas.openxmlformats.org/drawingml/2006/main">
              <a:ext uri="{FF2B5EF4-FFF2-40B4-BE49-F238E27FC236}">
                <a16:creationId xmlns:a16="http://schemas.microsoft.com/office/drawing/2014/main" id="{9922010D-4918-4145-9D12-E721E8C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72" name="p33-矩形-0272">
            <a:extLst xmlns:a="http://schemas.openxmlformats.org/drawingml/2006/main">
              <a:ext uri="{FF2B5EF4-FFF2-40B4-BE49-F238E27FC236}">
                <a16:creationId xmlns:a16="http://schemas.microsoft.com/office/drawing/2014/main" id="{F81648AB-FF68-47B1-A902-5CB92331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73" name="p33-矩形-0273">
            <a:extLst xmlns:a="http://schemas.openxmlformats.org/drawingml/2006/main">
              <a:ext uri="{FF2B5EF4-FFF2-40B4-BE49-F238E27FC236}">
                <a16:creationId xmlns:a16="http://schemas.microsoft.com/office/drawing/2014/main" id="{8EB73960-CE30-4D36-9372-8BBD3F1F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74" name="p33-矩形-0274">
            <a:extLst xmlns:a="http://schemas.openxmlformats.org/drawingml/2006/main">
              <a:ext uri="{FF2B5EF4-FFF2-40B4-BE49-F238E27FC236}">
                <a16:creationId xmlns:a16="http://schemas.microsoft.com/office/drawing/2014/main" id="{AE548525-339A-4CD6-908B-C092D14B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75" name="p33-矩形-0275">
            <a:extLst xmlns:a="http://schemas.openxmlformats.org/drawingml/2006/main">
              <a:ext uri="{FF2B5EF4-FFF2-40B4-BE49-F238E27FC236}">
                <a16:creationId xmlns:a16="http://schemas.microsoft.com/office/drawing/2014/main" id="{81A172B2-B19D-4681-9859-D1161BFD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76" name="p33-矩形-0276">
            <a:extLst xmlns:a="http://schemas.openxmlformats.org/drawingml/2006/main">
              <a:ext uri="{FF2B5EF4-FFF2-40B4-BE49-F238E27FC236}">
                <a16:creationId xmlns:a16="http://schemas.microsoft.com/office/drawing/2014/main" id="{A7F10B4F-9948-4398-AF87-820870C6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77" name="p33-矩形-0277">
            <a:extLst xmlns:a="http://schemas.openxmlformats.org/drawingml/2006/main">
              <a:ext uri="{FF2B5EF4-FFF2-40B4-BE49-F238E27FC236}">
                <a16:creationId xmlns:a16="http://schemas.microsoft.com/office/drawing/2014/main" id="{8B8EDA97-69CB-4E4D-A9D3-C68DF965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78" name="p33-矩形-0278">
            <a:extLst xmlns:a="http://schemas.openxmlformats.org/drawingml/2006/main">
              <a:ext uri="{FF2B5EF4-FFF2-40B4-BE49-F238E27FC236}">
                <a16:creationId xmlns:a16="http://schemas.microsoft.com/office/drawing/2014/main" id="{5D5442CC-8C98-4511-8A7F-B1FE3707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79" name="p33-矩形-0279">
            <a:extLst xmlns:a="http://schemas.openxmlformats.org/drawingml/2006/main">
              <a:ext uri="{FF2B5EF4-FFF2-40B4-BE49-F238E27FC236}">
                <a16:creationId xmlns:a16="http://schemas.microsoft.com/office/drawing/2014/main" id="{B1A0801A-C933-4BBA-B369-66F06FD3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80" name="p33-矩形-0280">
            <a:extLst xmlns:a="http://schemas.openxmlformats.org/drawingml/2006/main">
              <a:ext uri="{FF2B5EF4-FFF2-40B4-BE49-F238E27FC236}">
                <a16:creationId xmlns:a16="http://schemas.microsoft.com/office/drawing/2014/main" id="{F2A1A6EE-ACD3-4A80-8EC8-56E30880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81" name="p33-矩形-0281">
            <a:extLst xmlns:a="http://schemas.openxmlformats.org/drawingml/2006/main">
              <a:ext uri="{FF2B5EF4-FFF2-40B4-BE49-F238E27FC236}">
                <a16:creationId xmlns:a16="http://schemas.microsoft.com/office/drawing/2014/main" id="{32622F8B-29C7-4382-BC6A-D285435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403860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82" name="p33-矩形-0282">
            <a:extLst xmlns:a="http://schemas.openxmlformats.org/drawingml/2006/main">
              <a:ext uri="{FF2B5EF4-FFF2-40B4-BE49-F238E27FC236}">
                <a16:creationId xmlns:a16="http://schemas.microsoft.com/office/drawing/2014/main" id="{7D580516-42C5-49E8-83BC-08583014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83" name="p33-矩形-0283">
            <a:extLst xmlns:a="http://schemas.openxmlformats.org/drawingml/2006/main">
              <a:ext uri="{FF2B5EF4-FFF2-40B4-BE49-F238E27FC236}">
                <a16:creationId xmlns:a16="http://schemas.microsoft.com/office/drawing/2014/main" id="{268558A4-3123-41A1-9EAB-F2C88E12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4" name="p33-矩形-0284">
            <a:extLst xmlns:a="http://schemas.openxmlformats.org/drawingml/2006/main">
              <a:ext uri="{FF2B5EF4-FFF2-40B4-BE49-F238E27FC236}">
                <a16:creationId xmlns:a16="http://schemas.microsoft.com/office/drawing/2014/main" id="{484274A1-2282-45DD-83C3-3C81338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5" name="p33-矩形-0285">
            <a:extLst xmlns:a="http://schemas.openxmlformats.org/drawingml/2006/main">
              <a:ext uri="{FF2B5EF4-FFF2-40B4-BE49-F238E27FC236}">
                <a16:creationId xmlns:a16="http://schemas.microsoft.com/office/drawing/2014/main" id="{81F95546-2185-4F0C-A7AF-18A385FC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6" name="p33-矩形-0286">
            <a:extLst xmlns:a="http://schemas.openxmlformats.org/drawingml/2006/main">
              <a:ext uri="{FF2B5EF4-FFF2-40B4-BE49-F238E27FC236}">
                <a16:creationId xmlns:a16="http://schemas.microsoft.com/office/drawing/2014/main" id="{9EC66C5D-85BC-45D9-BAD9-49D7C898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87" name="p33-矩形-0287">
            <a:extLst xmlns:a="http://schemas.openxmlformats.org/drawingml/2006/main">
              <a:ext uri="{FF2B5EF4-FFF2-40B4-BE49-F238E27FC236}">
                <a16:creationId xmlns:a16="http://schemas.microsoft.com/office/drawing/2014/main" id="{B28ECF53-1FB5-411A-A823-EAABE3A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88" name="p33-矩形-0288">
            <a:extLst xmlns:a="http://schemas.openxmlformats.org/drawingml/2006/main">
              <a:ext uri="{FF2B5EF4-FFF2-40B4-BE49-F238E27FC236}">
                <a16:creationId xmlns:a16="http://schemas.microsoft.com/office/drawing/2014/main" id="{26537B58-BD14-4C3B-B2E6-6818322E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89" name="p33-矩形-0289">
            <a:extLst xmlns:a="http://schemas.openxmlformats.org/drawingml/2006/main">
              <a:ext uri="{FF2B5EF4-FFF2-40B4-BE49-F238E27FC236}">
                <a16:creationId xmlns:a16="http://schemas.microsoft.com/office/drawing/2014/main" id="{07C411EE-51FD-45AD-939D-CAF4F29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0" name="p33-矩形-0290">
            <a:extLst xmlns:a="http://schemas.openxmlformats.org/drawingml/2006/main">
              <a:ext uri="{FF2B5EF4-FFF2-40B4-BE49-F238E27FC236}">
                <a16:creationId xmlns:a16="http://schemas.microsoft.com/office/drawing/2014/main" id="{42CC54FF-0AA0-469B-8CF4-DFDC0DB4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1" name="p33-矩形-0291">
            <a:extLst xmlns:a="http://schemas.openxmlformats.org/drawingml/2006/main">
              <a:ext uri="{FF2B5EF4-FFF2-40B4-BE49-F238E27FC236}">
                <a16:creationId xmlns:a16="http://schemas.microsoft.com/office/drawing/2014/main" id="{5243A17A-9E91-4157-8B33-8F96137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2" name="p33-矩形-0292">
            <a:extLst xmlns:a="http://schemas.openxmlformats.org/drawingml/2006/main">
              <a:ext uri="{FF2B5EF4-FFF2-40B4-BE49-F238E27FC236}">
                <a16:creationId xmlns:a16="http://schemas.microsoft.com/office/drawing/2014/main" id="{E22304B2-3C45-436C-BE4F-5F7F79BB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3" name="p33-矩形-0293">
            <a:extLst xmlns:a="http://schemas.openxmlformats.org/drawingml/2006/main">
              <a:ext uri="{FF2B5EF4-FFF2-40B4-BE49-F238E27FC236}">
                <a16:creationId xmlns:a16="http://schemas.microsoft.com/office/drawing/2014/main" id="{0B4E2B87-0632-4F90-8346-27DC882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4" name="p33-矩形-0294">
            <a:extLst xmlns:a="http://schemas.openxmlformats.org/drawingml/2006/main">
              <a:ext uri="{FF2B5EF4-FFF2-40B4-BE49-F238E27FC236}">
                <a16:creationId xmlns:a16="http://schemas.microsoft.com/office/drawing/2014/main" id="{4E016C9C-83DF-49BC-B5A5-31E0AD5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5" name="p33-矩形-0295">
            <a:extLst xmlns:a="http://schemas.openxmlformats.org/drawingml/2006/main">
              <a:ext uri="{FF2B5EF4-FFF2-40B4-BE49-F238E27FC236}">
                <a16:creationId xmlns:a16="http://schemas.microsoft.com/office/drawing/2014/main" id="{37527E00-6AE6-4057-916C-74D68A3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420528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6" name="p33-矩形-0296">
            <a:extLst xmlns:a="http://schemas.openxmlformats.org/drawingml/2006/main">
              <a:ext uri="{FF2B5EF4-FFF2-40B4-BE49-F238E27FC236}">
                <a16:creationId xmlns:a16="http://schemas.microsoft.com/office/drawing/2014/main" id="{C002BEBD-4D4A-4F61-A7CC-4D54B978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7" name="p33-矩形-0297">
            <a:extLst xmlns:a="http://schemas.openxmlformats.org/drawingml/2006/main">
              <a:ext uri="{FF2B5EF4-FFF2-40B4-BE49-F238E27FC236}">
                <a16:creationId xmlns:a16="http://schemas.microsoft.com/office/drawing/2014/main" id="{5DBCBF71-FB7B-4514-B201-79E30597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8" name="p33-矩形-0298">
            <a:extLst xmlns:a="http://schemas.openxmlformats.org/drawingml/2006/main">
              <a:ext uri="{FF2B5EF4-FFF2-40B4-BE49-F238E27FC236}">
                <a16:creationId xmlns:a16="http://schemas.microsoft.com/office/drawing/2014/main" id="{2C923663-39CC-41D3-9EA2-1DD8228E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9" name="p33-矩形-0299">
            <a:extLst xmlns:a="http://schemas.openxmlformats.org/drawingml/2006/main">
              <a:ext uri="{FF2B5EF4-FFF2-40B4-BE49-F238E27FC236}">
                <a16:creationId xmlns:a16="http://schemas.microsoft.com/office/drawing/2014/main" id="{47599175-0B1A-4873-B16C-B4DCD6E9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0" name="p33-矩形-0300">
            <a:extLst xmlns:a="http://schemas.openxmlformats.org/drawingml/2006/main">
              <a:ext uri="{FF2B5EF4-FFF2-40B4-BE49-F238E27FC236}">
                <a16:creationId xmlns:a16="http://schemas.microsoft.com/office/drawing/2014/main" id="{BBC5F60C-4172-4F5E-AFA1-6028EDE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1" name="p33-矩形-0301">
            <a:extLst xmlns:a="http://schemas.openxmlformats.org/drawingml/2006/main">
              <a:ext uri="{FF2B5EF4-FFF2-40B4-BE49-F238E27FC236}">
                <a16:creationId xmlns:a16="http://schemas.microsoft.com/office/drawing/2014/main" id="{B2C23A9A-475C-40CF-B280-1A603D8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2" name="p33-矩形-0302">
            <a:extLst xmlns:a="http://schemas.openxmlformats.org/drawingml/2006/main">
              <a:ext uri="{FF2B5EF4-FFF2-40B4-BE49-F238E27FC236}">
                <a16:creationId xmlns:a16="http://schemas.microsoft.com/office/drawing/2014/main" id="{101099C1-F05C-43EB-B6A2-0B97290E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3" name="p33-矩形-0303">
            <a:extLst xmlns:a="http://schemas.openxmlformats.org/drawingml/2006/main">
              <a:ext uri="{FF2B5EF4-FFF2-40B4-BE49-F238E27FC236}">
                <a16:creationId xmlns:a16="http://schemas.microsoft.com/office/drawing/2014/main" id="{C72933CC-E3A3-4047-9BAA-FFC37B5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4" name="p33-矩形-0304">
            <a:extLst xmlns:a="http://schemas.openxmlformats.org/drawingml/2006/main">
              <a:ext uri="{FF2B5EF4-FFF2-40B4-BE49-F238E27FC236}">
                <a16:creationId xmlns:a16="http://schemas.microsoft.com/office/drawing/2014/main" id="{A3D809E8-94B6-4AB2-BD3E-62CA4FB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5" name="p33-矩形-0305">
            <a:extLst xmlns:a="http://schemas.openxmlformats.org/drawingml/2006/main">
              <a:ext uri="{FF2B5EF4-FFF2-40B4-BE49-F238E27FC236}">
                <a16:creationId xmlns:a16="http://schemas.microsoft.com/office/drawing/2014/main" id="{539C7EDD-18F1-43EE-A0A9-C47120EB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6" name="p33-矩形-0306">
            <a:extLst xmlns:a="http://schemas.openxmlformats.org/drawingml/2006/main">
              <a:ext uri="{FF2B5EF4-FFF2-40B4-BE49-F238E27FC236}">
                <a16:creationId xmlns:a16="http://schemas.microsoft.com/office/drawing/2014/main" id="{EF38D9AE-758C-4E63-9D91-9CB3DD3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7" name="p33-矩形-0307">
            <a:extLst xmlns:a="http://schemas.openxmlformats.org/drawingml/2006/main">
              <a:ext uri="{FF2B5EF4-FFF2-40B4-BE49-F238E27FC236}">
                <a16:creationId xmlns:a16="http://schemas.microsoft.com/office/drawing/2014/main" id="{C3BCBE58-5422-4682-8D60-32E4ED7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8" name="p33-矩形-0308">
            <a:extLst xmlns:a="http://schemas.openxmlformats.org/drawingml/2006/main">
              <a:ext uri="{FF2B5EF4-FFF2-40B4-BE49-F238E27FC236}">
                <a16:creationId xmlns:a16="http://schemas.microsoft.com/office/drawing/2014/main" id="{BFE33284-E722-4B9E-8C6D-63B0C947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9" name="p33-矩形-0309">
            <a:extLst xmlns:a="http://schemas.openxmlformats.org/drawingml/2006/main">
              <a:ext uri="{FF2B5EF4-FFF2-40B4-BE49-F238E27FC236}">
                <a16:creationId xmlns:a16="http://schemas.microsoft.com/office/drawing/2014/main" id="{F7474AF2-64D3-4379-8918-55CA799A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437197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0" name="p33-矩形-0310">
            <a:extLst xmlns:a="http://schemas.openxmlformats.org/drawingml/2006/main">
              <a:ext uri="{FF2B5EF4-FFF2-40B4-BE49-F238E27FC236}">
                <a16:creationId xmlns:a16="http://schemas.microsoft.com/office/drawing/2014/main" id="{C2FAB743-19CE-475E-AECC-DBBF66C0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1" name="p33-矩形-0311">
            <a:extLst xmlns:a="http://schemas.openxmlformats.org/drawingml/2006/main">
              <a:ext uri="{FF2B5EF4-FFF2-40B4-BE49-F238E27FC236}">
                <a16:creationId xmlns:a16="http://schemas.microsoft.com/office/drawing/2014/main" id="{27FB55E2-5CD1-401D-B55E-2CC16FA9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2" name="p33-矩形-0312">
            <a:extLst xmlns:a="http://schemas.openxmlformats.org/drawingml/2006/main">
              <a:ext uri="{FF2B5EF4-FFF2-40B4-BE49-F238E27FC236}">
                <a16:creationId xmlns:a16="http://schemas.microsoft.com/office/drawing/2014/main" id="{731A8E82-466D-496B-BC1E-DA62BE8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3" name="p33-矩形-0313">
            <a:extLst xmlns:a="http://schemas.openxmlformats.org/drawingml/2006/main">
              <a:ext uri="{FF2B5EF4-FFF2-40B4-BE49-F238E27FC236}">
                <a16:creationId xmlns:a16="http://schemas.microsoft.com/office/drawing/2014/main" id="{54C4CE25-0A48-49F7-B391-CE5C243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4" name="p33-矩形-0314">
            <a:extLst xmlns:a="http://schemas.openxmlformats.org/drawingml/2006/main">
              <a:ext uri="{FF2B5EF4-FFF2-40B4-BE49-F238E27FC236}">
                <a16:creationId xmlns:a16="http://schemas.microsoft.com/office/drawing/2014/main" id="{5487F845-53A1-44A1-B7F9-D51262DA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15" name="p33-矩形-0315">
            <a:extLst xmlns:a="http://schemas.openxmlformats.org/drawingml/2006/main">
              <a:ext uri="{FF2B5EF4-FFF2-40B4-BE49-F238E27FC236}">
                <a16:creationId xmlns:a16="http://schemas.microsoft.com/office/drawing/2014/main" id="{A68C9715-0E57-4101-8F49-F3E35F30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16" name="p33-矩形-0316">
            <a:extLst xmlns:a="http://schemas.openxmlformats.org/drawingml/2006/main">
              <a:ext uri="{FF2B5EF4-FFF2-40B4-BE49-F238E27FC236}">
                <a16:creationId xmlns:a16="http://schemas.microsoft.com/office/drawing/2014/main" id="{6B97FEF4-3186-4306-B5AE-0BED3E82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17" name="p33-矩形-0317">
            <a:extLst xmlns:a="http://schemas.openxmlformats.org/drawingml/2006/main">
              <a:ext uri="{FF2B5EF4-FFF2-40B4-BE49-F238E27FC236}">
                <a16:creationId xmlns:a16="http://schemas.microsoft.com/office/drawing/2014/main" id="{86175A88-F422-431A-8D39-3DF0179D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8" name="p33-矩形-0318">
            <a:extLst xmlns:a="http://schemas.openxmlformats.org/drawingml/2006/main">
              <a:ext uri="{FF2B5EF4-FFF2-40B4-BE49-F238E27FC236}">
                <a16:creationId xmlns:a16="http://schemas.microsoft.com/office/drawing/2014/main" id="{B24AE196-A7D6-44C8-8452-2874F512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9" name="p33-矩形-0319">
            <a:extLst xmlns:a="http://schemas.openxmlformats.org/drawingml/2006/main">
              <a:ext uri="{FF2B5EF4-FFF2-40B4-BE49-F238E27FC236}">
                <a16:creationId xmlns:a16="http://schemas.microsoft.com/office/drawing/2014/main" id="{00F1FC5D-A212-441F-BF4C-06CA207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0" name="p33-矩形-0320">
            <a:extLst xmlns:a="http://schemas.openxmlformats.org/drawingml/2006/main">
              <a:ext uri="{FF2B5EF4-FFF2-40B4-BE49-F238E27FC236}">
                <a16:creationId xmlns:a16="http://schemas.microsoft.com/office/drawing/2014/main" id="{6444101E-D085-4483-8E89-04F6A176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1" name="p33-矩形-0321">
            <a:extLst xmlns:a="http://schemas.openxmlformats.org/drawingml/2006/main">
              <a:ext uri="{FF2B5EF4-FFF2-40B4-BE49-F238E27FC236}">
                <a16:creationId xmlns:a16="http://schemas.microsoft.com/office/drawing/2014/main" id="{EA2E6B73-7106-4482-A24F-CF1E06A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2" name="p33-矩形-0322">
            <a:extLst xmlns:a="http://schemas.openxmlformats.org/drawingml/2006/main">
              <a:ext uri="{FF2B5EF4-FFF2-40B4-BE49-F238E27FC236}">
                <a16:creationId xmlns:a16="http://schemas.microsoft.com/office/drawing/2014/main" id="{E53D8B61-FF6D-4012-8489-5D230E0B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3" name="p33-矩形-0323">
            <a:extLst xmlns:a="http://schemas.openxmlformats.org/drawingml/2006/main">
              <a:ext uri="{FF2B5EF4-FFF2-40B4-BE49-F238E27FC236}">
                <a16:creationId xmlns:a16="http://schemas.microsoft.com/office/drawing/2014/main" id="{4E76D48B-F5B2-4BD2-9509-CAF3F8DA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453866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4" name="p33-矩形-0324">
            <a:extLst xmlns:a="http://schemas.openxmlformats.org/drawingml/2006/main">
              <a:ext uri="{FF2B5EF4-FFF2-40B4-BE49-F238E27FC236}">
                <a16:creationId xmlns:a16="http://schemas.microsoft.com/office/drawing/2014/main" id="{A19DE41A-0856-4304-B654-F93F474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5" name="p33-矩形-0325">
            <a:extLst xmlns:a="http://schemas.openxmlformats.org/drawingml/2006/main">
              <a:ext uri="{FF2B5EF4-FFF2-40B4-BE49-F238E27FC236}">
                <a16:creationId xmlns:a16="http://schemas.microsoft.com/office/drawing/2014/main" id="{7C3D2059-378E-4F62-8DBF-B32C2619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6" name="p33-矩形-0326">
            <a:extLst xmlns:a="http://schemas.openxmlformats.org/drawingml/2006/main">
              <a:ext uri="{FF2B5EF4-FFF2-40B4-BE49-F238E27FC236}">
                <a16:creationId xmlns:a16="http://schemas.microsoft.com/office/drawing/2014/main" id="{DD9A20BF-7723-4E5B-8F96-DFAB6314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7" name="p33-矩形-0327">
            <a:extLst xmlns:a="http://schemas.openxmlformats.org/drawingml/2006/main">
              <a:ext uri="{FF2B5EF4-FFF2-40B4-BE49-F238E27FC236}">
                <a16:creationId xmlns:a16="http://schemas.microsoft.com/office/drawing/2014/main" id="{7D62B1A2-EE7B-44B2-9714-69BA080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28" name="p33-矩形-0328">
            <a:extLst xmlns:a="http://schemas.openxmlformats.org/drawingml/2006/main">
              <a:ext uri="{FF2B5EF4-FFF2-40B4-BE49-F238E27FC236}">
                <a16:creationId xmlns:a16="http://schemas.microsoft.com/office/drawing/2014/main" id="{A31D3121-308A-4C55-817B-7AF9ECE3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29" name="p33-矩形-0329">
            <a:extLst xmlns:a="http://schemas.openxmlformats.org/drawingml/2006/main">
              <a:ext uri="{FF2B5EF4-FFF2-40B4-BE49-F238E27FC236}">
                <a16:creationId xmlns:a16="http://schemas.microsoft.com/office/drawing/2014/main" id="{E9058B7D-94CB-4245-8BA3-E2FB6180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30" name="p33-矩形-0330">
            <a:extLst xmlns:a="http://schemas.openxmlformats.org/drawingml/2006/main">
              <a:ext uri="{FF2B5EF4-FFF2-40B4-BE49-F238E27FC236}">
                <a16:creationId xmlns:a16="http://schemas.microsoft.com/office/drawing/2014/main" id="{FD00E809-9600-40F7-97B3-BE29BF4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31" name="p33-矩形-0331">
            <a:extLst xmlns:a="http://schemas.openxmlformats.org/drawingml/2006/main">
              <a:ext uri="{FF2B5EF4-FFF2-40B4-BE49-F238E27FC236}">
                <a16:creationId xmlns:a16="http://schemas.microsoft.com/office/drawing/2014/main" id="{4B785BC7-176A-40D3-845F-E04ADC7C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2" name="p33-矩形-0332">
            <a:extLst xmlns:a="http://schemas.openxmlformats.org/drawingml/2006/main">
              <a:ext uri="{FF2B5EF4-FFF2-40B4-BE49-F238E27FC236}">
                <a16:creationId xmlns:a16="http://schemas.microsoft.com/office/drawing/2014/main" id="{E1793F95-BACA-44D0-B06E-B760F81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3" name="p33-矩形-0333">
            <a:extLst xmlns:a="http://schemas.openxmlformats.org/drawingml/2006/main">
              <a:ext uri="{FF2B5EF4-FFF2-40B4-BE49-F238E27FC236}">
                <a16:creationId xmlns:a16="http://schemas.microsoft.com/office/drawing/2014/main" id="{4F0BFFA9-46F0-4CEF-999B-ADA2E25D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4" name="p33-矩形-0334">
            <a:extLst xmlns:a="http://schemas.openxmlformats.org/drawingml/2006/main">
              <a:ext uri="{FF2B5EF4-FFF2-40B4-BE49-F238E27FC236}">
                <a16:creationId xmlns:a16="http://schemas.microsoft.com/office/drawing/2014/main" id="{C87F5911-4F06-4646-8E1F-1D563C9E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5" name="p33-矩形-0335">
            <a:extLst xmlns:a="http://schemas.openxmlformats.org/drawingml/2006/main">
              <a:ext uri="{FF2B5EF4-FFF2-40B4-BE49-F238E27FC236}">
                <a16:creationId xmlns:a16="http://schemas.microsoft.com/office/drawing/2014/main" id="{72EB25B7-C8EA-49A8-A931-3074952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6" name="p33-矩形-0336">
            <a:extLst xmlns:a="http://schemas.openxmlformats.org/drawingml/2006/main">
              <a:ext uri="{FF2B5EF4-FFF2-40B4-BE49-F238E27FC236}">
                <a16:creationId xmlns:a16="http://schemas.microsoft.com/office/drawing/2014/main" id="{1D694B91-2122-4C07-97EC-64C0C4CE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7" name="p33-矩形-0337">
            <a:extLst xmlns:a="http://schemas.openxmlformats.org/drawingml/2006/main">
              <a:ext uri="{FF2B5EF4-FFF2-40B4-BE49-F238E27FC236}">
                <a16:creationId xmlns:a16="http://schemas.microsoft.com/office/drawing/2014/main" id="{222E12DE-FF20-4D9B-80CA-BA90E75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4705350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38" name="p33-矩形-0338">
            <a:extLst xmlns:a="http://schemas.openxmlformats.org/drawingml/2006/main">
              <a:ext uri="{FF2B5EF4-FFF2-40B4-BE49-F238E27FC236}">
                <a16:creationId xmlns:a16="http://schemas.microsoft.com/office/drawing/2014/main" id="{D64B881E-A8BA-4D4B-B7FB-B7EFC53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9" name="p33-矩形-0339">
            <a:extLst xmlns:a="http://schemas.openxmlformats.org/drawingml/2006/main">
              <a:ext uri="{FF2B5EF4-FFF2-40B4-BE49-F238E27FC236}">
                <a16:creationId xmlns:a16="http://schemas.microsoft.com/office/drawing/2014/main" id="{42306045-C839-442C-92C7-EBB6F44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0" name="p33-矩形-0340">
            <a:extLst xmlns:a="http://schemas.openxmlformats.org/drawingml/2006/main">
              <a:ext uri="{FF2B5EF4-FFF2-40B4-BE49-F238E27FC236}">
                <a16:creationId xmlns:a16="http://schemas.microsoft.com/office/drawing/2014/main" id="{6216CB01-08F5-4C8D-9130-4C58677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41" name="p33-矩形-0341">
            <a:extLst xmlns:a="http://schemas.openxmlformats.org/drawingml/2006/main">
              <a:ext uri="{FF2B5EF4-FFF2-40B4-BE49-F238E27FC236}">
                <a16:creationId xmlns:a16="http://schemas.microsoft.com/office/drawing/2014/main" id="{EC932126-52C2-4A3D-981E-7240AB88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42" name="p33-矩形-0342">
            <a:extLst xmlns:a="http://schemas.openxmlformats.org/drawingml/2006/main">
              <a:ext uri="{FF2B5EF4-FFF2-40B4-BE49-F238E27FC236}">
                <a16:creationId xmlns:a16="http://schemas.microsoft.com/office/drawing/2014/main" id="{A91B410B-18C5-4762-9F0E-0D645A8F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43" name="p33-矩形-0343">
            <a:extLst xmlns:a="http://schemas.openxmlformats.org/drawingml/2006/main">
              <a:ext uri="{FF2B5EF4-FFF2-40B4-BE49-F238E27FC236}">
                <a16:creationId xmlns:a16="http://schemas.microsoft.com/office/drawing/2014/main" id="{2BDF0B3D-1DE5-4508-87F6-179C5A3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44" name="p33-矩形-0344">
            <a:extLst xmlns:a="http://schemas.openxmlformats.org/drawingml/2006/main">
              <a:ext uri="{FF2B5EF4-FFF2-40B4-BE49-F238E27FC236}">
                <a16:creationId xmlns:a16="http://schemas.microsoft.com/office/drawing/2014/main" id="{E3DBAC5F-EE0A-48E4-9221-17F1EDCD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45" name="p33-矩形-0345">
            <a:extLst xmlns:a="http://schemas.openxmlformats.org/drawingml/2006/main">
              <a:ext uri="{FF2B5EF4-FFF2-40B4-BE49-F238E27FC236}">
                <a16:creationId xmlns:a16="http://schemas.microsoft.com/office/drawing/2014/main" id="{6E0256EB-0053-43E6-8E08-1C715CD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6" name="p33-矩形-0346">
            <a:extLst xmlns:a="http://schemas.openxmlformats.org/drawingml/2006/main">
              <a:ext uri="{FF2B5EF4-FFF2-40B4-BE49-F238E27FC236}">
                <a16:creationId xmlns:a16="http://schemas.microsoft.com/office/drawing/2014/main" id="{5777ED81-3B4C-4B59-BA15-1CD5EA9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7" name="p33-矩形-0347">
            <a:extLst xmlns:a="http://schemas.openxmlformats.org/drawingml/2006/main">
              <a:ext uri="{FF2B5EF4-FFF2-40B4-BE49-F238E27FC236}">
                <a16:creationId xmlns:a16="http://schemas.microsoft.com/office/drawing/2014/main" id="{709A0A7D-7BD6-4BA7-A7CB-E09879B2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48" name="p33-矩形-0348">
            <a:extLst xmlns:a="http://schemas.openxmlformats.org/drawingml/2006/main">
              <a:ext uri="{FF2B5EF4-FFF2-40B4-BE49-F238E27FC236}">
                <a16:creationId xmlns:a16="http://schemas.microsoft.com/office/drawing/2014/main" id="{B4D5A9EE-9638-4FDE-9622-E04E509F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9" name="p33-矩形-0349">
            <a:extLst xmlns:a="http://schemas.openxmlformats.org/drawingml/2006/main">
              <a:ext uri="{FF2B5EF4-FFF2-40B4-BE49-F238E27FC236}">
                <a16:creationId xmlns:a16="http://schemas.microsoft.com/office/drawing/2014/main" id="{C24F1368-BBFA-44B6-9DE7-BFC0EDF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0" name="p33-矩形-0350">
            <a:extLst xmlns:a="http://schemas.openxmlformats.org/drawingml/2006/main">
              <a:ext uri="{FF2B5EF4-FFF2-40B4-BE49-F238E27FC236}">
                <a16:creationId xmlns:a16="http://schemas.microsoft.com/office/drawing/2014/main" id="{3DCD3AF2-EE13-496B-8AA4-19B62F6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51" name="p33-矩形-0351">
            <a:extLst xmlns:a="http://schemas.openxmlformats.org/drawingml/2006/main">
              <a:ext uri="{FF2B5EF4-FFF2-40B4-BE49-F238E27FC236}">
                <a16:creationId xmlns:a16="http://schemas.microsoft.com/office/drawing/2014/main" id="{4CDCE41E-51F6-4ED7-86F4-19E9D37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4872038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52" name="p33-矩形-0352">
            <a:extLst xmlns:a="http://schemas.openxmlformats.org/drawingml/2006/main">
              <a:ext uri="{FF2B5EF4-FFF2-40B4-BE49-F238E27FC236}">
                <a16:creationId xmlns:a16="http://schemas.microsoft.com/office/drawing/2014/main" id="{697E0896-2E25-4AEB-B127-2FB405F5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3" name="p33-矩形-0353">
            <a:extLst xmlns:a="http://schemas.openxmlformats.org/drawingml/2006/main">
              <a:ext uri="{FF2B5EF4-FFF2-40B4-BE49-F238E27FC236}">
                <a16:creationId xmlns:a16="http://schemas.microsoft.com/office/drawing/2014/main" id="{F6152B26-405B-412E-80B9-2CECB0F8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4" name="p33-矩形-0354">
            <a:extLst xmlns:a="http://schemas.openxmlformats.org/drawingml/2006/main">
              <a:ext uri="{FF2B5EF4-FFF2-40B4-BE49-F238E27FC236}">
                <a16:creationId xmlns:a16="http://schemas.microsoft.com/office/drawing/2014/main" id="{A12E1E71-FFE4-403B-B618-F2D5EC3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55" name="p33-矩形-0355">
            <a:extLst xmlns:a="http://schemas.openxmlformats.org/drawingml/2006/main">
              <a:ext uri="{FF2B5EF4-FFF2-40B4-BE49-F238E27FC236}">
                <a16:creationId xmlns:a16="http://schemas.microsoft.com/office/drawing/2014/main" id="{3DDBD391-4606-419F-A75E-561E3FC2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56" name="p33-矩形-0356">
            <a:extLst xmlns:a="http://schemas.openxmlformats.org/drawingml/2006/main">
              <a:ext uri="{FF2B5EF4-FFF2-40B4-BE49-F238E27FC236}">
                <a16:creationId xmlns:a16="http://schemas.microsoft.com/office/drawing/2014/main" id="{F32CC798-A65F-4032-B561-05C1321A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57" name="p33-矩形-0357">
            <a:extLst xmlns:a="http://schemas.openxmlformats.org/drawingml/2006/main">
              <a:ext uri="{FF2B5EF4-FFF2-40B4-BE49-F238E27FC236}">
                <a16:creationId xmlns:a16="http://schemas.microsoft.com/office/drawing/2014/main" id="{9EC7C9D8-324B-4DDB-AAD6-EF94EFA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58" name="p33-矩形-0358">
            <a:extLst xmlns:a="http://schemas.openxmlformats.org/drawingml/2006/main">
              <a:ext uri="{FF2B5EF4-FFF2-40B4-BE49-F238E27FC236}">
                <a16:creationId xmlns:a16="http://schemas.microsoft.com/office/drawing/2014/main" id="{41EC532D-1A21-4406-BEA2-D6C8FA38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59" name="p33-矩形-0359">
            <a:extLst xmlns:a="http://schemas.openxmlformats.org/drawingml/2006/main">
              <a:ext uri="{FF2B5EF4-FFF2-40B4-BE49-F238E27FC236}">
                <a16:creationId xmlns:a16="http://schemas.microsoft.com/office/drawing/2014/main" id="{EDA0A7A8-8D5D-4053-9B8D-A16B61BE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0" name="p33-矩形-0360">
            <a:extLst xmlns:a="http://schemas.openxmlformats.org/drawingml/2006/main">
              <a:ext uri="{FF2B5EF4-FFF2-40B4-BE49-F238E27FC236}">
                <a16:creationId xmlns:a16="http://schemas.microsoft.com/office/drawing/2014/main" id="{7B0D1F17-E11A-4B38-B80E-A2ADFA6F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1" name="p33-矩形-0361">
            <a:extLst xmlns:a="http://schemas.openxmlformats.org/drawingml/2006/main">
              <a:ext uri="{FF2B5EF4-FFF2-40B4-BE49-F238E27FC236}">
                <a16:creationId xmlns:a16="http://schemas.microsoft.com/office/drawing/2014/main" id="{2D72A5E8-A673-4317-BC13-AA9EF93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2" name="p33-矩形-0362">
            <a:extLst xmlns:a="http://schemas.openxmlformats.org/drawingml/2006/main">
              <a:ext uri="{FF2B5EF4-FFF2-40B4-BE49-F238E27FC236}">
                <a16:creationId xmlns:a16="http://schemas.microsoft.com/office/drawing/2014/main" id="{88DDB4A7-34AB-43CC-946A-2621D93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3" name="p33-矩形-0363">
            <a:extLst xmlns:a="http://schemas.openxmlformats.org/drawingml/2006/main">
              <a:ext uri="{FF2B5EF4-FFF2-40B4-BE49-F238E27FC236}">
                <a16:creationId xmlns:a16="http://schemas.microsoft.com/office/drawing/2014/main" id="{F008DC70-FF23-457A-B425-3028803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64" name="p33-矩形-0364">
            <a:extLst xmlns:a="http://schemas.openxmlformats.org/drawingml/2006/main">
              <a:ext uri="{FF2B5EF4-FFF2-40B4-BE49-F238E27FC236}">
                <a16:creationId xmlns:a16="http://schemas.microsoft.com/office/drawing/2014/main" id="{99FF75EB-C385-4401-8EB4-72B0DBE2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65" name="p33-矩形-0365">
            <a:extLst xmlns:a="http://schemas.openxmlformats.org/drawingml/2006/main">
              <a:ext uri="{FF2B5EF4-FFF2-40B4-BE49-F238E27FC236}">
                <a16:creationId xmlns:a16="http://schemas.microsoft.com/office/drawing/2014/main" id="{71CC3D22-3C2E-4710-9D32-4CF0C717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5038725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66" name="p33-矩形-0366">
            <a:extLst xmlns:a="http://schemas.openxmlformats.org/drawingml/2006/main">
              <a:ext uri="{FF2B5EF4-FFF2-40B4-BE49-F238E27FC236}">
                <a16:creationId xmlns:a16="http://schemas.microsoft.com/office/drawing/2014/main" id="{2FFFDFF3-09BE-423F-9520-71C579A4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7" name="p33-矩形-0367">
            <a:extLst xmlns:a="http://schemas.openxmlformats.org/drawingml/2006/main">
              <a:ext uri="{FF2B5EF4-FFF2-40B4-BE49-F238E27FC236}">
                <a16:creationId xmlns:a16="http://schemas.microsoft.com/office/drawing/2014/main" id="{237ADA76-A944-4FCF-9251-6EEC68BB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661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8" name="p33-矩形-0368">
            <a:extLst xmlns:a="http://schemas.openxmlformats.org/drawingml/2006/main">
              <a:ext uri="{FF2B5EF4-FFF2-40B4-BE49-F238E27FC236}">
                <a16:creationId xmlns:a16="http://schemas.microsoft.com/office/drawing/2014/main" id="{189B63F9-9836-42E9-A275-F94EF49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21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69" name="p33-矩形-0369">
            <a:extLst xmlns:a="http://schemas.openxmlformats.org/drawingml/2006/main">
              <a:ext uri="{FF2B5EF4-FFF2-40B4-BE49-F238E27FC236}">
                <a16:creationId xmlns:a16="http://schemas.microsoft.com/office/drawing/2014/main" id="{8B7274A4-45F0-48D7-B579-C97207A1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382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0" name="p33-矩形-0370">
            <a:extLst xmlns:a="http://schemas.openxmlformats.org/drawingml/2006/main">
              <a:ext uri="{FF2B5EF4-FFF2-40B4-BE49-F238E27FC236}">
                <a16:creationId xmlns:a16="http://schemas.microsoft.com/office/drawing/2014/main" id="{1CDD5943-512C-4623-B9C5-6D928E6D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1" name="p33-矩形-0371">
            <a:extLst xmlns:a="http://schemas.openxmlformats.org/drawingml/2006/main">
              <a:ext uri="{FF2B5EF4-FFF2-40B4-BE49-F238E27FC236}">
                <a16:creationId xmlns:a16="http://schemas.microsoft.com/office/drawing/2014/main" id="{F5ABCFBB-1477-4926-863C-DE6EDEEF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104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72" name="p33-矩形-0372">
            <a:extLst xmlns:a="http://schemas.openxmlformats.org/drawingml/2006/main">
              <a:ext uri="{FF2B5EF4-FFF2-40B4-BE49-F238E27FC236}">
                <a16:creationId xmlns:a16="http://schemas.microsoft.com/office/drawing/2014/main" id="{6CFC83B5-C530-4686-8EBB-BF4A2A8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964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3" name="p33-矩形-0373">
            <a:extLst xmlns:a="http://schemas.openxmlformats.org/drawingml/2006/main">
              <a:ext uri="{FF2B5EF4-FFF2-40B4-BE49-F238E27FC236}">
                <a16:creationId xmlns:a16="http://schemas.microsoft.com/office/drawing/2014/main" id="{C2041253-0ADE-4508-BD63-14186354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4" name="p33-矩形-0374">
            <a:extLst xmlns:a="http://schemas.openxmlformats.org/drawingml/2006/main">
              <a:ext uri="{FF2B5EF4-FFF2-40B4-BE49-F238E27FC236}">
                <a16:creationId xmlns:a16="http://schemas.microsoft.com/office/drawing/2014/main" id="{154E649B-39BF-46EE-AA8C-3919D75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686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5" name="p33-矩形-0375">
            <a:extLst xmlns:a="http://schemas.openxmlformats.org/drawingml/2006/main">
              <a:ext uri="{FF2B5EF4-FFF2-40B4-BE49-F238E27FC236}">
                <a16:creationId xmlns:a16="http://schemas.microsoft.com/office/drawing/2014/main" id="{A2832320-B9CE-4A8D-8F52-F2196830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546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6" name="p33-矩形-0376">
            <a:extLst xmlns:a="http://schemas.openxmlformats.org/drawingml/2006/main">
              <a:ext uri="{FF2B5EF4-FFF2-40B4-BE49-F238E27FC236}">
                <a16:creationId xmlns:a16="http://schemas.microsoft.com/office/drawing/2014/main" id="{F706FCBD-8A27-4861-9059-DBD3063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7" name="p33-矩形-0377">
            <a:extLst xmlns:a="http://schemas.openxmlformats.org/drawingml/2006/main">
              <a:ext uri="{FF2B5EF4-FFF2-40B4-BE49-F238E27FC236}">
                <a16:creationId xmlns:a16="http://schemas.microsoft.com/office/drawing/2014/main" id="{FE40BEDD-0FE5-4F20-8030-B7D53CA4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268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8" name="p33-矩形-0378">
            <a:extLst xmlns:a="http://schemas.openxmlformats.org/drawingml/2006/main">
              <a:ext uri="{FF2B5EF4-FFF2-40B4-BE49-F238E27FC236}">
                <a16:creationId xmlns:a16="http://schemas.microsoft.com/office/drawing/2014/main" id="{5E30FCE7-9279-4EB0-BF2E-3D72217C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129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9" name="p33-矩形-0379">
            <a:extLst xmlns:a="http://schemas.openxmlformats.org/drawingml/2006/main">
              <a:ext uri="{FF2B5EF4-FFF2-40B4-BE49-F238E27FC236}">
                <a16:creationId xmlns:a16="http://schemas.microsoft.com/office/drawing/2014/main" id="{DFA0FF22-22CE-47E6-A704-9B8C0E09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89" y="5205413"/>
            <a:ext cx="182336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0" name="p33-文本-0380">
            <a:extLst xmlns:a="http://schemas.openxmlformats.org/drawingml/2006/main">
              <a:ext uri="{FF2B5EF4-FFF2-40B4-BE49-F238E27FC236}">
                <a16:creationId xmlns:a16="http://schemas.microsoft.com/office/drawing/2014/main" id="{820611A4-B935-4867-BD65-4C63081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724" y="54427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81" name="p33-文本-0381">
            <a:extLst xmlns:a="http://schemas.openxmlformats.org/drawingml/2006/main">
              <a:ext uri="{FF2B5EF4-FFF2-40B4-BE49-F238E27FC236}">
                <a16:creationId xmlns:a16="http://schemas.microsoft.com/office/drawing/2014/main" id="{20E61B64-B429-4438-A6F4-583C05C7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749" y="54427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382" name="p33-文本-0382">
            <a:extLst xmlns:a="http://schemas.openxmlformats.org/drawingml/2006/main">
              <a:ext uri="{FF2B5EF4-FFF2-40B4-BE49-F238E27FC236}">
                <a16:creationId xmlns:a16="http://schemas.microsoft.com/office/drawing/2014/main" id="{005C3768-105D-44B5-83BA-5C49E04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957" y="5442733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383" name="p33-文本-0383">
            <a:extLst xmlns:a="http://schemas.openxmlformats.org/drawingml/2006/main">
              <a:ext uri="{FF2B5EF4-FFF2-40B4-BE49-F238E27FC236}">
                <a16:creationId xmlns:a16="http://schemas.microsoft.com/office/drawing/2014/main" id="{F3A7D16C-1949-4DB7-94FF-990568A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4039939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84" name="p33-文本-0384">
            <a:extLst xmlns:a="http://schemas.openxmlformats.org/drawingml/2006/main">
              <a:ext uri="{FF2B5EF4-FFF2-40B4-BE49-F238E27FC236}">
                <a16:creationId xmlns:a16="http://schemas.microsoft.com/office/drawing/2014/main" id="{C34E5334-9771-4543-B72B-F8BEA94C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5206751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385" name="p33-线-0385">
            <a:extLst xmlns:a="http://schemas.openxmlformats.org/drawingml/2006/main">
              <a:ext uri="{FF2B5EF4-FFF2-40B4-BE49-F238E27FC236}">
                <a16:creationId xmlns:a16="http://schemas.microsoft.com/office/drawing/2014/main" id="{26CF3325-5B87-4180-8F3F-8E12694B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86375"/>
            <a:ext cx="2314575" cy="95"/>
          </a:xfrm>
          <a:custGeom xmlns:a="http://schemas.openxmlformats.org/drawingml/2006/main">
            <a:pathLst>
              <a:path w="2314575" h="95">
                <a:moveTo>
                  <a:pt x="0" y="0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386" name="p33-线-0386">
            <a:extLst xmlns:a="http://schemas.openxmlformats.org/drawingml/2006/main">
              <a:ext uri="{FF2B5EF4-FFF2-40B4-BE49-F238E27FC236}">
                <a16:creationId xmlns:a16="http://schemas.microsoft.com/office/drawing/2014/main" id="{CB9E8CF5-E852-47C4-B64E-1CA47C9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33850"/>
            <a:ext cx="95" cy="1152525"/>
          </a:xfrm>
          <a:custGeom xmlns:a="http://schemas.openxmlformats.org/drawingml/2006/main">
            <a:pathLst>
              <a:path w="95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387" name="p33-线-0387">
            <a:extLst xmlns:a="http://schemas.openxmlformats.org/drawingml/2006/main">
              <a:ext uri="{FF2B5EF4-FFF2-40B4-BE49-F238E27FC236}">
                <a16:creationId xmlns:a16="http://schemas.microsoft.com/office/drawing/2014/main" id="{DF012360-3B2C-43EA-BEF5-38E38BFF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33850"/>
            <a:ext cx="2314575" cy="1152525"/>
          </a:xfrm>
          <a:custGeom xmlns:a="http://schemas.openxmlformats.org/drawingml/2006/main">
            <a:pathLst>
              <a:path w="2314575" h="1152525">
                <a:moveTo>
                  <a:pt x="0" y="1152525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388" name="p33-椭圆-0388">
            <a:extLst xmlns:a="http://schemas.openxmlformats.org/drawingml/2006/main">
              <a:ext uri="{FF2B5EF4-FFF2-40B4-BE49-F238E27FC236}">
                <a16:creationId xmlns:a16="http://schemas.microsoft.com/office/drawing/2014/main" id="{22F3DDB6-EA5A-40BD-8A02-2C4656FA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795" y="52213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89" name="p33-椭圆-0389">
            <a:extLst xmlns:a="http://schemas.openxmlformats.org/drawingml/2006/main">
              <a:ext uri="{FF2B5EF4-FFF2-40B4-BE49-F238E27FC236}">
                <a16:creationId xmlns:a16="http://schemas.microsoft.com/office/drawing/2014/main" id="{DFF738D6-16D7-4163-8A51-14060C5D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281" y="441932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0" name="p33-椭圆-0390">
            <a:extLst xmlns:a="http://schemas.openxmlformats.org/drawingml/2006/main">
              <a:ext uri="{FF2B5EF4-FFF2-40B4-BE49-F238E27FC236}">
                <a16:creationId xmlns:a16="http://schemas.microsoft.com/office/drawing/2014/main" id="{56BD387B-7CEB-4B14-A5FC-F7E7D51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192" y="503300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1" name="p33-椭圆-0391">
            <a:extLst xmlns:a="http://schemas.openxmlformats.org/drawingml/2006/main">
              <a:ext uri="{FF2B5EF4-FFF2-40B4-BE49-F238E27FC236}">
                <a16:creationId xmlns:a16="http://schemas.microsoft.com/office/drawing/2014/main" id="{BF264D89-D287-4347-98F2-667F606E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678" y="43763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2" name="p33-椭圆-0392">
            <a:extLst xmlns:a="http://schemas.openxmlformats.org/drawingml/2006/main">
              <a:ext uri="{FF2B5EF4-FFF2-40B4-BE49-F238E27FC236}">
                <a16:creationId xmlns:a16="http://schemas.microsoft.com/office/drawing/2014/main" id="{EA50583D-B3C2-4F72-9D1E-B5C5A459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589" y="46210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93" name="p33-椭圆-0393">
            <a:extLst xmlns:a="http://schemas.openxmlformats.org/drawingml/2006/main">
              <a:ext uri="{FF2B5EF4-FFF2-40B4-BE49-F238E27FC236}">
                <a16:creationId xmlns:a16="http://schemas.microsoft.com/office/drawing/2014/main" id="{391B807F-72FE-4C4E-9798-CC89AA8F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00" y="50830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4" name="p33-椭圆-0394">
            <a:extLst xmlns:a="http://schemas.openxmlformats.org/drawingml/2006/main">
              <a:ext uri="{FF2B5EF4-FFF2-40B4-BE49-F238E27FC236}">
                <a16:creationId xmlns:a16="http://schemas.microsoft.com/office/drawing/2014/main" id="{79BEF392-AF6A-491B-912F-613E3AD0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986" y="455761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5" name="p33-椭圆-0395">
            <a:extLst xmlns:a="http://schemas.openxmlformats.org/drawingml/2006/main">
              <a:ext uri="{FF2B5EF4-FFF2-40B4-BE49-F238E27FC236}">
                <a16:creationId xmlns:a16="http://schemas.microsoft.com/office/drawing/2014/main" id="{6CAE5CF2-EF5B-4144-87F4-1531ED5E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897" y="49021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6" name="p33-椭圆-0396">
            <a:extLst xmlns:a="http://schemas.openxmlformats.org/drawingml/2006/main">
              <a:ext uri="{FF2B5EF4-FFF2-40B4-BE49-F238E27FC236}">
                <a16:creationId xmlns:a16="http://schemas.microsoft.com/office/drawing/2014/main" id="{B703C7D9-954F-4524-8124-2BC70A0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383" y="4137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97" name="p33-椭圆-0397">
            <a:extLst xmlns:a="http://schemas.openxmlformats.org/drawingml/2006/main">
              <a:ext uri="{FF2B5EF4-FFF2-40B4-BE49-F238E27FC236}">
                <a16:creationId xmlns:a16="http://schemas.microsoft.com/office/drawing/2014/main" id="{2F2309E0-BAAB-426C-BF91-CC284687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294" y="46357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8" name="p33-椭圆-0398">
            <a:extLst xmlns:a="http://schemas.openxmlformats.org/drawingml/2006/main">
              <a:ext uri="{FF2B5EF4-FFF2-40B4-BE49-F238E27FC236}">
                <a16:creationId xmlns:a16="http://schemas.microsoft.com/office/drawing/2014/main" id="{A478D4DD-3785-45FE-AB84-0B1FF1F2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205" y="51637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99" name="p33-椭圆-0399">
            <a:extLst xmlns:a="http://schemas.openxmlformats.org/drawingml/2006/main">
              <a:ext uri="{FF2B5EF4-FFF2-40B4-BE49-F238E27FC236}">
                <a16:creationId xmlns:a16="http://schemas.microsoft.com/office/drawing/2014/main" id="{1841628B-285C-458A-8FB3-B3E5D882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691" y="42620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0" name="p33-椭圆-0400">
            <a:extLst xmlns:a="http://schemas.openxmlformats.org/drawingml/2006/main">
              <a:ext uri="{FF2B5EF4-FFF2-40B4-BE49-F238E27FC236}">
                <a16:creationId xmlns:a16="http://schemas.microsoft.com/office/drawing/2014/main" id="{C2FECC6D-1668-4254-8B06-5A2A4F0A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602" y="468945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01" name="p33-椭圆-0401">
            <a:extLst xmlns:a="http://schemas.openxmlformats.org/drawingml/2006/main">
              <a:ext uri="{FF2B5EF4-FFF2-40B4-BE49-F238E27FC236}">
                <a16:creationId xmlns:a16="http://schemas.microsoft.com/office/drawing/2014/main" id="{EDF95C7F-0E0C-4E37-8A32-50939FE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513" y="52213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2" name="p33-椭圆-0402">
            <a:extLst xmlns:a="http://schemas.openxmlformats.org/drawingml/2006/main">
              <a:ext uri="{FF2B5EF4-FFF2-40B4-BE49-F238E27FC236}">
                <a16:creationId xmlns:a16="http://schemas.microsoft.com/office/drawing/2014/main" id="{F55D5994-5574-4472-97C2-F3EBE60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999" y="454769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3" name="p33-椭圆-0403">
            <a:extLst xmlns:a="http://schemas.openxmlformats.org/drawingml/2006/main">
              <a:ext uri="{FF2B5EF4-FFF2-40B4-BE49-F238E27FC236}">
                <a16:creationId xmlns:a16="http://schemas.microsoft.com/office/drawing/2014/main" id="{AE0EA301-4F51-4582-9FC0-BBC26FF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910" y="481883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4" name="p33-椭圆-0404">
            <a:extLst xmlns:a="http://schemas.openxmlformats.org/drawingml/2006/main">
              <a:ext uri="{FF2B5EF4-FFF2-40B4-BE49-F238E27FC236}">
                <a16:creationId xmlns:a16="http://schemas.microsoft.com/office/drawing/2014/main" id="{12246A1E-C3BE-4E5A-990D-06650D7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4396" y="423761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05" name="p33-椭圆-0405">
            <a:extLst xmlns:a="http://schemas.openxmlformats.org/drawingml/2006/main">
              <a:ext uri="{FF2B5EF4-FFF2-40B4-BE49-F238E27FC236}">
                <a16:creationId xmlns:a16="http://schemas.microsoft.com/office/drawing/2014/main" id="{339D431F-F050-424E-950B-928D1ADE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0307" y="47950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6" name="p33-椭圆-0406">
            <a:extLst xmlns:a="http://schemas.openxmlformats.org/drawingml/2006/main">
              <a:ext uri="{FF2B5EF4-FFF2-40B4-BE49-F238E27FC236}">
                <a16:creationId xmlns:a16="http://schemas.microsoft.com/office/drawing/2014/main" id="{275E757F-7BD0-4B1E-80B7-D13E6B10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218" y="50578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7" name="p33-椭圆-0407">
            <a:extLst xmlns:a="http://schemas.openxmlformats.org/drawingml/2006/main">
              <a:ext uri="{FF2B5EF4-FFF2-40B4-BE49-F238E27FC236}">
                <a16:creationId xmlns:a16="http://schemas.microsoft.com/office/drawing/2014/main" id="{B2E27731-4CCC-482B-8786-29F5D2A6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704" y="429853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8" name="p33-椭圆-0408">
            <a:extLst xmlns:a="http://schemas.openxmlformats.org/drawingml/2006/main">
              <a:ext uri="{FF2B5EF4-FFF2-40B4-BE49-F238E27FC236}">
                <a16:creationId xmlns:a16="http://schemas.microsoft.com/office/drawing/2014/main" id="{E241E383-4C6E-4006-B0C8-E8C61AD6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615" y="49348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09" name="p33-椭圆-0409">
            <a:extLst xmlns:a="http://schemas.openxmlformats.org/drawingml/2006/main">
              <a:ext uri="{FF2B5EF4-FFF2-40B4-BE49-F238E27FC236}">
                <a16:creationId xmlns:a16="http://schemas.microsoft.com/office/drawing/2014/main" id="{6A24A56A-7AEF-453F-B6A8-006C854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101" y="419189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0" name="p33-椭圆-0410">
            <a:extLst xmlns:a="http://schemas.openxmlformats.org/drawingml/2006/main">
              <a:ext uri="{FF2B5EF4-FFF2-40B4-BE49-F238E27FC236}">
                <a16:creationId xmlns:a16="http://schemas.microsoft.com/office/drawing/2014/main" id="{AF6D57DE-9445-420C-8D02-E02B0ACF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012" y="44481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1" name="p33-椭圆-0411">
            <a:extLst xmlns:a="http://schemas.openxmlformats.org/drawingml/2006/main">
              <a:ext uri="{FF2B5EF4-FFF2-40B4-BE49-F238E27FC236}">
                <a16:creationId xmlns:a16="http://schemas.microsoft.com/office/drawing/2014/main" id="{82B2517C-7D18-4F39-B91C-7E6B2FA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923" y="49918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2" name="p33-椭圆-0412">
            <a:extLst xmlns:a="http://schemas.openxmlformats.org/drawingml/2006/main">
              <a:ext uri="{FF2B5EF4-FFF2-40B4-BE49-F238E27FC236}">
                <a16:creationId xmlns:a16="http://schemas.microsoft.com/office/drawing/2014/main" id="{CD64C344-BD1C-4ADE-BE58-858CA8F6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409" y="44225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13" name="p33-椭圆-0413">
            <a:extLst xmlns:a="http://schemas.openxmlformats.org/drawingml/2006/main">
              <a:ext uri="{FF2B5EF4-FFF2-40B4-BE49-F238E27FC236}">
                <a16:creationId xmlns:a16="http://schemas.microsoft.com/office/drawing/2014/main" id="{821CB6A0-9516-454E-B1CF-70DDB1F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320" y="47027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4" name="p33-椭圆-0414">
            <a:extLst xmlns:a="http://schemas.openxmlformats.org/drawingml/2006/main">
              <a:ext uri="{FF2B5EF4-FFF2-40B4-BE49-F238E27FC236}">
                <a16:creationId xmlns:a16="http://schemas.microsoft.com/office/drawing/2014/main" id="{DDA27158-F71F-4A43-8E1E-8886A4D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232" y="50632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5" name="p33-椭圆-0415">
            <a:extLst xmlns:a="http://schemas.openxmlformats.org/drawingml/2006/main">
              <a:ext uri="{FF2B5EF4-FFF2-40B4-BE49-F238E27FC236}">
                <a16:creationId xmlns:a16="http://schemas.microsoft.com/office/drawing/2014/main" id="{4B4527B7-58FE-46FC-B40D-E14F87BB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718" y="45425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6" name="p33-椭圆-0416">
            <a:extLst xmlns:a="http://schemas.openxmlformats.org/drawingml/2006/main">
              <a:ext uri="{FF2B5EF4-FFF2-40B4-BE49-F238E27FC236}">
                <a16:creationId xmlns:a16="http://schemas.microsoft.com/office/drawing/2014/main" id="{B36E3602-DCE3-44BB-A498-65D69BFB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629" y="49866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17" name="p33-椭圆-0417">
            <a:extLst xmlns:a="http://schemas.openxmlformats.org/drawingml/2006/main">
              <a:ext uri="{FF2B5EF4-FFF2-40B4-BE49-F238E27FC236}">
                <a16:creationId xmlns:a16="http://schemas.microsoft.com/office/drawing/2014/main" id="{0E15AA22-F118-48E6-B128-107251B1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115" y="4137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8" name="p33-椭圆-0418">
            <a:extLst xmlns:a="http://schemas.openxmlformats.org/drawingml/2006/main">
              <a:ext uri="{FF2B5EF4-FFF2-40B4-BE49-F238E27FC236}">
                <a16:creationId xmlns:a16="http://schemas.microsoft.com/office/drawing/2014/main" id="{CE2EB975-31DB-4E5D-9A3A-ACD5EEE1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026" y="45940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19" name="p33-椭圆-0419">
            <a:extLst xmlns:a="http://schemas.openxmlformats.org/drawingml/2006/main">
              <a:ext uri="{FF2B5EF4-FFF2-40B4-BE49-F238E27FC236}">
                <a16:creationId xmlns:a16="http://schemas.microsoft.com/office/drawing/2014/main" id="{B5DD352D-722E-4F39-B107-EB6A88A3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937" y="51986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0" name="p33-椭圆-0420">
            <a:extLst xmlns:a="http://schemas.openxmlformats.org/drawingml/2006/main">
              <a:ext uri="{FF2B5EF4-FFF2-40B4-BE49-F238E27FC236}">
                <a16:creationId xmlns:a16="http://schemas.microsoft.com/office/drawing/2014/main" id="{106F6567-3EEB-411A-B447-77C6AE2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23" y="43487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21" name="p33-椭圆-0421">
            <a:extLst xmlns:a="http://schemas.openxmlformats.org/drawingml/2006/main">
              <a:ext uri="{FF2B5EF4-FFF2-40B4-BE49-F238E27FC236}">
                <a16:creationId xmlns:a16="http://schemas.microsoft.com/office/drawing/2014/main" id="{8A9856A8-CBD8-40E2-B1B8-F6D7FE61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2334" y="46790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2" name="p33-椭圆-0422">
            <a:extLst xmlns:a="http://schemas.openxmlformats.org/drawingml/2006/main">
              <a:ext uri="{FF2B5EF4-FFF2-40B4-BE49-F238E27FC236}">
                <a16:creationId xmlns:a16="http://schemas.microsoft.com/office/drawing/2014/main" id="{D9A3CB2F-401C-4FF2-81EC-CB0F834B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45" y="52213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3" name="p33-椭圆-0423">
            <a:extLst xmlns:a="http://schemas.openxmlformats.org/drawingml/2006/main">
              <a:ext uri="{FF2B5EF4-FFF2-40B4-BE49-F238E27FC236}">
                <a16:creationId xmlns:a16="http://schemas.microsoft.com/office/drawing/2014/main" id="{F0E89341-0245-41A3-8D94-841C7966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731" y="46262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4" name="p33-椭圆-0424">
            <a:extLst xmlns:a="http://schemas.openxmlformats.org/drawingml/2006/main">
              <a:ext uri="{FF2B5EF4-FFF2-40B4-BE49-F238E27FC236}">
                <a16:creationId xmlns:a16="http://schemas.microsoft.com/office/drawing/2014/main" id="{D1499F92-C7B8-481A-8DE8-18237F4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642" y="48702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25" name="p33-椭圆-0425">
            <a:extLst xmlns:a="http://schemas.openxmlformats.org/drawingml/2006/main">
              <a:ext uri="{FF2B5EF4-FFF2-40B4-BE49-F238E27FC236}">
                <a16:creationId xmlns:a16="http://schemas.microsoft.com/office/drawing/2014/main" id="{B10D5EFD-0139-479B-BDBE-F0D9F0F7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128" y="41974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6" name="p33-椭圆-0426">
            <a:extLst xmlns:a="http://schemas.openxmlformats.org/drawingml/2006/main">
              <a:ext uri="{FF2B5EF4-FFF2-40B4-BE49-F238E27FC236}">
                <a16:creationId xmlns:a16="http://schemas.microsoft.com/office/drawing/2014/main" id="{CDFE71E9-DADC-4FC2-AC3A-D10D0FAF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039" y="481827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7" name="p33-椭圆-0427">
            <a:extLst xmlns:a="http://schemas.openxmlformats.org/drawingml/2006/main">
              <a:ext uri="{FF2B5EF4-FFF2-40B4-BE49-F238E27FC236}">
                <a16:creationId xmlns:a16="http://schemas.microsoft.com/office/drawing/2014/main" id="{BE4BE26E-468C-43E6-9E2F-449983B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950" y="51475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28" name="p33-椭圆-0428">
            <a:extLst xmlns:a="http://schemas.openxmlformats.org/drawingml/2006/main">
              <a:ext uri="{FF2B5EF4-FFF2-40B4-BE49-F238E27FC236}">
                <a16:creationId xmlns:a16="http://schemas.microsoft.com/office/drawing/2014/main" id="{956E6882-CC56-425F-8E1B-BCA8334C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436" y="429855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29" name="p33-椭圆-0429">
            <a:extLst xmlns:a="http://schemas.openxmlformats.org/drawingml/2006/main">
              <a:ext uri="{FF2B5EF4-FFF2-40B4-BE49-F238E27FC236}">
                <a16:creationId xmlns:a16="http://schemas.microsoft.com/office/drawing/2014/main" id="{AFFAD90A-1B2F-4E77-8636-D3ACD90E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347" y="49038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30" name="p33-椭圆-0430">
            <a:extLst xmlns:a="http://schemas.openxmlformats.org/drawingml/2006/main">
              <a:ext uri="{FF2B5EF4-FFF2-40B4-BE49-F238E27FC236}">
                <a16:creationId xmlns:a16="http://schemas.microsoft.com/office/drawing/2014/main" id="{A44E91A7-1AFB-4042-94D7-5C6279B1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833" y="42629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31" name="p33-椭圆-0431">
            <a:extLst xmlns:a="http://schemas.openxmlformats.org/drawingml/2006/main">
              <a:ext uri="{FF2B5EF4-FFF2-40B4-BE49-F238E27FC236}">
                <a16:creationId xmlns:a16="http://schemas.microsoft.com/office/drawing/2014/main" id="{D3652AD0-B167-4383-86D9-D7E90BE9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744" y="45098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32" name="p33-椭圆-0432">
            <a:extLst xmlns:a="http://schemas.openxmlformats.org/drawingml/2006/main">
              <a:ext uri="{FF2B5EF4-FFF2-40B4-BE49-F238E27FC236}">
                <a16:creationId xmlns:a16="http://schemas.microsoft.com/office/drawing/2014/main" id="{664AA23E-EFFE-4D06-A289-2DFE59BF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655" y="495517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33" name="p33-文本-0433">
            <a:extLst xmlns:a="http://schemas.openxmlformats.org/drawingml/2006/main">
              <a:ext uri="{FF2B5EF4-FFF2-40B4-BE49-F238E27FC236}">
                <a16:creationId xmlns:a16="http://schemas.microsoft.com/office/drawing/2014/main" id="{45E5B9E6-7D67-4B2C-9A09-63640763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53643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434" name="p33-文本-0434">
            <a:extLst xmlns:a="http://schemas.openxmlformats.org/drawingml/2006/main">
              <a:ext uri="{FF2B5EF4-FFF2-40B4-BE49-F238E27FC236}">
                <a16:creationId xmlns:a16="http://schemas.microsoft.com/office/drawing/2014/main" id="{B4122F53-4101-4F77-B93E-758DE6D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9750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435" name="p33-椭圆-0435">
            <a:extLst xmlns:a="http://schemas.openxmlformats.org/drawingml/2006/main">
              <a:ext uri="{FF2B5EF4-FFF2-40B4-BE49-F238E27FC236}">
                <a16:creationId xmlns:a16="http://schemas.microsoft.com/office/drawing/2014/main" id="{F546D3A8-DC65-40EA-9D16-F586A4A3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36" name="p33-文本-0436">
            <a:extLst xmlns:a="http://schemas.openxmlformats.org/drawingml/2006/main">
              <a:ext uri="{FF2B5EF4-FFF2-40B4-BE49-F238E27FC236}">
                <a16:creationId xmlns:a16="http://schemas.microsoft.com/office/drawing/2014/main" id="{7D35E233-F122-4FB3-895C-0901C46E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731" y="1939607"/>
            <a:ext cx="109538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437" name="p33-椭圆-0437">
            <a:extLst xmlns:a="http://schemas.openxmlformats.org/drawingml/2006/main">
              <a:ext uri="{FF2B5EF4-FFF2-40B4-BE49-F238E27FC236}">
                <a16:creationId xmlns:a16="http://schemas.microsoft.com/office/drawing/2014/main" id="{D2107791-7BA7-4D1D-BAFA-42E8C0F5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14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38" name="p33-文本-0438">
            <a:extLst xmlns:a="http://schemas.openxmlformats.org/drawingml/2006/main">
              <a:ext uri="{FF2B5EF4-FFF2-40B4-BE49-F238E27FC236}">
                <a16:creationId xmlns:a16="http://schemas.microsoft.com/office/drawing/2014/main" id="{01ACE3E3-F71E-4701-9A1D-4A07C95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656" y="1958657"/>
            <a:ext cx="109538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2</a:t>
            </a:r>
          </a:p>
        </p:txBody>
      </p:sp>
      <p:sp>
        <p:nvSpPr>
          <p:cNvPr id="439" name="p33-椭圆-0439">
            <a:extLst xmlns:a="http://schemas.openxmlformats.org/drawingml/2006/main">
              <a:ext uri="{FF2B5EF4-FFF2-40B4-BE49-F238E27FC236}">
                <a16:creationId xmlns:a16="http://schemas.microsoft.com/office/drawing/2014/main" id="{EC65FA54-2B6E-42F7-811E-506BB12A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40" name="p33-文本-0440">
            <a:extLst xmlns:a="http://schemas.openxmlformats.org/drawingml/2006/main">
              <a:ext uri="{FF2B5EF4-FFF2-40B4-BE49-F238E27FC236}">
                <a16:creationId xmlns:a16="http://schemas.microsoft.com/office/drawing/2014/main" id="{E96B4725-64E0-41CD-9757-69C715C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731" y="3787457"/>
            <a:ext cx="109538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3</a:t>
            </a:r>
          </a:p>
        </p:txBody>
      </p:sp>
      <p:sp>
        <p:nvSpPr>
          <p:cNvPr id="441" name="p33-椭圆-0441">
            <a:extLst xmlns:a="http://schemas.openxmlformats.org/drawingml/2006/main">
              <a:ext uri="{FF2B5EF4-FFF2-40B4-BE49-F238E27FC236}">
                <a16:creationId xmlns:a16="http://schemas.microsoft.com/office/drawing/2014/main" id="{83607B65-D793-4342-BA2A-A3D9F728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76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442" name="p33-文本-0442">
            <a:extLst xmlns:a="http://schemas.openxmlformats.org/drawingml/2006/main">
              <a:ext uri="{FF2B5EF4-FFF2-40B4-BE49-F238E27FC236}">
                <a16:creationId xmlns:a16="http://schemas.microsoft.com/office/drawing/2014/main" id="{B9807DD3-99F3-444C-8C72-69B79FDD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4120832"/>
            <a:ext cx="109538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4</a:t>
            </a:r>
          </a:p>
        </p:txBody>
      </p:sp>
      <p:sp>
        <p:nvSpPr>
          <p:cNvPr id="443" name="p33-文本-0443">
            <a:extLst xmlns:a="http://schemas.openxmlformats.org/drawingml/2006/main">
              <a:ext uri="{FF2B5EF4-FFF2-40B4-BE49-F238E27FC236}">
                <a16:creationId xmlns:a16="http://schemas.microsoft.com/office/drawing/2014/main" id="{8D229698-A968-49B2-8988-6A7305EE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98" y="6062007"/>
            <a:ext cx="5971604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样本、测量与分析结果关联，支持追溯数据处理过程</a:t>
            </a:r>
          </a:p>
        </p:txBody>
      </p:sp>
      <p:sp>
        <p:nvSpPr>
          <p:cNvPr id="444" name="p33-文本-0444">
            <a:extLst xmlns:a="http://schemas.openxmlformats.org/drawingml/2006/main">
              <a:ext uri="{FF2B5EF4-FFF2-40B4-BE49-F238E27FC236}">
                <a16:creationId xmlns:a16="http://schemas.microsoft.com/office/drawing/2014/main" id="{7522D6CF-C66F-4E5B-9812-F72F8C2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33</a:t>
            </a:r>
          </a:p>
        </p:txBody>
      </p:sp>
    </p:spTree>
    <p:extLst>
      <p:ext uri="{BB962C8B-B14F-4D97-AF65-F5344CB8AC3E}">
        <p14:creationId xmlns:p14="http://schemas.microsoft.com/office/powerpoint/2010/main" val="14887095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p34-矩形-0001">
            <a:extLst xmlns:a="http://schemas.openxmlformats.org/drawingml/2006/main">
              <a:ext uri="{FF2B5EF4-FFF2-40B4-BE49-F238E27FC236}">
                <a16:creationId xmlns:a16="http://schemas.microsoft.com/office/drawing/2014/main" id="{6BD8BB7D-53CE-4F5A-95DE-7A8F1B5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4-矩形-0002">
            <a:extLst xmlns:a="http://schemas.openxmlformats.org/drawingml/2006/main">
              <a:ext uri="{FF2B5EF4-FFF2-40B4-BE49-F238E27FC236}">
                <a16:creationId xmlns:a16="http://schemas.microsoft.com/office/drawing/2014/main" id="{4F262CD9-A639-444D-904D-1944A4A2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4-文本-0003">
            <a:extLst xmlns:a="http://schemas.openxmlformats.org/drawingml/2006/main">
              <a:ext uri="{FF2B5EF4-FFF2-40B4-BE49-F238E27FC236}">
                <a16:creationId xmlns:a16="http://schemas.microsoft.com/office/drawing/2014/main" id="{1A4235B5-8192-420A-8F61-3807BD3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实验记录支撑测量复核与验证追溯</a:t>
            </a:r>
          </a:p>
        </p:txBody>
      </p:sp>
      <p:sp>
        <p:nvSpPr>
          <p:cNvPr id="4" name="p34-文本-0004">
            <a:extLst xmlns:a="http://schemas.openxmlformats.org/drawingml/2006/main">
              <a:ext uri="{FF2B5EF4-FFF2-40B4-BE49-F238E27FC236}">
                <a16:creationId xmlns:a16="http://schemas.microsoft.com/office/drawing/2014/main" id="{33768597-FD61-4ED0-B256-472C232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0212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样本、处理、读出和复核依据与相邻判断逐项对应</a:t>
            </a:r>
          </a:p>
        </p:txBody>
      </p:sp>
      <p:sp>
        <p:nvSpPr>
          <p:cNvPr id="5" name="p34-线-0005">
            <a:extLst xmlns:a="http://schemas.openxmlformats.org/drawingml/2006/main">
              <a:ext uri="{FF2B5EF4-FFF2-40B4-BE49-F238E27FC236}">
                <a16:creationId xmlns:a16="http://schemas.microsoft.com/office/drawing/2014/main" id="{52406CA3-0796-4F1B-8E41-DAD9091E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4-矩形-0006">
            <a:extLst xmlns:a="http://schemas.openxmlformats.org/drawingml/2006/main">
              <a:ext uri="{FF2B5EF4-FFF2-40B4-BE49-F238E27FC236}">
                <a16:creationId xmlns:a16="http://schemas.microsoft.com/office/drawing/2014/main" id="{76CC2657-BF47-42CE-BC83-EB0A4260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535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34-文本-0007">
            <a:extLst xmlns:a="http://schemas.openxmlformats.org/drawingml/2006/main">
              <a:ext uri="{FF2B5EF4-FFF2-40B4-BE49-F238E27FC236}">
                <a16:creationId xmlns:a16="http://schemas.microsoft.com/office/drawing/2014/main" id="{2A9E9365-A84C-487F-BD70-7646FE24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722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测量记录</a:t>
            </a:r>
          </a:p>
        </p:txBody>
      </p:sp>
      <p:sp>
        <p:nvSpPr>
          <p:cNvPr id="8" name="p34-矩形-0008">
            <a:extLst xmlns:a="http://schemas.openxmlformats.org/drawingml/2006/main">
              <a:ext uri="{FF2B5EF4-FFF2-40B4-BE49-F238E27FC236}">
                <a16:creationId xmlns:a16="http://schemas.microsoft.com/office/drawing/2014/main" id="{16E6394E-638A-467F-B80B-F690C52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667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7B7B7"/>
            </a:solidFill>
          </a:ln>
        </p:spPr>
      </p:sp>
      <p:sp>
        <p:nvSpPr>
          <p:cNvPr id="9" name="p34-文本-0009">
            <a:extLst xmlns:a="http://schemas.openxmlformats.org/drawingml/2006/main">
              <a:ext uri="{FF2B5EF4-FFF2-40B4-BE49-F238E27FC236}">
                <a16:creationId xmlns:a16="http://schemas.microsoft.com/office/drawing/2014/main" id="{B4BA0C36-1BB4-43FB-BB0D-194F983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4671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样本、条件与读出</a:t>
            </a:r>
          </a:p>
        </p:txBody>
      </p:sp>
      <p:sp>
        <p:nvSpPr>
          <p:cNvPr id="10" name="p34-文本-0010">
            <a:extLst xmlns:a="http://schemas.openxmlformats.org/drawingml/2006/main">
              <a:ext uri="{FF2B5EF4-FFF2-40B4-BE49-F238E27FC236}">
                <a16:creationId xmlns:a16="http://schemas.microsoft.com/office/drawing/2014/main" id="{85CA661E-F5BF-44D7-A1BC-C919833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5906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样本：参照组与处理组</a:t>
            </a:r>
          </a:p>
        </p:txBody>
      </p:sp>
      <p:sp>
        <p:nvSpPr>
          <p:cNvPr id="11" name="p34-文本-0011">
            <a:extLst xmlns:a="http://schemas.openxmlformats.org/drawingml/2006/main">
              <a:ext uri="{FF2B5EF4-FFF2-40B4-BE49-F238E27FC236}">
                <a16:creationId xmlns:a16="http://schemas.microsoft.com/office/drawing/2014/main" id="{560BC0E2-AE56-4775-836D-B0C36F0C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1181"/>
            <a:ext cx="2327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条件：同温度、同采样频率</a:t>
            </a:r>
          </a:p>
        </p:txBody>
      </p:sp>
      <p:sp>
        <p:nvSpPr>
          <p:cNvPr id="12" name="p34-文本-0012">
            <a:extLst xmlns:a="http://schemas.openxmlformats.org/drawingml/2006/main">
              <a:ext uri="{FF2B5EF4-FFF2-40B4-BE49-F238E27FC236}">
                <a16:creationId xmlns:a16="http://schemas.microsoft.com/office/drawing/2014/main" id="{E837A75B-1B4A-4359-AF73-75BE71F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455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13" name="p34-线-0013">
            <a:extLst xmlns:a="http://schemas.openxmlformats.org/drawingml/2006/main">
              <a:ext uri="{FF2B5EF4-FFF2-40B4-BE49-F238E27FC236}">
                <a16:creationId xmlns:a16="http://schemas.microsoft.com/office/drawing/2014/main" id="{815C4499-863B-4931-809D-CEE38B4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971675" cy="95"/>
          </a:xfrm>
          <a:custGeom xmlns:a="http://schemas.openxmlformats.org/drawingml/2006/main"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4" name="p34-线-0014">
            <a:extLst xmlns:a="http://schemas.openxmlformats.org/drawingml/2006/main">
              <a:ext uri="{FF2B5EF4-FFF2-40B4-BE49-F238E27FC236}">
                <a16:creationId xmlns:a16="http://schemas.microsoft.com/office/drawing/2014/main" id="{266876F4-A9C2-48CC-9627-7E89907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95" cy="723900"/>
          </a:xfrm>
          <a:custGeom xmlns:a="http://schemas.openxmlformats.org/drawingml/2006/main">
            <a:pathLst>
              <a:path w="9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15" name="p34-线-0015">
            <a:extLst xmlns:a="http://schemas.openxmlformats.org/drawingml/2006/main">
              <a:ext uri="{FF2B5EF4-FFF2-40B4-BE49-F238E27FC236}">
                <a16:creationId xmlns:a16="http://schemas.microsoft.com/office/drawing/2014/main" id="{E162AF8C-5B96-4C14-8CD0-F01FC39F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1971675" cy="95"/>
          </a:xfrm>
          <a:custGeom xmlns:a="http://schemas.openxmlformats.org/drawingml/2006/main"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6" name="p34-线-0016">
            <a:extLst xmlns:a="http://schemas.openxmlformats.org/drawingml/2006/main">
              <a:ext uri="{FF2B5EF4-FFF2-40B4-BE49-F238E27FC236}">
                <a16:creationId xmlns:a16="http://schemas.microsoft.com/office/drawing/2014/main" id="{F57B3ADA-0DC8-4119-9A84-8E34411F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81450"/>
            <a:ext cx="1971675" cy="95"/>
          </a:xfrm>
          <a:custGeom xmlns:a="http://schemas.openxmlformats.org/drawingml/2006/main"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7" name="p34-线-0017">
            <a:extLst xmlns:a="http://schemas.openxmlformats.org/drawingml/2006/main">
              <a:ext uri="{FF2B5EF4-FFF2-40B4-BE49-F238E27FC236}">
                <a16:creationId xmlns:a16="http://schemas.microsoft.com/office/drawing/2014/main" id="{7046FA64-AF74-49E5-9277-35DEC907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1971675" cy="95"/>
          </a:xfrm>
          <a:custGeom xmlns:a="http://schemas.openxmlformats.org/drawingml/2006/main"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8" name="p34-路径-0018">
            <a:extLst xmlns:a="http://schemas.openxmlformats.org/drawingml/2006/main">
              <a:ext uri="{FF2B5EF4-FFF2-40B4-BE49-F238E27FC236}">
                <a16:creationId xmlns:a16="http://schemas.microsoft.com/office/drawing/2014/main" id="{CE7EF4BE-ACB3-4602-9DBE-CF10145E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2373"/>
            <a:ext cx="1971675" cy="406718"/>
          </a:xfrm>
          <a:custGeom xmlns:a="http://schemas.openxmlformats.org/drawingml/2006/main">
            <a:pathLst>
              <a:path w="1971675" h="406718">
                <a:moveTo>
                  <a:pt x="0" y="0"/>
                </a:moveTo>
                <a:lnTo>
                  <a:pt x="65723" y="30480"/>
                </a:lnTo>
                <a:lnTo>
                  <a:pt x="131445" y="59055"/>
                </a:lnTo>
                <a:lnTo>
                  <a:pt x="197168" y="85725"/>
                </a:lnTo>
                <a:lnTo>
                  <a:pt x="262890" y="110490"/>
                </a:lnTo>
                <a:lnTo>
                  <a:pt x="328613" y="133350"/>
                </a:lnTo>
                <a:lnTo>
                  <a:pt x="394335" y="155258"/>
                </a:lnTo>
                <a:lnTo>
                  <a:pt x="460058" y="175260"/>
                </a:lnTo>
                <a:lnTo>
                  <a:pt x="525780" y="194310"/>
                </a:lnTo>
                <a:lnTo>
                  <a:pt x="591503" y="212408"/>
                </a:lnTo>
                <a:lnTo>
                  <a:pt x="657225" y="229553"/>
                </a:lnTo>
                <a:lnTo>
                  <a:pt x="722948" y="244793"/>
                </a:lnTo>
                <a:lnTo>
                  <a:pt x="788670" y="259080"/>
                </a:lnTo>
                <a:lnTo>
                  <a:pt x="854392" y="273368"/>
                </a:lnTo>
                <a:lnTo>
                  <a:pt x="920115" y="285750"/>
                </a:lnTo>
                <a:lnTo>
                  <a:pt x="985838" y="297180"/>
                </a:lnTo>
                <a:lnTo>
                  <a:pt x="1051560" y="308610"/>
                </a:lnTo>
                <a:lnTo>
                  <a:pt x="1117283" y="319088"/>
                </a:lnTo>
                <a:lnTo>
                  <a:pt x="1183005" y="328613"/>
                </a:lnTo>
                <a:lnTo>
                  <a:pt x="1248728" y="338138"/>
                </a:lnTo>
                <a:lnTo>
                  <a:pt x="1314450" y="346710"/>
                </a:lnTo>
                <a:lnTo>
                  <a:pt x="1380173" y="354330"/>
                </a:lnTo>
                <a:lnTo>
                  <a:pt x="1445895" y="361950"/>
                </a:lnTo>
                <a:lnTo>
                  <a:pt x="1511618" y="369570"/>
                </a:lnTo>
                <a:lnTo>
                  <a:pt x="1577340" y="375285"/>
                </a:lnTo>
                <a:lnTo>
                  <a:pt x="1643063" y="381953"/>
                </a:lnTo>
                <a:lnTo>
                  <a:pt x="1708785" y="387668"/>
                </a:lnTo>
                <a:lnTo>
                  <a:pt x="1774508" y="393383"/>
                </a:lnTo>
                <a:lnTo>
                  <a:pt x="1840230" y="398145"/>
                </a:lnTo>
                <a:lnTo>
                  <a:pt x="1905953" y="402908"/>
                </a:lnTo>
                <a:lnTo>
                  <a:pt x="1971675" y="40671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19" name="p34-椭圆-0019">
            <a:extLst xmlns:a="http://schemas.openxmlformats.org/drawingml/2006/main">
              <a:ext uri="{FF2B5EF4-FFF2-40B4-BE49-F238E27FC236}">
                <a16:creationId xmlns:a16="http://schemas.microsoft.com/office/drawing/2014/main" id="{F6E9E662-8243-4A8A-B653-96D5AED4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371589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" name="p34-椭圆-0020">
            <a:extLst xmlns:a="http://schemas.openxmlformats.org/drawingml/2006/main">
              <a:ext uri="{FF2B5EF4-FFF2-40B4-BE49-F238E27FC236}">
                <a16:creationId xmlns:a16="http://schemas.microsoft.com/office/drawing/2014/main" id="{C61575A7-83FE-4D59-A167-4885ADB5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" y="38710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" name="p34-椭圆-0021">
            <a:extLst xmlns:a="http://schemas.openxmlformats.org/drawingml/2006/main">
              <a:ext uri="{FF2B5EF4-FFF2-40B4-BE49-F238E27FC236}">
                <a16:creationId xmlns:a16="http://schemas.microsoft.com/office/drawing/2014/main" id="{66541193-50AE-497C-9CCC-191FAE0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7500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" name="p34-椭圆-0022">
            <a:extLst xmlns:a="http://schemas.openxmlformats.org/drawingml/2006/main">
              <a:ext uri="{FF2B5EF4-FFF2-40B4-BE49-F238E27FC236}">
                <a16:creationId xmlns:a16="http://schemas.microsoft.com/office/drawing/2014/main" id="{C5590A8C-F459-4750-9CC9-71BC706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0" y="404470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p34-椭圆-0023">
            <a:extLst xmlns:a="http://schemas.openxmlformats.org/drawingml/2006/main">
              <a:ext uri="{FF2B5EF4-FFF2-40B4-BE49-F238E27FC236}">
                <a16:creationId xmlns:a16="http://schemas.microsoft.com/office/drawing/2014/main" id="{B04E8FF8-B6BD-4763-A3A3-F45095F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95" y="40914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" name="p34-椭圆-0024">
            <a:extLst xmlns:a="http://schemas.openxmlformats.org/drawingml/2006/main">
              <a:ext uri="{FF2B5EF4-FFF2-40B4-BE49-F238E27FC236}">
                <a16:creationId xmlns:a16="http://schemas.microsoft.com/office/drawing/2014/main" id="{F446128E-0D99-473D-A09C-FAE5F7C1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412274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" name="p34-路径-0025">
            <a:extLst xmlns:a="http://schemas.openxmlformats.org/drawingml/2006/main">
              <a:ext uri="{FF2B5EF4-FFF2-40B4-BE49-F238E27FC236}">
                <a16:creationId xmlns:a16="http://schemas.microsoft.com/office/drawing/2014/main" id="{5A9F8BA7-F60F-4ED6-803C-D9520EC7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2373"/>
            <a:ext cx="1971675" cy="447675"/>
          </a:xfrm>
          <a:custGeom xmlns:a="http://schemas.openxmlformats.org/drawingml/2006/main">
            <a:pathLst>
              <a:path w="1971675" h="447675">
                <a:moveTo>
                  <a:pt x="0" y="0"/>
                </a:moveTo>
                <a:lnTo>
                  <a:pt x="65723" y="44768"/>
                </a:lnTo>
                <a:lnTo>
                  <a:pt x="131445" y="85725"/>
                </a:lnTo>
                <a:lnTo>
                  <a:pt x="197168" y="121920"/>
                </a:lnTo>
                <a:lnTo>
                  <a:pt x="262890" y="155258"/>
                </a:lnTo>
                <a:lnTo>
                  <a:pt x="328613" y="185738"/>
                </a:lnTo>
                <a:lnTo>
                  <a:pt x="394335" y="212408"/>
                </a:lnTo>
                <a:lnTo>
                  <a:pt x="460058" y="237173"/>
                </a:lnTo>
                <a:lnTo>
                  <a:pt x="525780" y="259080"/>
                </a:lnTo>
                <a:lnTo>
                  <a:pt x="591503" y="279083"/>
                </a:lnTo>
                <a:lnTo>
                  <a:pt x="657225" y="297180"/>
                </a:lnTo>
                <a:lnTo>
                  <a:pt x="722948" y="314325"/>
                </a:lnTo>
                <a:lnTo>
                  <a:pt x="788670" y="328613"/>
                </a:lnTo>
                <a:lnTo>
                  <a:pt x="854392" y="342900"/>
                </a:lnTo>
                <a:lnTo>
                  <a:pt x="920115" y="354330"/>
                </a:lnTo>
                <a:lnTo>
                  <a:pt x="985838" y="365760"/>
                </a:lnTo>
                <a:lnTo>
                  <a:pt x="1051560" y="375285"/>
                </a:lnTo>
                <a:lnTo>
                  <a:pt x="1117283" y="384810"/>
                </a:lnTo>
                <a:lnTo>
                  <a:pt x="1183005" y="393383"/>
                </a:lnTo>
                <a:lnTo>
                  <a:pt x="1248728" y="400050"/>
                </a:lnTo>
                <a:lnTo>
                  <a:pt x="1314450" y="406718"/>
                </a:lnTo>
                <a:lnTo>
                  <a:pt x="1380173" y="413385"/>
                </a:lnTo>
                <a:lnTo>
                  <a:pt x="1445895" y="418148"/>
                </a:lnTo>
                <a:lnTo>
                  <a:pt x="1511618" y="423863"/>
                </a:lnTo>
                <a:lnTo>
                  <a:pt x="1577340" y="427673"/>
                </a:lnTo>
                <a:lnTo>
                  <a:pt x="1643063" y="432435"/>
                </a:lnTo>
                <a:lnTo>
                  <a:pt x="1708785" y="436245"/>
                </a:lnTo>
                <a:lnTo>
                  <a:pt x="1774508" y="439103"/>
                </a:lnTo>
                <a:lnTo>
                  <a:pt x="1840230" y="441960"/>
                </a:lnTo>
                <a:lnTo>
                  <a:pt x="1905953" y="444818"/>
                </a:lnTo>
                <a:lnTo>
                  <a:pt x="1971675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26" name="p34-椭圆-0026">
            <a:extLst xmlns:a="http://schemas.openxmlformats.org/drawingml/2006/main">
              <a:ext uri="{FF2B5EF4-FFF2-40B4-BE49-F238E27FC236}">
                <a16:creationId xmlns:a16="http://schemas.microsoft.com/office/drawing/2014/main" id="{1793846B-1015-45E8-856B-B441C6D1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371589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" name="p34-椭圆-0027">
            <a:extLst xmlns:a="http://schemas.openxmlformats.org/drawingml/2006/main">
              <a:ext uri="{FF2B5EF4-FFF2-40B4-BE49-F238E27FC236}">
                <a16:creationId xmlns:a16="http://schemas.microsoft.com/office/drawing/2014/main" id="{FAE192AD-F8EE-4D4B-9F35-FA034AB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" y="392819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" name="p34-椭圆-0028">
            <a:extLst xmlns:a="http://schemas.openxmlformats.org/drawingml/2006/main">
              <a:ext uri="{FF2B5EF4-FFF2-40B4-BE49-F238E27FC236}">
                <a16:creationId xmlns:a16="http://schemas.microsoft.com/office/drawing/2014/main" id="{80FFABDF-F230-4F20-8D9F-308FB2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470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" name="p34-椭圆-0029">
            <a:extLst xmlns:a="http://schemas.openxmlformats.org/drawingml/2006/main">
              <a:ext uri="{FF2B5EF4-FFF2-40B4-BE49-F238E27FC236}">
                <a16:creationId xmlns:a16="http://schemas.microsoft.com/office/drawing/2014/main" id="{A3D9BD27-4825-428B-80F1-BFAC1C64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0" y="410864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0" name="p34-椭圆-0030">
            <a:extLst xmlns:a="http://schemas.openxmlformats.org/drawingml/2006/main">
              <a:ext uri="{FF2B5EF4-FFF2-40B4-BE49-F238E27FC236}">
                <a16:creationId xmlns:a16="http://schemas.microsoft.com/office/drawing/2014/main" id="{FCFFDC69-B5B1-4AE4-BDED-90A14CA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95" y="414374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1" name="p34-椭圆-0031">
            <a:extLst xmlns:a="http://schemas.openxmlformats.org/drawingml/2006/main">
              <a:ext uri="{FF2B5EF4-FFF2-40B4-BE49-F238E27FC236}">
                <a16:creationId xmlns:a16="http://schemas.microsoft.com/office/drawing/2014/main" id="{3EF6AF1A-4112-4CFF-8BD2-5CFA84EE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4163001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2" name="p34-路径-0032">
            <a:extLst xmlns:a="http://schemas.openxmlformats.org/drawingml/2006/main">
              <a:ext uri="{FF2B5EF4-FFF2-40B4-BE49-F238E27FC236}">
                <a16:creationId xmlns:a16="http://schemas.microsoft.com/office/drawing/2014/main" id="{42F72423-F8CA-4394-8010-11074DA5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2373"/>
            <a:ext cx="1971675" cy="461963"/>
          </a:xfrm>
          <a:custGeom xmlns:a="http://schemas.openxmlformats.org/drawingml/2006/main">
            <a:pathLst>
              <a:path w="1971675" h="461963">
                <a:moveTo>
                  <a:pt x="0" y="0"/>
                </a:moveTo>
                <a:lnTo>
                  <a:pt x="65723" y="59055"/>
                </a:lnTo>
                <a:lnTo>
                  <a:pt x="131445" y="110490"/>
                </a:lnTo>
                <a:lnTo>
                  <a:pt x="197168" y="155258"/>
                </a:lnTo>
                <a:lnTo>
                  <a:pt x="262890" y="194310"/>
                </a:lnTo>
                <a:lnTo>
                  <a:pt x="328613" y="229553"/>
                </a:lnTo>
                <a:lnTo>
                  <a:pt x="394335" y="259080"/>
                </a:lnTo>
                <a:lnTo>
                  <a:pt x="460058" y="285750"/>
                </a:lnTo>
                <a:lnTo>
                  <a:pt x="525780" y="308610"/>
                </a:lnTo>
                <a:lnTo>
                  <a:pt x="591503" y="328613"/>
                </a:lnTo>
                <a:lnTo>
                  <a:pt x="657225" y="346710"/>
                </a:lnTo>
                <a:lnTo>
                  <a:pt x="722948" y="361950"/>
                </a:lnTo>
                <a:lnTo>
                  <a:pt x="788670" y="375285"/>
                </a:lnTo>
                <a:lnTo>
                  <a:pt x="854392" y="387668"/>
                </a:lnTo>
                <a:lnTo>
                  <a:pt x="920115" y="398145"/>
                </a:lnTo>
                <a:lnTo>
                  <a:pt x="985838" y="406718"/>
                </a:lnTo>
                <a:lnTo>
                  <a:pt x="1051560" y="415290"/>
                </a:lnTo>
                <a:lnTo>
                  <a:pt x="1117283" y="421958"/>
                </a:lnTo>
                <a:lnTo>
                  <a:pt x="1183005" y="427673"/>
                </a:lnTo>
                <a:lnTo>
                  <a:pt x="1248728" y="433388"/>
                </a:lnTo>
                <a:lnTo>
                  <a:pt x="1314450" y="438150"/>
                </a:lnTo>
                <a:lnTo>
                  <a:pt x="1380173" y="441960"/>
                </a:lnTo>
                <a:lnTo>
                  <a:pt x="1445895" y="445770"/>
                </a:lnTo>
                <a:lnTo>
                  <a:pt x="1511618" y="448628"/>
                </a:lnTo>
                <a:lnTo>
                  <a:pt x="1577340" y="451485"/>
                </a:lnTo>
                <a:lnTo>
                  <a:pt x="1643063" y="454343"/>
                </a:lnTo>
                <a:lnTo>
                  <a:pt x="1708785" y="456248"/>
                </a:lnTo>
                <a:lnTo>
                  <a:pt x="1774508" y="458153"/>
                </a:lnTo>
                <a:lnTo>
                  <a:pt x="1840230" y="459105"/>
                </a:lnTo>
                <a:lnTo>
                  <a:pt x="1905953" y="461010"/>
                </a:lnTo>
                <a:lnTo>
                  <a:pt x="1971675" y="461963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33" name="p34-椭圆-0033">
            <a:extLst xmlns:a="http://schemas.openxmlformats.org/drawingml/2006/main">
              <a:ext uri="{FF2B5EF4-FFF2-40B4-BE49-F238E27FC236}">
                <a16:creationId xmlns:a16="http://schemas.microsoft.com/office/drawing/2014/main" id="{B7BEF321-156A-4245-9633-797FED6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371589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4" name="p34-椭圆-0034">
            <a:extLst xmlns:a="http://schemas.openxmlformats.org/drawingml/2006/main">
              <a:ext uri="{FF2B5EF4-FFF2-40B4-BE49-F238E27FC236}">
                <a16:creationId xmlns:a16="http://schemas.microsoft.com/office/drawing/2014/main" id="{C3166763-9824-42A7-A238-5D84215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" y="397500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5" name="p34-椭圆-0035">
            <a:extLst xmlns:a="http://schemas.openxmlformats.org/drawingml/2006/main">
              <a:ext uri="{FF2B5EF4-FFF2-40B4-BE49-F238E27FC236}">
                <a16:creationId xmlns:a16="http://schemas.microsoft.com/office/drawing/2014/main" id="{A7586F96-203D-4BBF-AE3A-6132FA1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142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6" name="p34-椭圆-0036">
            <a:extLst xmlns:a="http://schemas.openxmlformats.org/drawingml/2006/main">
              <a:ext uri="{FF2B5EF4-FFF2-40B4-BE49-F238E27FC236}">
                <a16:creationId xmlns:a16="http://schemas.microsoft.com/office/drawing/2014/main" id="{BBF16AE2-667C-458D-BE14-ED5DAAD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0" y="414374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7" name="p34-椭圆-0037">
            <a:extLst xmlns:a="http://schemas.openxmlformats.org/drawingml/2006/main">
              <a:ext uri="{FF2B5EF4-FFF2-40B4-BE49-F238E27FC236}">
                <a16:creationId xmlns:a16="http://schemas.microsoft.com/office/drawing/2014/main" id="{5026B744-011C-4B26-8EBA-83CBD57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95" y="416724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8" name="p34-椭圆-0038">
            <a:extLst xmlns:a="http://schemas.openxmlformats.org/drawingml/2006/main">
              <a:ext uri="{FF2B5EF4-FFF2-40B4-BE49-F238E27FC236}">
                <a16:creationId xmlns:a16="http://schemas.microsoft.com/office/drawing/2014/main" id="{DEF82770-1A68-4E05-BF08-CA857C9E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417781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39" name="p34-文本-0039">
            <a:extLst xmlns:a="http://schemas.openxmlformats.org/drawingml/2006/main">
              <a:ext uri="{FF2B5EF4-FFF2-40B4-BE49-F238E27FC236}">
                <a16:creationId xmlns:a16="http://schemas.microsoft.com/office/drawing/2014/main" id="{E50914E6-A95B-4FBA-83CB-614D2BE7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8" y="444042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40" name="p34-线-0040">
            <a:extLst xmlns:a="http://schemas.openxmlformats.org/drawingml/2006/main">
              <a:ext uri="{FF2B5EF4-FFF2-40B4-BE49-F238E27FC236}">
                <a16:creationId xmlns:a16="http://schemas.microsoft.com/office/drawing/2014/main" id="{075EB0A5-59EC-405F-A3BD-86DCA037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575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41" name="p34-文本-0041">
            <a:extLst xmlns:a="http://schemas.openxmlformats.org/drawingml/2006/main">
              <a:ext uri="{FF2B5EF4-FFF2-40B4-BE49-F238E27FC236}">
                <a16:creationId xmlns:a16="http://schemas.microsoft.com/office/drawing/2014/main" id="{16F0ADF3-E6D8-4C43-AA34-8BF39E6A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8533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42" name="p34-线-0042">
            <a:extLst xmlns:a="http://schemas.openxmlformats.org/drawingml/2006/main">
              <a:ext uri="{FF2B5EF4-FFF2-40B4-BE49-F238E27FC236}">
                <a16:creationId xmlns:a16="http://schemas.microsoft.com/office/drawing/2014/main" id="{D7D042E4-2C5B-4789-8C4F-A856689C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575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43" name="p34-文本-0043">
            <a:extLst xmlns:a="http://schemas.openxmlformats.org/drawingml/2006/main">
              <a:ext uri="{FF2B5EF4-FFF2-40B4-BE49-F238E27FC236}">
                <a16:creationId xmlns:a16="http://schemas.microsoft.com/office/drawing/2014/main" id="{D5226BA0-AD59-4014-843D-44C7BB2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8533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44" name="p34-线-0044">
            <a:extLst xmlns:a="http://schemas.openxmlformats.org/drawingml/2006/main">
              <a:ext uri="{FF2B5EF4-FFF2-40B4-BE49-F238E27FC236}">
                <a16:creationId xmlns:a16="http://schemas.microsoft.com/office/drawing/2014/main" id="{389F3702-082A-44B4-8FD1-3DD99E1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575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45" name="p34-文本-0045">
            <a:extLst xmlns:a="http://schemas.openxmlformats.org/drawingml/2006/main">
              <a:ext uri="{FF2B5EF4-FFF2-40B4-BE49-F238E27FC236}">
                <a16:creationId xmlns:a16="http://schemas.microsoft.com/office/drawing/2014/main" id="{EFD4D387-578F-4838-822A-55E8950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8533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46" name="p34-矩形-0046">
            <a:extLst xmlns:a="http://schemas.openxmlformats.org/drawingml/2006/main">
              <a:ext uri="{FF2B5EF4-FFF2-40B4-BE49-F238E27FC236}">
                <a16:creationId xmlns:a16="http://schemas.microsoft.com/office/drawing/2014/main" id="{906A798E-860A-422D-8052-9BA8A4D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3050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47" name="p34-文本-0047">
            <a:extLst xmlns:a="http://schemas.openxmlformats.org/drawingml/2006/main">
              <a:ext uri="{FF2B5EF4-FFF2-40B4-BE49-F238E27FC236}">
                <a16:creationId xmlns:a16="http://schemas.microsoft.com/office/drawing/2014/main" id="{2B132631-B3BE-41BE-B9E2-4A1BA60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1034"/>
            <a:ext cx="18495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读出：幅度与建立时间</a:t>
            </a:r>
          </a:p>
        </p:txBody>
      </p:sp>
      <p:sp>
        <p:nvSpPr>
          <p:cNvPr id="48" name="p34-文本-0048">
            <a:extLst xmlns:a="http://schemas.openxmlformats.org/drawingml/2006/main">
              <a:ext uri="{FF2B5EF4-FFF2-40B4-BE49-F238E27FC236}">
                <a16:creationId xmlns:a16="http://schemas.microsoft.com/office/drawing/2014/main" id="{624C4AB1-A44A-4D51-A5ED-85A29F2C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4884"/>
            <a:ext cx="20305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处理：基线校正与归一化</a:t>
            </a:r>
          </a:p>
        </p:txBody>
      </p:sp>
      <p:sp>
        <p:nvSpPr>
          <p:cNvPr id="49" name="p34-文本-0049">
            <a:extLst xmlns:a="http://schemas.openxmlformats.org/drawingml/2006/main">
              <a:ext uri="{FF2B5EF4-FFF2-40B4-BE49-F238E27FC236}">
                <a16:creationId xmlns:a16="http://schemas.microsoft.com/office/drawing/2014/main" id="{FE5AE69B-245B-4AAA-90A8-C798357F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8734"/>
            <a:ext cx="20305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复核：回查完整动态时序</a:t>
            </a:r>
          </a:p>
        </p:txBody>
      </p:sp>
      <p:sp>
        <p:nvSpPr>
          <p:cNvPr id="50" name="p34-路径-0050">
            <a:extLst xmlns:a="http://schemas.openxmlformats.org/drawingml/2006/main">
              <a:ext uri="{FF2B5EF4-FFF2-40B4-BE49-F238E27FC236}">
                <a16:creationId xmlns:a16="http://schemas.microsoft.com/office/drawing/2014/main" id="{05E4301D-2AEF-4647-86B2-930E99DC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1712"/>
            <a:ext cx="352425" cy="188976"/>
          </a:xfrm>
          <a:custGeom xmlns:a="http://schemas.openxmlformats.org/drawingml/2006/main">
            <a:pathLst>
              <a:path w="352425" h="188976">
                <a:moveTo>
                  <a:pt x="0" y="137351"/>
                </a:moveTo>
                <a:lnTo>
                  <a:pt x="200025" y="137351"/>
                </a:lnTo>
                <a:lnTo>
                  <a:pt x="200025" y="188976"/>
                </a:lnTo>
                <a:lnTo>
                  <a:pt x="352425" y="94488"/>
                </a:lnTo>
                <a:lnTo>
                  <a:pt x="200025" y="0"/>
                </a:lnTo>
                <a:lnTo>
                  <a:pt x="20002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" name="p34-文本-0051">
            <a:extLst xmlns:a="http://schemas.openxmlformats.org/drawingml/2006/main">
              <a:ext uri="{FF2B5EF4-FFF2-40B4-BE49-F238E27FC236}">
                <a16:creationId xmlns:a16="http://schemas.microsoft.com/office/drawing/2014/main" id="{0919FD7B-52EB-4CCB-BFCF-81DC552A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57889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测量条件</a:t>
            </a:r>
          </a:p>
        </p:txBody>
      </p:sp>
      <p:sp>
        <p:nvSpPr>
          <p:cNvPr id="52" name="p34-文本-0052">
            <a:extLst xmlns:a="http://schemas.openxmlformats.org/drawingml/2006/main">
              <a:ext uri="{FF2B5EF4-FFF2-40B4-BE49-F238E27FC236}">
                <a16:creationId xmlns:a16="http://schemas.microsoft.com/office/drawing/2014/main" id="{E231EB25-A993-4C23-B59D-5FFA04F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38889"/>
            <a:ext cx="148113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与读出可核对</a:t>
            </a:r>
          </a:p>
        </p:txBody>
      </p:sp>
      <p:sp>
        <p:nvSpPr>
          <p:cNvPr id="53" name="p34-文本-0053">
            <a:extLst xmlns:a="http://schemas.openxmlformats.org/drawingml/2006/main">
              <a:ext uri="{FF2B5EF4-FFF2-40B4-BE49-F238E27FC236}">
                <a16:creationId xmlns:a16="http://schemas.microsoft.com/office/drawing/2014/main" id="{DD23D358-81C9-49FD-8A06-7A3A7568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697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匹配同批参照</a:t>
            </a:r>
          </a:p>
        </p:txBody>
      </p:sp>
      <p:sp>
        <p:nvSpPr>
          <p:cNvPr id="54" name="p34-文本-0054">
            <a:extLst xmlns:a="http://schemas.openxmlformats.org/drawingml/2006/main">
              <a:ext uri="{FF2B5EF4-FFF2-40B4-BE49-F238E27FC236}">
                <a16:creationId xmlns:a16="http://schemas.microsoft.com/office/drawing/2014/main" id="{BB91E728-AD16-46A1-8A7D-0DEB0FC8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79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比较完整时序</a:t>
            </a:r>
          </a:p>
        </p:txBody>
      </p:sp>
      <p:sp>
        <p:nvSpPr>
          <p:cNvPr id="55" name="p34-文本-0055">
            <a:extLst xmlns:a="http://schemas.openxmlformats.org/drawingml/2006/main">
              <a:ext uri="{FF2B5EF4-FFF2-40B4-BE49-F238E27FC236}">
                <a16:creationId xmlns:a16="http://schemas.microsoft.com/office/drawing/2014/main" id="{B1E848FC-12CD-4F6A-9C04-8FD8815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460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检查启动差异</a:t>
            </a:r>
          </a:p>
        </p:txBody>
      </p:sp>
      <p:sp>
        <p:nvSpPr>
          <p:cNvPr id="56" name="p34-文本-0056">
            <a:extLst xmlns:a="http://schemas.openxmlformats.org/drawingml/2006/main">
              <a:ext uri="{FF2B5EF4-FFF2-40B4-BE49-F238E27FC236}">
                <a16:creationId xmlns:a16="http://schemas.microsoft.com/office/drawing/2014/main" id="{043F15B5-4AC9-4513-9F7F-240D8289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842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定位稳态区间</a:t>
            </a:r>
          </a:p>
        </p:txBody>
      </p:sp>
      <p:sp>
        <p:nvSpPr>
          <p:cNvPr id="57" name="p34-矩形-0057">
            <a:extLst xmlns:a="http://schemas.openxmlformats.org/drawingml/2006/main">
              <a:ext uri="{FF2B5EF4-FFF2-40B4-BE49-F238E27FC236}">
                <a16:creationId xmlns:a16="http://schemas.microsoft.com/office/drawing/2014/main" id="{23040306-52FC-4FB5-9A3F-917B606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09700"/>
            <a:ext cx="535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8" name="p34-文本-0058">
            <a:extLst xmlns:a="http://schemas.openxmlformats.org/drawingml/2006/main">
              <a:ext uri="{FF2B5EF4-FFF2-40B4-BE49-F238E27FC236}">
                <a16:creationId xmlns:a16="http://schemas.microsoft.com/office/drawing/2014/main" id="{DF9E64D4-43A5-45CB-B230-E02597B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122" y="1431224"/>
            <a:ext cx="8441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验证记录</a:t>
            </a:r>
          </a:p>
        </p:txBody>
      </p:sp>
      <p:sp>
        <p:nvSpPr>
          <p:cNvPr id="59" name="p34-矩形-0059">
            <a:extLst xmlns:a="http://schemas.openxmlformats.org/drawingml/2006/main">
              <a:ext uri="{FF2B5EF4-FFF2-40B4-BE49-F238E27FC236}">
                <a16:creationId xmlns:a16="http://schemas.microsoft.com/office/drawing/2014/main" id="{124C2CEC-4624-4F32-BBC7-3CDA7AB8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2667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7B7B7"/>
            </a:solidFill>
          </a:ln>
        </p:spPr>
      </p:sp>
      <p:sp>
        <p:nvSpPr>
          <p:cNvPr id="60" name="p34-文本-0060">
            <a:extLst xmlns:a="http://schemas.openxmlformats.org/drawingml/2006/main">
              <a:ext uri="{FF2B5EF4-FFF2-40B4-BE49-F238E27FC236}">
                <a16:creationId xmlns:a16="http://schemas.microsoft.com/office/drawing/2014/main" id="{6E785755-D283-4E4F-80BF-56FA61D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44671"/>
            <a:ext cx="1800797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样本、条件与读出</a:t>
            </a:r>
          </a:p>
        </p:txBody>
      </p:sp>
      <p:sp>
        <p:nvSpPr>
          <p:cNvPr id="61" name="p34-文本-0061">
            <a:extLst xmlns:a="http://schemas.openxmlformats.org/drawingml/2006/main">
              <a:ext uri="{FF2B5EF4-FFF2-40B4-BE49-F238E27FC236}">
                <a16:creationId xmlns:a16="http://schemas.microsoft.com/office/drawing/2014/main" id="{D0B2FE56-2071-46B8-921D-4DCA996E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590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样本：独立制备批次</a:t>
            </a:r>
          </a:p>
        </p:txBody>
      </p:sp>
      <p:sp>
        <p:nvSpPr>
          <p:cNvPr id="62" name="p34-文本-0062">
            <a:extLst xmlns:a="http://schemas.openxmlformats.org/drawingml/2006/main">
              <a:ext uri="{FF2B5EF4-FFF2-40B4-BE49-F238E27FC236}">
                <a16:creationId xmlns:a16="http://schemas.microsoft.com/office/drawing/2014/main" id="{25E23088-E10D-410C-B1DB-1D53446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51181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划分：训练组与验证组</a:t>
            </a:r>
          </a:p>
        </p:txBody>
      </p:sp>
      <p:sp>
        <p:nvSpPr>
          <p:cNvPr id="63" name="p34-线-0063">
            <a:extLst xmlns:a="http://schemas.openxmlformats.org/drawingml/2006/main">
              <a:ext uri="{FF2B5EF4-FFF2-40B4-BE49-F238E27FC236}">
                <a16:creationId xmlns:a16="http://schemas.microsoft.com/office/drawing/2014/main" id="{50835363-73A7-4C41-BF5A-26E211E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343400"/>
            <a:ext cx="1971675" cy="95"/>
          </a:xfrm>
          <a:custGeom xmlns:a="http://schemas.openxmlformats.org/drawingml/2006/main">
            <a:pathLst>
              <a:path w="1971675" h="9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4" name="p34-线-0064">
            <a:extLst xmlns:a="http://schemas.openxmlformats.org/drawingml/2006/main">
              <a:ext uri="{FF2B5EF4-FFF2-40B4-BE49-F238E27FC236}">
                <a16:creationId xmlns:a16="http://schemas.microsoft.com/office/drawing/2014/main" id="{84857735-2A3E-4891-A18D-A70A785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90900"/>
            <a:ext cx="95" cy="952500"/>
          </a:xfrm>
          <a:custGeom xmlns:a="http://schemas.openxmlformats.org/drawingml/2006/main">
            <a:pathLst>
              <a:path w="9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65" name="p34-线-0065">
            <a:extLst xmlns:a="http://schemas.openxmlformats.org/drawingml/2006/main">
              <a:ext uri="{FF2B5EF4-FFF2-40B4-BE49-F238E27FC236}">
                <a16:creationId xmlns:a16="http://schemas.microsoft.com/office/drawing/2014/main" id="{365E0B96-1B40-4662-BF3D-2FEF0CC4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90900"/>
            <a:ext cx="1971675" cy="952500"/>
          </a:xfrm>
          <a:custGeom xmlns:a="http://schemas.openxmlformats.org/drawingml/2006/main">
            <a:pathLst>
              <a:path w="1971675" h="952500">
                <a:moveTo>
                  <a:pt x="0" y="952500"/>
                </a:moveTo>
                <a:lnTo>
                  <a:pt x="1971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66" name="p34-椭圆-0066">
            <a:extLst xmlns:a="http://schemas.openxmlformats.org/drawingml/2006/main">
              <a:ext uri="{FF2B5EF4-FFF2-40B4-BE49-F238E27FC236}">
                <a16:creationId xmlns:a16="http://schemas.microsoft.com/office/drawing/2014/main" id="{85E4B23C-2692-468F-9F0C-F768CCB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045" y="42843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7" name="p34-椭圆-0067">
            <a:extLst xmlns:a="http://schemas.openxmlformats.org/drawingml/2006/main">
              <a:ext uri="{FF2B5EF4-FFF2-40B4-BE49-F238E27FC236}">
                <a16:creationId xmlns:a16="http://schemas.microsoft.com/office/drawing/2014/main" id="{B6ECE687-DF4F-4E2C-A3A4-DD195C44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607" y="36215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8" name="p34-椭圆-0068">
            <a:extLst xmlns:a="http://schemas.openxmlformats.org/drawingml/2006/main">
              <a:ext uri="{FF2B5EF4-FFF2-40B4-BE49-F238E27FC236}">
                <a16:creationId xmlns:a16="http://schemas.microsoft.com/office/drawing/2014/main" id="{5898405E-E2BE-4D8F-AEA8-D7A85128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494" y="412871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9" name="p34-椭圆-0069">
            <a:extLst xmlns:a="http://schemas.openxmlformats.org/drawingml/2006/main">
              <a:ext uri="{FF2B5EF4-FFF2-40B4-BE49-F238E27FC236}">
                <a16:creationId xmlns:a16="http://schemas.microsoft.com/office/drawing/2014/main" id="{400A7E5E-40CE-4339-8C66-D9ED6DF7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056" y="358600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0" name="p34-椭圆-0070">
            <a:extLst xmlns:a="http://schemas.openxmlformats.org/drawingml/2006/main">
              <a:ext uri="{FF2B5EF4-FFF2-40B4-BE49-F238E27FC236}">
                <a16:creationId xmlns:a16="http://schemas.microsoft.com/office/drawing/2014/main" id="{6114AB7A-4E53-46FD-A2B1-51C79FF6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944" y="37882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1" name="p34-椭圆-0071">
            <a:extLst xmlns:a="http://schemas.openxmlformats.org/drawingml/2006/main">
              <a:ext uri="{FF2B5EF4-FFF2-40B4-BE49-F238E27FC236}">
                <a16:creationId xmlns:a16="http://schemas.microsoft.com/office/drawing/2014/main" id="{77A868DA-2D1A-4DCE-9B5C-1BA6ADCD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831" y="417007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2" name="p34-椭圆-0072">
            <a:extLst xmlns:a="http://schemas.openxmlformats.org/drawingml/2006/main">
              <a:ext uri="{FF2B5EF4-FFF2-40B4-BE49-F238E27FC236}">
                <a16:creationId xmlns:a16="http://schemas.microsoft.com/office/drawing/2014/main" id="{2FA53FB9-A52D-4AB7-A5B6-B375B5C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93" y="37358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3" name="p34-椭圆-0073">
            <a:extLst xmlns:a="http://schemas.openxmlformats.org/drawingml/2006/main">
              <a:ext uri="{FF2B5EF4-FFF2-40B4-BE49-F238E27FC236}">
                <a16:creationId xmlns:a16="http://schemas.microsoft.com/office/drawing/2014/main" id="{91675C64-F0A3-4FD7-AC9A-0FCB371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280" y="40205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4" name="p34-椭圆-0074">
            <a:extLst xmlns:a="http://schemas.openxmlformats.org/drawingml/2006/main">
              <a:ext uri="{FF2B5EF4-FFF2-40B4-BE49-F238E27FC236}">
                <a16:creationId xmlns:a16="http://schemas.microsoft.com/office/drawing/2014/main" id="{3859543D-0F18-4D07-8207-59C650AD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842" y="33889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5" name="p34-椭圆-0075">
            <a:extLst xmlns:a="http://schemas.openxmlformats.org/drawingml/2006/main">
              <a:ext uri="{FF2B5EF4-FFF2-40B4-BE49-F238E27FC236}">
                <a16:creationId xmlns:a16="http://schemas.microsoft.com/office/drawing/2014/main" id="{2694171D-B1CD-45BF-B298-5B6595F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29" y="38003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6" name="p34-椭圆-0076">
            <a:extLst xmlns:a="http://schemas.openxmlformats.org/drawingml/2006/main">
              <a:ext uri="{FF2B5EF4-FFF2-40B4-BE49-F238E27FC236}">
                <a16:creationId xmlns:a16="http://schemas.microsoft.com/office/drawing/2014/main" id="{CC497935-96B7-4499-BBC8-F430E84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617" y="42367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7" name="p34-椭圆-0077">
            <a:extLst xmlns:a="http://schemas.openxmlformats.org/drawingml/2006/main">
              <a:ext uri="{FF2B5EF4-FFF2-40B4-BE49-F238E27FC236}">
                <a16:creationId xmlns:a16="http://schemas.microsoft.com/office/drawing/2014/main" id="{AA738C1D-0BF2-4FA4-B59B-DAB9610A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179" y="34915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8" name="p34-椭圆-0078">
            <a:extLst xmlns:a="http://schemas.openxmlformats.org/drawingml/2006/main">
              <a:ext uri="{FF2B5EF4-FFF2-40B4-BE49-F238E27FC236}">
                <a16:creationId xmlns:a16="http://schemas.microsoft.com/office/drawing/2014/main" id="{13E29D1C-401C-4971-9212-B8CD5502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066" y="384478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9" name="p34-椭圆-0079">
            <a:extLst xmlns:a="http://schemas.openxmlformats.org/drawingml/2006/main">
              <a:ext uri="{FF2B5EF4-FFF2-40B4-BE49-F238E27FC236}">
                <a16:creationId xmlns:a16="http://schemas.microsoft.com/office/drawing/2014/main" id="{2EF6314F-F68A-42B6-A0EB-5D8FE665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953" y="42843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0" name="p34-椭圆-0080">
            <a:extLst xmlns:a="http://schemas.openxmlformats.org/drawingml/2006/main">
              <a:ext uri="{FF2B5EF4-FFF2-40B4-BE49-F238E27FC236}">
                <a16:creationId xmlns:a16="http://schemas.microsoft.com/office/drawing/2014/main" id="{5908D404-B76E-43D4-AD64-510148E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515" y="37276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1" name="p34-椭圆-0081">
            <a:extLst xmlns:a="http://schemas.openxmlformats.org/drawingml/2006/main">
              <a:ext uri="{FF2B5EF4-FFF2-40B4-BE49-F238E27FC236}">
                <a16:creationId xmlns:a16="http://schemas.microsoft.com/office/drawing/2014/main" id="{1C89F977-2AA5-4D9A-AA1F-754C51CA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402" y="39517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2" name="p34-椭圆-0082">
            <a:extLst xmlns:a="http://schemas.openxmlformats.org/drawingml/2006/main">
              <a:ext uri="{FF2B5EF4-FFF2-40B4-BE49-F238E27FC236}">
                <a16:creationId xmlns:a16="http://schemas.microsoft.com/office/drawing/2014/main" id="{2FC26DC6-E4FB-47F9-BF0C-E666503D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965" y="347136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3" name="p34-椭圆-0083">
            <a:extLst xmlns:a="http://schemas.openxmlformats.org/drawingml/2006/main">
              <a:ext uri="{FF2B5EF4-FFF2-40B4-BE49-F238E27FC236}">
                <a16:creationId xmlns:a16="http://schemas.microsoft.com/office/drawing/2014/main" id="{B90BCE94-05CA-41EB-A6B4-1196EC0B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852" y="393205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4" name="p34-椭圆-0084">
            <a:extLst xmlns:a="http://schemas.openxmlformats.org/drawingml/2006/main">
              <a:ext uri="{FF2B5EF4-FFF2-40B4-BE49-F238E27FC236}">
                <a16:creationId xmlns:a16="http://schemas.microsoft.com/office/drawing/2014/main" id="{504604E2-F319-4F45-96F5-3BB306A2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39" y="414921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5" name="p34-椭圆-0085">
            <a:extLst xmlns:a="http://schemas.openxmlformats.org/drawingml/2006/main">
              <a:ext uri="{FF2B5EF4-FFF2-40B4-BE49-F238E27FC236}">
                <a16:creationId xmlns:a16="http://schemas.microsoft.com/office/drawing/2014/main" id="{DFB259ED-FEC3-419E-8A50-5B71D15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301" y="35217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6" name="p34-椭圆-0086">
            <a:extLst xmlns:a="http://schemas.openxmlformats.org/drawingml/2006/main">
              <a:ext uri="{FF2B5EF4-FFF2-40B4-BE49-F238E27FC236}">
                <a16:creationId xmlns:a16="http://schemas.microsoft.com/office/drawing/2014/main" id="{48864359-5580-4575-846D-3AFE8DD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188" y="40475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7" name="p34-椭圆-0087">
            <a:extLst xmlns:a="http://schemas.openxmlformats.org/drawingml/2006/main">
              <a:ext uri="{FF2B5EF4-FFF2-40B4-BE49-F238E27FC236}">
                <a16:creationId xmlns:a16="http://schemas.microsoft.com/office/drawing/2014/main" id="{7C5B9122-5E15-4822-A671-00DD69B5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750" y="34335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34-椭圆-0088">
            <a:extLst xmlns:a="http://schemas.openxmlformats.org/drawingml/2006/main">
              <a:ext uri="{FF2B5EF4-FFF2-40B4-BE49-F238E27FC236}">
                <a16:creationId xmlns:a16="http://schemas.microsoft.com/office/drawing/2014/main" id="{7A34C460-EB70-4889-B7AD-A74B5546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638" y="364539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9" name="p34-椭圆-0089">
            <a:extLst xmlns:a="http://schemas.openxmlformats.org/drawingml/2006/main">
              <a:ext uri="{FF2B5EF4-FFF2-40B4-BE49-F238E27FC236}">
                <a16:creationId xmlns:a16="http://schemas.microsoft.com/office/drawing/2014/main" id="{2EFC3DBD-5E01-4C7A-A41E-75434172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25" y="409468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0" name="p34-椭圆-0090">
            <a:extLst xmlns:a="http://schemas.openxmlformats.org/drawingml/2006/main">
              <a:ext uri="{FF2B5EF4-FFF2-40B4-BE49-F238E27FC236}">
                <a16:creationId xmlns:a16="http://schemas.microsoft.com/office/drawing/2014/main" id="{88A6AF07-0E4C-42CB-9687-BA9FAF2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087" y="36241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1" name="p34-椭圆-0091">
            <a:extLst xmlns:a="http://schemas.openxmlformats.org/drawingml/2006/main">
              <a:ext uri="{FF2B5EF4-FFF2-40B4-BE49-F238E27FC236}">
                <a16:creationId xmlns:a16="http://schemas.microsoft.com/office/drawing/2014/main" id="{30F5F03A-DAC1-4F26-813B-7D3C63D6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5974" y="38557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2" name="p34-椭圆-0092">
            <a:extLst xmlns:a="http://schemas.openxmlformats.org/drawingml/2006/main">
              <a:ext uri="{FF2B5EF4-FFF2-40B4-BE49-F238E27FC236}">
                <a16:creationId xmlns:a16="http://schemas.microsoft.com/office/drawing/2014/main" id="{A83B5CBA-3207-4CD4-9E7C-9B25C26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61" y="415374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3" name="p34-椭圆-0093">
            <a:extLst xmlns:a="http://schemas.openxmlformats.org/drawingml/2006/main">
              <a:ext uri="{FF2B5EF4-FFF2-40B4-BE49-F238E27FC236}">
                <a16:creationId xmlns:a16="http://schemas.microsoft.com/office/drawing/2014/main" id="{3BFA7536-6776-4270-BC2D-C088400E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23" y="372337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4" name="p34-椭圆-0094">
            <a:extLst xmlns:a="http://schemas.openxmlformats.org/drawingml/2006/main">
              <a:ext uri="{FF2B5EF4-FFF2-40B4-BE49-F238E27FC236}">
                <a16:creationId xmlns:a16="http://schemas.microsoft.com/office/drawing/2014/main" id="{24FC0AB4-A3BD-4C55-BE14-8F45C84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311" y="40903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5" name="p34-椭圆-0095">
            <a:extLst xmlns:a="http://schemas.openxmlformats.org/drawingml/2006/main">
              <a:ext uri="{FF2B5EF4-FFF2-40B4-BE49-F238E27FC236}">
                <a16:creationId xmlns:a16="http://schemas.microsoft.com/office/drawing/2014/main" id="{71FE4EF6-4914-4D54-AE45-79EBF0D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873" y="33889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6" name="p34-椭圆-0096">
            <a:extLst xmlns:a="http://schemas.openxmlformats.org/drawingml/2006/main">
              <a:ext uri="{FF2B5EF4-FFF2-40B4-BE49-F238E27FC236}">
                <a16:creationId xmlns:a16="http://schemas.microsoft.com/office/drawing/2014/main" id="{A3394E11-EEA0-43E5-9EFE-C3D3350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760" y="376592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7" name="p34-椭圆-0097">
            <a:extLst xmlns:a="http://schemas.openxmlformats.org/drawingml/2006/main">
              <a:ext uri="{FF2B5EF4-FFF2-40B4-BE49-F238E27FC236}">
                <a16:creationId xmlns:a16="http://schemas.microsoft.com/office/drawing/2014/main" id="{8D433269-3FAD-445B-8B16-1216F5EA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47" y="42655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8" name="p34-椭圆-0098">
            <a:extLst xmlns:a="http://schemas.openxmlformats.org/drawingml/2006/main">
              <a:ext uri="{FF2B5EF4-FFF2-40B4-BE49-F238E27FC236}">
                <a16:creationId xmlns:a16="http://schemas.microsoft.com/office/drawing/2014/main" id="{7E06AF79-69D1-47F9-99CF-35DC5DB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209" y="356318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9" name="p34-椭圆-0099">
            <a:extLst xmlns:a="http://schemas.openxmlformats.org/drawingml/2006/main">
              <a:ext uri="{FF2B5EF4-FFF2-40B4-BE49-F238E27FC236}">
                <a16:creationId xmlns:a16="http://schemas.microsoft.com/office/drawing/2014/main" id="{61E26794-9CEC-4683-A646-A01F97ED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096" y="38361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34-椭圆-0100">
            <a:extLst xmlns:a="http://schemas.openxmlformats.org/drawingml/2006/main">
              <a:ext uri="{FF2B5EF4-FFF2-40B4-BE49-F238E27FC236}">
                <a16:creationId xmlns:a16="http://schemas.microsoft.com/office/drawing/2014/main" id="{2110AFA5-55DB-41F7-BA3D-094D7244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984" y="42843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1" name="p34-椭圆-0101">
            <a:extLst xmlns:a="http://schemas.openxmlformats.org/drawingml/2006/main">
              <a:ext uri="{FF2B5EF4-FFF2-40B4-BE49-F238E27FC236}">
                <a16:creationId xmlns:a16="http://schemas.microsoft.com/office/drawing/2014/main" id="{5FEFDA87-0C29-40E5-A700-CBC2B18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546" y="37925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2" name="p34-椭圆-0102">
            <a:extLst xmlns:a="http://schemas.openxmlformats.org/drawingml/2006/main">
              <a:ext uri="{FF2B5EF4-FFF2-40B4-BE49-F238E27FC236}">
                <a16:creationId xmlns:a16="http://schemas.microsoft.com/office/drawing/2014/main" id="{9B213D0F-6A86-4C6B-B20C-143C768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433" y="399423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3" name="p34-椭圆-0103">
            <a:extLst xmlns:a="http://schemas.openxmlformats.org/drawingml/2006/main">
              <a:ext uri="{FF2B5EF4-FFF2-40B4-BE49-F238E27FC236}">
                <a16:creationId xmlns:a16="http://schemas.microsoft.com/office/drawing/2014/main" id="{7887BE2C-9C3F-45DF-A8CF-BEB6A4A3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995" y="343815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4" name="p34-椭圆-0104">
            <a:extLst xmlns:a="http://schemas.openxmlformats.org/drawingml/2006/main">
              <a:ext uri="{FF2B5EF4-FFF2-40B4-BE49-F238E27FC236}">
                <a16:creationId xmlns:a16="http://schemas.microsoft.com/office/drawing/2014/main" id="{9208E732-7ECB-4A50-A7C5-99609D0C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82" y="395125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5" name="p34-椭圆-0105">
            <a:extLst xmlns:a="http://schemas.openxmlformats.org/drawingml/2006/main">
              <a:ext uri="{FF2B5EF4-FFF2-40B4-BE49-F238E27FC236}">
                <a16:creationId xmlns:a16="http://schemas.microsoft.com/office/drawing/2014/main" id="{135ED84B-732A-4C1B-95F1-B417FFE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769" y="42234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6" name="p34-椭圆-0106">
            <a:extLst xmlns:a="http://schemas.openxmlformats.org/drawingml/2006/main">
              <a:ext uri="{FF2B5EF4-FFF2-40B4-BE49-F238E27FC236}">
                <a16:creationId xmlns:a16="http://schemas.microsoft.com/office/drawing/2014/main" id="{440AF31D-9E1A-4622-B837-A71414B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332" y="352173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7" name="p34-椭圆-0107">
            <a:extLst xmlns:a="http://schemas.openxmlformats.org/drawingml/2006/main">
              <a:ext uri="{FF2B5EF4-FFF2-40B4-BE49-F238E27FC236}">
                <a16:creationId xmlns:a16="http://schemas.microsoft.com/office/drawing/2014/main" id="{ECDA8A09-27E6-43AD-B95F-8CB2431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219" y="4021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8" name="p34-椭圆-0108">
            <a:extLst xmlns:a="http://schemas.openxmlformats.org/drawingml/2006/main">
              <a:ext uri="{FF2B5EF4-FFF2-40B4-BE49-F238E27FC236}">
                <a16:creationId xmlns:a16="http://schemas.microsoft.com/office/drawing/2014/main" id="{51F307B4-6015-4EF4-973C-050C3AC7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781" y="34922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9" name="p34-椭圆-0109">
            <a:extLst xmlns:a="http://schemas.openxmlformats.org/drawingml/2006/main">
              <a:ext uri="{FF2B5EF4-FFF2-40B4-BE49-F238E27FC236}">
                <a16:creationId xmlns:a16="http://schemas.microsoft.com/office/drawing/2014/main" id="{171E221D-EB77-48EF-B5B8-4627B8A2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668" y="36963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0" name="p34-椭圆-0110">
            <a:extLst xmlns:a="http://schemas.openxmlformats.org/drawingml/2006/main">
              <a:ext uri="{FF2B5EF4-FFF2-40B4-BE49-F238E27FC236}">
                <a16:creationId xmlns:a16="http://schemas.microsoft.com/office/drawing/2014/main" id="{DBAEEA7E-BA38-46B1-9C9B-9D7FF58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555" y="40643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1" name="p34-文本-0111">
            <a:extLst xmlns:a="http://schemas.openxmlformats.org/drawingml/2006/main">
              <a:ext uri="{FF2B5EF4-FFF2-40B4-BE49-F238E27FC236}">
                <a16:creationId xmlns:a16="http://schemas.microsoft.com/office/drawing/2014/main" id="{F28C5407-98B6-4626-B25E-D99277D0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88" y="442137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12" name="p34-文本-0112">
            <a:extLst xmlns:a="http://schemas.openxmlformats.org/drawingml/2006/main">
              <a:ext uri="{FF2B5EF4-FFF2-40B4-BE49-F238E27FC236}">
                <a16:creationId xmlns:a16="http://schemas.microsoft.com/office/drawing/2014/main" id="{F79EAF93-26EA-495E-831E-05DFE27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545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13" name="p34-矩形-0113">
            <a:extLst xmlns:a="http://schemas.openxmlformats.org/drawingml/2006/main">
              <a:ext uri="{FF2B5EF4-FFF2-40B4-BE49-F238E27FC236}">
                <a16:creationId xmlns:a16="http://schemas.microsoft.com/office/drawing/2014/main" id="{A8F3BB8F-BD60-4872-AC84-8BF3EA4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23050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114" name="p34-文本-0114">
            <a:extLst xmlns:a="http://schemas.openxmlformats.org/drawingml/2006/main">
              <a:ext uri="{FF2B5EF4-FFF2-40B4-BE49-F238E27FC236}">
                <a16:creationId xmlns:a16="http://schemas.microsoft.com/office/drawing/2014/main" id="{0BFAB0EF-23A1-42E2-8EDD-41FD566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71034"/>
            <a:ext cx="18495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读出：预测值与实测值</a:t>
            </a:r>
          </a:p>
        </p:txBody>
      </p:sp>
      <p:sp>
        <p:nvSpPr>
          <p:cNvPr id="115" name="p34-文本-0115">
            <a:extLst xmlns:a="http://schemas.openxmlformats.org/drawingml/2006/main">
              <a:ext uri="{FF2B5EF4-FFF2-40B4-BE49-F238E27FC236}">
                <a16:creationId xmlns:a16="http://schemas.microsoft.com/office/drawing/2014/main" id="{8915AED9-534F-4AF6-8941-5EE41309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4884"/>
            <a:ext cx="20305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处理：保留偏差与异常点</a:t>
            </a:r>
          </a:p>
        </p:txBody>
      </p:sp>
      <p:sp>
        <p:nvSpPr>
          <p:cNvPr id="116" name="p34-文本-0116">
            <a:extLst xmlns:a="http://schemas.openxmlformats.org/drawingml/2006/main">
              <a:ext uri="{FF2B5EF4-FFF2-40B4-BE49-F238E27FC236}">
                <a16:creationId xmlns:a16="http://schemas.microsoft.com/office/drawing/2014/main" id="{4E4670D4-299D-4473-AB44-28274D73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18734"/>
            <a:ext cx="18495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复核：按批次追溯差异</a:t>
            </a:r>
          </a:p>
        </p:txBody>
      </p:sp>
      <p:sp>
        <p:nvSpPr>
          <p:cNvPr id="117" name="p34-路径-0117">
            <a:extLst xmlns:a="http://schemas.openxmlformats.org/drawingml/2006/main">
              <a:ext uri="{FF2B5EF4-FFF2-40B4-BE49-F238E27FC236}">
                <a16:creationId xmlns:a16="http://schemas.microsoft.com/office/drawing/2014/main" id="{CA59A67A-2732-41BF-BAB1-2827B600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1712"/>
            <a:ext cx="352425" cy="188976"/>
          </a:xfrm>
          <a:custGeom xmlns:a="http://schemas.openxmlformats.org/drawingml/2006/main">
            <a:pathLst>
              <a:path w="352425" h="188976">
                <a:moveTo>
                  <a:pt x="0" y="137351"/>
                </a:moveTo>
                <a:lnTo>
                  <a:pt x="200025" y="137351"/>
                </a:lnTo>
                <a:lnTo>
                  <a:pt x="200025" y="188976"/>
                </a:lnTo>
                <a:lnTo>
                  <a:pt x="352425" y="94488"/>
                </a:lnTo>
                <a:lnTo>
                  <a:pt x="200025" y="0"/>
                </a:lnTo>
                <a:lnTo>
                  <a:pt x="200025" y="51626"/>
                </a:lnTo>
                <a:lnTo>
                  <a:pt x="0" y="51626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8" name="p34-文本-0118">
            <a:extLst xmlns:a="http://schemas.openxmlformats.org/drawingml/2006/main">
              <a:ext uri="{FF2B5EF4-FFF2-40B4-BE49-F238E27FC236}">
                <a16:creationId xmlns:a16="http://schemas.microsoft.com/office/drawing/2014/main" id="{BEDB70BE-6E2F-475B-9F67-A097A4F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57889"/>
            <a:ext cx="100488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比较依据</a:t>
            </a:r>
          </a:p>
        </p:txBody>
      </p:sp>
      <p:sp>
        <p:nvSpPr>
          <p:cNvPr id="119" name="p34-文本-0119">
            <a:extLst xmlns:a="http://schemas.openxmlformats.org/drawingml/2006/main">
              <a:ext uri="{FF2B5EF4-FFF2-40B4-BE49-F238E27FC236}">
                <a16:creationId xmlns:a16="http://schemas.microsoft.com/office/drawing/2014/main" id="{D607FCAC-0461-4958-BCA8-808B1D4E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38889"/>
            <a:ext cx="1481138" cy="35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87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与偏差可追溯</a:t>
            </a:r>
          </a:p>
        </p:txBody>
      </p:sp>
      <p:sp>
        <p:nvSpPr>
          <p:cNvPr id="120" name="p34-文本-0120">
            <a:extLst xmlns:a="http://schemas.openxmlformats.org/drawingml/2006/main">
              <a:ext uri="{FF2B5EF4-FFF2-40B4-BE49-F238E27FC236}">
                <a16:creationId xmlns:a16="http://schemas.microsoft.com/office/drawing/2014/main" id="{FF2EE05D-B1DF-4AE7-BEAB-750643C4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697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核对样本身份</a:t>
            </a:r>
          </a:p>
        </p:txBody>
      </p:sp>
      <p:sp>
        <p:nvSpPr>
          <p:cNvPr id="121" name="p34-文本-0121">
            <a:extLst xmlns:a="http://schemas.openxmlformats.org/drawingml/2006/main">
              <a:ext uri="{FF2B5EF4-FFF2-40B4-BE49-F238E27FC236}">
                <a16:creationId xmlns:a16="http://schemas.microsoft.com/office/drawing/2014/main" id="{6B572E18-E7E1-4F73-8A15-B9E5F4C2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79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连接预测实测</a:t>
            </a:r>
          </a:p>
        </p:txBody>
      </p:sp>
      <p:sp>
        <p:nvSpPr>
          <p:cNvPr id="122" name="p34-文本-0122">
            <a:extLst xmlns:a="http://schemas.openxmlformats.org/drawingml/2006/main">
              <a:ext uri="{FF2B5EF4-FFF2-40B4-BE49-F238E27FC236}">
                <a16:creationId xmlns:a16="http://schemas.microsoft.com/office/drawing/2014/main" id="{EC787DA1-C144-4632-B929-3449CC9E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460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分析系统偏差</a:t>
            </a:r>
          </a:p>
        </p:txBody>
      </p:sp>
      <p:sp>
        <p:nvSpPr>
          <p:cNvPr id="123" name="p34-文本-0123">
            <a:extLst xmlns:a="http://schemas.openxmlformats.org/drawingml/2006/main">
              <a:ext uri="{FF2B5EF4-FFF2-40B4-BE49-F238E27FC236}">
                <a16:creationId xmlns:a16="http://schemas.microsoft.com/office/drawing/2014/main" id="{B83E642C-83A4-401F-AEE3-8C637E0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842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回查异常条件</a:t>
            </a:r>
          </a:p>
        </p:txBody>
      </p:sp>
      <p:sp>
        <p:nvSpPr>
          <p:cNvPr id="124" name="p34-文本-0124">
            <a:extLst xmlns:a="http://schemas.openxmlformats.org/drawingml/2006/main">
              <a:ext uri="{FF2B5EF4-FFF2-40B4-BE49-F238E27FC236}">
                <a16:creationId xmlns:a16="http://schemas.microsoft.com/office/drawing/2014/main" id="{6AD55CA1-AFCA-49AE-83C8-6D65AEC0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61" y="6062007"/>
            <a:ext cx="52000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原始记录、关键证据与研究判断形成逐项对应</a:t>
            </a:r>
          </a:p>
        </p:txBody>
      </p:sp>
      <p:sp>
        <p:nvSpPr>
          <p:cNvPr id="125" name="p34-文本-0125">
            <a:extLst xmlns:a="http://schemas.openxmlformats.org/drawingml/2006/main">
              <a:ext uri="{FF2B5EF4-FFF2-40B4-BE49-F238E27FC236}">
                <a16:creationId xmlns:a16="http://schemas.microsoft.com/office/drawing/2014/main" id="{6D671589-7642-4CEE-9FC5-C4DB9CED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34</a:t>
            </a:r>
          </a:p>
        </p:txBody>
      </p:sp>
    </p:spTree>
    <p:extLst>
      <p:ext uri="{BB962C8B-B14F-4D97-AF65-F5344CB8AC3E}">
        <p14:creationId xmlns:p14="http://schemas.microsoft.com/office/powerpoint/2010/main" val="9319119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5" name="p35-矩形-0001">
            <a:extLst xmlns:a="http://schemas.openxmlformats.org/drawingml/2006/main">
              <a:ext uri="{FF2B5EF4-FFF2-40B4-BE49-F238E27FC236}">
                <a16:creationId xmlns:a16="http://schemas.microsoft.com/office/drawing/2014/main" id="{930198EB-F991-4A29-A850-4F814E77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5-矩形-0002">
            <a:extLst xmlns:a="http://schemas.openxmlformats.org/drawingml/2006/main">
              <a:ext uri="{FF2B5EF4-FFF2-40B4-BE49-F238E27FC236}">
                <a16:creationId xmlns:a16="http://schemas.microsoft.com/office/drawing/2014/main" id="{C95EA114-7B55-4699-986D-28C2C332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5-文本-0003">
            <a:extLst xmlns:a="http://schemas.openxmlformats.org/drawingml/2006/main">
              <a:ext uri="{FF2B5EF4-FFF2-40B4-BE49-F238E27FC236}">
                <a16:creationId xmlns:a16="http://schemas.microsoft.com/office/drawing/2014/main" id="{14ADFFBD-9878-469B-83E7-D9C8854D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49289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按研究动作组织可调用的平台能力</a:t>
            </a:r>
          </a:p>
        </p:txBody>
      </p:sp>
      <p:sp>
        <p:nvSpPr>
          <p:cNvPr id="4" name="p35-文本-0004">
            <a:extLst xmlns:a="http://schemas.openxmlformats.org/drawingml/2006/main">
              <a:ext uri="{FF2B5EF4-FFF2-40B4-BE49-F238E27FC236}">
                <a16:creationId xmlns:a16="http://schemas.microsoft.com/office/drawing/2014/main" id="{6CFBBD22-8015-4983-B9E7-5F0B2AA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5641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采集、结构表征、信号整理、分析、验证与输出相互衔接</a:t>
            </a:r>
          </a:p>
        </p:txBody>
      </p:sp>
      <p:sp>
        <p:nvSpPr>
          <p:cNvPr id="5" name="p35-线-0005">
            <a:extLst xmlns:a="http://schemas.openxmlformats.org/drawingml/2006/main">
              <a:ext uri="{FF2B5EF4-FFF2-40B4-BE49-F238E27FC236}">
                <a16:creationId xmlns:a16="http://schemas.microsoft.com/office/drawing/2014/main" id="{13240045-1295-4DBC-994C-122A9220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5-矩形-0006">
            <a:extLst xmlns:a="http://schemas.openxmlformats.org/drawingml/2006/main">
              <a:ext uri="{FF2B5EF4-FFF2-40B4-BE49-F238E27FC236}">
                <a16:creationId xmlns:a16="http://schemas.microsoft.com/office/drawing/2014/main" id="{74C10588-6E28-4690-B50F-64DD0942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5334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35-文本-0007">
            <a:extLst xmlns:a="http://schemas.openxmlformats.org/drawingml/2006/main">
              <a:ext uri="{FF2B5EF4-FFF2-40B4-BE49-F238E27FC236}">
                <a16:creationId xmlns:a16="http://schemas.microsoft.com/office/drawing/2014/main" id="{5609BA6C-23B0-4834-A83A-3FA03D2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" y="1692246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采</a:t>
            </a:r>
          </a:p>
        </p:txBody>
      </p:sp>
      <p:sp>
        <p:nvSpPr>
          <p:cNvPr id="8" name="p35-文本-0008">
            <a:extLst xmlns:a="http://schemas.openxmlformats.org/drawingml/2006/main">
              <a:ext uri="{FF2B5EF4-FFF2-40B4-BE49-F238E27FC236}">
                <a16:creationId xmlns:a16="http://schemas.microsoft.com/office/drawing/2014/main" id="{338F5499-07E1-4E08-813A-D7504037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" y="2025621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集</a:t>
            </a:r>
          </a:p>
        </p:txBody>
      </p:sp>
      <p:sp>
        <p:nvSpPr>
          <p:cNvPr id="9" name="p35-矩形-0009">
            <a:extLst xmlns:a="http://schemas.openxmlformats.org/drawingml/2006/main">
              <a:ext uri="{FF2B5EF4-FFF2-40B4-BE49-F238E27FC236}">
                <a16:creationId xmlns:a16="http://schemas.microsoft.com/office/drawing/2014/main" id="{A3DFCDFE-267C-4982-BEAF-D74910C3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38275"/>
            <a:ext cx="47053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  <a:prstDash val="dash"/>
          </a:ln>
        </p:spPr>
      </p:sp>
      <p:sp>
        <p:nvSpPr>
          <p:cNvPr id="10" name="p35-矩形-0010">
            <a:extLst xmlns:a="http://schemas.openxmlformats.org/drawingml/2006/main">
              <a:ext uri="{FF2B5EF4-FFF2-40B4-BE49-F238E27FC236}">
                <a16:creationId xmlns:a16="http://schemas.microsoft.com/office/drawing/2014/main" id="{9ABC4B04-824A-48CA-8758-6F07DB74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33550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3"/>
          </a:solidFill>
          <a:ln xmlns:a="http://schemas.openxmlformats.org/drawingml/2006/main" w="0">
            <a:noFill/>
          </a:ln>
        </p:spPr>
      </p:sp>
      <p:sp>
        <p:nvSpPr>
          <p:cNvPr id="11" name="p35-椭圆-0011">
            <a:extLst xmlns:a="http://schemas.openxmlformats.org/drawingml/2006/main">
              <a:ext uri="{FF2B5EF4-FFF2-40B4-BE49-F238E27FC236}">
                <a16:creationId xmlns:a16="http://schemas.microsoft.com/office/drawing/2014/main" id="{FD45E059-5314-4807-A5F1-0BEDC38C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1800225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2" name="p35-椭圆-0012">
            <a:extLst xmlns:a="http://schemas.openxmlformats.org/drawingml/2006/main">
              <a:ext uri="{FF2B5EF4-FFF2-40B4-BE49-F238E27FC236}">
                <a16:creationId xmlns:a16="http://schemas.microsoft.com/office/drawing/2014/main" id="{42F76D2A-20FC-49D0-A0FD-6F1F85DC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548" y="2037490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3" name="p35-椭圆-0013">
            <a:extLst xmlns:a="http://schemas.openxmlformats.org/drawingml/2006/main">
              <a:ext uri="{FF2B5EF4-FFF2-40B4-BE49-F238E27FC236}">
                <a16:creationId xmlns:a16="http://schemas.microsoft.com/office/drawing/2014/main" id="{6A8DB5FC-DCA6-4EB9-A0EB-24670459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934" y="2274754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4" name="p35-椭圆-0014">
            <a:extLst xmlns:a="http://schemas.openxmlformats.org/drawingml/2006/main">
              <a:ext uri="{FF2B5EF4-FFF2-40B4-BE49-F238E27FC236}">
                <a16:creationId xmlns:a16="http://schemas.microsoft.com/office/drawing/2014/main" id="{1FAA8520-D153-4D34-BD49-C2349748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844" y="1902419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5" name="p35-椭圆-0015">
            <a:extLst xmlns:a="http://schemas.openxmlformats.org/drawingml/2006/main">
              <a:ext uri="{FF2B5EF4-FFF2-40B4-BE49-F238E27FC236}">
                <a16:creationId xmlns:a16="http://schemas.microsoft.com/office/drawing/2014/main" id="{2528C4A7-578B-4900-AFD6-E8ABDB6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30" y="2139683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6" name="p35-椭圆-0016">
            <a:extLst xmlns:a="http://schemas.openxmlformats.org/drawingml/2006/main">
              <a:ext uri="{FF2B5EF4-FFF2-40B4-BE49-F238E27FC236}">
                <a16:creationId xmlns:a16="http://schemas.microsoft.com/office/drawing/2014/main" id="{3472E287-F018-44C2-86E1-C3564AA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15" y="1843548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7" name="p35-椭圆-0017">
            <a:extLst xmlns:a="http://schemas.openxmlformats.org/drawingml/2006/main">
              <a:ext uri="{FF2B5EF4-FFF2-40B4-BE49-F238E27FC236}">
                <a16:creationId xmlns:a16="http://schemas.microsoft.com/office/drawing/2014/main" id="{774D2A7D-82B2-424D-BD71-1C125B52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826" y="2080813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8" name="p35-椭圆-0018">
            <a:extLst xmlns:a="http://schemas.openxmlformats.org/drawingml/2006/main">
              <a:ext uri="{FF2B5EF4-FFF2-40B4-BE49-F238E27FC236}">
                <a16:creationId xmlns:a16="http://schemas.microsoft.com/office/drawing/2014/main" id="{BC860AD2-A183-42FA-9A63-9934109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12" y="2318077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19" name="p35-椭圆-0019">
            <a:extLst xmlns:a="http://schemas.openxmlformats.org/drawingml/2006/main">
              <a:ext uri="{FF2B5EF4-FFF2-40B4-BE49-F238E27FC236}">
                <a16:creationId xmlns:a16="http://schemas.microsoft.com/office/drawing/2014/main" id="{A579919B-3036-411C-A8E7-7D50046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2" y="1945742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0" name="p35-椭圆-0020">
            <a:extLst xmlns:a="http://schemas.openxmlformats.org/drawingml/2006/main">
              <a:ext uri="{FF2B5EF4-FFF2-40B4-BE49-F238E27FC236}">
                <a16:creationId xmlns:a16="http://schemas.microsoft.com/office/drawing/2014/main" id="{CB20866D-1CBF-4C86-96AC-810387A8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508" y="2183006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1" name="p35-椭圆-0021">
            <a:extLst xmlns:a="http://schemas.openxmlformats.org/drawingml/2006/main">
              <a:ext uri="{FF2B5EF4-FFF2-40B4-BE49-F238E27FC236}">
                <a16:creationId xmlns:a16="http://schemas.microsoft.com/office/drawing/2014/main" id="{905FB588-DA98-42CA-8893-63DAA61F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93" y="1886871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2" name="p35-椭圆-0022">
            <a:extLst xmlns:a="http://schemas.openxmlformats.org/drawingml/2006/main">
              <a:ext uri="{FF2B5EF4-FFF2-40B4-BE49-F238E27FC236}">
                <a16:creationId xmlns:a16="http://schemas.microsoft.com/office/drawing/2014/main" id="{0DB173B5-F9BD-4147-A243-F5340778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104" y="2124135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3" name="p35-椭圆-0023">
            <a:extLst xmlns:a="http://schemas.openxmlformats.org/drawingml/2006/main">
              <a:ext uri="{FF2B5EF4-FFF2-40B4-BE49-F238E27FC236}">
                <a16:creationId xmlns:a16="http://schemas.microsoft.com/office/drawing/2014/main" id="{0378F928-E123-4D0E-A7DF-54999B9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489" y="2361400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4" name="p35-椭圆-0024">
            <a:extLst xmlns:a="http://schemas.openxmlformats.org/drawingml/2006/main">
              <a:ext uri="{FF2B5EF4-FFF2-40B4-BE49-F238E27FC236}">
                <a16:creationId xmlns:a16="http://schemas.microsoft.com/office/drawing/2014/main" id="{E1E8E715-44AA-45B1-ADFF-AE51E71C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75" y="1989065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5" name="p35-椭圆-0025">
            <a:extLst xmlns:a="http://schemas.openxmlformats.org/drawingml/2006/main">
              <a:ext uri="{FF2B5EF4-FFF2-40B4-BE49-F238E27FC236}">
                <a16:creationId xmlns:a16="http://schemas.microsoft.com/office/drawing/2014/main" id="{41F08327-6FCB-4A8B-81B1-E5C84A28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86" y="2226329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6" name="p35-椭圆-0026">
            <a:extLst xmlns:a="http://schemas.openxmlformats.org/drawingml/2006/main">
              <a:ext uri="{FF2B5EF4-FFF2-40B4-BE49-F238E27FC236}">
                <a16:creationId xmlns:a16="http://schemas.microsoft.com/office/drawing/2014/main" id="{EF4B1A92-6B1F-45B6-A1D7-D5AEB35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471" y="1930194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7" name="p35-椭圆-0027">
            <a:extLst xmlns:a="http://schemas.openxmlformats.org/drawingml/2006/main">
              <a:ext uri="{FF2B5EF4-FFF2-40B4-BE49-F238E27FC236}">
                <a16:creationId xmlns:a16="http://schemas.microsoft.com/office/drawing/2014/main" id="{9D879E55-0984-415C-9160-0F998E8B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382" y="2167458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8" name="p35-椭圆-0028">
            <a:extLst xmlns:a="http://schemas.openxmlformats.org/drawingml/2006/main">
              <a:ext uri="{FF2B5EF4-FFF2-40B4-BE49-F238E27FC236}">
                <a16:creationId xmlns:a16="http://schemas.microsoft.com/office/drawing/2014/main" id="{C0EACAAD-288E-44B1-80E5-5BD0BAE7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767" y="1795123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29" name="p35-椭圆-0029">
            <a:extLst xmlns:a="http://schemas.openxmlformats.org/drawingml/2006/main">
              <a:ext uri="{FF2B5EF4-FFF2-40B4-BE49-F238E27FC236}">
                <a16:creationId xmlns:a16="http://schemas.microsoft.com/office/drawing/2014/main" id="{829A9871-6704-49A2-A2E9-9863073D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153" y="2032388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0" name="p35-椭圆-0030">
            <a:extLst xmlns:a="http://schemas.openxmlformats.org/drawingml/2006/main">
              <a:ext uri="{FF2B5EF4-FFF2-40B4-BE49-F238E27FC236}">
                <a16:creationId xmlns:a16="http://schemas.microsoft.com/office/drawing/2014/main" id="{7C8484DD-77B7-453E-8FF9-ABD611A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063" y="2269652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1" name="p35-椭圆-0031">
            <a:extLst xmlns:a="http://schemas.openxmlformats.org/drawingml/2006/main">
              <a:ext uri="{FF2B5EF4-FFF2-40B4-BE49-F238E27FC236}">
                <a16:creationId xmlns:a16="http://schemas.microsoft.com/office/drawing/2014/main" id="{96FDDC1E-959B-4B19-BF79-708F158A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749" y="1973517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2" name="p35-椭圆-0032">
            <a:extLst xmlns:a="http://schemas.openxmlformats.org/drawingml/2006/main">
              <a:ext uri="{FF2B5EF4-FFF2-40B4-BE49-F238E27FC236}">
                <a16:creationId xmlns:a16="http://schemas.microsoft.com/office/drawing/2014/main" id="{47DD5F52-B2FB-4D4A-A115-E85818EA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60" y="2210781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3" name="p35-椭圆-0033">
            <a:extLst xmlns:a="http://schemas.openxmlformats.org/drawingml/2006/main">
              <a:ext uri="{FF2B5EF4-FFF2-40B4-BE49-F238E27FC236}">
                <a16:creationId xmlns:a16="http://schemas.microsoft.com/office/drawing/2014/main" id="{E7EBDFCC-F324-4544-9E0C-FC9D454A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45" y="1838446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4" name="p35-椭圆-0034">
            <a:extLst xmlns:a="http://schemas.openxmlformats.org/drawingml/2006/main">
              <a:ext uri="{FF2B5EF4-FFF2-40B4-BE49-F238E27FC236}">
                <a16:creationId xmlns:a16="http://schemas.microsoft.com/office/drawing/2014/main" id="{8BEC1EE6-EB12-4BBD-B5A5-4351CBDF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1" y="2075710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5" name="p35-椭圆-0035">
            <a:extLst xmlns:a="http://schemas.openxmlformats.org/drawingml/2006/main">
              <a:ext uri="{FF2B5EF4-FFF2-40B4-BE49-F238E27FC236}">
                <a16:creationId xmlns:a16="http://schemas.microsoft.com/office/drawing/2014/main" id="{9D4834EF-FE3E-4DF1-9044-8FC96AF5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341" y="2312975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6" name="p35-椭圆-0036">
            <a:extLst xmlns:a="http://schemas.openxmlformats.org/drawingml/2006/main">
              <a:ext uri="{FF2B5EF4-FFF2-40B4-BE49-F238E27FC236}">
                <a16:creationId xmlns:a16="http://schemas.microsoft.com/office/drawing/2014/main" id="{2A927310-1D0A-4999-B16B-47A8C75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027" y="2016840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7" name="p35-椭圆-0037">
            <a:extLst xmlns:a="http://schemas.openxmlformats.org/drawingml/2006/main">
              <a:ext uri="{FF2B5EF4-FFF2-40B4-BE49-F238E27FC236}">
                <a16:creationId xmlns:a16="http://schemas.microsoft.com/office/drawing/2014/main" id="{28F5C375-4DB2-48BB-84A3-2EDD145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12" y="2254104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8" name="p35-椭圆-0038">
            <a:extLst xmlns:a="http://schemas.openxmlformats.org/drawingml/2006/main">
              <a:ext uri="{FF2B5EF4-FFF2-40B4-BE49-F238E27FC236}">
                <a16:creationId xmlns:a16="http://schemas.microsoft.com/office/drawing/2014/main" id="{EA4C60E7-7C46-4904-BD58-A0600558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323" y="1881769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39" name="p35-椭圆-0039">
            <a:extLst xmlns:a="http://schemas.openxmlformats.org/drawingml/2006/main">
              <a:ext uri="{FF2B5EF4-FFF2-40B4-BE49-F238E27FC236}">
                <a16:creationId xmlns:a16="http://schemas.microsoft.com/office/drawing/2014/main" id="{9C309BB0-F8EE-4107-A491-FCC2AF68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09" y="2119033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0" name="p35-椭圆-0040">
            <a:extLst xmlns:a="http://schemas.openxmlformats.org/drawingml/2006/main">
              <a:ext uri="{FF2B5EF4-FFF2-40B4-BE49-F238E27FC236}">
                <a16:creationId xmlns:a16="http://schemas.microsoft.com/office/drawing/2014/main" id="{3034788F-98FA-4C48-962C-F00884D9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9" y="1746698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1" name="p35-椭圆-0041">
            <a:extLst xmlns:a="http://schemas.openxmlformats.org/drawingml/2006/main">
              <a:ext uri="{FF2B5EF4-FFF2-40B4-BE49-F238E27FC236}">
                <a16:creationId xmlns:a16="http://schemas.microsoft.com/office/drawing/2014/main" id="{9B906EE0-1FF4-47D2-92A8-5E93C358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305" y="2060163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2" name="p35-椭圆-0042">
            <a:extLst xmlns:a="http://schemas.openxmlformats.org/drawingml/2006/main">
              <a:ext uri="{FF2B5EF4-FFF2-40B4-BE49-F238E27FC236}">
                <a16:creationId xmlns:a16="http://schemas.microsoft.com/office/drawing/2014/main" id="{01FCE94F-A3F1-4A0E-8356-D83F504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90" y="2297427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3" name="p35-椭圆-0043">
            <a:extLst xmlns:a="http://schemas.openxmlformats.org/drawingml/2006/main">
              <a:ext uri="{FF2B5EF4-FFF2-40B4-BE49-F238E27FC236}">
                <a16:creationId xmlns:a16="http://schemas.microsoft.com/office/drawing/2014/main" id="{139C2B18-14C5-4292-9D14-B684F704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601" y="1925092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4" name="p35-椭圆-0044">
            <a:extLst xmlns:a="http://schemas.openxmlformats.org/drawingml/2006/main">
              <a:ext uri="{FF2B5EF4-FFF2-40B4-BE49-F238E27FC236}">
                <a16:creationId xmlns:a16="http://schemas.microsoft.com/office/drawing/2014/main" id="{C732D52D-A70A-4C63-A6B0-9D321AB6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986" y="2162356"/>
            <a:ext cx="222885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5" name="p35-椭圆-0045">
            <a:extLst xmlns:a="http://schemas.openxmlformats.org/drawingml/2006/main">
              <a:ext uri="{FF2B5EF4-FFF2-40B4-BE49-F238E27FC236}">
                <a16:creationId xmlns:a16="http://schemas.microsoft.com/office/drawing/2014/main" id="{C83AF887-4D49-4B8F-97F8-4D6676F1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372" y="1790021"/>
            <a:ext cx="268605" cy="179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6" name="p35-椭圆-0046">
            <a:extLst xmlns:a="http://schemas.openxmlformats.org/drawingml/2006/main">
              <a:ext uri="{FF2B5EF4-FFF2-40B4-BE49-F238E27FC236}">
                <a16:creationId xmlns:a16="http://schemas.microsoft.com/office/drawing/2014/main" id="{2076CD94-D481-4996-8870-40E3EA2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83" y="2103486"/>
            <a:ext cx="85725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7" name="p35-椭圆-0047">
            <a:extLst xmlns:a="http://schemas.openxmlformats.org/drawingml/2006/main">
              <a:ext uri="{FF2B5EF4-FFF2-40B4-BE49-F238E27FC236}">
                <a16:creationId xmlns:a16="http://schemas.microsoft.com/office/drawing/2014/main" id="{91B3F0D4-28D9-4C7D-A044-83784D44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68" y="2340750"/>
            <a:ext cx="131445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8" name="p35-椭圆-0048">
            <a:extLst xmlns:a="http://schemas.openxmlformats.org/drawingml/2006/main">
              <a:ext uri="{FF2B5EF4-FFF2-40B4-BE49-F238E27FC236}">
                <a16:creationId xmlns:a16="http://schemas.microsoft.com/office/drawing/2014/main" id="{8B6242C5-44FC-4A68-9F75-B6CF190B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879" y="1968415"/>
            <a:ext cx="177165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9090"/>
          </a:solidFill>
          <a:ln xmlns:a="http://schemas.openxmlformats.org/drawingml/2006/main" w="5715">
            <a:solidFill>
              <a:srgbClr val="D0D0D0"/>
            </a:solidFill>
          </a:ln>
        </p:spPr>
      </p:sp>
      <p:sp>
        <p:nvSpPr>
          <p:cNvPr id="49" name="p35-线-0049">
            <a:extLst xmlns:a="http://schemas.openxmlformats.org/drawingml/2006/main">
              <a:ext uri="{FF2B5EF4-FFF2-40B4-BE49-F238E27FC236}">
                <a16:creationId xmlns:a16="http://schemas.microsoft.com/office/drawing/2014/main" id="{66189EB9-F875-4DE1-AA27-0E480064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71725"/>
            <a:ext cx="476250" cy="95"/>
          </a:xfrm>
          <a:custGeom xmlns:a="http://schemas.openxmlformats.org/drawingml/2006/main">
            <a:pathLst>
              <a:path w="476250" h="9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50" name="p35-文本-0050">
            <a:extLst xmlns:a="http://schemas.openxmlformats.org/drawingml/2006/main">
              <a:ext uri="{FF2B5EF4-FFF2-40B4-BE49-F238E27FC236}">
                <a16:creationId xmlns:a16="http://schemas.microsoft.com/office/drawing/2014/main" id="{07FA9BC6-84EE-4B10-A0A6-BC7DB190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84059"/>
            <a:ext cx="495300" cy="16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形貌示意</a:t>
            </a:r>
          </a:p>
        </p:txBody>
      </p:sp>
      <p:sp>
        <p:nvSpPr>
          <p:cNvPr id="51" name="p35-文本-0051">
            <a:extLst xmlns:a="http://schemas.openxmlformats.org/drawingml/2006/main">
              <a:ext uri="{FF2B5EF4-FFF2-40B4-BE49-F238E27FC236}">
                <a16:creationId xmlns:a16="http://schemas.microsoft.com/office/drawing/2014/main" id="{A4A6E911-07D0-433F-AF3C-4467CA12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860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获取原始图像</a:t>
            </a:r>
          </a:p>
        </p:txBody>
      </p:sp>
      <p:sp>
        <p:nvSpPr>
          <p:cNvPr id="52" name="p35-文本-0052">
            <a:extLst xmlns:a="http://schemas.openxmlformats.org/drawingml/2006/main">
              <a:ext uri="{FF2B5EF4-FFF2-40B4-BE49-F238E27FC236}">
                <a16:creationId xmlns:a16="http://schemas.microsoft.com/office/drawing/2014/main" id="{4AFBFA7B-DD4C-4558-A18C-87A92107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102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保留样本与条件</a:t>
            </a:r>
          </a:p>
        </p:txBody>
      </p:sp>
      <p:sp>
        <p:nvSpPr>
          <p:cNvPr id="53" name="p35-矩形-0053">
            <a:extLst xmlns:a="http://schemas.openxmlformats.org/drawingml/2006/main">
              <a:ext uri="{FF2B5EF4-FFF2-40B4-BE49-F238E27FC236}">
                <a16:creationId xmlns:a16="http://schemas.microsoft.com/office/drawing/2014/main" id="{60CA47BD-0A02-4FC4-BA12-CBB089D9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38275"/>
            <a:ext cx="5334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4" name="p35-文本-0054">
            <a:extLst xmlns:a="http://schemas.openxmlformats.org/drawingml/2006/main">
              <a:ext uri="{FF2B5EF4-FFF2-40B4-BE49-F238E27FC236}">
                <a16:creationId xmlns:a16="http://schemas.microsoft.com/office/drawing/2014/main" id="{B42A19B2-A909-47E2-B435-1AB15E21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189" y="1692246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结</a:t>
            </a:r>
          </a:p>
        </p:txBody>
      </p:sp>
      <p:sp>
        <p:nvSpPr>
          <p:cNvPr id="55" name="p35-文本-0055">
            <a:extLst xmlns:a="http://schemas.openxmlformats.org/drawingml/2006/main">
              <a:ext uri="{FF2B5EF4-FFF2-40B4-BE49-F238E27FC236}">
                <a16:creationId xmlns:a16="http://schemas.microsoft.com/office/drawing/2014/main" id="{2040CA84-E56E-4BA2-B664-8FFD32E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189" y="2025621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构</a:t>
            </a:r>
          </a:p>
        </p:txBody>
      </p:sp>
      <p:sp>
        <p:nvSpPr>
          <p:cNvPr id="56" name="p35-矩形-0056">
            <a:extLst xmlns:a="http://schemas.openxmlformats.org/drawingml/2006/main">
              <a:ext uri="{FF2B5EF4-FFF2-40B4-BE49-F238E27FC236}">
                <a16:creationId xmlns:a16="http://schemas.microsoft.com/office/drawing/2014/main" id="{A9F8F3B5-ACE2-4C85-89BA-77C1E36B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38275"/>
            <a:ext cx="47053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  <a:prstDash val="dash"/>
          </a:ln>
        </p:spPr>
      </p:sp>
      <p:sp>
        <p:nvSpPr>
          <p:cNvPr id="57" name="p35-矩形-0057">
            <a:extLst xmlns:a="http://schemas.openxmlformats.org/drawingml/2006/main">
              <a:ext uri="{FF2B5EF4-FFF2-40B4-BE49-F238E27FC236}">
                <a16:creationId xmlns:a16="http://schemas.microsoft.com/office/drawing/2014/main" id="{5A566483-1CF6-4CA9-85F9-955AA82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33550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p35-线-0058">
            <a:extLst xmlns:a="http://schemas.openxmlformats.org/drawingml/2006/main">
              <a:ext uri="{FF2B5EF4-FFF2-40B4-BE49-F238E27FC236}">
                <a16:creationId xmlns:a16="http://schemas.microsoft.com/office/drawing/2014/main" id="{E3636621-C580-4E4D-A10D-D879A3DD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59" name="p35-线-0059">
            <a:extLst xmlns:a="http://schemas.openxmlformats.org/drawingml/2006/main">
              <a:ext uri="{FF2B5EF4-FFF2-40B4-BE49-F238E27FC236}">
                <a16:creationId xmlns:a16="http://schemas.microsoft.com/office/drawing/2014/main" id="{3ABA29E7-4CF8-424F-B803-89858690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0" name="p35-线-0060">
            <a:extLst xmlns:a="http://schemas.openxmlformats.org/drawingml/2006/main">
              <a:ext uri="{FF2B5EF4-FFF2-40B4-BE49-F238E27FC236}">
                <a16:creationId xmlns:a16="http://schemas.microsoft.com/office/drawing/2014/main" id="{A16D337A-E407-4F8F-801D-749ADF10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1" name="p35-线-0061">
            <a:extLst xmlns:a="http://schemas.openxmlformats.org/drawingml/2006/main">
              <a:ext uri="{FF2B5EF4-FFF2-40B4-BE49-F238E27FC236}">
                <a16:creationId xmlns:a16="http://schemas.microsoft.com/office/drawing/2014/main" id="{F6EB1465-6360-4EDC-ACC6-4082BC0B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2" name="p35-线-0062">
            <a:extLst xmlns:a="http://schemas.openxmlformats.org/drawingml/2006/main">
              <a:ext uri="{FF2B5EF4-FFF2-40B4-BE49-F238E27FC236}">
                <a16:creationId xmlns:a16="http://schemas.microsoft.com/office/drawing/2014/main" id="{248BF73C-B2ED-4AFA-B2CF-93630F7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3" name="p35-线-0063">
            <a:extLst xmlns:a="http://schemas.openxmlformats.org/drawingml/2006/main">
              <a:ext uri="{FF2B5EF4-FFF2-40B4-BE49-F238E27FC236}">
                <a16:creationId xmlns:a16="http://schemas.microsoft.com/office/drawing/2014/main" id="{DB3F2621-DA3E-4045-8CBE-2029E5D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4" name="p35-线-0064">
            <a:extLst xmlns:a="http://schemas.openxmlformats.org/drawingml/2006/main">
              <a:ext uri="{FF2B5EF4-FFF2-40B4-BE49-F238E27FC236}">
                <a16:creationId xmlns:a16="http://schemas.microsoft.com/office/drawing/2014/main" id="{3F5FCC35-8168-4B2C-908D-AF7295C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5" name="p35-线-0065">
            <a:extLst xmlns:a="http://schemas.openxmlformats.org/drawingml/2006/main">
              <a:ext uri="{FF2B5EF4-FFF2-40B4-BE49-F238E27FC236}">
                <a16:creationId xmlns:a16="http://schemas.microsoft.com/office/drawing/2014/main" id="{86CC935A-4588-413E-B6D4-DC77E8E3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6" name="p35-线-0066">
            <a:extLst xmlns:a="http://schemas.openxmlformats.org/drawingml/2006/main">
              <a:ext uri="{FF2B5EF4-FFF2-40B4-BE49-F238E27FC236}">
                <a16:creationId xmlns:a16="http://schemas.microsoft.com/office/drawing/2014/main" id="{22B5DB96-FA65-4936-B660-406CB392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67" name="p35-线-0067">
            <a:extLst xmlns:a="http://schemas.openxmlformats.org/drawingml/2006/main">
              <a:ext uri="{FF2B5EF4-FFF2-40B4-BE49-F238E27FC236}">
                <a16:creationId xmlns:a16="http://schemas.microsoft.com/office/drawing/2014/main" id="{3ADD54DA-3570-4CB9-8C8B-7FA7D40A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8" name="p35-线-0068">
            <a:extLst xmlns:a="http://schemas.openxmlformats.org/drawingml/2006/main">
              <a:ext uri="{FF2B5EF4-FFF2-40B4-BE49-F238E27FC236}">
                <a16:creationId xmlns:a16="http://schemas.microsoft.com/office/drawing/2014/main" id="{40059D1E-F705-4E3A-BD08-C4FA6D13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69" name="p35-线-0069">
            <a:extLst xmlns:a="http://schemas.openxmlformats.org/drawingml/2006/main">
              <a:ext uri="{FF2B5EF4-FFF2-40B4-BE49-F238E27FC236}">
                <a16:creationId xmlns:a16="http://schemas.microsoft.com/office/drawing/2014/main" id="{57B03B45-5417-4155-A837-EEBCB8DD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0" name="p35-线-0070">
            <a:extLst xmlns:a="http://schemas.openxmlformats.org/drawingml/2006/main">
              <a:ext uri="{FF2B5EF4-FFF2-40B4-BE49-F238E27FC236}">
                <a16:creationId xmlns:a16="http://schemas.microsoft.com/office/drawing/2014/main" id="{D930BDC4-3A86-4CC9-A0D9-996CA5CD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1" name="p35-线-0071">
            <a:extLst xmlns:a="http://schemas.openxmlformats.org/drawingml/2006/main">
              <a:ext uri="{FF2B5EF4-FFF2-40B4-BE49-F238E27FC236}">
                <a16:creationId xmlns:a16="http://schemas.microsoft.com/office/drawing/2014/main" id="{F797C5FF-5A51-4542-8F49-3B3B8309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2" name="p35-线-0072">
            <a:extLst xmlns:a="http://schemas.openxmlformats.org/drawingml/2006/main">
              <a:ext uri="{FF2B5EF4-FFF2-40B4-BE49-F238E27FC236}">
                <a16:creationId xmlns:a16="http://schemas.microsoft.com/office/drawing/2014/main" id="{B0299F84-3F54-43D8-A58B-C9CF3E5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3" name="p35-线-0073">
            <a:extLst xmlns:a="http://schemas.openxmlformats.org/drawingml/2006/main">
              <a:ext uri="{FF2B5EF4-FFF2-40B4-BE49-F238E27FC236}">
                <a16:creationId xmlns:a16="http://schemas.microsoft.com/office/drawing/2014/main" id="{A57BFADB-7B9D-44BC-83BE-11F9F1F5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4" name="p35-线-0074">
            <a:extLst xmlns:a="http://schemas.openxmlformats.org/drawingml/2006/main">
              <a:ext uri="{FF2B5EF4-FFF2-40B4-BE49-F238E27FC236}">
                <a16:creationId xmlns:a16="http://schemas.microsoft.com/office/drawing/2014/main" id="{AD31D336-9EB1-408F-A316-B238DB87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5" name="p35-线-0075">
            <a:extLst xmlns:a="http://schemas.openxmlformats.org/drawingml/2006/main">
              <a:ext uri="{FF2B5EF4-FFF2-40B4-BE49-F238E27FC236}">
                <a16:creationId xmlns:a16="http://schemas.microsoft.com/office/drawing/2014/main" id="{F3A7ED59-024D-4B5C-95BC-DE4F2534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6" name="p35-线-0076">
            <a:extLst xmlns:a="http://schemas.openxmlformats.org/drawingml/2006/main">
              <a:ext uri="{FF2B5EF4-FFF2-40B4-BE49-F238E27FC236}">
                <a16:creationId xmlns:a16="http://schemas.microsoft.com/office/drawing/2014/main" id="{26ECF568-58DD-44E0-98F8-E2449BA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7" name="p35-线-0077">
            <a:extLst xmlns:a="http://schemas.openxmlformats.org/drawingml/2006/main">
              <a:ext uri="{FF2B5EF4-FFF2-40B4-BE49-F238E27FC236}">
                <a16:creationId xmlns:a16="http://schemas.microsoft.com/office/drawing/2014/main" id="{CD85F4CA-E800-4FEB-BDCF-8DE6BF7B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78" name="p35-线-0078">
            <a:extLst xmlns:a="http://schemas.openxmlformats.org/drawingml/2006/main">
              <a:ext uri="{FF2B5EF4-FFF2-40B4-BE49-F238E27FC236}">
                <a16:creationId xmlns:a16="http://schemas.microsoft.com/office/drawing/2014/main" id="{8BFDE64A-ACD1-4132-B0DE-9C4D3099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79" name="p35-线-0079">
            <a:extLst xmlns:a="http://schemas.openxmlformats.org/drawingml/2006/main">
              <a:ext uri="{FF2B5EF4-FFF2-40B4-BE49-F238E27FC236}">
                <a16:creationId xmlns:a16="http://schemas.microsoft.com/office/drawing/2014/main" id="{206559C9-8D6E-464D-967F-23A55677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0" name="p35-线-0080">
            <a:extLst xmlns:a="http://schemas.openxmlformats.org/drawingml/2006/main">
              <a:ext uri="{FF2B5EF4-FFF2-40B4-BE49-F238E27FC236}">
                <a16:creationId xmlns:a16="http://schemas.microsoft.com/office/drawing/2014/main" id="{DF8893DE-DF16-4B0C-8E24-A563F87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1" name="p35-线-0081">
            <a:extLst xmlns:a="http://schemas.openxmlformats.org/drawingml/2006/main">
              <a:ext uri="{FF2B5EF4-FFF2-40B4-BE49-F238E27FC236}">
                <a16:creationId xmlns:a16="http://schemas.microsoft.com/office/drawing/2014/main" id="{93CABBE2-7C45-44A3-8527-879D4976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2" name="p35-线-0082">
            <a:extLst xmlns:a="http://schemas.openxmlformats.org/drawingml/2006/main">
              <a:ext uri="{FF2B5EF4-FFF2-40B4-BE49-F238E27FC236}">
                <a16:creationId xmlns:a16="http://schemas.microsoft.com/office/drawing/2014/main" id="{AC3D9C45-F151-420E-B00D-FFD05B8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3" name="p35-线-0083">
            <a:extLst xmlns:a="http://schemas.openxmlformats.org/drawingml/2006/main">
              <a:ext uri="{FF2B5EF4-FFF2-40B4-BE49-F238E27FC236}">
                <a16:creationId xmlns:a16="http://schemas.microsoft.com/office/drawing/2014/main" id="{FC765A4F-4D0E-4898-A1B2-F73C0612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4" name="p35-线-0084">
            <a:extLst xmlns:a="http://schemas.openxmlformats.org/drawingml/2006/main">
              <a:ext uri="{FF2B5EF4-FFF2-40B4-BE49-F238E27FC236}">
                <a16:creationId xmlns:a16="http://schemas.microsoft.com/office/drawing/2014/main" id="{CDB2E8D9-641E-43A3-B5B0-2F6343D2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5" name="p35-线-0085">
            <a:extLst xmlns:a="http://schemas.openxmlformats.org/drawingml/2006/main">
              <a:ext uri="{FF2B5EF4-FFF2-40B4-BE49-F238E27FC236}">
                <a16:creationId xmlns:a16="http://schemas.microsoft.com/office/drawing/2014/main" id="{BF018FB2-95C8-4204-A320-3160CBB7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17335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6" name="p35-线-0086">
            <a:extLst xmlns:a="http://schemas.openxmlformats.org/drawingml/2006/main">
              <a:ext uri="{FF2B5EF4-FFF2-40B4-BE49-F238E27FC236}">
                <a16:creationId xmlns:a16="http://schemas.microsoft.com/office/drawing/2014/main" id="{CCC4A3E1-2778-4BB0-9A58-0C6F37F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7" name="p35-线-0087">
            <a:extLst xmlns:a="http://schemas.openxmlformats.org/drawingml/2006/main">
              <a:ext uri="{FF2B5EF4-FFF2-40B4-BE49-F238E27FC236}">
                <a16:creationId xmlns:a16="http://schemas.microsoft.com/office/drawing/2014/main" id="{93625F90-E18F-492D-BEF9-D429C8C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17335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88" name="p35-线-0088">
            <a:extLst xmlns:a="http://schemas.openxmlformats.org/drawingml/2006/main">
              <a:ext uri="{FF2B5EF4-FFF2-40B4-BE49-F238E27FC236}">
                <a16:creationId xmlns:a16="http://schemas.microsoft.com/office/drawing/2014/main" id="{0A53BC66-AB1C-4A54-89CB-F7C09D18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89" name="p35-线-0089">
            <a:extLst xmlns:a="http://schemas.openxmlformats.org/drawingml/2006/main">
              <a:ext uri="{FF2B5EF4-FFF2-40B4-BE49-F238E27FC236}">
                <a16:creationId xmlns:a16="http://schemas.microsoft.com/office/drawing/2014/main" id="{8571AC17-10A2-478C-969C-98DE639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0" name="p35-线-0090">
            <a:extLst xmlns:a="http://schemas.openxmlformats.org/drawingml/2006/main">
              <a:ext uri="{FF2B5EF4-FFF2-40B4-BE49-F238E27FC236}">
                <a16:creationId xmlns:a16="http://schemas.microsoft.com/office/drawing/2014/main" id="{3280172A-808E-4783-92D2-9FC3A29C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1" name="p35-线-0091">
            <a:extLst xmlns:a="http://schemas.openxmlformats.org/drawingml/2006/main">
              <a:ext uri="{FF2B5EF4-FFF2-40B4-BE49-F238E27FC236}">
                <a16:creationId xmlns:a16="http://schemas.microsoft.com/office/drawing/2014/main" id="{712A64C2-696D-4139-9D9F-51614A6D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2" name="p35-线-0092">
            <a:extLst xmlns:a="http://schemas.openxmlformats.org/drawingml/2006/main">
              <a:ext uri="{FF2B5EF4-FFF2-40B4-BE49-F238E27FC236}">
                <a16:creationId xmlns:a16="http://schemas.microsoft.com/office/drawing/2014/main" id="{A9E9258F-505D-452D-B0B0-97638EF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3" name="p35-线-0093">
            <a:extLst xmlns:a="http://schemas.openxmlformats.org/drawingml/2006/main">
              <a:ext uri="{FF2B5EF4-FFF2-40B4-BE49-F238E27FC236}">
                <a16:creationId xmlns:a16="http://schemas.microsoft.com/office/drawing/2014/main" id="{120CF612-B085-4E80-97EB-794DB76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4" name="p35-线-0094">
            <a:extLst xmlns:a="http://schemas.openxmlformats.org/drawingml/2006/main">
              <a:ext uri="{FF2B5EF4-FFF2-40B4-BE49-F238E27FC236}">
                <a16:creationId xmlns:a16="http://schemas.microsoft.com/office/drawing/2014/main" id="{F5F0735C-D04B-4BF0-B960-155C3B7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5" name="p35-线-0095">
            <a:extLst xmlns:a="http://schemas.openxmlformats.org/drawingml/2006/main">
              <a:ext uri="{FF2B5EF4-FFF2-40B4-BE49-F238E27FC236}">
                <a16:creationId xmlns:a16="http://schemas.microsoft.com/office/drawing/2014/main" id="{1BB488C6-8CCA-4A9A-B3BD-9774DB8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6" name="p35-线-0096">
            <a:extLst xmlns:a="http://schemas.openxmlformats.org/drawingml/2006/main">
              <a:ext uri="{FF2B5EF4-FFF2-40B4-BE49-F238E27FC236}">
                <a16:creationId xmlns:a16="http://schemas.microsoft.com/office/drawing/2014/main" id="{EE963BAD-E26C-414B-85DC-B69BD4EF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7" name="p35-线-0097">
            <a:extLst xmlns:a="http://schemas.openxmlformats.org/drawingml/2006/main">
              <a:ext uri="{FF2B5EF4-FFF2-40B4-BE49-F238E27FC236}">
                <a16:creationId xmlns:a16="http://schemas.microsoft.com/office/drawing/2014/main" id="{8B65459A-9D3D-44A9-932A-6F82D7A9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98" name="p35-线-0098">
            <a:extLst xmlns:a="http://schemas.openxmlformats.org/drawingml/2006/main">
              <a:ext uri="{FF2B5EF4-FFF2-40B4-BE49-F238E27FC236}">
                <a16:creationId xmlns:a16="http://schemas.microsoft.com/office/drawing/2014/main" id="{37B9FC5C-8DA1-46F9-98EC-A6A3EEC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99" name="p35-线-0099">
            <a:extLst xmlns:a="http://schemas.openxmlformats.org/drawingml/2006/main">
              <a:ext uri="{FF2B5EF4-FFF2-40B4-BE49-F238E27FC236}">
                <a16:creationId xmlns:a16="http://schemas.microsoft.com/office/drawing/2014/main" id="{59B861A4-512E-49EF-AA14-AE688DF8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0" name="p35-线-0100">
            <a:extLst xmlns:a="http://schemas.openxmlformats.org/drawingml/2006/main">
              <a:ext uri="{FF2B5EF4-FFF2-40B4-BE49-F238E27FC236}">
                <a16:creationId xmlns:a16="http://schemas.microsoft.com/office/drawing/2014/main" id="{1A520816-979E-464A-8FAB-605E4D0E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1" name="p35-线-0101">
            <a:extLst xmlns:a="http://schemas.openxmlformats.org/drawingml/2006/main">
              <a:ext uri="{FF2B5EF4-FFF2-40B4-BE49-F238E27FC236}">
                <a16:creationId xmlns:a16="http://schemas.microsoft.com/office/drawing/2014/main" id="{3F9694AB-D234-4286-87F8-F2DD86D3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2" name="p35-线-0102">
            <a:extLst xmlns:a="http://schemas.openxmlformats.org/drawingml/2006/main">
              <a:ext uri="{FF2B5EF4-FFF2-40B4-BE49-F238E27FC236}">
                <a16:creationId xmlns:a16="http://schemas.microsoft.com/office/drawing/2014/main" id="{15A60136-A290-4580-AE5C-060BF0C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3" name="p35-线-0103">
            <a:extLst xmlns:a="http://schemas.openxmlformats.org/drawingml/2006/main">
              <a:ext uri="{FF2B5EF4-FFF2-40B4-BE49-F238E27FC236}">
                <a16:creationId xmlns:a16="http://schemas.microsoft.com/office/drawing/2014/main" id="{56374C46-E84A-4195-91B7-45EBADD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4" name="p35-线-0104">
            <a:extLst xmlns:a="http://schemas.openxmlformats.org/drawingml/2006/main">
              <a:ext uri="{FF2B5EF4-FFF2-40B4-BE49-F238E27FC236}">
                <a16:creationId xmlns:a16="http://schemas.microsoft.com/office/drawing/2014/main" id="{AD6102CC-F0CB-43B8-8120-C077870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5" name="p35-线-0105">
            <a:extLst xmlns:a="http://schemas.openxmlformats.org/drawingml/2006/main">
              <a:ext uri="{FF2B5EF4-FFF2-40B4-BE49-F238E27FC236}">
                <a16:creationId xmlns:a16="http://schemas.microsoft.com/office/drawing/2014/main" id="{CC418C3C-92B5-4E90-85A0-A572C80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6" name="p35-线-0106">
            <a:extLst xmlns:a="http://schemas.openxmlformats.org/drawingml/2006/main">
              <a:ext uri="{FF2B5EF4-FFF2-40B4-BE49-F238E27FC236}">
                <a16:creationId xmlns:a16="http://schemas.microsoft.com/office/drawing/2014/main" id="{A9567AAD-1583-40A6-856B-623472F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07" name="p35-线-0107">
            <a:extLst xmlns:a="http://schemas.openxmlformats.org/drawingml/2006/main">
              <a:ext uri="{FF2B5EF4-FFF2-40B4-BE49-F238E27FC236}">
                <a16:creationId xmlns:a16="http://schemas.microsoft.com/office/drawing/2014/main" id="{6949806C-29A8-487F-8A72-2041AD1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8" name="p35-线-0108">
            <a:extLst xmlns:a="http://schemas.openxmlformats.org/drawingml/2006/main">
              <a:ext uri="{FF2B5EF4-FFF2-40B4-BE49-F238E27FC236}">
                <a16:creationId xmlns:a16="http://schemas.microsoft.com/office/drawing/2014/main" id="{ACEA2F43-740D-443D-ADD2-170C839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09" name="p35-线-0109">
            <a:extLst xmlns:a="http://schemas.openxmlformats.org/drawingml/2006/main">
              <a:ext uri="{FF2B5EF4-FFF2-40B4-BE49-F238E27FC236}">
                <a16:creationId xmlns:a16="http://schemas.microsoft.com/office/drawing/2014/main" id="{6E8138F7-43F3-4ED0-BEB0-5BD38A82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0" name="p35-线-0110">
            <a:extLst xmlns:a="http://schemas.openxmlformats.org/drawingml/2006/main">
              <a:ext uri="{FF2B5EF4-FFF2-40B4-BE49-F238E27FC236}">
                <a16:creationId xmlns:a16="http://schemas.microsoft.com/office/drawing/2014/main" id="{11A2E2F3-5F3F-4900-B62F-3E7BDFC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1" name="p35-线-0111">
            <a:extLst xmlns:a="http://schemas.openxmlformats.org/drawingml/2006/main">
              <a:ext uri="{FF2B5EF4-FFF2-40B4-BE49-F238E27FC236}">
                <a16:creationId xmlns:a16="http://schemas.microsoft.com/office/drawing/2014/main" id="{597C59FD-E727-46CF-B581-AB5AFEC6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2" name="p35-线-0112">
            <a:extLst xmlns:a="http://schemas.openxmlformats.org/drawingml/2006/main">
              <a:ext uri="{FF2B5EF4-FFF2-40B4-BE49-F238E27FC236}">
                <a16:creationId xmlns:a16="http://schemas.microsoft.com/office/drawing/2014/main" id="{632EF7C1-0F79-4E68-A3B0-0CAE6308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3" name="p35-线-0113">
            <a:extLst xmlns:a="http://schemas.openxmlformats.org/drawingml/2006/main">
              <a:ext uri="{FF2B5EF4-FFF2-40B4-BE49-F238E27FC236}">
                <a16:creationId xmlns:a16="http://schemas.microsoft.com/office/drawing/2014/main" id="{0388F2F5-7DB8-4ED6-9702-2A340AE5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4" name="p35-线-0114">
            <a:extLst xmlns:a="http://schemas.openxmlformats.org/drawingml/2006/main">
              <a:ext uri="{FF2B5EF4-FFF2-40B4-BE49-F238E27FC236}">
                <a16:creationId xmlns:a16="http://schemas.microsoft.com/office/drawing/2014/main" id="{5D5111B1-55B4-4C96-8688-3AD409D5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5" name="p35-线-0115">
            <a:extLst xmlns:a="http://schemas.openxmlformats.org/drawingml/2006/main">
              <a:ext uri="{FF2B5EF4-FFF2-40B4-BE49-F238E27FC236}">
                <a16:creationId xmlns:a16="http://schemas.microsoft.com/office/drawing/2014/main" id="{FCCE51A5-9436-49C6-8CDF-EBEFB4D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6" name="p35-线-0116">
            <a:extLst xmlns:a="http://schemas.openxmlformats.org/drawingml/2006/main">
              <a:ext uri="{FF2B5EF4-FFF2-40B4-BE49-F238E27FC236}">
                <a16:creationId xmlns:a16="http://schemas.microsoft.com/office/drawing/2014/main" id="{BE41703F-C840-440C-98A3-C810A880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18669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7" name="p35-线-0117">
            <a:extLst xmlns:a="http://schemas.openxmlformats.org/drawingml/2006/main">
              <a:ext uri="{FF2B5EF4-FFF2-40B4-BE49-F238E27FC236}">
                <a16:creationId xmlns:a16="http://schemas.microsoft.com/office/drawing/2014/main" id="{010704CA-B545-4193-B81A-8A31BA5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18" name="p35-线-0118">
            <a:extLst xmlns:a="http://schemas.openxmlformats.org/drawingml/2006/main">
              <a:ext uri="{FF2B5EF4-FFF2-40B4-BE49-F238E27FC236}">
                <a16:creationId xmlns:a16="http://schemas.microsoft.com/office/drawing/2014/main" id="{674F2F03-FE11-41AC-9514-0B4D008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18669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19" name="p35-线-0119">
            <a:extLst xmlns:a="http://schemas.openxmlformats.org/drawingml/2006/main">
              <a:ext uri="{FF2B5EF4-FFF2-40B4-BE49-F238E27FC236}">
                <a16:creationId xmlns:a16="http://schemas.microsoft.com/office/drawing/2014/main" id="{073F6134-C7FC-480D-81D8-F527540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0" name="p35-线-0120">
            <a:extLst xmlns:a="http://schemas.openxmlformats.org/drawingml/2006/main">
              <a:ext uri="{FF2B5EF4-FFF2-40B4-BE49-F238E27FC236}">
                <a16:creationId xmlns:a16="http://schemas.microsoft.com/office/drawing/2014/main" id="{E9E746D0-655F-4C64-9C73-38BF8622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1" name="p35-线-0121">
            <a:extLst xmlns:a="http://schemas.openxmlformats.org/drawingml/2006/main">
              <a:ext uri="{FF2B5EF4-FFF2-40B4-BE49-F238E27FC236}">
                <a16:creationId xmlns:a16="http://schemas.microsoft.com/office/drawing/2014/main" id="{B546CD14-80E0-459F-97A9-99645A4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2" name="p35-线-0122">
            <a:extLst xmlns:a="http://schemas.openxmlformats.org/drawingml/2006/main">
              <a:ext uri="{FF2B5EF4-FFF2-40B4-BE49-F238E27FC236}">
                <a16:creationId xmlns:a16="http://schemas.microsoft.com/office/drawing/2014/main" id="{E9EFD2D4-1B39-4D2D-B695-10E6A2F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3" name="p35-线-0123">
            <a:extLst xmlns:a="http://schemas.openxmlformats.org/drawingml/2006/main">
              <a:ext uri="{FF2B5EF4-FFF2-40B4-BE49-F238E27FC236}">
                <a16:creationId xmlns:a16="http://schemas.microsoft.com/office/drawing/2014/main" id="{3D822EA4-B363-4E18-8521-ACBB7BE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4" name="p35-线-0124">
            <a:extLst xmlns:a="http://schemas.openxmlformats.org/drawingml/2006/main">
              <a:ext uri="{FF2B5EF4-FFF2-40B4-BE49-F238E27FC236}">
                <a16:creationId xmlns:a16="http://schemas.microsoft.com/office/drawing/2014/main" id="{BAD90270-0A91-41E3-B31F-B5E58218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5" name="p35-线-0125">
            <a:extLst xmlns:a="http://schemas.openxmlformats.org/drawingml/2006/main">
              <a:ext uri="{FF2B5EF4-FFF2-40B4-BE49-F238E27FC236}">
                <a16:creationId xmlns:a16="http://schemas.microsoft.com/office/drawing/2014/main" id="{66127D48-4152-421F-9B1B-BD4AE80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6" name="p35-线-0126">
            <a:extLst xmlns:a="http://schemas.openxmlformats.org/drawingml/2006/main">
              <a:ext uri="{FF2B5EF4-FFF2-40B4-BE49-F238E27FC236}">
                <a16:creationId xmlns:a16="http://schemas.microsoft.com/office/drawing/2014/main" id="{E0EE81D5-ADB9-4411-A99C-16148018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7" name="p35-线-0127">
            <a:extLst xmlns:a="http://schemas.openxmlformats.org/drawingml/2006/main">
              <a:ext uri="{FF2B5EF4-FFF2-40B4-BE49-F238E27FC236}">
                <a16:creationId xmlns:a16="http://schemas.microsoft.com/office/drawing/2014/main" id="{76A0B90C-BC8A-460C-8D6C-40E4174F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28" name="p35-线-0128">
            <a:extLst xmlns:a="http://schemas.openxmlformats.org/drawingml/2006/main">
              <a:ext uri="{FF2B5EF4-FFF2-40B4-BE49-F238E27FC236}">
                <a16:creationId xmlns:a16="http://schemas.microsoft.com/office/drawing/2014/main" id="{AA920704-A8AA-4CA1-AD05-BD4E4E8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29" name="p35-线-0129">
            <a:extLst xmlns:a="http://schemas.openxmlformats.org/drawingml/2006/main">
              <a:ext uri="{FF2B5EF4-FFF2-40B4-BE49-F238E27FC236}">
                <a16:creationId xmlns:a16="http://schemas.microsoft.com/office/drawing/2014/main" id="{21DA9A18-EB1E-4A00-9740-C5816CB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0" name="p35-线-0130">
            <a:extLst xmlns:a="http://schemas.openxmlformats.org/drawingml/2006/main">
              <a:ext uri="{FF2B5EF4-FFF2-40B4-BE49-F238E27FC236}">
                <a16:creationId xmlns:a16="http://schemas.microsoft.com/office/drawing/2014/main" id="{4AE57DE5-F811-491C-8361-84A8BC3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1" name="p35-线-0131">
            <a:extLst xmlns:a="http://schemas.openxmlformats.org/drawingml/2006/main">
              <a:ext uri="{FF2B5EF4-FFF2-40B4-BE49-F238E27FC236}">
                <a16:creationId xmlns:a16="http://schemas.microsoft.com/office/drawing/2014/main" id="{8F6FD97A-3E0F-46D2-A849-B7CC8D64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2" name="p35-线-0132">
            <a:extLst xmlns:a="http://schemas.openxmlformats.org/drawingml/2006/main">
              <a:ext uri="{FF2B5EF4-FFF2-40B4-BE49-F238E27FC236}">
                <a16:creationId xmlns:a16="http://schemas.microsoft.com/office/drawing/2014/main" id="{34ADC5CE-2A3C-455B-9B50-C1B04F6A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3" name="p35-线-0133">
            <a:extLst xmlns:a="http://schemas.openxmlformats.org/drawingml/2006/main">
              <a:ext uri="{FF2B5EF4-FFF2-40B4-BE49-F238E27FC236}">
                <a16:creationId xmlns:a16="http://schemas.microsoft.com/office/drawing/2014/main" id="{6DA0B5EB-7290-4F11-83BF-47AAEC85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4" name="p35-线-0134">
            <a:extLst xmlns:a="http://schemas.openxmlformats.org/drawingml/2006/main">
              <a:ext uri="{FF2B5EF4-FFF2-40B4-BE49-F238E27FC236}">
                <a16:creationId xmlns:a16="http://schemas.microsoft.com/office/drawing/2014/main" id="{34EC172D-1986-435A-B7EF-A8054E48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5" name="p35-线-0135">
            <a:extLst xmlns:a="http://schemas.openxmlformats.org/drawingml/2006/main">
              <a:ext uri="{FF2B5EF4-FFF2-40B4-BE49-F238E27FC236}">
                <a16:creationId xmlns:a16="http://schemas.microsoft.com/office/drawing/2014/main" id="{CBEE7C23-5A1E-4B29-A40A-F5F998DA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6" name="p35-线-0136">
            <a:extLst xmlns:a="http://schemas.openxmlformats.org/drawingml/2006/main">
              <a:ext uri="{FF2B5EF4-FFF2-40B4-BE49-F238E27FC236}">
                <a16:creationId xmlns:a16="http://schemas.microsoft.com/office/drawing/2014/main" id="{F1CE5988-50BC-4853-BE7E-9C2A037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7" name="p35-线-0137">
            <a:extLst xmlns:a="http://schemas.openxmlformats.org/drawingml/2006/main">
              <a:ext uri="{FF2B5EF4-FFF2-40B4-BE49-F238E27FC236}">
                <a16:creationId xmlns:a16="http://schemas.microsoft.com/office/drawing/2014/main" id="{1EB16ACF-01A0-4AF8-99E0-B79C2EC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38" name="p35-线-0138">
            <a:extLst xmlns:a="http://schemas.openxmlformats.org/drawingml/2006/main">
              <a:ext uri="{FF2B5EF4-FFF2-40B4-BE49-F238E27FC236}">
                <a16:creationId xmlns:a16="http://schemas.microsoft.com/office/drawing/2014/main" id="{39DADAF5-680D-4EB4-8CD0-6F711013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39" name="p35-线-0139">
            <a:extLst xmlns:a="http://schemas.openxmlformats.org/drawingml/2006/main">
              <a:ext uri="{FF2B5EF4-FFF2-40B4-BE49-F238E27FC236}">
                <a16:creationId xmlns:a16="http://schemas.microsoft.com/office/drawing/2014/main" id="{D16174FE-09A6-4AFA-B3FF-971847F3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0" name="p35-线-0140">
            <a:extLst xmlns:a="http://schemas.openxmlformats.org/drawingml/2006/main">
              <a:ext uri="{FF2B5EF4-FFF2-40B4-BE49-F238E27FC236}">
                <a16:creationId xmlns:a16="http://schemas.microsoft.com/office/drawing/2014/main" id="{BE0D91DE-4471-4E7C-9E5E-221F6548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1" name="p35-线-0141">
            <a:extLst xmlns:a="http://schemas.openxmlformats.org/drawingml/2006/main">
              <a:ext uri="{FF2B5EF4-FFF2-40B4-BE49-F238E27FC236}">
                <a16:creationId xmlns:a16="http://schemas.microsoft.com/office/drawing/2014/main" id="{A5F19F56-1E8C-4441-9930-ADE2A288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2" name="p35-线-0142">
            <a:extLst xmlns:a="http://schemas.openxmlformats.org/drawingml/2006/main">
              <a:ext uri="{FF2B5EF4-FFF2-40B4-BE49-F238E27FC236}">
                <a16:creationId xmlns:a16="http://schemas.microsoft.com/office/drawing/2014/main" id="{6B1E5C2B-D702-4882-A509-7F464A78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3" name="p35-线-0143">
            <a:extLst xmlns:a="http://schemas.openxmlformats.org/drawingml/2006/main">
              <a:ext uri="{FF2B5EF4-FFF2-40B4-BE49-F238E27FC236}">
                <a16:creationId xmlns:a16="http://schemas.microsoft.com/office/drawing/2014/main" id="{CD1535BE-62FF-468A-B7BD-C9366AB9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4" name="p35-线-0144">
            <a:extLst xmlns:a="http://schemas.openxmlformats.org/drawingml/2006/main">
              <a:ext uri="{FF2B5EF4-FFF2-40B4-BE49-F238E27FC236}">
                <a16:creationId xmlns:a16="http://schemas.microsoft.com/office/drawing/2014/main" id="{FB8871F3-C93D-4793-A6C9-572499C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5" name="p35-线-0145">
            <a:extLst xmlns:a="http://schemas.openxmlformats.org/drawingml/2006/main">
              <a:ext uri="{FF2B5EF4-FFF2-40B4-BE49-F238E27FC236}">
                <a16:creationId xmlns:a16="http://schemas.microsoft.com/office/drawing/2014/main" id="{8B735331-0C73-4074-951A-0FE210D3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6" name="p35-线-0146">
            <a:extLst xmlns:a="http://schemas.openxmlformats.org/drawingml/2006/main">
              <a:ext uri="{FF2B5EF4-FFF2-40B4-BE49-F238E27FC236}">
                <a16:creationId xmlns:a16="http://schemas.microsoft.com/office/drawing/2014/main" id="{4F12C885-F72C-45CE-A028-C1F9778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47" name="p35-线-0147">
            <a:extLst xmlns:a="http://schemas.openxmlformats.org/drawingml/2006/main">
              <a:ext uri="{FF2B5EF4-FFF2-40B4-BE49-F238E27FC236}">
                <a16:creationId xmlns:a16="http://schemas.microsoft.com/office/drawing/2014/main" id="{1D661D16-7394-4858-843F-CD997332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0002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8" name="p35-线-0148">
            <a:extLst xmlns:a="http://schemas.openxmlformats.org/drawingml/2006/main">
              <a:ext uri="{FF2B5EF4-FFF2-40B4-BE49-F238E27FC236}">
                <a16:creationId xmlns:a16="http://schemas.microsoft.com/office/drawing/2014/main" id="{73F84C70-6C88-4BC3-A53F-D359416E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49" name="p35-线-0149">
            <a:extLst xmlns:a="http://schemas.openxmlformats.org/drawingml/2006/main">
              <a:ext uri="{FF2B5EF4-FFF2-40B4-BE49-F238E27FC236}">
                <a16:creationId xmlns:a16="http://schemas.microsoft.com/office/drawing/2014/main" id="{3823DDC0-A17A-46D2-A1D5-7410EF06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0002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0" name="p35-线-0150">
            <a:extLst xmlns:a="http://schemas.openxmlformats.org/drawingml/2006/main">
              <a:ext uri="{FF2B5EF4-FFF2-40B4-BE49-F238E27FC236}">
                <a16:creationId xmlns:a16="http://schemas.microsoft.com/office/drawing/2014/main" id="{F772BA53-EC23-4551-92D8-D59B847B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1" name="p35-线-0151">
            <a:extLst xmlns:a="http://schemas.openxmlformats.org/drawingml/2006/main">
              <a:ext uri="{FF2B5EF4-FFF2-40B4-BE49-F238E27FC236}">
                <a16:creationId xmlns:a16="http://schemas.microsoft.com/office/drawing/2014/main" id="{35939249-7311-4D55-A7F9-B4A133E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2" name="p35-线-0152">
            <a:extLst xmlns:a="http://schemas.openxmlformats.org/drawingml/2006/main">
              <a:ext uri="{FF2B5EF4-FFF2-40B4-BE49-F238E27FC236}">
                <a16:creationId xmlns:a16="http://schemas.microsoft.com/office/drawing/2014/main" id="{508CE0AF-847E-40A1-AAE9-C5277E79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3" name="p35-线-0153">
            <a:extLst xmlns:a="http://schemas.openxmlformats.org/drawingml/2006/main">
              <a:ext uri="{FF2B5EF4-FFF2-40B4-BE49-F238E27FC236}">
                <a16:creationId xmlns:a16="http://schemas.microsoft.com/office/drawing/2014/main" id="{779A2F93-290D-43F9-B0F3-AAE1B67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4" name="p35-线-0154">
            <a:extLst xmlns:a="http://schemas.openxmlformats.org/drawingml/2006/main">
              <a:ext uri="{FF2B5EF4-FFF2-40B4-BE49-F238E27FC236}">
                <a16:creationId xmlns:a16="http://schemas.microsoft.com/office/drawing/2014/main" id="{04676DDD-3238-4F02-B6EA-EF51092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5" name="p35-线-0155">
            <a:extLst xmlns:a="http://schemas.openxmlformats.org/drawingml/2006/main">
              <a:ext uri="{FF2B5EF4-FFF2-40B4-BE49-F238E27FC236}">
                <a16:creationId xmlns:a16="http://schemas.microsoft.com/office/drawing/2014/main" id="{544022FE-2C82-4355-B50C-B452285D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6" name="p35-线-0156">
            <a:extLst xmlns:a="http://schemas.openxmlformats.org/drawingml/2006/main">
              <a:ext uri="{FF2B5EF4-FFF2-40B4-BE49-F238E27FC236}">
                <a16:creationId xmlns:a16="http://schemas.microsoft.com/office/drawing/2014/main" id="{0AED4028-4F55-489C-AAEB-1C1B6CA4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57" name="p35-线-0157">
            <a:extLst xmlns:a="http://schemas.openxmlformats.org/drawingml/2006/main">
              <a:ext uri="{FF2B5EF4-FFF2-40B4-BE49-F238E27FC236}">
                <a16:creationId xmlns:a16="http://schemas.microsoft.com/office/drawing/2014/main" id="{ED714B94-21E0-4094-9427-688F156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8" name="p35-线-0158">
            <a:extLst xmlns:a="http://schemas.openxmlformats.org/drawingml/2006/main">
              <a:ext uri="{FF2B5EF4-FFF2-40B4-BE49-F238E27FC236}">
                <a16:creationId xmlns:a16="http://schemas.microsoft.com/office/drawing/2014/main" id="{BBDFCA58-EF1B-4BAA-A0AA-5DBA064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59" name="p35-线-0159">
            <a:extLst xmlns:a="http://schemas.openxmlformats.org/drawingml/2006/main">
              <a:ext uri="{FF2B5EF4-FFF2-40B4-BE49-F238E27FC236}">
                <a16:creationId xmlns:a16="http://schemas.microsoft.com/office/drawing/2014/main" id="{A2714A19-693D-458C-8AF9-4FA46C1D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0" name="p35-线-0160">
            <a:extLst xmlns:a="http://schemas.openxmlformats.org/drawingml/2006/main">
              <a:ext uri="{FF2B5EF4-FFF2-40B4-BE49-F238E27FC236}">
                <a16:creationId xmlns:a16="http://schemas.microsoft.com/office/drawing/2014/main" id="{1C26F551-2EFB-498E-B4C6-5FB0EF7F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1" name="p35-线-0161">
            <a:extLst xmlns:a="http://schemas.openxmlformats.org/drawingml/2006/main">
              <a:ext uri="{FF2B5EF4-FFF2-40B4-BE49-F238E27FC236}">
                <a16:creationId xmlns:a16="http://schemas.microsoft.com/office/drawing/2014/main" id="{0BBE5502-AF0A-48B3-A971-53BA471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2" name="p35-线-0162">
            <a:extLst xmlns:a="http://schemas.openxmlformats.org/drawingml/2006/main">
              <a:ext uri="{FF2B5EF4-FFF2-40B4-BE49-F238E27FC236}">
                <a16:creationId xmlns:a16="http://schemas.microsoft.com/office/drawing/2014/main" id="{0955D142-AC03-4D71-BD06-4B94A2B4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3" name="p35-线-0163">
            <a:extLst xmlns:a="http://schemas.openxmlformats.org/drawingml/2006/main">
              <a:ext uri="{FF2B5EF4-FFF2-40B4-BE49-F238E27FC236}">
                <a16:creationId xmlns:a16="http://schemas.microsoft.com/office/drawing/2014/main" id="{FFC61EC7-C055-40C3-AACD-81F98ED6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4" name="p35-线-0164">
            <a:extLst xmlns:a="http://schemas.openxmlformats.org/drawingml/2006/main">
              <a:ext uri="{FF2B5EF4-FFF2-40B4-BE49-F238E27FC236}">
                <a16:creationId xmlns:a16="http://schemas.microsoft.com/office/drawing/2014/main" id="{193A7E60-1DFC-44E4-8679-9A38DCBD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5" name="p35-线-0165">
            <a:extLst xmlns:a="http://schemas.openxmlformats.org/drawingml/2006/main">
              <a:ext uri="{FF2B5EF4-FFF2-40B4-BE49-F238E27FC236}">
                <a16:creationId xmlns:a16="http://schemas.microsoft.com/office/drawing/2014/main" id="{E73E5BD1-5EB5-4868-8C75-4E9EE35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6" name="p35-线-0166">
            <a:extLst xmlns:a="http://schemas.openxmlformats.org/drawingml/2006/main">
              <a:ext uri="{FF2B5EF4-FFF2-40B4-BE49-F238E27FC236}">
                <a16:creationId xmlns:a16="http://schemas.microsoft.com/office/drawing/2014/main" id="{06152FD9-7583-48A5-9BB9-33150DE8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7" name="p35-线-0167">
            <a:extLst xmlns:a="http://schemas.openxmlformats.org/drawingml/2006/main">
              <a:ext uri="{FF2B5EF4-FFF2-40B4-BE49-F238E27FC236}">
                <a16:creationId xmlns:a16="http://schemas.microsoft.com/office/drawing/2014/main" id="{CBEBB1D0-B780-40AB-A0B3-CAC08021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68" name="p35-线-0168">
            <a:extLst xmlns:a="http://schemas.openxmlformats.org/drawingml/2006/main">
              <a:ext uri="{FF2B5EF4-FFF2-40B4-BE49-F238E27FC236}">
                <a16:creationId xmlns:a16="http://schemas.microsoft.com/office/drawing/2014/main" id="{B5E3AA40-FB66-4087-AEB1-979200E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69" name="p35-线-0169">
            <a:extLst xmlns:a="http://schemas.openxmlformats.org/drawingml/2006/main">
              <a:ext uri="{FF2B5EF4-FFF2-40B4-BE49-F238E27FC236}">
                <a16:creationId xmlns:a16="http://schemas.microsoft.com/office/drawing/2014/main" id="{98EA2DBB-D09D-430D-93D9-4682FC88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0" name="p35-线-0170">
            <a:extLst xmlns:a="http://schemas.openxmlformats.org/drawingml/2006/main">
              <a:ext uri="{FF2B5EF4-FFF2-40B4-BE49-F238E27FC236}">
                <a16:creationId xmlns:a16="http://schemas.microsoft.com/office/drawing/2014/main" id="{0AB30883-3BE1-46BF-9081-3015BCE0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1" name="p35-线-0171">
            <a:extLst xmlns:a="http://schemas.openxmlformats.org/drawingml/2006/main">
              <a:ext uri="{FF2B5EF4-FFF2-40B4-BE49-F238E27FC236}">
                <a16:creationId xmlns:a16="http://schemas.microsoft.com/office/drawing/2014/main" id="{EDC826BD-CEA1-4E78-9D2C-BA4F49EE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2" name="p35-线-0172">
            <a:extLst xmlns:a="http://schemas.openxmlformats.org/drawingml/2006/main">
              <a:ext uri="{FF2B5EF4-FFF2-40B4-BE49-F238E27FC236}">
                <a16:creationId xmlns:a16="http://schemas.microsoft.com/office/drawing/2014/main" id="{4C969820-FE13-4E99-A679-85451A7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3" name="p35-线-0173">
            <a:extLst xmlns:a="http://schemas.openxmlformats.org/drawingml/2006/main">
              <a:ext uri="{FF2B5EF4-FFF2-40B4-BE49-F238E27FC236}">
                <a16:creationId xmlns:a16="http://schemas.microsoft.com/office/drawing/2014/main" id="{EF4DE00B-B075-47CD-9821-2AA42555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4" name="p35-线-0174">
            <a:extLst xmlns:a="http://schemas.openxmlformats.org/drawingml/2006/main">
              <a:ext uri="{FF2B5EF4-FFF2-40B4-BE49-F238E27FC236}">
                <a16:creationId xmlns:a16="http://schemas.microsoft.com/office/drawing/2014/main" id="{444A57DC-8875-45E3-95F9-85DB258B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5" name="p35-线-0175">
            <a:extLst xmlns:a="http://schemas.openxmlformats.org/drawingml/2006/main">
              <a:ext uri="{FF2B5EF4-FFF2-40B4-BE49-F238E27FC236}">
                <a16:creationId xmlns:a16="http://schemas.microsoft.com/office/drawing/2014/main" id="{9710255A-B43A-4F2D-ACD0-9B57E506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6" name="p35-线-0176">
            <a:extLst xmlns:a="http://schemas.openxmlformats.org/drawingml/2006/main">
              <a:ext uri="{FF2B5EF4-FFF2-40B4-BE49-F238E27FC236}">
                <a16:creationId xmlns:a16="http://schemas.microsoft.com/office/drawing/2014/main" id="{51A849AE-B8F8-42C0-8763-0DEA4EF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7" name="p35-线-0177">
            <a:extLst xmlns:a="http://schemas.openxmlformats.org/drawingml/2006/main">
              <a:ext uri="{FF2B5EF4-FFF2-40B4-BE49-F238E27FC236}">
                <a16:creationId xmlns:a16="http://schemas.microsoft.com/office/drawing/2014/main" id="{180C4C28-8769-4D7A-9C48-14185E43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78" name="p35-线-0178">
            <a:extLst xmlns:a="http://schemas.openxmlformats.org/drawingml/2006/main">
              <a:ext uri="{FF2B5EF4-FFF2-40B4-BE49-F238E27FC236}">
                <a16:creationId xmlns:a16="http://schemas.microsoft.com/office/drawing/2014/main" id="{CEC5D077-A463-4183-AE05-CC46F31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1336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79" name="p35-线-0179">
            <a:extLst xmlns:a="http://schemas.openxmlformats.org/drawingml/2006/main">
              <a:ext uri="{FF2B5EF4-FFF2-40B4-BE49-F238E27FC236}">
                <a16:creationId xmlns:a16="http://schemas.microsoft.com/office/drawing/2014/main" id="{AFCFC7F7-C504-47C9-AC00-AD1C20AB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0" name="p35-线-0180">
            <a:extLst xmlns:a="http://schemas.openxmlformats.org/drawingml/2006/main">
              <a:ext uri="{FF2B5EF4-FFF2-40B4-BE49-F238E27FC236}">
                <a16:creationId xmlns:a16="http://schemas.microsoft.com/office/drawing/2014/main" id="{59922E9D-1C5A-4473-82FD-C3C3FC98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1336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1" name="p35-线-0181">
            <a:extLst xmlns:a="http://schemas.openxmlformats.org/drawingml/2006/main">
              <a:ext uri="{FF2B5EF4-FFF2-40B4-BE49-F238E27FC236}">
                <a16:creationId xmlns:a16="http://schemas.microsoft.com/office/drawing/2014/main" id="{D0C9FB25-34E5-4D6A-888B-F559BD8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2" name="p35-线-0182">
            <a:extLst xmlns:a="http://schemas.openxmlformats.org/drawingml/2006/main">
              <a:ext uri="{FF2B5EF4-FFF2-40B4-BE49-F238E27FC236}">
                <a16:creationId xmlns:a16="http://schemas.microsoft.com/office/drawing/2014/main" id="{614E3796-E349-4AD6-8876-9D6E0CF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3" name="p35-线-0183">
            <a:extLst xmlns:a="http://schemas.openxmlformats.org/drawingml/2006/main">
              <a:ext uri="{FF2B5EF4-FFF2-40B4-BE49-F238E27FC236}">
                <a16:creationId xmlns:a16="http://schemas.microsoft.com/office/drawing/2014/main" id="{717DFA5B-8BE2-4F04-B121-6A79F3C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4" name="p35-线-0184">
            <a:extLst xmlns:a="http://schemas.openxmlformats.org/drawingml/2006/main">
              <a:ext uri="{FF2B5EF4-FFF2-40B4-BE49-F238E27FC236}">
                <a16:creationId xmlns:a16="http://schemas.microsoft.com/office/drawing/2014/main" id="{451EB72D-CBF0-4FC0-A3EC-3AABAB12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5" name="p35-线-0185">
            <a:extLst xmlns:a="http://schemas.openxmlformats.org/drawingml/2006/main">
              <a:ext uri="{FF2B5EF4-FFF2-40B4-BE49-F238E27FC236}">
                <a16:creationId xmlns:a16="http://schemas.microsoft.com/office/drawing/2014/main" id="{06AF0715-ED59-4E84-8505-30103BC3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6" name="p35-线-0186">
            <a:extLst xmlns:a="http://schemas.openxmlformats.org/drawingml/2006/main">
              <a:ext uri="{FF2B5EF4-FFF2-40B4-BE49-F238E27FC236}">
                <a16:creationId xmlns:a16="http://schemas.microsoft.com/office/drawing/2014/main" id="{AEB6865A-F633-436A-A56B-4EB79B0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7" name="p35-线-0187">
            <a:extLst xmlns:a="http://schemas.openxmlformats.org/drawingml/2006/main">
              <a:ext uri="{FF2B5EF4-FFF2-40B4-BE49-F238E27FC236}">
                <a16:creationId xmlns:a16="http://schemas.microsoft.com/office/drawing/2014/main" id="{C797E715-A636-4A2E-BACD-9197055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88" name="p35-线-0188">
            <a:extLst xmlns:a="http://schemas.openxmlformats.org/drawingml/2006/main">
              <a:ext uri="{FF2B5EF4-FFF2-40B4-BE49-F238E27FC236}">
                <a16:creationId xmlns:a16="http://schemas.microsoft.com/office/drawing/2014/main" id="{58E27EFA-96C8-4541-99DE-257D90D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89" name="p35-线-0189">
            <a:extLst xmlns:a="http://schemas.openxmlformats.org/drawingml/2006/main">
              <a:ext uri="{FF2B5EF4-FFF2-40B4-BE49-F238E27FC236}">
                <a16:creationId xmlns:a16="http://schemas.microsoft.com/office/drawing/2014/main" id="{826CB6E9-4E7A-414A-9FAB-DC7F9304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0" name="p35-线-0190">
            <a:extLst xmlns:a="http://schemas.openxmlformats.org/drawingml/2006/main">
              <a:ext uri="{FF2B5EF4-FFF2-40B4-BE49-F238E27FC236}">
                <a16:creationId xmlns:a16="http://schemas.microsoft.com/office/drawing/2014/main" id="{799C36F9-A98F-4145-83CB-2A02F32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1" name="p35-线-0191">
            <a:extLst xmlns:a="http://schemas.openxmlformats.org/drawingml/2006/main">
              <a:ext uri="{FF2B5EF4-FFF2-40B4-BE49-F238E27FC236}">
                <a16:creationId xmlns:a16="http://schemas.microsoft.com/office/drawing/2014/main" id="{9908A6C4-5E78-4EC5-AA47-657DE52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2" name="p35-线-0192">
            <a:extLst xmlns:a="http://schemas.openxmlformats.org/drawingml/2006/main">
              <a:ext uri="{FF2B5EF4-FFF2-40B4-BE49-F238E27FC236}">
                <a16:creationId xmlns:a16="http://schemas.microsoft.com/office/drawing/2014/main" id="{DE335D4B-39D4-432B-A2FC-A73BB1FE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3" name="p35-线-0193">
            <a:extLst xmlns:a="http://schemas.openxmlformats.org/drawingml/2006/main">
              <a:ext uri="{FF2B5EF4-FFF2-40B4-BE49-F238E27FC236}">
                <a16:creationId xmlns:a16="http://schemas.microsoft.com/office/drawing/2014/main" id="{DC40811B-74F7-41B8-8AA9-E2F3DFE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4" name="p35-线-0194">
            <a:extLst xmlns:a="http://schemas.openxmlformats.org/drawingml/2006/main">
              <a:ext uri="{FF2B5EF4-FFF2-40B4-BE49-F238E27FC236}">
                <a16:creationId xmlns:a16="http://schemas.microsoft.com/office/drawing/2014/main" id="{9D778940-57CF-4D08-9727-3641238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5" name="p35-线-0195">
            <a:extLst xmlns:a="http://schemas.openxmlformats.org/drawingml/2006/main">
              <a:ext uri="{FF2B5EF4-FFF2-40B4-BE49-F238E27FC236}">
                <a16:creationId xmlns:a16="http://schemas.microsoft.com/office/drawing/2014/main" id="{BE4E0590-1D85-482D-BF10-C968B06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6" name="p35-线-0196">
            <a:extLst xmlns:a="http://schemas.openxmlformats.org/drawingml/2006/main">
              <a:ext uri="{FF2B5EF4-FFF2-40B4-BE49-F238E27FC236}">
                <a16:creationId xmlns:a16="http://schemas.microsoft.com/office/drawing/2014/main" id="{25B38662-5C23-4FD0-86A7-A63138B0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197" name="p35-线-0197">
            <a:extLst xmlns:a="http://schemas.openxmlformats.org/drawingml/2006/main">
              <a:ext uri="{FF2B5EF4-FFF2-40B4-BE49-F238E27FC236}">
                <a16:creationId xmlns:a16="http://schemas.microsoft.com/office/drawing/2014/main" id="{E273C877-3307-4095-93DE-6CA18A5C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8" name="p35-线-0198">
            <a:extLst xmlns:a="http://schemas.openxmlformats.org/drawingml/2006/main">
              <a:ext uri="{FF2B5EF4-FFF2-40B4-BE49-F238E27FC236}">
                <a16:creationId xmlns:a16="http://schemas.microsoft.com/office/drawing/2014/main" id="{3749AA27-2206-458B-AA52-B0252060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199" name="p35-线-0199">
            <a:extLst xmlns:a="http://schemas.openxmlformats.org/drawingml/2006/main">
              <a:ext uri="{FF2B5EF4-FFF2-40B4-BE49-F238E27FC236}">
                <a16:creationId xmlns:a16="http://schemas.microsoft.com/office/drawing/2014/main" id="{8DB48759-7794-444C-9702-D87EE4F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0" name="p35-线-0200">
            <a:extLst xmlns:a="http://schemas.openxmlformats.org/drawingml/2006/main">
              <a:ext uri="{FF2B5EF4-FFF2-40B4-BE49-F238E27FC236}">
                <a16:creationId xmlns:a16="http://schemas.microsoft.com/office/drawing/2014/main" id="{54FE93DD-04E0-4B70-AD05-39B2D671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1" name="p35-线-0201">
            <a:extLst xmlns:a="http://schemas.openxmlformats.org/drawingml/2006/main">
              <a:ext uri="{FF2B5EF4-FFF2-40B4-BE49-F238E27FC236}">
                <a16:creationId xmlns:a16="http://schemas.microsoft.com/office/drawing/2014/main" id="{07B2B23B-9688-4B6A-9EED-7E38E3B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2" name="p35-线-0202">
            <a:extLst xmlns:a="http://schemas.openxmlformats.org/drawingml/2006/main">
              <a:ext uri="{FF2B5EF4-FFF2-40B4-BE49-F238E27FC236}">
                <a16:creationId xmlns:a16="http://schemas.microsoft.com/office/drawing/2014/main" id="{6C4775C9-8E57-49F9-BABA-C3D0726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3" name="p35-线-0203">
            <a:extLst xmlns:a="http://schemas.openxmlformats.org/drawingml/2006/main">
              <a:ext uri="{FF2B5EF4-FFF2-40B4-BE49-F238E27FC236}">
                <a16:creationId xmlns:a16="http://schemas.microsoft.com/office/drawing/2014/main" id="{12CC72F0-BB8F-497C-9271-A4DE7B59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4" name="p35-线-0204">
            <a:extLst xmlns:a="http://schemas.openxmlformats.org/drawingml/2006/main">
              <a:ext uri="{FF2B5EF4-FFF2-40B4-BE49-F238E27FC236}">
                <a16:creationId xmlns:a16="http://schemas.microsoft.com/office/drawing/2014/main" id="{B45E8873-A6F4-4B08-A067-D8218557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5" name="p35-线-0205">
            <a:extLst xmlns:a="http://schemas.openxmlformats.org/drawingml/2006/main">
              <a:ext uri="{FF2B5EF4-FFF2-40B4-BE49-F238E27FC236}">
                <a16:creationId xmlns:a16="http://schemas.microsoft.com/office/drawing/2014/main" id="{A91A8F3D-4A04-463C-A654-229F51A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6" name="p35-线-0206">
            <a:extLst xmlns:a="http://schemas.openxmlformats.org/drawingml/2006/main">
              <a:ext uri="{FF2B5EF4-FFF2-40B4-BE49-F238E27FC236}">
                <a16:creationId xmlns:a16="http://schemas.microsoft.com/office/drawing/2014/main" id="{783AC8C6-F1FE-4D2C-B64F-C9608F33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7" name="p35-线-0207">
            <a:extLst xmlns:a="http://schemas.openxmlformats.org/drawingml/2006/main">
              <a:ext uri="{FF2B5EF4-FFF2-40B4-BE49-F238E27FC236}">
                <a16:creationId xmlns:a16="http://schemas.microsoft.com/office/drawing/2014/main" id="{5632D749-7303-4F4F-8EB9-786C3B6C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08" name="p35-线-0208">
            <a:extLst xmlns:a="http://schemas.openxmlformats.org/drawingml/2006/main">
              <a:ext uri="{FF2B5EF4-FFF2-40B4-BE49-F238E27FC236}">
                <a16:creationId xmlns:a16="http://schemas.microsoft.com/office/drawing/2014/main" id="{99AE0559-C569-4282-B1D5-6FA4349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09" name="p35-线-0209">
            <a:extLst xmlns:a="http://schemas.openxmlformats.org/drawingml/2006/main">
              <a:ext uri="{FF2B5EF4-FFF2-40B4-BE49-F238E27FC236}">
                <a16:creationId xmlns:a16="http://schemas.microsoft.com/office/drawing/2014/main" id="{65E2D283-FFFC-40C7-BF2F-7A39B5EA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2669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0" name="p35-线-0210">
            <a:extLst xmlns:a="http://schemas.openxmlformats.org/drawingml/2006/main">
              <a:ext uri="{FF2B5EF4-FFF2-40B4-BE49-F238E27FC236}">
                <a16:creationId xmlns:a16="http://schemas.microsoft.com/office/drawing/2014/main" id="{A11C6CAB-BA87-45B3-9976-C4AC9E2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1" name="p35-线-0211">
            <a:extLst xmlns:a="http://schemas.openxmlformats.org/drawingml/2006/main">
              <a:ext uri="{FF2B5EF4-FFF2-40B4-BE49-F238E27FC236}">
                <a16:creationId xmlns:a16="http://schemas.microsoft.com/office/drawing/2014/main" id="{78ADBA29-DCD4-4CAE-A833-3C884F9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26695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2" name="p35-线-0212">
            <a:extLst xmlns:a="http://schemas.openxmlformats.org/drawingml/2006/main">
              <a:ext uri="{FF2B5EF4-FFF2-40B4-BE49-F238E27FC236}">
                <a16:creationId xmlns:a16="http://schemas.microsoft.com/office/drawing/2014/main" id="{F0FEB0AA-3934-4FDA-974B-D0895DE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3" name="p35-线-0213">
            <a:extLst xmlns:a="http://schemas.openxmlformats.org/drawingml/2006/main">
              <a:ext uri="{FF2B5EF4-FFF2-40B4-BE49-F238E27FC236}">
                <a16:creationId xmlns:a16="http://schemas.microsoft.com/office/drawing/2014/main" id="{05CF0BF8-3205-410B-BC91-5D9B1094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4" name="p35-线-0214">
            <a:extLst xmlns:a="http://schemas.openxmlformats.org/drawingml/2006/main">
              <a:ext uri="{FF2B5EF4-FFF2-40B4-BE49-F238E27FC236}">
                <a16:creationId xmlns:a16="http://schemas.microsoft.com/office/drawing/2014/main" id="{8632A346-8BA2-47DA-8B75-D7358CDA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5" name="p35-线-0215">
            <a:extLst xmlns:a="http://schemas.openxmlformats.org/drawingml/2006/main">
              <a:ext uri="{FF2B5EF4-FFF2-40B4-BE49-F238E27FC236}">
                <a16:creationId xmlns:a16="http://schemas.microsoft.com/office/drawing/2014/main" id="{EDA8501E-CD30-48F6-A3E5-257AA91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6" name="p35-线-0216">
            <a:extLst xmlns:a="http://schemas.openxmlformats.org/drawingml/2006/main">
              <a:ext uri="{FF2B5EF4-FFF2-40B4-BE49-F238E27FC236}">
                <a16:creationId xmlns:a16="http://schemas.microsoft.com/office/drawing/2014/main" id="{89C586EE-7029-45C7-B6D4-CFA2B00F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7" name="p35-线-0217">
            <a:extLst xmlns:a="http://schemas.openxmlformats.org/drawingml/2006/main">
              <a:ext uri="{FF2B5EF4-FFF2-40B4-BE49-F238E27FC236}">
                <a16:creationId xmlns:a16="http://schemas.microsoft.com/office/drawing/2014/main" id="{F657DAAC-EA02-4C0E-AF35-5A3D70A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18" name="p35-线-0218">
            <a:extLst xmlns:a="http://schemas.openxmlformats.org/drawingml/2006/main">
              <a:ext uri="{FF2B5EF4-FFF2-40B4-BE49-F238E27FC236}">
                <a16:creationId xmlns:a16="http://schemas.microsoft.com/office/drawing/2014/main" id="{A545BF94-B181-4B30-B8BC-F8EE2E42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19" name="p35-线-0219">
            <a:extLst xmlns:a="http://schemas.openxmlformats.org/drawingml/2006/main">
              <a:ext uri="{FF2B5EF4-FFF2-40B4-BE49-F238E27FC236}">
                <a16:creationId xmlns:a16="http://schemas.microsoft.com/office/drawing/2014/main" id="{DAA8BBD2-D4C6-440B-9A96-24C3C82F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0" name="p35-线-0220">
            <a:extLst xmlns:a="http://schemas.openxmlformats.org/drawingml/2006/main">
              <a:ext uri="{FF2B5EF4-FFF2-40B4-BE49-F238E27FC236}">
                <a16:creationId xmlns:a16="http://schemas.microsoft.com/office/drawing/2014/main" id="{7E7FFF48-8D05-4EE6-85BB-D7B5C38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1" name="p35-线-0221">
            <a:extLst xmlns:a="http://schemas.openxmlformats.org/drawingml/2006/main">
              <a:ext uri="{FF2B5EF4-FFF2-40B4-BE49-F238E27FC236}">
                <a16:creationId xmlns:a16="http://schemas.microsoft.com/office/drawing/2014/main" id="{CD6A49A3-BB1A-43E7-B362-63035AC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2" name="p35-线-0222">
            <a:extLst xmlns:a="http://schemas.openxmlformats.org/drawingml/2006/main">
              <a:ext uri="{FF2B5EF4-FFF2-40B4-BE49-F238E27FC236}">
                <a16:creationId xmlns:a16="http://schemas.microsoft.com/office/drawing/2014/main" id="{7BE1F538-07B6-4E64-B689-6E861A5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3" name="p35-线-0223">
            <a:extLst xmlns:a="http://schemas.openxmlformats.org/drawingml/2006/main">
              <a:ext uri="{FF2B5EF4-FFF2-40B4-BE49-F238E27FC236}">
                <a16:creationId xmlns:a16="http://schemas.microsoft.com/office/drawing/2014/main" id="{4AD29964-475F-471D-864B-75F4AE48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4" name="p35-线-0224">
            <a:extLst xmlns:a="http://schemas.openxmlformats.org/drawingml/2006/main">
              <a:ext uri="{FF2B5EF4-FFF2-40B4-BE49-F238E27FC236}">
                <a16:creationId xmlns:a16="http://schemas.microsoft.com/office/drawing/2014/main" id="{D4950256-6A73-4BE5-AC5A-AF544EC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5" name="p35-线-0225">
            <a:extLst xmlns:a="http://schemas.openxmlformats.org/drawingml/2006/main">
              <a:ext uri="{FF2B5EF4-FFF2-40B4-BE49-F238E27FC236}">
                <a16:creationId xmlns:a16="http://schemas.microsoft.com/office/drawing/2014/main" id="{4C76D6E2-F7EF-403B-B3BE-D500D62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6" name="p35-线-0226">
            <a:extLst xmlns:a="http://schemas.openxmlformats.org/drawingml/2006/main">
              <a:ext uri="{FF2B5EF4-FFF2-40B4-BE49-F238E27FC236}">
                <a16:creationId xmlns:a16="http://schemas.microsoft.com/office/drawing/2014/main" id="{64D638E9-A52D-4898-B9F5-C1007F6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7" name="p35-线-0227">
            <a:extLst xmlns:a="http://schemas.openxmlformats.org/drawingml/2006/main">
              <a:ext uri="{FF2B5EF4-FFF2-40B4-BE49-F238E27FC236}">
                <a16:creationId xmlns:a16="http://schemas.microsoft.com/office/drawing/2014/main" id="{1D82E858-EAEA-4869-B3F5-B2204E97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28" name="p35-线-0228">
            <a:extLst xmlns:a="http://schemas.openxmlformats.org/drawingml/2006/main">
              <a:ext uri="{FF2B5EF4-FFF2-40B4-BE49-F238E27FC236}">
                <a16:creationId xmlns:a16="http://schemas.microsoft.com/office/drawing/2014/main" id="{7C1135F2-5E81-4A86-9100-3230F2B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29" name="p35-线-0229">
            <a:extLst xmlns:a="http://schemas.openxmlformats.org/drawingml/2006/main">
              <a:ext uri="{FF2B5EF4-FFF2-40B4-BE49-F238E27FC236}">
                <a16:creationId xmlns:a16="http://schemas.microsoft.com/office/drawing/2014/main" id="{0FE30361-8886-4D02-9DF3-BC64178B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0" name="p35-线-0230">
            <a:extLst xmlns:a="http://schemas.openxmlformats.org/drawingml/2006/main">
              <a:ext uri="{FF2B5EF4-FFF2-40B4-BE49-F238E27FC236}">
                <a16:creationId xmlns:a16="http://schemas.microsoft.com/office/drawing/2014/main" id="{2C442D64-FB9E-4EBA-94A2-851D3E5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1" name="p35-线-0231">
            <a:extLst xmlns:a="http://schemas.openxmlformats.org/drawingml/2006/main">
              <a:ext uri="{FF2B5EF4-FFF2-40B4-BE49-F238E27FC236}">
                <a16:creationId xmlns:a16="http://schemas.microsoft.com/office/drawing/2014/main" id="{08649355-751D-4F3D-8E2C-5734BE87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2" name="p35-线-0232">
            <a:extLst xmlns:a="http://schemas.openxmlformats.org/drawingml/2006/main">
              <a:ext uri="{FF2B5EF4-FFF2-40B4-BE49-F238E27FC236}">
                <a16:creationId xmlns:a16="http://schemas.microsoft.com/office/drawing/2014/main" id="{36AF7A3E-A7EE-42CD-BF47-AF2540F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3" name="p35-线-0233">
            <a:extLst xmlns:a="http://schemas.openxmlformats.org/drawingml/2006/main">
              <a:ext uri="{FF2B5EF4-FFF2-40B4-BE49-F238E27FC236}">
                <a16:creationId xmlns:a16="http://schemas.microsoft.com/office/drawing/2014/main" id="{C666F434-1867-49D7-8999-A72AB6E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4" name="p35-线-0234">
            <a:extLst xmlns:a="http://schemas.openxmlformats.org/drawingml/2006/main">
              <a:ext uri="{FF2B5EF4-FFF2-40B4-BE49-F238E27FC236}">
                <a16:creationId xmlns:a16="http://schemas.microsoft.com/office/drawing/2014/main" id="{67B688D6-B92E-4C8C-A5F6-F6BD1247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5" name="p35-线-0235">
            <a:extLst xmlns:a="http://schemas.openxmlformats.org/drawingml/2006/main">
              <a:ext uri="{FF2B5EF4-FFF2-40B4-BE49-F238E27FC236}">
                <a16:creationId xmlns:a16="http://schemas.microsoft.com/office/drawing/2014/main" id="{F32C83C2-E0BD-4C02-AF8B-E95EECF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6" name="p35-线-0236">
            <a:extLst xmlns:a="http://schemas.openxmlformats.org/drawingml/2006/main">
              <a:ext uri="{FF2B5EF4-FFF2-40B4-BE49-F238E27FC236}">
                <a16:creationId xmlns:a16="http://schemas.microsoft.com/office/drawing/2014/main" id="{9470F8BF-27A6-4E55-AFE7-638F0150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37" name="p35-线-0237">
            <a:extLst xmlns:a="http://schemas.openxmlformats.org/drawingml/2006/main">
              <a:ext uri="{FF2B5EF4-FFF2-40B4-BE49-F238E27FC236}">
                <a16:creationId xmlns:a16="http://schemas.microsoft.com/office/drawing/2014/main" id="{314DCD01-B120-4835-9642-73419521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8" name="p35-线-0238">
            <a:extLst xmlns:a="http://schemas.openxmlformats.org/drawingml/2006/main">
              <a:ext uri="{FF2B5EF4-FFF2-40B4-BE49-F238E27FC236}">
                <a16:creationId xmlns:a16="http://schemas.microsoft.com/office/drawing/2014/main" id="{99D08C58-43BB-4267-B588-06606AC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39" name="p35-线-0239">
            <a:extLst xmlns:a="http://schemas.openxmlformats.org/drawingml/2006/main">
              <a:ext uri="{FF2B5EF4-FFF2-40B4-BE49-F238E27FC236}">
                <a16:creationId xmlns:a16="http://schemas.microsoft.com/office/drawing/2014/main" id="{21650515-4287-4EF4-9B59-60AD22B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0" name="p35-线-0240">
            <a:extLst xmlns:a="http://schemas.openxmlformats.org/drawingml/2006/main">
              <a:ext uri="{FF2B5EF4-FFF2-40B4-BE49-F238E27FC236}">
                <a16:creationId xmlns:a16="http://schemas.microsoft.com/office/drawing/2014/main" id="{96DDE1B2-19E1-4018-B655-18C7244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40030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1" name="p35-线-0241">
            <a:extLst xmlns:a="http://schemas.openxmlformats.org/drawingml/2006/main">
              <a:ext uri="{FF2B5EF4-FFF2-40B4-BE49-F238E27FC236}">
                <a16:creationId xmlns:a16="http://schemas.microsoft.com/office/drawing/2014/main" id="{E612C640-B9C1-41C6-8B2A-182399E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2" name="p35-线-0242">
            <a:extLst xmlns:a="http://schemas.openxmlformats.org/drawingml/2006/main">
              <a:ext uri="{FF2B5EF4-FFF2-40B4-BE49-F238E27FC236}">
                <a16:creationId xmlns:a16="http://schemas.microsoft.com/office/drawing/2014/main" id="{2D38EFB9-AC38-471A-B9EC-FE7C9AA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400300"/>
            <a:ext cx="176213" cy="133350"/>
          </a:xfrm>
          <a:custGeom xmlns:a="http://schemas.openxmlformats.org/drawingml/2006/main">
            <a:pathLst>
              <a:path w="176213" h="133350">
                <a:moveTo>
                  <a:pt x="0" y="0"/>
                </a:moveTo>
                <a:lnTo>
                  <a:pt x="176213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888888"/>
            </a:solidFill>
          </a:ln>
        </p:spPr>
      </p:sp>
      <p:sp>
        <p:nvSpPr>
          <p:cNvPr id="243" name="p35-线-0243">
            <a:extLst xmlns:a="http://schemas.openxmlformats.org/drawingml/2006/main">
              <a:ext uri="{FF2B5EF4-FFF2-40B4-BE49-F238E27FC236}">
                <a16:creationId xmlns:a16="http://schemas.microsoft.com/office/drawing/2014/main" id="{4085BA87-E01C-4FED-A213-B9EBB1E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4" name="p35-线-0244">
            <a:extLst xmlns:a="http://schemas.openxmlformats.org/drawingml/2006/main">
              <a:ext uri="{FF2B5EF4-FFF2-40B4-BE49-F238E27FC236}">
                <a16:creationId xmlns:a16="http://schemas.microsoft.com/office/drawing/2014/main" id="{199CF80B-FCF9-40F4-B66B-E18DC809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5" name="p35-线-0245">
            <a:extLst xmlns:a="http://schemas.openxmlformats.org/drawingml/2006/main">
              <a:ext uri="{FF2B5EF4-FFF2-40B4-BE49-F238E27FC236}">
                <a16:creationId xmlns:a16="http://schemas.microsoft.com/office/drawing/2014/main" id="{4EB33FA4-EBB8-4C8E-9EA6-22EE30B6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6" name="p35-线-0246">
            <a:extLst xmlns:a="http://schemas.openxmlformats.org/drawingml/2006/main">
              <a:ext uri="{FF2B5EF4-FFF2-40B4-BE49-F238E27FC236}">
                <a16:creationId xmlns:a16="http://schemas.microsoft.com/office/drawing/2014/main" id="{47787445-D6BC-4F0D-B0BD-308A35CB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7" name="p35-线-0247">
            <a:extLst xmlns:a="http://schemas.openxmlformats.org/drawingml/2006/main">
              <a:ext uri="{FF2B5EF4-FFF2-40B4-BE49-F238E27FC236}">
                <a16:creationId xmlns:a16="http://schemas.microsoft.com/office/drawing/2014/main" id="{D9F2B9AD-9D5F-488D-B9BB-B5EFBD0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8" name="p35-线-0248">
            <a:extLst xmlns:a="http://schemas.openxmlformats.org/drawingml/2006/main">
              <a:ext uri="{FF2B5EF4-FFF2-40B4-BE49-F238E27FC236}">
                <a16:creationId xmlns:a16="http://schemas.microsoft.com/office/drawing/2014/main" id="{58D4891B-5DA0-4BB7-9E2A-BBD5D58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49" name="p35-线-0249">
            <a:extLst xmlns:a="http://schemas.openxmlformats.org/drawingml/2006/main">
              <a:ext uri="{FF2B5EF4-FFF2-40B4-BE49-F238E27FC236}">
                <a16:creationId xmlns:a16="http://schemas.microsoft.com/office/drawing/2014/main" id="{2C43AAE6-7DD8-49D3-B324-D5A8BB21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0" name="p35-线-0250">
            <a:extLst xmlns:a="http://schemas.openxmlformats.org/drawingml/2006/main">
              <a:ext uri="{FF2B5EF4-FFF2-40B4-BE49-F238E27FC236}">
                <a16:creationId xmlns:a16="http://schemas.microsoft.com/office/drawing/2014/main" id="{669CC4AD-56D6-4033-83E2-05DF4EC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1" name="p35-线-0251">
            <a:extLst xmlns:a="http://schemas.openxmlformats.org/drawingml/2006/main">
              <a:ext uri="{FF2B5EF4-FFF2-40B4-BE49-F238E27FC236}">
                <a16:creationId xmlns:a16="http://schemas.microsoft.com/office/drawing/2014/main" id="{1D944877-E8D9-4FE9-93AF-256F899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2" name="p35-线-0252">
            <a:extLst xmlns:a="http://schemas.openxmlformats.org/drawingml/2006/main">
              <a:ext uri="{FF2B5EF4-FFF2-40B4-BE49-F238E27FC236}">
                <a16:creationId xmlns:a16="http://schemas.microsoft.com/office/drawing/2014/main" id="{EF9B9A36-7B2A-456A-BD35-A680471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3" name="p35-线-0253">
            <a:extLst xmlns:a="http://schemas.openxmlformats.org/drawingml/2006/main">
              <a:ext uri="{FF2B5EF4-FFF2-40B4-BE49-F238E27FC236}">
                <a16:creationId xmlns:a16="http://schemas.microsoft.com/office/drawing/2014/main" id="{8B5F5ACD-B41C-44F0-895F-ECB28950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2533650"/>
            <a:ext cx="176213" cy="95"/>
          </a:xfrm>
          <a:custGeom xmlns:a="http://schemas.openxmlformats.org/drawingml/2006/main">
            <a:pathLst>
              <a:path w="176213" h="95">
                <a:moveTo>
                  <a:pt x="0" y="0"/>
                </a:moveTo>
                <a:lnTo>
                  <a:pt x="176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888888"/>
            </a:solidFill>
          </a:ln>
        </p:spPr>
      </p:sp>
      <p:sp>
        <p:nvSpPr>
          <p:cNvPr id="254" name="p35-椭圆-0254">
            <a:extLst xmlns:a="http://schemas.openxmlformats.org/drawingml/2006/main">
              <a:ext uri="{FF2B5EF4-FFF2-40B4-BE49-F238E27FC236}">
                <a16:creationId xmlns:a16="http://schemas.microsoft.com/office/drawing/2014/main" id="{D3B23E4A-0A68-415E-8C98-0F54F738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856" y="1941505"/>
            <a:ext cx="146863" cy="117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55" name="p35-椭圆-0255">
            <a:extLst xmlns:a="http://schemas.openxmlformats.org/drawingml/2006/main">
              <a:ext uri="{FF2B5EF4-FFF2-40B4-BE49-F238E27FC236}">
                <a16:creationId xmlns:a16="http://schemas.microsoft.com/office/drawing/2014/main" id="{6CBCF67F-0368-4160-B31C-D4D1542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371" y="1950377"/>
            <a:ext cx="124684" cy="99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56" name="p35-椭圆-0256">
            <a:extLst xmlns:a="http://schemas.openxmlformats.org/drawingml/2006/main">
              <a:ext uri="{FF2B5EF4-FFF2-40B4-BE49-F238E27FC236}">
                <a16:creationId xmlns:a16="http://schemas.microsoft.com/office/drawing/2014/main" id="{E5598754-007D-4935-883B-4CF6F69E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505" y="1937344"/>
            <a:ext cx="157265" cy="125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57" name="p35-椭圆-0257">
            <a:extLst xmlns:a="http://schemas.openxmlformats.org/drawingml/2006/main">
              <a:ext uri="{FF2B5EF4-FFF2-40B4-BE49-F238E27FC236}">
                <a16:creationId xmlns:a16="http://schemas.microsoft.com/office/drawing/2014/main" id="{64B6F791-4098-4ABA-95AF-4646E0B4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99" y="1939319"/>
            <a:ext cx="152327" cy="121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58" name="p35-椭圆-0258">
            <a:extLst xmlns:a="http://schemas.openxmlformats.org/drawingml/2006/main">
              <a:ext uri="{FF2B5EF4-FFF2-40B4-BE49-F238E27FC236}">
                <a16:creationId xmlns:a16="http://schemas.microsoft.com/office/drawing/2014/main" id="{E7F30696-7CD7-46A6-8C8D-298426A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60" y="1950708"/>
            <a:ext cx="123856" cy="99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59" name="p35-椭圆-0259">
            <a:extLst xmlns:a="http://schemas.openxmlformats.org/drawingml/2006/main">
              <a:ext uri="{FF2B5EF4-FFF2-40B4-BE49-F238E27FC236}">
                <a16:creationId xmlns:a16="http://schemas.microsoft.com/office/drawing/2014/main" id="{3D94B29E-75F4-4ADA-BBA3-602C8954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46" y="2217077"/>
            <a:ext cx="124684" cy="99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60" name="p35-椭圆-0260">
            <a:extLst xmlns:a="http://schemas.openxmlformats.org/drawingml/2006/main">
              <a:ext uri="{FF2B5EF4-FFF2-40B4-BE49-F238E27FC236}">
                <a16:creationId xmlns:a16="http://schemas.microsoft.com/office/drawing/2014/main" id="{6284F712-7E14-466E-8E7F-4911C0EB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080" y="2204044"/>
            <a:ext cx="157265" cy="125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61" name="p35-椭圆-0261">
            <a:extLst xmlns:a="http://schemas.openxmlformats.org/drawingml/2006/main">
              <a:ext uri="{FF2B5EF4-FFF2-40B4-BE49-F238E27FC236}">
                <a16:creationId xmlns:a16="http://schemas.microsoft.com/office/drawing/2014/main" id="{3D4E57AE-45D2-467F-8730-DAD0BB3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74" y="2206019"/>
            <a:ext cx="152327" cy="121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62" name="p35-椭圆-0262">
            <a:extLst xmlns:a="http://schemas.openxmlformats.org/drawingml/2006/main">
              <a:ext uri="{FF2B5EF4-FFF2-40B4-BE49-F238E27FC236}">
                <a16:creationId xmlns:a16="http://schemas.microsoft.com/office/drawing/2014/main" id="{9FB22E5E-B6C1-4525-856C-CEEA412A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35" y="2217408"/>
            <a:ext cx="123856" cy="99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63" name="p35-椭圆-0263">
            <a:extLst xmlns:a="http://schemas.openxmlformats.org/drawingml/2006/main">
              <a:ext uri="{FF2B5EF4-FFF2-40B4-BE49-F238E27FC236}">
                <a16:creationId xmlns:a16="http://schemas.microsoft.com/office/drawing/2014/main" id="{86B44BA4-F31D-441F-8CA2-B2D6D19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43" y="2205954"/>
            <a:ext cx="152490" cy="121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</a:ln>
        </p:spPr>
      </p:sp>
      <p:sp>
        <p:nvSpPr>
          <p:cNvPr id="264" name="p35-路径-0264">
            <a:extLst xmlns:a="http://schemas.openxmlformats.org/drawingml/2006/main">
              <a:ext uri="{FF2B5EF4-FFF2-40B4-BE49-F238E27FC236}">
                <a16:creationId xmlns:a16="http://schemas.microsoft.com/office/drawing/2014/main" id="{210BA096-3CE2-46FA-8D12-2E3379F3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59618"/>
            <a:ext cx="1609725" cy="141240"/>
          </a:xfrm>
          <a:custGeom xmlns:a="http://schemas.openxmlformats.org/drawingml/2006/main">
            <a:pathLst>
              <a:path w="1609725" h="141240">
                <a:moveTo>
                  <a:pt x="0" y="57980"/>
                </a:moveTo>
                <a:lnTo>
                  <a:pt x="42890" y="39109"/>
                </a:lnTo>
                <a:lnTo>
                  <a:pt x="86699" y="24308"/>
                </a:lnTo>
                <a:lnTo>
                  <a:pt x="131382" y="13286"/>
                </a:lnTo>
                <a:lnTo>
                  <a:pt x="176896" y="5755"/>
                </a:lnTo>
                <a:lnTo>
                  <a:pt x="223197" y="1423"/>
                </a:lnTo>
                <a:lnTo>
                  <a:pt x="270240" y="0"/>
                </a:lnTo>
                <a:lnTo>
                  <a:pt x="317982" y="1197"/>
                </a:lnTo>
                <a:lnTo>
                  <a:pt x="366378" y="4723"/>
                </a:lnTo>
                <a:lnTo>
                  <a:pt x="415384" y="10289"/>
                </a:lnTo>
                <a:lnTo>
                  <a:pt x="464957" y="17604"/>
                </a:lnTo>
                <a:lnTo>
                  <a:pt x="565626" y="36321"/>
                </a:lnTo>
                <a:lnTo>
                  <a:pt x="771823" y="81983"/>
                </a:lnTo>
                <a:lnTo>
                  <a:pt x="876646" y="104286"/>
                </a:lnTo>
                <a:lnTo>
                  <a:pt x="982149" y="123144"/>
                </a:lnTo>
                <a:lnTo>
                  <a:pt x="1035046" y="130556"/>
                </a:lnTo>
                <a:lnTo>
                  <a:pt x="1087981" y="136236"/>
                </a:lnTo>
                <a:lnTo>
                  <a:pt x="1140909" y="139894"/>
                </a:lnTo>
                <a:lnTo>
                  <a:pt x="1193788" y="141240"/>
                </a:lnTo>
                <a:lnTo>
                  <a:pt x="1246572" y="139985"/>
                </a:lnTo>
                <a:lnTo>
                  <a:pt x="1299218" y="135837"/>
                </a:lnTo>
                <a:lnTo>
                  <a:pt x="1351682" y="128508"/>
                </a:lnTo>
                <a:lnTo>
                  <a:pt x="1403919" y="117706"/>
                </a:lnTo>
                <a:lnTo>
                  <a:pt x="1455886" y="103142"/>
                </a:lnTo>
                <a:lnTo>
                  <a:pt x="1507539" y="84526"/>
                </a:lnTo>
                <a:lnTo>
                  <a:pt x="1558833" y="61568"/>
                </a:lnTo>
                <a:lnTo>
                  <a:pt x="1609725" y="3397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265" name="p35-文本-0265">
            <a:extLst xmlns:a="http://schemas.openxmlformats.org/drawingml/2006/main">
              <a:ext uri="{FF2B5EF4-FFF2-40B4-BE49-F238E27FC236}">
                <a16:creationId xmlns:a16="http://schemas.microsoft.com/office/drawing/2014/main" id="{2378C1EC-1D00-4B7B-8ED9-4B25E15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78860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提取可比较参数</a:t>
            </a:r>
          </a:p>
        </p:txBody>
      </p:sp>
      <p:sp>
        <p:nvSpPr>
          <p:cNvPr id="266" name="p35-文本-0266">
            <a:extLst xmlns:a="http://schemas.openxmlformats.org/drawingml/2006/main">
              <a:ext uri="{FF2B5EF4-FFF2-40B4-BE49-F238E27FC236}">
                <a16:creationId xmlns:a16="http://schemas.microsoft.com/office/drawing/2014/main" id="{0D688A44-7A19-4DC3-A07B-3CFE3E74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410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定位结构差异</a:t>
            </a:r>
          </a:p>
        </p:txBody>
      </p:sp>
      <p:sp>
        <p:nvSpPr>
          <p:cNvPr id="267" name="p35-矩形-0267">
            <a:extLst xmlns:a="http://schemas.openxmlformats.org/drawingml/2006/main">
              <a:ext uri="{FF2B5EF4-FFF2-40B4-BE49-F238E27FC236}">
                <a16:creationId xmlns:a16="http://schemas.microsoft.com/office/drawing/2014/main" id="{728D54A9-06D2-4DA5-8C59-9EE9D8C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81325"/>
            <a:ext cx="5334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68" name="p35-文本-0268">
            <a:extLst xmlns:a="http://schemas.openxmlformats.org/drawingml/2006/main">
              <a:ext uri="{FF2B5EF4-FFF2-40B4-BE49-F238E27FC236}">
                <a16:creationId xmlns:a16="http://schemas.microsoft.com/office/drawing/2014/main" id="{2E0818EB-8508-45D9-AA34-DD558FBE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" y="3235296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信</a:t>
            </a:r>
          </a:p>
        </p:txBody>
      </p:sp>
      <p:sp>
        <p:nvSpPr>
          <p:cNvPr id="269" name="p35-文本-0269">
            <a:extLst xmlns:a="http://schemas.openxmlformats.org/drawingml/2006/main">
              <a:ext uri="{FF2B5EF4-FFF2-40B4-BE49-F238E27FC236}">
                <a16:creationId xmlns:a16="http://schemas.microsoft.com/office/drawing/2014/main" id="{2FC715E5-73B7-4DE7-95ED-EAB4B2AE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" y="3568671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号</a:t>
            </a:r>
          </a:p>
        </p:txBody>
      </p:sp>
      <p:sp>
        <p:nvSpPr>
          <p:cNvPr id="270" name="p35-矩形-0270">
            <a:extLst xmlns:a="http://schemas.openxmlformats.org/drawingml/2006/main">
              <a:ext uri="{FF2B5EF4-FFF2-40B4-BE49-F238E27FC236}">
                <a16:creationId xmlns:a16="http://schemas.microsoft.com/office/drawing/2014/main" id="{AB443601-6D83-4D57-B0EA-C89BC94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81325"/>
            <a:ext cx="47053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  <a:prstDash val="dash"/>
          </a:ln>
        </p:spPr>
      </p:sp>
      <p:sp>
        <p:nvSpPr>
          <p:cNvPr id="271" name="p35-线-0271">
            <a:extLst xmlns:a="http://schemas.openxmlformats.org/drawingml/2006/main">
              <a:ext uri="{FF2B5EF4-FFF2-40B4-BE49-F238E27FC236}">
                <a16:creationId xmlns:a16="http://schemas.microsoft.com/office/drawing/2014/main" id="{45F98BA3-CF4C-4D16-BC18-1B4662A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1762125" cy="95"/>
          </a:xfrm>
          <a:custGeom xmlns:a="http://schemas.openxmlformats.org/drawingml/2006/main">
            <a:pathLst>
              <a:path w="1762125" h="9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272" name="p35-路径-0272">
            <a:extLst xmlns:a="http://schemas.openxmlformats.org/drawingml/2006/main">
              <a:ext uri="{FF2B5EF4-FFF2-40B4-BE49-F238E27FC236}">
                <a16:creationId xmlns:a16="http://schemas.microsoft.com/office/drawing/2014/main" id="{250B3EFE-1B87-4DEE-BBEB-F9401B2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0938"/>
            <a:ext cx="1762125" cy="289560"/>
          </a:xfrm>
          <a:custGeom xmlns:a="http://schemas.openxmlformats.org/drawingml/2006/main">
            <a:pathLst>
              <a:path w="1762125" h="289560">
                <a:moveTo>
                  <a:pt x="0" y="289560"/>
                </a:moveTo>
                <a:lnTo>
                  <a:pt x="11430" y="289560"/>
                </a:lnTo>
                <a:lnTo>
                  <a:pt x="23813" y="289560"/>
                </a:lnTo>
                <a:lnTo>
                  <a:pt x="35242" y="289560"/>
                </a:lnTo>
                <a:lnTo>
                  <a:pt x="46673" y="289560"/>
                </a:lnTo>
                <a:lnTo>
                  <a:pt x="59055" y="289560"/>
                </a:lnTo>
                <a:lnTo>
                  <a:pt x="70485" y="289560"/>
                </a:lnTo>
                <a:lnTo>
                  <a:pt x="81915" y="289560"/>
                </a:lnTo>
                <a:lnTo>
                  <a:pt x="94298" y="289560"/>
                </a:lnTo>
                <a:lnTo>
                  <a:pt x="105727" y="289560"/>
                </a:lnTo>
                <a:lnTo>
                  <a:pt x="117158" y="289560"/>
                </a:lnTo>
                <a:lnTo>
                  <a:pt x="129540" y="289560"/>
                </a:lnTo>
                <a:lnTo>
                  <a:pt x="140970" y="289560"/>
                </a:lnTo>
                <a:lnTo>
                  <a:pt x="152400" y="289560"/>
                </a:lnTo>
                <a:lnTo>
                  <a:pt x="164783" y="289560"/>
                </a:lnTo>
                <a:lnTo>
                  <a:pt x="176213" y="289560"/>
                </a:lnTo>
                <a:lnTo>
                  <a:pt x="187642" y="289560"/>
                </a:lnTo>
                <a:lnTo>
                  <a:pt x="200025" y="289560"/>
                </a:lnTo>
                <a:lnTo>
                  <a:pt x="211455" y="289560"/>
                </a:lnTo>
                <a:lnTo>
                  <a:pt x="222885" y="289560"/>
                </a:lnTo>
                <a:lnTo>
                  <a:pt x="235267" y="289560"/>
                </a:lnTo>
                <a:lnTo>
                  <a:pt x="246698" y="289560"/>
                </a:lnTo>
                <a:lnTo>
                  <a:pt x="258127" y="289560"/>
                </a:lnTo>
                <a:lnTo>
                  <a:pt x="270510" y="289560"/>
                </a:lnTo>
                <a:lnTo>
                  <a:pt x="281940" y="289560"/>
                </a:lnTo>
                <a:lnTo>
                  <a:pt x="293370" y="288608"/>
                </a:lnTo>
                <a:lnTo>
                  <a:pt x="305752" y="284797"/>
                </a:lnTo>
                <a:lnTo>
                  <a:pt x="317183" y="263842"/>
                </a:lnTo>
                <a:lnTo>
                  <a:pt x="328613" y="208597"/>
                </a:lnTo>
                <a:lnTo>
                  <a:pt x="340995" y="130492"/>
                </a:lnTo>
                <a:lnTo>
                  <a:pt x="352425" y="89535"/>
                </a:lnTo>
                <a:lnTo>
                  <a:pt x="363855" y="130492"/>
                </a:lnTo>
                <a:lnTo>
                  <a:pt x="376238" y="208597"/>
                </a:lnTo>
                <a:lnTo>
                  <a:pt x="387667" y="263842"/>
                </a:lnTo>
                <a:lnTo>
                  <a:pt x="399098" y="284797"/>
                </a:lnTo>
                <a:lnTo>
                  <a:pt x="411480" y="288608"/>
                </a:lnTo>
                <a:lnTo>
                  <a:pt x="422910" y="289560"/>
                </a:lnTo>
                <a:lnTo>
                  <a:pt x="434340" y="289560"/>
                </a:lnTo>
                <a:lnTo>
                  <a:pt x="446723" y="289560"/>
                </a:lnTo>
                <a:lnTo>
                  <a:pt x="458152" y="289560"/>
                </a:lnTo>
                <a:lnTo>
                  <a:pt x="469583" y="289560"/>
                </a:lnTo>
                <a:lnTo>
                  <a:pt x="481965" y="289560"/>
                </a:lnTo>
                <a:lnTo>
                  <a:pt x="493395" y="289560"/>
                </a:lnTo>
                <a:lnTo>
                  <a:pt x="504825" y="289560"/>
                </a:lnTo>
                <a:lnTo>
                  <a:pt x="517208" y="289560"/>
                </a:lnTo>
                <a:lnTo>
                  <a:pt x="528638" y="289560"/>
                </a:lnTo>
                <a:lnTo>
                  <a:pt x="540067" y="289560"/>
                </a:lnTo>
                <a:lnTo>
                  <a:pt x="552450" y="289560"/>
                </a:lnTo>
                <a:lnTo>
                  <a:pt x="563880" y="289560"/>
                </a:lnTo>
                <a:lnTo>
                  <a:pt x="575310" y="289560"/>
                </a:lnTo>
                <a:lnTo>
                  <a:pt x="587692" y="289560"/>
                </a:lnTo>
                <a:lnTo>
                  <a:pt x="599123" y="289560"/>
                </a:lnTo>
                <a:lnTo>
                  <a:pt x="610553" y="289560"/>
                </a:lnTo>
                <a:lnTo>
                  <a:pt x="622935" y="289560"/>
                </a:lnTo>
                <a:lnTo>
                  <a:pt x="634365" y="289560"/>
                </a:lnTo>
                <a:lnTo>
                  <a:pt x="645795" y="289560"/>
                </a:lnTo>
                <a:lnTo>
                  <a:pt x="658178" y="289560"/>
                </a:lnTo>
                <a:lnTo>
                  <a:pt x="669608" y="289560"/>
                </a:lnTo>
                <a:lnTo>
                  <a:pt x="681038" y="289560"/>
                </a:lnTo>
                <a:lnTo>
                  <a:pt x="693420" y="288608"/>
                </a:lnTo>
                <a:lnTo>
                  <a:pt x="704850" y="286703"/>
                </a:lnTo>
                <a:lnTo>
                  <a:pt x="716280" y="280988"/>
                </a:lnTo>
                <a:lnTo>
                  <a:pt x="728663" y="266700"/>
                </a:lnTo>
                <a:lnTo>
                  <a:pt x="740092" y="235267"/>
                </a:lnTo>
                <a:lnTo>
                  <a:pt x="751523" y="183833"/>
                </a:lnTo>
                <a:lnTo>
                  <a:pt x="763905" y="114300"/>
                </a:lnTo>
                <a:lnTo>
                  <a:pt x="775335" y="44767"/>
                </a:lnTo>
                <a:lnTo>
                  <a:pt x="786765" y="0"/>
                </a:lnTo>
                <a:lnTo>
                  <a:pt x="799148" y="0"/>
                </a:lnTo>
                <a:lnTo>
                  <a:pt x="810578" y="44767"/>
                </a:lnTo>
                <a:lnTo>
                  <a:pt x="822008" y="114300"/>
                </a:lnTo>
                <a:lnTo>
                  <a:pt x="834390" y="183833"/>
                </a:lnTo>
                <a:lnTo>
                  <a:pt x="845820" y="235267"/>
                </a:lnTo>
                <a:lnTo>
                  <a:pt x="857250" y="266700"/>
                </a:lnTo>
                <a:lnTo>
                  <a:pt x="869633" y="280988"/>
                </a:lnTo>
                <a:lnTo>
                  <a:pt x="881063" y="286703"/>
                </a:lnTo>
                <a:lnTo>
                  <a:pt x="892492" y="288608"/>
                </a:lnTo>
                <a:lnTo>
                  <a:pt x="904875" y="289560"/>
                </a:lnTo>
                <a:lnTo>
                  <a:pt x="916305" y="289560"/>
                </a:lnTo>
                <a:lnTo>
                  <a:pt x="927735" y="289560"/>
                </a:lnTo>
                <a:lnTo>
                  <a:pt x="940117" y="289560"/>
                </a:lnTo>
                <a:lnTo>
                  <a:pt x="951548" y="289560"/>
                </a:lnTo>
                <a:lnTo>
                  <a:pt x="962978" y="289560"/>
                </a:lnTo>
                <a:lnTo>
                  <a:pt x="975360" y="289560"/>
                </a:lnTo>
                <a:lnTo>
                  <a:pt x="986790" y="289560"/>
                </a:lnTo>
                <a:lnTo>
                  <a:pt x="998220" y="289560"/>
                </a:lnTo>
                <a:lnTo>
                  <a:pt x="1010603" y="289560"/>
                </a:lnTo>
                <a:lnTo>
                  <a:pt x="1022033" y="289560"/>
                </a:lnTo>
                <a:lnTo>
                  <a:pt x="1033463" y="289560"/>
                </a:lnTo>
                <a:lnTo>
                  <a:pt x="1045845" y="289560"/>
                </a:lnTo>
                <a:lnTo>
                  <a:pt x="1057275" y="289560"/>
                </a:lnTo>
                <a:lnTo>
                  <a:pt x="1068705" y="289560"/>
                </a:lnTo>
                <a:lnTo>
                  <a:pt x="1081088" y="289560"/>
                </a:lnTo>
                <a:lnTo>
                  <a:pt x="1092518" y="289560"/>
                </a:lnTo>
                <a:lnTo>
                  <a:pt x="1103948" y="289560"/>
                </a:lnTo>
                <a:lnTo>
                  <a:pt x="1116330" y="289560"/>
                </a:lnTo>
                <a:lnTo>
                  <a:pt x="1127760" y="289560"/>
                </a:lnTo>
                <a:lnTo>
                  <a:pt x="1139190" y="289560"/>
                </a:lnTo>
                <a:lnTo>
                  <a:pt x="1151573" y="289560"/>
                </a:lnTo>
                <a:lnTo>
                  <a:pt x="1163003" y="289560"/>
                </a:lnTo>
                <a:lnTo>
                  <a:pt x="1174433" y="289560"/>
                </a:lnTo>
                <a:lnTo>
                  <a:pt x="1186815" y="289560"/>
                </a:lnTo>
                <a:lnTo>
                  <a:pt x="1198245" y="289560"/>
                </a:lnTo>
                <a:lnTo>
                  <a:pt x="1209675" y="288608"/>
                </a:lnTo>
                <a:lnTo>
                  <a:pt x="1222058" y="279083"/>
                </a:lnTo>
                <a:lnTo>
                  <a:pt x="1233488" y="227647"/>
                </a:lnTo>
                <a:lnTo>
                  <a:pt x="1244918" y="139065"/>
                </a:lnTo>
                <a:lnTo>
                  <a:pt x="1257300" y="139065"/>
                </a:lnTo>
                <a:lnTo>
                  <a:pt x="1268730" y="227647"/>
                </a:lnTo>
                <a:lnTo>
                  <a:pt x="1280160" y="279083"/>
                </a:lnTo>
                <a:lnTo>
                  <a:pt x="1292543" y="288608"/>
                </a:lnTo>
                <a:lnTo>
                  <a:pt x="1303972" y="289560"/>
                </a:lnTo>
                <a:lnTo>
                  <a:pt x="1315403" y="289560"/>
                </a:lnTo>
                <a:lnTo>
                  <a:pt x="1327785" y="289560"/>
                </a:lnTo>
                <a:lnTo>
                  <a:pt x="1339215" y="289560"/>
                </a:lnTo>
                <a:lnTo>
                  <a:pt x="1350645" y="289560"/>
                </a:lnTo>
                <a:lnTo>
                  <a:pt x="1363028" y="289560"/>
                </a:lnTo>
                <a:lnTo>
                  <a:pt x="1374458" y="289560"/>
                </a:lnTo>
                <a:lnTo>
                  <a:pt x="1385888" y="289560"/>
                </a:lnTo>
                <a:lnTo>
                  <a:pt x="1398270" y="289560"/>
                </a:lnTo>
                <a:lnTo>
                  <a:pt x="1409700" y="289560"/>
                </a:lnTo>
                <a:lnTo>
                  <a:pt x="1421130" y="289560"/>
                </a:lnTo>
                <a:lnTo>
                  <a:pt x="1433513" y="289560"/>
                </a:lnTo>
                <a:lnTo>
                  <a:pt x="1444943" y="289560"/>
                </a:lnTo>
                <a:lnTo>
                  <a:pt x="1456372" y="289560"/>
                </a:lnTo>
                <a:lnTo>
                  <a:pt x="1468755" y="287655"/>
                </a:lnTo>
                <a:lnTo>
                  <a:pt x="1480185" y="281940"/>
                </a:lnTo>
                <a:lnTo>
                  <a:pt x="1491615" y="267653"/>
                </a:lnTo>
                <a:lnTo>
                  <a:pt x="1503997" y="239078"/>
                </a:lnTo>
                <a:lnTo>
                  <a:pt x="1515428" y="201930"/>
                </a:lnTo>
                <a:lnTo>
                  <a:pt x="1526858" y="173355"/>
                </a:lnTo>
                <a:lnTo>
                  <a:pt x="1539240" y="173355"/>
                </a:lnTo>
                <a:lnTo>
                  <a:pt x="1550670" y="201930"/>
                </a:lnTo>
                <a:lnTo>
                  <a:pt x="1562100" y="239078"/>
                </a:lnTo>
                <a:lnTo>
                  <a:pt x="1574483" y="267653"/>
                </a:lnTo>
                <a:lnTo>
                  <a:pt x="1585913" y="281940"/>
                </a:lnTo>
                <a:lnTo>
                  <a:pt x="1597343" y="287655"/>
                </a:lnTo>
                <a:lnTo>
                  <a:pt x="1609725" y="289560"/>
                </a:lnTo>
                <a:lnTo>
                  <a:pt x="1621155" y="289560"/>
                </a:lnTo>
                <a:lnTo>
                  <a:pt x="1632585" y="289560"/>
                </a:lnTo>
                <a:lnTo>
                  <a:pt x="1644968" y="289560"/>
                </a:lnTo>
                <a:lnTo>
                  <a:pt x="1656397" y="289560"/>
                </a:lnTo>
                <a:lnTo>
                  <a:pt x="1667828" y="289560"/>
                </a:lnTo>
                <a:lnTo>
                  <a:pt x="1680210" y="289560"/>
                </a:lnTo>
                <a:lnTo>
                  <a:pt x="1691640" y="289560"/>
                </a:lnTo>
                <a:lnTo>
                  <a:pt x="1703070" y="289560"/>
                </a:lnTo>
                <a:lnTo>
                  <a:pt x="1715453" y="289560"/>
                </a:lnTo>
                <a:lnTo>
                  <a:pt x="1726883" y="289560"/>
                </a:lnTo>
                <a:lnTo>
                  <a:pt x="1738313" y="289560"/>
                </a:lnTo>
                <a:lnTo>
                  <a:pt x="1750695" y="289560"/>
                </a:lnTo>
                <a:lnTo>
                  <a:pt x="1762125" y="2895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273" name="p35-路径-0273">
            <a:extLst xmlns:a="http://schemas.openxmlformats.org/drawingml/2006/main">
              <a:ext uri="{FF2B5EF4-FFF2-40B4-BE49-F238E27FC236}">
                <a16:creationId xmlns:a16="http://schemas.microsoft.com/office/drawing/2014/main" id="{B0FDB8A2-8810-4F06-80B3-47183716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58540"/>
            <a:ext cx="1762125" cy="294322"/>
          </a:xfrm>
          <a:custGeom xmlns:a="http://schemas.openxmlformats.org/drawingml/2006/main">
            <a:pathLst>
              <a:path w="1762125" h="294322">
                <a:moveTo>
                  <a:pt x="0" y="294322"/>
                </a:moveTo>
                <a:lnTo>
                  <a:pt x="11430" y="294322"/>
                </a:lnTo>
                <a:lnTo>
                  <a:pt x="23813" y="294322"/>
                </a:lnTo>
                <a:lnTo>
                  <a:pt x="35242" y="294322"/>
                </a:lnTo>
                <a:lnTo>
                  <a:pt x="46673" y="294322"/>
                </a:lnTo>
                <a:lnTo>
                  <a:pt x="59055" y="294322"/>
                </a:lnTo>
                <a:lnTo>
                  <a:pt x="70485" y="294322"/>
                </a:lnTo>
                <a:lnTo>
                  <a:pt x="81915" y="294322"/>
                </a:lnTo>
                <a:lnTo>
                  <a:pt x="94298" y="294322"/>
                </a:lnTo>
                <a:lnTo>
                  <a:pt x="105727" y="294322"/>
                </a:lnTo>
                <a:lnTo>
                  <a:pt x="117158" y="294322"/>
                </a:lnTo>
                <a:lnTo>
                  <a:pt x="129540" y="294322"/>
                </a:lnTo>
                <a:lnTo>
                  <a:pt x="140970" y="294322"/>
                </a:lnTo>
                <a:lnTo>
                  <a:pt x="152400" y="294322"/>
                </a:lnTo>
                <a:lnTo>
                  <a:pt x="164783" y="294322"/>
                </a:lnTo>
                <a:lnTo>
                  <a:pt x="176213" y="294322"/>
                </a:lnTo>
                <a:lnTo>
                  <a:pt x="187642" y="294322"/>
                </a:lnTo>
                <a:lnTo>
                  <a:pt x="200025" y="294322"/>
                </a:lnTo>
                <a:lnTo>
                  <a:pt x="211455" y="294322"/>
                </a:lnTo>
                <a:lnTo>
                  <a:pt x="222885" y="294322"/>
                </a:lnTo>
                <a:lnTo>
                  <a:pt x="235267" y="294322"/>
                </a:lnTo>
                <a:lnTo>
                  <a:pt x="246698" y="294322"/>
                </a:lnTo>
                <a:lnTo>
                  <a:pt x="258127" y="294322"/>
                </a:lnTo>
                <a:lnTo>
                  <a:pt x="270510" y="294322"/>
                </a:lnTo>
                <a:lnTo>
                  <a:pt x="281940" y="294322"/>
                </a:lnTo>
                <a:lnTo>
                  <a:pt x="293370" y="294322"/>
                </a:lnTo>
                <a:lnTo>
                  <a:pt x="305752" y="293370"/>
                </a:lnTo>
                <a:lnTo>
                  <a:pt x="317183" y="290513"/>
                </a:lnTo>
                <a:lnTo>
                  <a:pt x="328613" y="274320"/>
                </a:lnTo>
                <a:lnTo>
                  <a:pt x="340995" y="227647"/>
                </a:lnTo>
                <a:lnTo>
                  <a:pt x="352425" y="149542"/>
                </a:lnTo>
                <a:lnTo>
                  <a:pt x="363855" y="96202"/>
                </a:lnTo>
                <a:lnTo>
                  <a:pt x="376238" y="120967"/>
                </a:lnTo>
                <a:lnTo>
                  <a:pt x="387667" y="198120"/>
                </a:lnTo>
                <a:lnTo>
                  <a:pt x="399098" y="260032"/>
                </a:lnTo>
                <a:lnTo>
                  <a:pt x="411480" y="286702"/>
                </a:lnTo>
                <a:lnTo>
                  <a:pt x="422910" y="293370"/>
                </a:lnTo>
                <a:lnTo>
                  <a:pt x="434340" y="294322"/>
                </a:lnTo>
                <a:lnTo>
                  <a:pt x="446723" y="294322"/>
                </a:lnTo>
                <a:lnTo>
                  <a:pt x="458152" y="294322"/>
                </a:lnTo>
                <a:lnTo>
                  <a:pt x="469583" y="294322"/>
                </a:lnTo>
                <a:lnTo>
                  <a:pt x="481965" y="294322"/>
                </a:lnTo>
                <a:lnTo>
                  <a:pt x="493395" y="294322"/>
                </a:lnTo>
                <a:lnTo>
                  <a:pt x="504825" y="294322"/>
                </a:lnTo>
                <a:lnTo>
                  <a:pt x="517208" y="294322"/>
                </a:lnTo>
                <a:lnTo>
                  <a:pt x="528638" y="294322"/>
                </a:lnTo>
                <a:lnTo>
                  <a:pt x="540067" y="294322"/>
                </a:lnTo>
                <a:lnTo>
                  <a:pt x="552450" y="294322"/>
                </a:lnTo>
                <a:lnTo>
                  <a:pt x="563880" y="294322"/>
                </a:lnTo>
                <a:lnTo>
                  <a:pt x="575310" y="294322"/>
                </a:lnTo>
                <a:lnTo>
                  <a:pt x="587692" y="294322"/>
                </a:lnTo>
                <a:lnTo>
                  <a:pt x="599123" y="294322"/>
                </a:lnTo>
                <a:lnTo>
                  <a:pt x="610553" y="294322"/>
                </a:lnTo>
                <a:lnTo>
                  <a:pt x="622935" y="294322"/>
                </a:lnTo>
                <a:lnTo>
                  <a:pt x="634365" y="294322"/>
                </a:lnTo>
                <a:lnTo>
                  <a:pt x="645795" y="294322"/>
                </a:lnTo>
                <a:lnTo>
                  <a:pt x="658178" y="294322"/>
                </a:lnTo>
                <a:lnTo>
                  <a:pt x="669608" y="294322"/>
                </a:lnTo>
                <a:lnTo>
                  <a:pt x="681038" y="294322"/>
                </a:lnTo>
                <a:lnTo>
                  <a:pt x="693420" y="294322"/>
                </a:lnTo>
                <a:lnTo>
                  <a:pt x="704850" y="293370"/>
                </a:lnTo>
                <a:lnTo>
                  <a:pt x="716280" y="292417"/>
                </a:lnTo>
                <a:lnTo>
                  <a:pt x="728663" y="287655"/>
                </a:lnTo>
                <a:lnTo>
                  <a:pt x="740092" y="275272"/>
                </a:lnTo>
                <a:lnTo>
                  <a:pt x="751523" y="247650"/>
                </a:lnTo>
                <a:lnTo>
                  <a:pt x="763905" y="200025"/>
                </a:lnTo>
                <a:lnTo>
                  <a:pt x="775335" y="133350"/>
                </a:lnTo>
                <a:lnTo>
                  <a:pt x="786765" y="61913"/>
                </a:lnTo>
                <a:lnTo>
                  <a:pt x="799148" y="10477"/>
                </a:lnTo>
                <a:lnTo>
                  <a:pt x="810578" y="0"/>
                </a:lnTo>
                <a:lnTo>
                  <a:pt x="822008" y="37147"/>
                </a:lnTo>
                <a:lnTo>
                  <a:pt x="834390" y="104775"/>
                </a:lnTo>
                <a:lnTo>
                  <a:pt x="845820" y="175260"/>
                </a:lnTo>
                <a:lnTo>
                  <a:pt x="857250" y="231457"/>
                </a:lnTo>
                <a:lnTo>
                  <a:pt x="869633" y="265747"/>
                </a:lnTo>
                <a:lnTo>
                  <a:pt x="881063" y="283845"/>
                </a:lnTo>
                <a:lnTo>
                  <a:pt x="892492" y="290513"/>
                </a:lnTo>
                <a:lnTo>
                  <a:pt x="904875" y="293370"/>
                </a:lnTo>
                <a:lnTo>
                  <a:pt x="916305" y="294322"/>
                </a:lnTo>
                <a:lnTo>
                  <a:pt x="927735" y="294322"/>
                </a:lnTo>
                <a:lnTo>
                  <a:pt x="940117" y="294322"/>
                </a:lnTo>
                <a:lnTo>
                  <a:pt x="951548" y="294322"/>
                </a:lnTo>
                <a:lnTo>
                  <a:pt x="962978" y="294322"/>
                </a:lnTo>
                <a:lnTo>
                  <a:pt x="975360" y="294322"/>
                </a:lnTo>
                <a:lnTo>
                  <a:pt x="986790" y="294322"/>
                </a:lnTo>
                <a:lnTo>
                  <a:pt x="998220" y="294322"/>
                </a:lnTo>
                <a:lnTo>
                  <a:pt x="1010603" y="294322"/>
                </a:lnTo>
                <a:lnTo>
                  <a:pt x="1022033" y="294322"/>
                </a:lnTo>
                <a:lnTo>
                  <a:pt x="1033463" y="294322"/>
                </a:lnTo>
                <a:lnTo>
                  <a:pt x="1045845" y="294322"/>
                </a:lnTo>
                <a:lnTo>
                  <a:pt x="1057275" y="294322"/>
                </a:lnTo>
                <a:lnTo>
                  <a:pt x="1068705" y="294322"/>
                </a:lnTo>
                <a:lnTo>
                  <a:pt x="1081088" y="294322"/>
                </a:lnTo>
                <a:lnTo>
                  <a:pt x="1092518" y="294322"/>
                </a:lnTo>
                <a:lnTo>
                  <a:pt x="1103948" y="294322"/>
                </a:lnTo>
                <a:lnTo>
                  <a:pt x="1116330" y="294322"/>
                </a:lnTo>
                <a:lnTo>
                  <a:pt x="1127760" y="294322"/>
                </a:lnTo>
                <a:lnTo>
                  <a:pt x="1139190" y="294322"/>
                </a:lnTo>
                <a:lnTo>
                  <a:pt x="1151573" y="294322"/>
                </a:lnTo>
                <a:lnTo>
                  <a:pt x="1163003" y="294322"/>
                </a:lnTo>
                <a:lnTo>
                  <a:pt x="1174433" y="294322"/>
                </a:lnTo>
                <a:lnTo>
                  <a:pt x="1186815" y="294322"/>
                </a:lnTo>
                <a:lnTo>
                  <a:pt x="1198245" y="294322"/>
                </a:lnTo>
                <a:lnTo>
                  <a:pt x="1209675" y="294322"/>
                </a:lnTo>
                <a:lnTo>
                  <a:pt x="1222058" y="293370"/>
                </a:lnTo>
                <a:lnTo>
                  <a:pt x="1233488" y="287655"/>
                </a:lnTo>
                <a:lnTo>
                  <a:pt x="1244918" y="247650"/>
                </a:lnTo>
                <a:lnTo>
                  <a:pt x="1257300" y="159067"/>
                </a:lnTo>
                <a:lnTo>
                  <a:pt x="1268730" y="132397"/>
                </a:lnTo>
                <a:lnTo>
                  <a:pt x="1280160" y="215265"/>
                </a:lnTo>
                <a:lnTo>
                  <a:pt x="1292543" y="278130"/>
                </a:lnTo>
                <a:lnTo>
                  <a:pt x="1303972" y="292417"/>
                </a:lnTo>
                <a:lnTo>
                  <a:pt x="1315403" y="294322"/>
                </a:lnTo>
                <a:lnTo>
                  <a:pt x="1327785" y="294322"/>
                </a:lnTo>
                <a:lnTo>
                  <a:pt x="1339215" y="294322"/>
                </a:lnTo>
                <a:lnTo>
                  <a:pt x="1350645" y="294322"/>
                </a:lnTo>
                <a:lnTo>
                  <a:pt x="1363028" y="294322"/>
                </a:lnTo>
                <a:lnTo>
                  <a:pt x="1374458" y="294322"/>
                </a:lnTo>
                <a:lnTo>
                  <a:pt x="1385888" y="294322"/>
                </a:lnTo>
                <a:lnTo>
                  <a:pt x="1398270" y="294322"/>
                </a:lnTo>
                <a:lnTo>
                  <a:pt x="1409700" y="294322"/>
                </a:lnTo>
                <a:lnTo>
                  <a:pt x="1421130" y="294322"/>
                </a:lnTo>
                <a:lnTo>
                  <a:pt x="1433513" y="294322"/>
                </a:lnTo>
                <a:lnTo>
                  <a:pt x="1444943" y="294322"/>
                </a:lnTo>
                <a:lnTo>
                  <a:pt x="1456372" y="294322"/>
                </a:lnTo>
                <a:lnTo>
                  <a:pt x="1468755" y="294322"/>
                </a:lnTo>
                <a:lnTo>
                  <a:pt x="1480185" y="292417"/>
                </a:lnTo>
                <a:lnTo>
                  <a:pt x="1491615" y="288607"/>
                </a:lnTo>
                <a:lnTo>
                  <a:pt x="1503997" y="276225"/>
                </a:lnTo>
                <a:lnTo>
                  <a:pt x="1515428" y="249555"/>
                </a:lnTo>
                <a:lnTo>
                  <a:pt x="1526858" y="213360"/>
                </a:lnTo>
                <a:lnTo>
                  <a:pt x="1539240" y="181927"/>
                </a:lnTo>
                <a:lnTo>
                  <a:pt x="1550670" y="175260"/>
                </a:lnTo>
                <a:lnTo>
                  <a:pt x="1562100" y="199072"/>
                </a:lnTo>
                <a:lnTo>
                  <a:pt x="1574483" y="236220"/>
                </a:lnTo>
                <a:lnTo>
                  <a:pt x="1585913" y="267652"/>
                </a:lnTo>
                <a:lnTo>
                  <a:pt x="1597343" y="284797"/>
                </a:lnTo>
                <a:lnTo>
                  <a:pt x="1609725" y="291465"/>
                </a:lnTo>
                <a:lnTo>
                  <a:pt x="1621155" y="293370"/>
                </a:lnTo>
                <a:lnTo>
                  <a:pt x="1632585" y="294322"/>
                </a:lnTo>
                <a:lnTo>
                  <a:pt x="1644968" y="294322"/>
                </a:lnTo>
                <a:lnTo>
                  <a:pt x="1656397" y="294322"/>
                </a:lnTo>
                <a:lnTo>
                  <a:pt x="1667828" y="294322"/>
                </a:lnTo>
                <a:lnTo>
                  <a:pt x="1680210" y="294322"/>
                </a:lnTo>
                <a:lnTo>
                  <a:pt x="1691640" y="294322"/>
                </a:lnTo>
                <a:lnTo>
                  <a:pt x="1703070" y="294322"/>
                </a:lnTo>
                <a:lnTo>
                  <a:pt x="1715453" y="294322"/>
                </a:lnTo>
                <a:lnTo>
                  <a:pt x="1726883" y="294322"/>
                </a:lnTo>
                <a:lnTo>
                  <a:pt x="1738313" y="294322"/>
                </a:lnTo>
                <a:lnTo>
                  <a:pt x="1750695" y="294322"/>
                </a:lnTo>
                <a:lnTo>
                  <a:pt x="1762125" y="29432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274" name="p35-路径-0274">
            <a:extLst xmlns:a="http://schemas.openxmlformats.org/drawingml/2006/main">
              <a:ext uri="{FF2B5EF4-FFF2-40B4-BE49-F238E27FC236}">
                <a16:creationId xmlns:a16="http://schemas.microsoft.com/office/drawing/2014/main" id="{49F93606-4CC3-44B0-BC6A-518286E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1762125" cy="295275"/>
          </a:xfrm>
          <a:custGeom xmlns:a="http://schemas.openxmlformats.org/drawingml/2006/main">
            <a:pathLst>
              <a:path w="1762125" h="295275">
                <a:moveTo>
                  <a:pt x="0" y="295275"/>
                </a:moveTo>
                <a:lnTo>
                  <a:pt x="11430" y="295275"/>
                </a:lnTo>
                <a:lnTo>
                  <a:pt x="23813" y="295275"/>
                </a:lnTo>
                <a:lnTo>
                  <a:pt x="35242" y="295275"/>
                </a:lnTo>
                <a:lnTo>
                  <a:pt x="46673" y="295275"/>
                </a:lnTo>
                <a:lnTo>
                  <a:pt x="59055" y="295275"/>
                </a:lnTo>
                <a:lnTo>
                  <a:pt x="70485" y="295275"/>
                </a:lnTo>
                <a:lnTo>
                  <a:pt x="81915" y="295275"/>
                </a:lnTo>
                <a:lnTo>
                  <a:pt x="94298" y="295275"/>
                </a:lnTo>
                <a:lnTo>
                  <a:pt x="105727" y="295275"/>
                </a:lnTo>
                <a:lnTo>
                  <a:pt x="117158" y="295275"/>
                </a:lnTo>
                <a:lnTo>
                  <a:pt x="129540" y="295275"/>
                </a:lnTo>
                <a:lnTo>
                  <a:pt x="140970" y="295275"/>
                </a:lnTo>
                <a:lnTo>
                  <a:pt x="152400" y="295275"/>
                </a:lnTo>
                <a:lnTo>
                  <a:pt x="164783" y="295275"/>
                </a:lnTo>
                <a:lnTo>
                  <a:pt x="176213" y="295275"/>
                </a:lnTo>
                <a:lnTo>
                  <a:pt x="187642" y="295275"/>
                </a:lnTo>
                <a:lnTo>
                  <a:pt x="200025" y="295275"/>
                </a:lnTo>
                <a:lnTo>
                  <a:pt x="211455" y="295275"/>
                </a:lnTo>
                <a:lnTo>
                  <a:pt x="222885" y="295275"/>
                </a:lnTo>
                <a:lnTo>
                  <a:pt x="235267" y="295275"/>
                </a:lnTo>
                <a:lnTo>
                  <a:pt x="246698" y="295275"/>
                </a:lnTo>
                <a:lnTo>
                  <a:pt x="258127" y="295275"/>
                </a:lnTo>
                <a:lnTo>
                  <a:pt x="270510" y="295275"/>
                </a:lnTo>
                <a:lnTo>
                  <a:pt x="281940" y="295275"/>
                </a:lnTo>
                <a:lnTo>
                  <a:pt x="293370" y="295275"/>
                </a:lnTo>
                <a:lnTo>
                  <a:pt x="305752" y="295275"/>
                </a:lnTo>
                <a:lnTo>
                  <a:pt x="317183" y="295275"/>
                </a:lnTo>
                <a:lnTo>
                  <a:pt x="328613" y="293370"/>
                </a:lnTo>
                <a:lnTo>
                  <a:pt x="340995" y="280988"/>
                </a:lnTo>
                <a:lnTo>
                  <a:pt x="352425" y="241935"/>
                </a:lnTo>
                <a:lnTo>
                  <a:pt x="363855" y="167640"/>
                </a:lnTo>
                <a:lnTo>
                  <a:pt x="376238" y="102870"/>
                </a:lnTo>
                <a:lnTo>
                  <a:pt x="387667" y="111442"/>
                </a:lnTo>
                <a:lnTo>
                  <a:pt x="399098" y="183833"/>
                </a:lnTo>
                <a:lnTo>
                  <a:pt x="411480" y="252413"/>
                </a:lnTo>
                <a:lnTo>
                  <a:pt x="422910" y="284797"/>
                </a:lnTo>
                <a:lnTo>
                  <a:pt x="434340" y="294322"/>
                </a:lnTo>
                <a:lnTo>
                  <a:pt x="446723" y="295275"/>
                </a:lnTo>
                <a:lnTo>
                  <a:pt x="458152" y="295275"/>
                </a:lnTo>
                <a:lnTo>
                  <a:pt x="469583" y="295275"/>
                </a:lnTo>
                <a:lnTo>
                  <a:pt x="481965" y="295275"/>
                </a:lnTo>
                <a:lnTo>
                  <a:pt x="493395" y="295275"/>
                </a:lnTo>
                <a:lnTo>
                  <a:pt x="504825" y="295275"/>
                </a:lnTo>
                <a:lnTo>
                  <a:pt x="517208" y="295275"/>
                </a:lnTo>
                <a:lnTo>
                  <a:pt x="528638" y="295275"/>
                </a:lnTo>
                <a:lnTo>
                  <a:pt x="540067" y="295275"/>
                </a:lnTo>
                <a:lnTo>
                  <a:pt x="552450" y="295275"/>
                </a:lnTo>
                <a:lnTo>
                  <a:pt x="563880" y="295275"/>
                </a:lnTo>
                <a:lnTo>
                  <a:pt x="575310" y="295275"/>
                </a:lnTo>
                <a:lnTo>
                  <a:pt x="587692" y="295275"/>
                </a:lnTo>
                <a:lnTo>
                  <a:pt x="599123" y="295275"/>
                </a:lnTo>
                <a:lnTo>
                  <a:pt x="610553" y="295275"/>
                </a:lnTo>
                <a:lnTo>
                  <a:pt x="622935" y="295275"/>
                </a:lnTo>
                <a:lnTo>
                  <a:pt x="634365" y="295275"/>
                </a:lnTo>
                <a:lnTo>
                  <a:pt x="645795" y="295275"/>
                </a:lnTo>
                <a:lnTo>
                  <a:pt x="658178" y="295275"/>
                </a:lnTo>
                <a:lnTo>
                  <a:pt x="669608" y="295275"/>
                </a:lnTo>
                <a:lnTo>
                  <a:pt x="681038" y="295275"/>
                </a:lnTo>
                <a:lnTo>
                  <a:pt x="693420" y="295275"/>
                </a:lnTo>
                <a:lnTo>
                  <a:pt x="704850" y="295275"/>
                </a:lnTo>
                <a:lnTo>
                  <a:pt x="716280" y="295275"/>
                </a:lnTo>
                <a:lnTo>
                  <a:pt x="728663" y="294322"/>
                </a:lnTo>
                <a:lnTo>
                  <a:pt x="740092" y="290513"/>
                </a:lnTo>
                <a:lnTo>
                  <a:pt x="751523" y="280035"/>
                </a:lnTo>
                <a:lnTo>
                  <a:pt x="763905" y="256222"/>
                </a:lnTo>
                <a:lnTo>
                  <a:pt x="775335" y="213360"/>
                </a:lnTo>
                <a:lnTo>
                  <a:pt x="786765" y="149542"/>
                </a:lnTo>
                <a:lnTo>
                  <a:pt x="799148" y="77153"/>
                </a:lnTo>
                <a:lnTo>
                  <a:pt x="810578" y="19050"/>
                </a:lnTo>
                <a:lnTo>
                  <a:pt x="822008" y="0"/>
                </a:lnTo>
                <a:lnTo>
                  <a:pt x="834390" y="28575"/>
                </a:lnTo>
                <a:lnTo>
                  <a:pt x="845820" y="91440"/>
                </a:lnTo>
                <a:lnTo>
                  <a:pt x="857250" y="163830"/>
                </a:lnTo>
                <a:lnTo>
                  <a:pt x="869633" y="223838"/>
                </a:lnTo>
                <a:lnTo>
                  <a:pt x="881063" y="261938"/>
                </a:lnTo>
                <a:lnTo>
                  <a:pt x="892492" y="282892"/>
                </a:lnTo>
                <a:lnTo>
                  <a:pt x="904875" y="291465"/>
                </a:lnTo>
                <a:lnTo>
                  <a:pt x="916305" y="294322"/>
                </a:lnTo>
                <a:lnTo>
                  <a:pt x="927735" y="295275"/>
                </a:lnTo>
                <a:lnTo>
                  <a:pt x="940117" y="295275"/>
                </a:lnTo>
                <a:lnTo>
                  <a:pt x="951548" y="295275"/>
                </a:lnTo>
                <a:lnTo>
                  <a:pt x="962978" y="295275"/>
                </a:lnTo>
                <a:lnTo>
                  <a:pt x="975360" y="295275"/>
                </a:lnTo>
                <a:lnTo>
                  <a:pt x="986790" y="295275"/>
                </a:lnTo>
                <a:lnTo>
                  <a:pt x="998220" y="295275"/>
                </a:lnTo>
                <a:lnTo>
                  <a:pt x="1010603" y="295275"/>
                </a:lnTo>
                <a:lnTo>
                  <a:pt x="1022033" y="295275"/>
                </a:lnTo>
                <a:lnTo>
                  <a:pt x="1033463" y="295275"/>
                </a:lnTo>
                <a:lnTo>
                  <a:pt x="1045845" y="295275"/>
                </a:lnTo>
                <a:lnTo>
                  <a:pt x="1057275" y="295275"/>
                </a:lnTo>
                <a:lnTo>
                  <a:pt x="1068705" y="295275"/>
                </a:lnTo>
                <a:lnTo>
                  <a:pt x="1081088" y="295275"/>
                </a:lnTo>
                <a:lnTo>
                  <a:pt x="1092518" y="295275"/>
                </a:lnTo>
                <a:lnTo>
                  <a:pt x="1103948" y="295275"/>
                </a:lnTo>
                <a:lnTo>
                  <a:pt x="1116330" y="295275"/>
                </a:lnTo>
                <a:lnTo>
                  <a:pt x="1127760" y="295275"/>
                </a:lnTo>
                <a:lnTo>
                  <a:pt x="1139190" y="295275"/>
                </a:lnTo>
                <a:lnTo>
                  <a:pt x="1151573" y="295275"/>
                </a:lnTo>
                <a:lnTo>
                  <a:pt x="1163003" y="295275"/>
                </a:lnTo>
                <a:lnTo>
                  <a:pt x="1174433" y="295275"/>
                </a:lnTo>
                <a:lnTo>
                  <a:pt x="1186815" y="295275"/>
                </a:lnTo>
                <a:lnTo>
                  <a:pt x="1198245" y="295275"/>
                </a:lnTo>
                <a:lnTo>
                  <a:pt x="1209675" y="295275"/>
                </a:lnTo>
                <a:lnTo>
                  <a:pt x="1222058" y="295275"/>
                </a:lnTo>
                <a:lnTo>
                  <a:pt x="1233488" y="295275"/>
                </a:lnTo>
                <a:lnTo>
                  <a:pt x="1244918" y="291465"/>
                </a:lnTo>
                <a:lnTo>
                  <a:pt x="1257300" y="261938"/>
                </a:lnTo>
                <a:lnTo>
                  <a:pt x="1268730" y="178117"/>
                </a:lnTo>
                <a:lnTo>
                  <a:pt x="1280160" y="128588"/>
                </a:lnTo>
                <a:lnTo>
                  <a:pt x="1292543" y="197167"/>
                </a:lnTo>
                <a:lnTo>
                  <a:pt x="1303972" y="272415"/>
                </a:lnTo>
                <a:lnTo>
                  <a:pt x="1315403" y="293370"/>
                </a:lnTo>
                <a:lnTo>
                  <a:pt x="1327785" y="295275"/>
                </a:lnTo>
                <a:lnTo>
                  <a:pt x="1339215" y="295275"/>
                </a:lnTo>
                <a:lnTo>
                  <a:pt x="1350645" y="295275"/>
                </a:lnTo>
                <a:lnTo>
                  <a:pt x="1363028" y="295275"/>
                </a:lnTo>
                <a:lnTo>
                  <a:pt x="1374458" y="295275"/>
                </a:lnTo>
                <a:lnTo>
                  <a:pt x="1385888" y="295275"/>
                </a:lnTo>
                <a:lnTo>
                  <a:pt x="1398270" y="295275"/>
                </a:lnTo>
                <a:lnTo>
                  <a:pt x="1409700" y="295275"/>
                </a:lnTo>
                <a:lnTo>
                  <a:pt x="1421130" y="295275"/>
                </a:lnTo>
                <a:lnTo>
                  <a:pt x="1433513" y="295275"/>
                </a:lnTo>
                <a:lnTo>
                  <a:pt x="1444943" y="295275"/>
                </a:lnTo>
                <a:lnTo>
                  <a:pt x="1456372" y="295275"/>
                </a:lnTo>
                <a:lnTo>
                  <a:pt x="1468755" y="295275"/>
                </a:lnTo>
                <a:lnTo>
                  <a:pt x="1480185" y="295275"/>
                </a:lnTo>
                <a:lnTo>
                  <a:pt x="1491615" y="294322"/>
                </a:lnTo>
                <a:lnTo>
                  <a:pt x="1503997" y="291465"/>
                </a:lnTo>
                <a:lnTo>
                  <a:pt x="1515428" y="280988"/>
                </a:lnTo>
                <a:lnTo>
                  <a:pt x="1526858" y="258128"/>
                </a:lnTo>
                <a:lnTo>
                  <a:pt x="1539240" y="222885"/>
                </a:lnTo>
                <a:lnTo>
                  <a:pt x="1550670" y="188595"/>
                </a:lnTo>
                <a:lnTo>
                  <a:pt x="1562100" y="176213"/>
                </a:lnTo>
                <a:lnTo>
                  <a:pt x="1574483" y="194310"/>
                </a:lnTo>
                <a:lnTo>
                  <a:pt x="1585913" y="230505"/>
                </a:lnTo>
                <a:lnTo>
                  <a:pt x="1597343" y="263842"/>
                </a:lnTo>
                <a:lnTo>
                  <a:pt x="1609725" y="283845"/>
                </a:lnTo>
                <a:lnTo>
                  <a:pt x="1621155" y="292417"/>
                </a:lnTo>
                <a:lnTo>
                  <a:pt x="1632585" y="295275"/>
                </a:lnTo>
                <a:lnTo>
                  <a:pt x="1644968" y="295275"/>
                </a:lnTo>
                <a:lnTo>
                  <a:pt x="1656397" y="295275"/>
                </a:lnTo>
                <a:lnTo>
                  <a:pt x="1667828" y="295275"/>
                </a:lnTo>
                <a:lnTo>
                  <a:pt x="1680210" y="295275"/>
                </a:lnTo>
                <a:lnTo>
                  <a:pt x="1691640" y="295275"/>
                </a:lnTo>
                <a:lnTo>
                  <a:pt x="1703070" y="295275"/>
                </a:lnTo>
                <a:lnTo>
                  <a:pt x="1715453" y="295275"/>
                </a:lnTo>
                <a:lnTo>
                  <a:pt x="1726883" y="295275"/>
                </a:lnTo>
                <a:lnTo>
                  <a:pt x="1738313" y="295275"/>
                </a:lnTo>
                <a:lnTo>
                  <a:pt x="1750695" y="295275"/>
                </a:lnTo>
                <a:lnTo>
                  <a:pt x="176212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</a:ln>
        </p:spPr>
      </p:sp>
      <p:sp>
        <p:nvSpPr>
          <p:cNvPr id="275" name="p35-文本-0275">
            <a:extLst xmlns:a="http://schemas.openxmlformats.org/drawingml/2006/main">
              <a:ext uri="{FF2B5EF4-FFF2-40B4-BE49-F238E27FC236}">
                <a16:creationId xmlns:a16="http://schemas.microsoft.com/office/drawing/2014/main" id="{7AA64877-5623-4ACF-9854-B883FFE8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76" y="4126102"/>
            <a:ext cx="1081373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频率 </a:t>
            </a: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/ </a:t>
            </a: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归一化坐标</a:t>
            </a:r>
          </a:p>
        </p:txBody>
      </p:sp>
      <p:sp>
        <p:nvSpPr>
          <p:cNvPr id="276" name="p35-文本-0276">
            <a:extLst xmlns:a="http://schemas.openxmlformats.org/drawingml/2006/main">
              <a:ext uri="{FF2B5EF4-FFF2-40B4-BE49-F238E27FC236}">
                <a16:creationId xmlns:a16="http://schemas.microsoft.com/office/drawing/2014/main" id="{298B6354-9844-4E0B-B264-4945D00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165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整理测量信号</a:t>
            </a:r>
          </a:p>
        </p:txBody>
      </p:sp>
      <p:sp>
        <p:nvSpPr>
          <p:cNvPr id="277" name="p35-文本-0277">
            <a:extLst xmlns:a="http://schemas.openxmlformats.org/drawingml/2006/main">
              <a:ext uri="{FF2B5EF4-FFF2-40B4-BE49-F238E27FC236}">
                <a16:creationId xmlns:a16="http://schemas.microsoft.com/office/drawing/2014/main" id="{EDC976A7-BE5A-468A-9B10-D7001D30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8407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定义读出与基准</a:t>
            </a:r>
          </a:p>
        </p:txBody>
      </p:sp>
      <p:sp>
        <p:nvSpPr>
          <p:cNvPr id="278" name="p35-矩形-0278">
            <a:extLst xmlns:a="http://schemas.openxmlformats.org/drawingml/2006/main">
              <a:ext uri="{FF2B5EF4-FFF2-40B4-BE49-F238E27FC236}">
                <a16:creationId xmlns:a16="http://schemas.microsoft.com/office/drawing/2014/main" id="{EC3CA4D9-214F-4F51-AD4C-46CB99BC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5334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79" name="p35-文本-0279">
            <a:extLst xmlns:a="http://schemas.openxmlformats.org/drawingml/2006/main">
              <a:ext uri="{FF2B5EF4-FFF2-40B4-BE49-F238E27FC236}">
                <a16:creationId xmlns:a16="http://schemas.microsoft.com/office/drawing/2014/main" id="{335E1F84-CDB6-450F-9B59-CF0D5716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189" y="3235296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分</a:t>
            </a:r>
          </a:p>
        </p:txBody>
      </p:sp>
      <p:sp>
        <p:nvSpPr>
          <p:cNvPr id="280" name="p35-文本-0280">
            <a:extLst xmlns:a="http://schemas.openxmlformats.org/drawingml/2006/main">
              <a:ext uri="{FF2B5EF4-FFF2-40B4-BE49-F238E27FC236}">
                <a16:creationId xmlns:a16="http://schemas.microsoft.com/office/drawing/2014/main" id="{33D21F19-E634-4364-80D6-CA5E990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189" y="3568671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析</a:t>
            </a:r>
          </a:p>
        </p:txBody>
      </p:sp>
      <p:sp>
        <p:nvSpPr>
          <p:cNvPr id="281" name="p35-矩形-0281">
            <a:extLst xmlns:a="http://schemas.openxmlformats.org/drawingml/2006/main">
              <a:ext uri="{FF2B5EF4-FFF2-40B4-BE49-F238E27FC236}">
                <a16:creationId xmlns:a16="http://schemas.microsoft.com/office/drawing/2014/main" id="{47F85F82-F169-4211-B67A-8C21DD4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81325"/>
            <a:ext cx="47053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  <a:prstDash val="dash"/>
          </a:ln>
        </p:spPr>
      </p:sp>
      <p:sp>
        <p:nvSpPr>
          <p:cNvPr id="282" name="p35-矩形-0282">
            <a:extLst xmlns:a="http://schemas.openxmlformats.org/drawingml/2006/main">
              <a:ext uri="{FF2B5EF4-FFF2-40B4-BE49-F238E27FC236}">
                <a16:creationId xmlns:a16="http://schemas.microsoft.com/office/drawing/2014/main" id="{C8892CD8-2A1F-429C-A020-BDAD15D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83" name="p35-矩形-0283">
            <a:extLst xmlns:a="http://schemas.openxmlformats.org/drawingml/2006/main">
              <a:ext uri="{FF2B5EF4-FFF2-40B4-BE49-F238E27FC236}">
                <a16:creationId xmlns:a16="http://schemas.microsoft.com/office/drawing/2014/main" id="{DDEA20DF-CCA1-4D7D-BC21-0DAEA06F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4" name="p35-矩形-0284">
            <a:extLst xmlns:a="http://schemas.openxmlformats.org/drawingml/2006/main">
              <a:ext uri="{FF2B5EF4-FFF2-40B4-BE49-F238E27FC236}">
                <a16:creationId xmlns:a16="http://schemas.microsoft.com/office/drawing/2014/main" id="{4B548AB5-268D-496B-88BA-C8B5C072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5" name="p35-矩形-0285">
            <a:extLst xmlns:a="http://schemas.openxmlformats.org/drawingml/2006/main">
              <a:ext uri="{FF2B5EF4-FFF2-40B4-BE49-F238E27FC236}">
                <a16:creationId xmlns:a16="http://schemas.microsoft.com/office/drawing/2014/main" id="{884E6D8A-BA71-4C73-A50A-3CF0AAE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86" name="p35-矩形-0286">
            <a:extLst xmlns:a="http://schemas.openxmlformats.org/drawingml/2006/main">
              <a:ext uri="{FF2B5EF4-FFF2-40B4-BE49-F238E27FC236}">
                <a16:creationId xmlns:a16="http://schemas.microsoft.com/office/drawing/2014/main" id="{2410BAEB-C4D6-4138-AAC4-0D07C21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87" name="p35-矩形-0287">
            <a:extLst xmlns:a="http://schemas.openxmlformats.org/drawingml/2006/main">
              <a:ext uri="{FF2B5EF4-FFF2-40B4-BE49-F238E27FC236}">
                <a16:creationId xmlns:a16="http://schemas.microsoft.com/office/drawing/2014/main" id="{1AF04444-380D-463D-857F-23251B2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88" name="p35-矩形-0288">
            <a:extLst xmlns:a="http://schemas.openxmlformats.org/drawingml/2006/main">
              <a:ext uri="{FF2B5EF4-FFF2-40B4-BE49-F238E27FC236}">
                <a16:creationId xmlns:a16="http://schemas.microsoft.com/office/drawing/2014/main" id="{20CFBCFA-76A5-4F7B-99D8-C51F3C3C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89" name="p35-矩形-0289">
            <a:extLst xmlns:a="http://schemas.openxmlformats.org/drawingml/2006/main">
              <a:ext uri="{FF2B5EF4-FFF2-40B4-BE49-F238E27FC236}">
                <a16:creationId xmlns:a16="http://schemas.microsoft.com/office/drawing/2014/main" id="{BA7850E7-31EF-4F93-8191-0164579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0" name="p35-矩形-0290">
            <a:extLst xmlns:a="http://schemas.openxmlformats.org/drawingml/2006/main">
              <a:ext uri="{FF2B5EF4-FFF2-40B4-BE49-F238E27FC236}">
                <a16:creationId xmlns:a16="http://schemas.microsoft.com/office/drawing/2014/main" id="{DF1AEDA4-0E59-4B13-B34B-CC10903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1" name="p35-矩形-0291">
            <a:extLst xmlns:a="http://schemas.openxmlformats.org/drawingml/2006/main">
              <a:ext uri="{FF2B5EF4-FFF2-40B4-BE49-F238E27FC236}">
                <a16:creationId xmlns:a16="http://schemas.microsoft.com/office/drawing/2014/main" id="{1B4E0E32-38F2-4972-992F-A555DA0C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2" name="p35-矩形-0292">
            <a:extLst xmlns:a="http://schemas.openxmlformats.org/drawingml/2006/main">
              <a:ext uri="{FF2B5EF4-FFF2-40B4-BE49-F238E27FC236}">
                <a16:creationId xmlns:a16="http://schemas.microsoft.com/office/drawing/2014/main" id="{9E552BD5-4E5D-4158-AADD-935E286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3" name="p35-矩形-0293">
            <a:extLst xmlns:a="http://schemas.openxmlformats.org/drawingml/2006/main">
              <a:ext uri="{FF2B5EF4-FFF2-40B4-BE49-F238E27FC236}">
                <a16:creationId xmlns:a16="http://schemas.microsoft.com/office/drawing/2014/main" id="{3F17130D-A1FE-4837-95B7-78E5CFA7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294" name="p35-矩形-0294">
            <a:extLst xmlns:a="http://schemas.openxmlformats.org/drawingml/2006/main">
              <a:ext uri="{FF2B5EF4-FFF2-40B4-BE49-F238E27FC236}">
                <a16:creationId xmlns:a16="http://schemas.microsoft.com/office/drawing/2014/main" id="{1FDBDFA5-61B8-4F49-8CD1-87E36D8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295" name="p35-矩形-0295">
            <a:extLst xmlns:a="http://schemas.openxmlformats.org/drawingml/2006/main">
              <a:ext uri="{FF2B5EF4-FFF2-40B4-BE49-F238E27FC236}">
                <a16:creationId xmlns:a16="http://schemas.microsoft.com/office/drawing/2014/main" id="{59E5C6DE-C686-4F2C-A9A4-739482EB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27660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296" name="p35-矩形-0296">
            <a:extLst xmlns:a="http://schemas.openxmlformats.org/drawingml/2006/main">
              <a:ext uri="{FF2B5EF4-FFF2-40B4-BE49-F238E27FC236}">
                <a16:creationId xmlns:a16="http://schemas.microsoft.com/office/drawing/2014/main" id="{56937052-C09A-41E9-85ED-9FB54860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297" name="p35-矩形-0297">
            <a:extLst xmlns:a="http://schemas.openxmlformats.org/drawingml/2006/main">
              <a:ext uri="{FF2B5EF4-FFF2-40B4-BE49-F238E27FC236}">
                <a16:creationId xmlns:a16="http://schemas.microsoft.com/office/drawing/2014/main" id="{B476C22E-A803-45AA-A331-A22576F3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8" name="p35-矩形-0298">
            <a:extLst xmlns:a="http://schemas.openxmlformats.org/drawingml/2006/main">
              <a:ext uri="{FF2B5EF4-FFF2-40B4-BE49-F238E27FC236}">
                <a16:creationId xmlns:a16="http://schemas.microsoft.com/office/drawing/2014/main" id="{509179AD-41B2-4AD6-9304-35B0BFD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299" name="p35-矩形-0299">
            <a:extLst xmlns:a="http://schemas.openxmlformats.org/drawingml/2006/main">
              <a:ext uri="{FF2B5EF4-FFF2-40B4-BE49-F238E27FC236}">
                <a16:creationId xmlns:a16="http://schemas.microsoft.com/office/drawing/2014/main" id="{4EECECDC-EADA-4213-B7D6-71AE397E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0" name="p35-矩形-0300">
            <a:extLst xmlns:a="http://schemas.openxmlformats.org/drawingml/2006/main">
              <a:ext uri="{FF2B5EF4-FFF2-40B4-BE49-F238E27FC236}">
                <a16:creationId xmlns:a16="http://schemas.microsoft.com/office/drawing/2014/main" id="{BC78227B-0115-4CB9-8386-F9FAD267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1" name="p35-矩形-0301">
            <a:extLst xmlns:a="http://schemas.openxmlformats.org/drawingml/2006/main">
              <a:ext uri="{FF2B5EF4-FFF2-40B4-BE49-F238E27FC236}">
                <a16:creationId xmlns:a16="http://schemas.microsoft.com/office/drawing/2014/main" id="{06474370-675B-4759-A033-7E6F2D9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2" name="p35-矩形-0302">
            <a:extLst xmlns:a="http://schemas.openxmlformats.org/drawingml/2006/main">
              <a:ext uri="{FF2B5EF4-FFF2-40B4-BE49-F238E27FC236}">
                <a16:creationId xmlns:a16="http://schemas.microsoft.com/office/drawing/2014/main" id="{E01B4B0E-C6FC-4FD4-894C-4193441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03" name="p35-矩形-0303">
            <a:extLst xmlns:a="http://schemas.openxmlformats.org/drawingml/2006/main">
              <a:ext uri="{FF2B5EF4-FFF2-40B4-BE49-F238E27FC236}">
                <a16:creationId xmlns:a16="http://schemas.microsoft.com/office/drawing/2014/main" id="{0A449A39-7493-4435-B1C1-2CF87747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04" name="p35-矩形-0304">
            <a:extLst xmlns:a="http://schemas.openxmlformats.org/drawingml/2006/main">
              <a:ext uri="{FF2B5EF4-FFF2-40B4-BE49-F238E27FC236}">
                <a16:creationId xmlns:a16="http://schemas.microsoft.com/office/drawing/2014/main" id="{3E5612A9-8E97-4651-BABF-76077EB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5" name="p35-矩形-0305">
            <a:extLst xmlns:a="http://schemas.openxmlformats.org/drawingml/2006/main">
              <a:ext uri="{FF2B5EF4-FFF2-40B4-BE49-F238E27FC236}">
                <a16:creationId xmlns:a16="http://schemas.microsoft.com/office/drawing/2014/main" id="{BB37D791-4592-4A71-B501-32299BF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6" name="p35-矩形-0306">
            <a:extLst xmlns:a="http://schemas.openxmlformats.org/drawingml/2006/main">
              <a:ext uri="{FF2B5EF4-FFF2-40B4-BE49-F238E27FC236}">
                <a16:creationId xmlns:a16="http://schemas.microsoft.com/office/drawing/2014/main" id="{EF21DB60-D5E7-4548-AC5D-997BC979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07" name="p35-矩形-0307">
            <a:extLst xmlns:a="http://schemas.openxmlformats.org/drawingml/2006/main">
              <a:ext uri="{FF2B5EF4-FFF2-40B4-BE49-F238E27FC236}">
                <a16:creationId xmlns:a16="http://schemas.microsoft.com/office/drawing/2014/main" id="{E7947263-E9DF-4D1F-A5C5-BABC2C8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08" name="p35-矩形-0308">
            <a:extLst xmlns:a="http://schemas.openxmlformats.org/drawingml/2006/main">
              <a:ext uri="{FF2B5EF4-FFF2-40B4-BE49-F238E27FC236}">
                <a16:creationId xmlns:a16="http://schemas.microsoft.com/office/drawing/2014/main" id="{EF4E05D9-5731-4A34-ABFA-FE63787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09" name="p35-矩形-0309">
            <a:extLst xmlns:a="http://schemas.openxmlformats.org/drawingml/2006/main">
              <a:ext uri="{FF2B5EF4-FFF2-40B4-BE49-F238E27FC236}">
                <a16:creationId xmlns:a16="http://schemas.microsoft.com/office/drawing/2014/main" id="{68BB0113-36E8-4FA9-80BB-ED6F5889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37661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0" name="p35-矩形-0310">
            <a:extLst xmlns:a="http://schemas.openxmlformats.org/drawingml/2006/main">
              <a:ext uri="{FF2B5EF4-FFF2-40B4-BE49-F238E27FC236}">
                <a16:creationId xmlns:a16="http://schemas.microsoft.com/office/drawing/2014/main" id="{DFA882E6-074F-4DB8-BB13-8ECB9DD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11" name="p35-矩形-0311">
            <a:extLst xmlns:a="http://schemas.openxmlformats.org/drawingml/2006/main">
              <a:ext uri="{FF2B5EF4-FFF2-40B4-BE49-F238E27FC236}">
                <a16:creationId xmlns:a16="http://schemas.microsoft.com/office/drawing/2014/main" id="{18E8BC81-C9FA-4363-88C2-6D7231BD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2" name="p35-矩形-0312">
            <a:extLst xmlns:a="http://schemas.openxmlformats.org/drawingml/2006/main">
              <a:ext uri="{FF2B5EF4-FFF2-40B4-BE49-F238E27FC236}">
                <a16:creationId xmlns:a16="http://schemas.microsoft.com/office/drawing/2014/main" id="{8712753B-304A-4BFA-A676-57D3A0C8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3" name="p35-矩形-0313">
            <a:extLst xmlns:a="http://schemas.openxmlformats.org/drawingml/2006/main">
              <a:ext uri="{FF2B5EF4-FFF2-40B4-BE49-F238E27FC236}">
                <a16:creationId xmlns:a16="http://schemas.microsoft.com/office/drawing/2014/main" id="{C8177491-39AA-4C6C-8502-74DB6A5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4" name="p35-矩形-0314">
            <a:extLst xmlns:a="http://schemas.openxmlformats.org/drawingml/2006/main">
              <a:ext uri="{FF2B5EF4-FFF2-40B4-BE49-F238E27FC236}">
                <a16:creationId xmlns:a16="http://schemas.microsoft.com/office/drawing/2014/main" id="{C81EEF4F-D460-480C-9944-0DA011B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5" name="p35-矩形-0315">
            <a:extLst xmlns:a="http://schemas.openxmlformats.org/drawingml/2006/main">
              <a:ext uri="{FF2B5EF4-FFF2-40B4-BE49-F238E27FC236}">
                <a16:creationId xmlns:a16="http://schemas.microsoft.com/office/drawing/2014/main" id="{27A30D07-B74B-4B60-A990-3910460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16" name="p35-矩形-0316">
            <a:extLst xmlns:a="http://schemas.openxmlformats.org/drawingml/2006/main">
              <a:ext uri="{FF2B5EF4-FFF2-40B4-BE49-F238E27FC236}">
                <a16:creationId xmlns:a16="http://schemas.microsoft.com/office/drawing/2014/main" id="{885F0E5F-6735-4F48-A02D-2325A8C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17" name="p35-矩形-0317">
            <a:extLst xmlns:a="http://schemas.openxmlformats.org/drawingml/2006/main">
              <a:ext uri="{FF2B5EF4-FFF2-40B4-BE49-F238E27FC236}">
                <a16:creationId xmlns:a16="http://schemas.microsoft.com/office/drawing/2014/main" id="{009B7434-898C-4D56-A2A6-8074071F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18" name="p35-矩形-0318">
            <a:extLst xmlns:a="http://schemas.openxmlformats.org/drawingml/2006/main">
              <a:ext uri="{FF2B5EF4-FFF2-40B4-BE49-F238E27FC236}">
                <a16:creationId xmlns:a16="http://schemas.microsoft.com/office/drawing/2014/main" id="{3D77E152-44C4-4510-8DDF-8241AD8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19" name="p35-矩形-0319">
            <a:extLst xmlns:a="http://schemas.openxmlformats.org/drawingml/2006/main">
              <a:ext uri="{FF2B5EF4-FFF2-40B4-BE49-F238E27FC236}">
                <a16:creationId xmlns:a16="http://schemas.microsoft.com/office/drawing/2014/main" id="{21EB88CF-979E-4E2F-9820-8691564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0" name="p35-矩形-0320">
            <a:extLst xmlns:a="http://schemas.openxmlformats.org/drawingml/2006/main">
              <a:ext uri="{FF2B5EF4-FFF2-40B4-BE49-F238E27FC236}">
                <a16:creationId xmlns:a16="http://schemas.microsoft.com/office/drawing/2014/main" id="{B5456046-69F6-441C-A489-D4DA683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1" name="p35-矩形-0321">
            <a:extLst xmlns:a="http://schemas.openxmlformats.org/drawingml/2006/main">
              <a:ext uri="{FF2B5EF4-FFF2-40B4-BE49-F238E27FC236}">
                <a16:creationId xmlns:a16="http://schemas.microsoft.com/office/drawing/2014/main" id="{5A6023CA-A0A1-4907-98E1-F346917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22" name="p35-矩形-0322">
            <a:extLst xmlns:a="http://schemas.openxmlformats.org/drawingml/2006/main">
              <a:ext uri="{FF2B5EF4-FFF2-40B4-BE49-F238E27FC236}">
                <a16:creationId xmlns:a16="http://schemas.microsoft.com/office/drawing/2014/main" id="{2BE51BA5-604D-4499-8B04-FA473DA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23" name="p35-矩形-0323">
            <a:extLst xmlns:a="http://schemas.openxmlformats.org/drawingml/2006/main">
              <a:ext uri="{FF2B5EF4-FFF2-40B4-BE49-F238E27FC236}">
                <a16:creationId xmlns:a16="http://schemas.microsoft.com/office/drawing/2014/main" id="{81AC8940-FC9F-4B46-B596-58A56DAC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47662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4" name="p35-矩形-0324">
            <a:extLst xmlns:a="http://schemas.openxmlformats.org/drawingml/2006/main">
              <a:ext uri="{FF2B5EF4-FFF2-40B4-BE49-F238E27FC236}">
                <a16:creationId xmlns:a16="http://schemas.microsoft.com/office/drawing/2014/main" id="{874E57AB-0006-473B-B7AB-E1C6856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5" name="p35-矩形-0325">
            <a:extLst xmlns:a="http://schemas.openxmlformats.org/drawingml/2006/main">
              <a:ext uri="{FF2B5EF4-FFF2-40B4-BE49-F238E27FC236}">
                <a16:creationId xmlns:a16="http://schemas.microsoft.com/office/drawing/2014/main" id="{A038602B-2C8D-4793-810E-DD5DF047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6" name="p35-矩形-0326">
            <a:extLst xmlns:a="http://schemas.openxmlformats.org/drawingml/2006/main">
              <a:ext uri="{FF2B5EF4-FFF2-40B4-BE49-F238E27FC236}">
                <a16:creationId xmlns:a16="http://schemas.microsoft.com/office/drawing/2014/main" id="{89194AE6-16F6-4313-95B3-E0FFF90D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27" name="p35-矩形-0327">
            <a:extLst xmlns:a="http://schemas.openxmlformats.org/drawingml/2006/main">
              <a:ext uri="{FF2B5EF4-FFF2-40B4-BE49-F238E27FC236}">
                <a16:creationId xmlns:a16="http://schemas.microsoft.com/office/drawing/2014/main" id="{2BD21208-D1A8-43CE-9517-465B01E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28" name="p35-矩形-0328">
            <a:extLst xmlns:a="http://schemas.openxmlformats.org/drawingml/2006/main">
              <a:ext uri="{FF2B5EF4-FFF2-40B4-BE49-F238E27FC236}">
                <a16:creationId xmlns:a16="http://schemas.microsoft.com/office/drawing/2014/main" id="{19BF96EA-DA8E-41FA-90F4-59E4DC3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29" name="p35-矩形-0329">
            <a:extLst xmlns:a="http://schemas.openxmlformats.org/drawingml/2006/main">
              <a:ext uri="{FF2B5EF4-FFF2-40B4-BE49-F238E27FC236}">
                <a16:creationId xmlns:a16="http://schemas.microsoft.com/office/drawing/2014/main" id="{B6B4A58D-DA57-41B6-93D9-04EA782A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30" name="p35-矩形-0330">
            <a:extLst xmlns:a="http://schemas.openxmlformats.org/drawingml/2006/main">
              <a:ext uri="{FF2B5EF4-FFF2-40B4-BE49-F238E27FC236}">
                <a16:creationId xmlns:a16="http://schemas.microsoft.com/office/drawing/2014/main" id="{2C885761-6E8A-4EAD-B5A1-B5C7CAA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31" name="p35-矩形-0331">
            <a:extLst xmlns:a="http://schemas.openxmlformats.org/drawingml/2006/main">
              <a:ext uri="{FF2B5EF4-FFF2-40B4-BE49-F238E27FC236}">
                <a16:creationId xmlns:a16="http://schemas.microsoft.com/office/drawing/2014/main" id="{5058366A-8B6A-4A15-B5C6-97B036EE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2" name="p35-矩形-0332">
            <a:extLst xmlns:a="http://schemas.openxmlformats.org/drawingml/2006/main">
              <a:ext uri="{FF2B5EF4-FFF2-40B4-BE49-F238E27FC236}">
                <a16:creationId xmlns:a16="http://schemas.microsoft.com/office/drawing/2014/main" id="{6E633E64-04D3-4C55-8C32-8F5A5264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3" name="p35-矩形-0333">
            <a:extLst xmlns:a="http://schemas.openxmlformats.org/drawingml/2006/main">
              <a:ext uri="{FF2B5EF4-FFF2-40B4-BE49-F238E27FC236}">
                <a16:creationId xmlns:a16="http://schemas.microsoft.com/office/drawing/2014/main" id="{C8BE2EFD-A4CF-42D6-B85E-CE85C9E6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4" name="p35-矩形-0334">
            <a:extLst xmlns:a="http://schemas.openxmlformats.org/drawingml/2006/main">
              <a:ext uri="{FF2B5EF4-FFF2-40B4-BE49-F238E27FC236}">
                <a16:creationId xmlns:a16="http://schemas.microsoft.com/office/drawing/2014/main" id="{DBBDE50C-6A8D-4E3B-9250-E9B4BAE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141"/>
          </a:solidFill>
          <a:ln xmlns:a="http://schemas.openxmlformats.org/drawingml/2006/main" w="0">
            <a:noFill/>
          </a:ln>
        </p:spPr>
      </p:sp>
      <p:sp>
        <p:nvSpPr>
          <p:cNvPr id="335" name="p35-矩形-0335">
            <a:extLst xmlns:a="http://schemas.openxmlformats.org/drawingml/2006/main">
              <a:ext uri="{FF2B5EF4-FFF2-40B4-BE49-F238E27FC236}">
                <a16:creationId xmlns:a16="http://schemas.microsoft.com/office/drawing/2014/main" id="{20F78053-5FC7-4CC4-92E3-72D6AF9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36" name="p35-矩形-0336">
            <a:extLst xmlns:a="http://schemas.openxmlformats.org/drawingml/2006/main">
              <a:ext uri="{FF2B5EF4-FFF2-40B4-BE49-F238E27FC236}">
                <a16:creationId xmlns:a16="http://schemas.microsoft.com/office/drawing/2014/main" id="{4ADC9540-6D4F-4A25-89C9-E3DB3C47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37" name="p35-矩形-0337">
            <a:extLst xmlns:a="http://schemas.openxmlformats.org/drawingml/2006/main">
              <a:ext uri="{FF2B5EF4-FFF2-40B4-BE49-F238E27FC236}">
                <a16:creationId xmlns:a16="http://schemas.microsoft.com/office/drawing/2014/main" id="{16018F74-2473-451A-855D-B4132F6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57663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8" name="p35-矩形-0338">
            <a:extLst xmlns:a="http://schemas.openxmlformats.org/drawingml/2006/main">
              <a:ext uri="{FF2B5EF4-FFF2-40B4-BE49-F238E27FC236}">
                <a16:creationId xmlns:a16="http://schemas.microsoft.com/office/drawing/2014/main" id="{D24CB89A-903B-4DE7-9075-D72CAE6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39" name="p35-矩形-0339">
            <a:extLst xmlns:a="http://schemas.openxmlformats.org/drawingml/2006/main">
              <a:ext uri="{FF2B5EF4-FFF2-40B4-BE49-F238E27FC236}">
                <a16:creationId xmlns:a16="http://schemas.microsoft.com/office/drawing/2014/main" id="{131B6D2E-B401-4BDB-9E85-80AAFB0E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0" name="p35-矩形-0340">
            <a:extLst xmlns:a="http://schemas.openxmlformats.org/drawingml/2006/main">
              <a:ext uri="{FF2B5EF4-FFF2-40B4-BE49-F238E27FC236}">
                <a16:creationId xmlns:a16="http://schemas.microsoft.com/office/drawing/2014/main" id="{E11F8696-4326-4C17-9877-9624AE54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41" name="p35-矩形-0341">
            <a:extLst xmlns:a="http://schemas.openxmlformats.org/drawingml/2006/main">
              <a:ext uri="{FF2B5EF4-FFF2-40B4-BE49-F238E27FC236}">
                <a16:creationId xmlns:a16="http://schemas.microsoft.com/office/drawing/2014/main" id="{F6C71242-13D1-4473-9C4E-D9570DE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42" name="p35-矩形-0342">
            <a:extLst xmlns:a="http://schemas.openxmlformats.org/drawingml/2006/main">
              <a:ext uri="{FF2B5EF4-FFF2-40B4-BE49-F238E27FC236}">
                <a16:creationId xmlns:a16="http://schemas.microsoft.com/office/drawing/2014/main" id="{9A080EAC-763D-4DE2-9F2F-1696F059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43" name="p35-矩形-0343">
            <a:extLst xmlns:a="http://schemas.openxmlformats.org/drawingml/2006/main">
              <a:ext uri="{FF2B5EF4-FFF2-40B4-BE49-F238E27FC236}">
                <a16:creationId xmlns:a16="http://schemas.microsoft.com/office/drawing/2014/main" id="{DF148CC3-DC2E-47D0-8E55-46448F2C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44" name="p35-矩形-0344">
            <a:extLst xmlns:a="http://schemas.openxmlformats.org/drawingml/2006/main">
              <a:ext uri="{FF2B5EF4-FFF2-40B4-BE49-F238E27FC236}">
                <a16:creationId xmlns:a16="http://schemas.microsoft.com/office/drawing/2014/main" id="{40F13CDF-AA07-457E-B63F-26DEEFD1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45" name="p35-矩形-0345">
            <a:extLst xmlns:a="http://schemas.openxmlformats.org/drawingml/2006/main">
              <a:ext uri="{FF2B5EF4-FFF2-40B4-BE49-F238E27FC236}">
                <a16:creationId xmlns:a16="http://schemas.microsoft.com/office/drawing/2014/main" id="{1B89F1AE-CAE5-415F-B67A-9B2AE662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46" name="p35-矩形-0346">
            <a:extLst xmlns:a="http://schemas.openxmlformats.org/drawingml/2006/main">
              <a:ext uri="{FF2B5EF4-FFF2-40B4-BE49-F238E27FC236}">
                <a16:creationId xmlns:a16="http://schemas.microsoft.com/office/drawing/2014/main" id="{94CE5AB6-270E-41DF-AC93-B0D50B0F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47" name="p35-矩形-0347">
            <a:extLst xmlns:a="http://schemas.openxmlformats.org/drawingml/2006/main">
              <a:ext uri="{FF2B5EF4-FFF2-40B4-BE49-F238E27FC236}">
                <a16:creationId xmlns:a16="http://schemas.microsoft.com/office/drawing/2014/main" id="{24C7ABCA-2985-4643-91A7-C5FC0E69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8" name="p35-矩形-0348">
            <a:extLst xmlns:a="http://schemas.openxmlformats.org/drawingml/2006/main">
              <a:ext uri="{FF2B5EF4-FFF2-40B4-BE49-F238E27FC236}">
                <a16:creationId xmlns:a16="http://schemas.microsoft.com/office/drawing/2014/main" id="{DA680992-72ED-43A8-AB97-EFFE5685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56"/>
          </a:solidFill>
          <a:ln xmlns:a="http://schemas.openxmlformats.org/drawingml/2006/main" w="0">
            <a:noFill/>
          </a:ln>
        </p:spPr>
      </p:sp>
      <p:sp>
        <p:nvSpPr>
          <p:cNvPr id="349" name="p35-矩形-0349">
            <a:extLst xmlns:a="http://schemas.openxmlformats.org/drawingml/2006/main">
              <a:ext uri="{FF2B5EF4-FFF2-40B4-BE49-F238E27FC236}">
                <a16:creationId xmlns:a16="http://schemas.microsoft.com/office/drawing/2014/main" id="{9E340C63-22D4-4C9D-ADC5-50ADFB5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50" name="p35-矩形-0350">
            <a:extLst xmlns:a="http://schemas.openxmlformats.org/drawingml/2006/main">
              <a:ext uri="{FF2B5EF4-FFF2-40B4-BE49-F238E27FC236}">
                <a16:creationId xmlns:a16="http://schemas.microsoft.com/office/drawing/2014/main" id="{4B6A85B8-C4EB-4D64-B739-364EC6AF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1" name="p35-矩形-0351">
            <a:extLst xmlns:a="http://schemas.openxmlformats.org/drawingml/2006/main">
              <a:ext uri="{FF2B5EF4-FFF2-40B4-BE49-F238E27FC236}">
                <a16:creationId xmlns:a16="http://schemas.microsoft.com/office/drawing/2014/main" id="{4BA639BA-8C0B-4650-9348-BDED5C26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676650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2" name="p35-矩形-0352">
            <a:extLst xmlns:a="http://schemas.openxmlformats.org/drawingml/2006/main">
              <a:ext uri="{FF2B5EF4-FFF2-40B4-BE49-F238E27FC236}">
                <a16:creationId xmlns:a16="http://schemas.microsoft.com/office/drawing/2014/main" id="{0BBB4383-E0CA-4F19-ADF6-6BB89514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53" name="p35-矩形-0353">
            <a:extLst xmlns:a="http://schemas.openxmlformats.org/drawingml/2006/main">
              <a:ext uri="{FF2B5EF4-FFF2-40B4-BE49-F238E27FC236}">
                <a16:creationId xmlns:a16="http://schemas.microsoft.com/office/drawing/2014/main" id="{1731573F-E90D-4E6B-BEF8-F797CF4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54" name="p35-矩形-0354">
            <a:extLst xmlns:a="http://schemas.openxmlformats.org/drawingml/2006/main">
              <a:ext uri="{FF2B5EF4-FFF2-40B4-BE49-F238E27FC236}">
                <a16:creationId xmlns:a16="http://schemas.microsoft.com/office/drawing/2014/main" id="{5EF80E13-86A3-4992-9A5A-60C23781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55" name="p35-矩形-0355">
            <a:extLst xmlns:a="http://schemas.openxmlformats.org/drawingml/2006/main">
              <a:ext uri="{FF2B5EF4-FFF2-40B4-BE49-F238E27FC236}">
                <a16:creationId xmlns:a16="http://schemas.microsoft.com/office/drawing/2014/main" id="{383CB9A9-E540-496A-AD58-F3C0630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56" name="p35-矩形-0356">
            <a:extLst xmlns:a="http://schemas.openxmlformats.org/drawingml/2006/main">
              <a:ext uri="{FF2B5EF4-FFF2-40B4-BE49-F238E27FC236}">
                <a16:creationId xmlns:a16="http://schemas.microsoft.com/office/drawing/2014/main" id="{0E399A43-014A-4B88-92AA-A5CE6279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57" name="p35-矩形-0357">
            <a:extLst xmlns:a="http://schemas.openxmlformats.org/drawingml/2006/main">
              <a:ext uri="{FF2B5EF4-FFF2-40B4-BE49-F238E27FC236}">
                <a16:creationId xmlns:a16="http://schemas.microsoft.com/office/drawing/2014/main" id="{50DE8B74-600A-4465-A4CD-D491B2C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58" name="p35-矩形-0358">
            <a:extLst xmlns:a="http://schemas.openxmlformats.org/drawingml/2006/main">
              <a:ext uri="{FF2B5EF4-FFF2-40B4-BE49-F238E27FC236}">
                <a16:creationId xmlns:a16="http://schemas.microsoft.com/office/drawing/2014/main" id="{13A216B3-B444-42EC-A9CC-EA74FB3D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59" name="p35-矩形-0359">
            <a:extLst xmlns:a="http://schemas.openxmlformats.org/drawingml/2006/main">
              <a:ext uri="{FF2B5EF4-FFF2-40B4-BE49-F238E27FC236}">
                <a16:creationId xmlns:a16="http://schemas.microsoft.com/office/drawing/2014/main" id="{FDC38F2B-D4E5-4811-AA91-378D055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0" name="p35-矩形-0360">
            <a:extLst xmlns:a="http://schemas.openxmlformats.org/drawingml/2006/main">
              <a:ext uri="{FF2B5EF4-FFF2-40B4-BE49-F238E27FC236}">
                <a16:creationId xmlns:a16="http://schemas.microsoft.com/office/drawing/2014/main" id="{9203125B-90F5-4745-935F-97A594BD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1" name="p35-矩形-0361">
            <a:extLst xmlns:a="http://schemas.openxmlformats.org/drawingml/2006/main">
              <a:ext uri="{FF2B5EF4-FFF2-40B4-BE49-F238E27FC236}">
                <a16:creationId xmlns:a16="http://schemas.microsoft.com/office/drawing/2014/main" id="{643730EA-03B5-42E6-99DB-710F96AC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62" name="p35-矩形-0362">
            <a:extLst xmlns:a="http://schemas.openxmlformats.org/drawingml/2006/main">
              <a:ext uri="{FF2B5EF4-FFF2-40B4-BE49-F238E27FC236}">
                <a16:creationId xmlns:a16="http://schemas.microsoft.com/office/drawing/2014/main" id="{64A30261-7FC7-4C74-9F66-1AB564F5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3" name="p35-矩形-0363">
            <a:extLst xmlns:a="http://schemas.openxmlformats.org/drawingml/2006/main">
              <a:ext uri="{FF2B5EF4-FFF2-40B4-BE49-F238E27FC236}">
                <a16:creationId xmlns:a16="http://schemas.microsoft.com/office/drawing/2014/main" id="{FE01E95C-9421-42ED-BA71-EE8FB06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4" name="p35-矩形-0364">
            <a:extLst xmlns:a="http://schemas.openxmlformats.org/drawingml/2006/main">
              <a:ext uri="{FF2B5EF4-FFF2-40B4-BE49-F238E27FC236}">
                <a16:creationId xmlns:a16="http://schemas.microsoft.com/office/drawing/2014/main" id="{A803B2B5-D4FA-4C4F-8812-280EFA1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65" name="p35-矩形-0365">
            <a:extLst xmlns:a="http://schemas.openxmlformats.org/drawingml/2006/main">
              <a:ext uri="{FF2B5EF4-FFF2-40B4-BE49-F238E27FC236}">
                <a16:creationId xmlns:a16="http://schemas.microsoft.com/office/drawing/2014/main" id="{280C834F-A8AF-4DCD-9461-CA7F10B9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776663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66" name="p35-矩形-0366">
            <a:extLst xmlns:a="http://schemas.openxmlformats.org/drawingml/2006/main">
              <a:ext uri="{FF2B5EF4-FFF2-40B4-BE49-F238E27FC236}">
                <a16:creationId xmlns:a16="http://schemas.microsoft.com/office/drawing/2014/main" id="{1A9EA2E1-7DCC-43A4-9B4A-569EEE93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67" name="p35-矩形-0367">
            <a:extLst xmlns:a="http://schemas.openxmlformats.org/drawingml/2006/main">
              <a:ext uri="{FF2B5EF4-FFF2-40B4-BE49-F238E27FC236}">
                <a16:creationId xmlns:a16="http://schemas.microsoft.com/office/drawing/2014/main" id="{F6BD5658-3BAA-48DD-A11E-EDCE9B3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68" name="p35-矩形-0368">
            <a:extLst xmlns:a="http://schemas.openxmlformats.org/drawingml/2006/main">
              <a:ext uri="{FF2B5EF4-FFF2-40B4-BE49-F238E27FC236}">
                <a16:creationId xmlns:a16="http://schemas.microsoft.com/office/drawing/2014/main" id="{B2064B37-CDDD-44C0-9ECA-DBA0D02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69" name="p35-矩形-0369">
            <a:extLst xmlns:a="http://schemas.openxmlformats.org/drawingml/2006/main">
              <a:ext uri="{FF2B5EF4-FFF2-40B4-BE49-F238E27FC236}">
                <a16:creationId xmlns:a16="http://schemas.microsoft.com/office/drawing/2014/main" id="{0FDABEA3-D2F2-4A35-A4E7-6327514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0" name="p35-矩形-0370">
            <a:extLst xmlns:a="http://schemas.openxmlformats.org/drawingml/2006/main">
              <a:ext uri="{FF2B5EF4-FFF2-40B4-BE49-F238E27FC236}">
                <a16:creationId xmlns:a16="http://schemas.microsoft.com/office/drawing/2014/main" id="{7FE4A360-51C7-453F-81A2-E8560D74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1" name="p35-矩形-0371">
            <a:extLst xmlns:a="http://schemas.openxmlformats.org/drawingml/2006/main">
              <a:ext uri="{FF2B5EF4-FFF2-40B4-BE49-F238E27FC236}">
                <a16:creationId xmlns:a16="http://schemas.microsoft.com/office/drawing/2014/main" id="{236386DD-EE81-4928-B31B-77FB5A1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72" name="p35-矩形-0372">
            <a:extLst xmlns:a="http://schemas.openxmlformats.org/drawingml/2006/main">
              <a:ext uri="{FF2B5EF4-FFF2-40B4-BE49-F238E27FC236}">
                <a16:creationId xmlns:a16="http://schemas.microsoft.com/office/drawing/2014/main" id="{D791F118-22F5-441F-A156-953DBB55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73" name="p35-矩形-0373">
            <a:extLst xmlns:a="http://schemas.openxmlformats.org/drawingml/2006/main">
              <a:ext uri="{FF2B5EF4-FFF2-40B4-BE49-F238E27FC236}">
                <a16:creationId xmlns:a16="http://schemas.microsoft.com/office/drawing/2014/main" id="{2ABEFDCB-4A55-4FB0-82F1-41E0710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4" name="p35-矩形-0374">
            <a:extLst xmlns:a="http://schemas.openxmlformats.org/drawingml/2006/main">
              <a:ext uri="{FF2B5EF4-FFF2-40B4-BE49-F238E27FC236}">
                <a16:creationId xmlns:a16="http://schemas.microsoft.com/office/drawing/2014/main" id="{1C439706-8D4E-4911-BCE5-82CC988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5" name="p35-矩形-0375">
            <a:extLst xmlns:a="http://schemas.openxmlformats.org/drawingml/2006/main">
              <a:ext uri="{FF2B5EF4-FFF2-40B4-BE49-F238E27FC236}">
                <a16:creationId xmlns:a16="http://schemas.microsoft.com/office/drawing/2014/main" id="{9CFAF449-319D-476A-9D49-CBD557C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76" name="p35-矩形-0376">
            <a:extLst xmlns:a="http://schemas.openxmlformats.org/drawingml/2006/main">
              <a:ext uri="{FF2B5EF4-FFF2-40B4-BE49-F238E27FC236}">
                <a16:creationId xmlns:a16="http://schemas.microsoft.com/office/drawing/2014/main" id="{D65F9394-A775-407E-B490-86A9A247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77" name="p35-矩形-0377">
            <a:extLst xmlns:a="http://schemas.openxmlformats.org/drawingml/2006/main">
              <a:ext uri="{FF2B5EF4-FFF2-40B4-BE49-F238E27FC236}">
                <a16:creationId xmlns:a16="http://schemas.microsoft.com/office/drawing/2014/main" id="{ADE1958C-FC04-4D07-9BE8-C9D30F7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78" name="p35-矩形-0378">
            <a:extLst xmlns:a="http://schemas.openxmlformats.org/drawingml/2006/main">
              <a:ext uri="{FF2B5EF4-FFF2-40B4-BE49-F238E27FC236}">
                <a16:creationId xmlns:a16="http://schemas.microsoft.com/office/drawing/2014/main" id="{9FBE6613-6D25-4255-9FFC-BDA4221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79" name="p35-矩形-0379">
            <a:extLst xmlns:a="http://schemas.openxmlformats.org/drawingml/2006/main">
              <a:ext uri="{FF2B5EF4-FFF2-40B4-BE49-F238E27FC236}">
                <a16:creationId xmlns:a16="http://schemas.microsoft.com/office/drawing/2014/main" id="{365F5C63-A877-4C28-90B4-DBBD296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876675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80" name="p35-矩形-0380">
            <a:extLst xmlns:a="http://schemas.openxmlformats.org/drawingml/2006/main">
              <a:ext uri="{FF2B5EF4-FFF2-40B4-BE49-F238E27FC236}">
                <a16:creationId xmlns:a16="http://schemas.microsoft.com/office/drawing/2014/main" id="{7467688E-2F6E-47E0-A014-15994C1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9A"/>
          </a:solidFill>
          <a:ln xmlns:a="http://schemas.openxmlformats.org/drawingml/2006/main" w="0">
            <a:noFill/>
          </a:ln>
        </p:spPr>
      </p:sp>
      <p:sp>
        <p:nvSpPr>
          <p:cNvPr id="381" name="p35-矩形-0381">
            <a:extLst xmlns:a="http://schemas.openxmlformats.org/drawingml/2006/main">
              <a:ext uri="{FF2B5EF4-FFF2-40B4-BE49-F238E27FC236}">
                <a16:creationId xmlns:a16="http://schemas.microsoft.com/office/drawing/2014/main" id="{E338FBD1-7D01-45B9-8B0F-B6E030F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191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2" name="p35-矩形-0382">
            <a:extLst xmlns:a="http://schemas.openxmlformats.org/drawingml/2006/main">
              <a:ext uri="{FF2B5EF4-FFF2-40B4-BE49-F238E27FC236}">
                <a16:creationId xmlns:a16="http://schemas.microsoft.com/office/drawing/2014/main" id="{488287E2-C6A8-4177-819A-070286DF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57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83" name="p35-矩形-0383">
            <a:extLst xmlns:a="http://schemas.openxmlformats.org/drawingml/2006/main">
              <a:ext uri="{FF2B5EF4-FFF2-40B4-BE49-F238E27FC236}">
                <a16:creationId xmlns:a16="http://schemas.microsoft.com/office/drawing/2014/main" id="{88C44144-840A-429F-9164-A6626C9F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923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4" name="p35-矩形-0384">
            <a:extLst xmlns:a="http://schemas.openxmlformats.org/drawingml/2006/main">
              <a:ext uri="{FF2B5EF4-FFF2-40B4-BE49-F238E27FC236}">
                <a16:creationId xmlns:a16="http://schemas.microsoft.com/office/drawing/2014/main" id="{29146CE8-E387-4973-A7C4-5FEE064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89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85" name="p35-矩形-0385">
            <a:extLst xmlns:a="http://schemas.openxmlformats.org/drawingml/2006/main">
              <a:ext uri="{FF2B5EF4-FFF2-40B4-BE49-F238E27FC236}">
                <a16:creationId xmlns:a16="http://schemas.microsoft.com/office/drawing/2014/main" id="{CD78A982-29CF-4A8D-848C-7317600F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55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4AF"/>
          </a:solidFill>
          <a:ln xmlns:a="http://schemas.openxmlformats.org/drawingml/2006/main" w="0">
            <a:noFill/>
          </a:ln>
        </p:spPr>
      </p:sp>
      <p:sp>
        <p:nvSpPr>
          <p:cNvPr id="386" name="p35-矩形-0386">
            <a:extLst xmlns:a="http://schemas.openxmlformats.org/drawingml/2006/main">
              <a:ext uri="{FF2B5EF4-FFF2-40B4-BE49-F238E27FC236}">
                <a16:creationId xmlns:a16="http://schemas.microsoft.com/office/drawing/2014/main" id="{BC6D8DDF-4B4E-4DB9-AF6C-217BBA9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1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87" name="p35-矩形-0387">
            <a:extLst xmlns:a="http://schemas.openxmlformats.org/drawingml/2006/main">
              <a:ext uri="{FF2B5EF4-FFF2-40B4-BE49-F238E27FC236}">
                <a16:creationId xmlns:a16="http://schemas.microsoft.com/office/drawing/2014/main" id="{61A6F523-AD9F-4649-A1DF-BA4F099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88" name="p35-矩形-0388">
            <a:extLst xmlns:a="http://schemas.openxmlformats.org/drawingml/2006/main">
              <a:ext uri="{FF2B5EF4-FFF2-40B4-BE49-F238E27FC236}">
                <a16:creationId xmlns:a16="http://schemas.microsoft.com/office/drawing/2014/main" id="{C3A35249-BE01-4CAC-8FDC-EA8C356A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254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E4"/>
          </a:solidFill>
          <a:ln xmlns:a="http://schemas.openxmlformats.org/drawingml/2006/main" w="0">
            <a:noFill/>
          </a:ln>
        </p:spPr>
      </p:sp>
      <p:sp>
        <p:nvSpPr>
          <p:cNvPr id="389" name="p35-矩形-0389">
            <a:extLst xmlns:a="http://schemas.openxmlformats.org/drawingml/2006/main">
              <a:ext uri="{FF2B5EF4-FFF2-40B4-BE49-F238E27FC236}">
                <a16:creationId xmlns:a16="http://schemas.microsoft.com/office/drawing/2014/main" id="{3194A25B-5616-4BAA-AD33-30BA0D04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120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B"/>
          </a:solidFill>
          <a:ln xmlns:a="http://schemas.openxmlformats.org/drawingml/2006/main" w="0">
            <a:noFill/>
          </a:ln>
        </p:spPr>
      </p:sp>
      <p:sp>
        <p:nvSpPr>
          <p:cNvPr id="390" name="p35-矩形-0390">
            <a:extLst xmlns:a="http://schemas.openxmlformats.org/drawingml/2006/main">
              <a:ext uri="{FF2B5EF4-FFF2-40B4-BE49-F238E27FC236}">
                <a16:creationId xmlns:a16="http://schemas.microsoft.com/office/drawing/2014/main" id="{1487AE95-0E50-4952-B240-43086F00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0D0"/>
          </a:solidFill>
          <a:ln xmlns:a="http://schemas.openxmlformats.org/drawingml/2006/main" w="0">
            <a:noFill/>
          </a:ln>
        </p:spPr>
      </p:sp>
      <p:sp>
        <p:nvSpPr>
          <p:cNvPr id="391" name="p35-矩形-0391">
            <a:extLst xmlns:a="http://schemas.openxmlformats.org/drawingml/2006/main">
              <a:ext uri="{FF2B5EF4-FFF2-40B4-BE49-F238E27FC236}">
                <a16:creationId xmlns:a16="http://schemas.microsoft.com/office/drawing/2014/main" id="{A2BC37A2-B6B0-42AF-BC21-C92F6CD3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52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2" name="p35-矩形-0392">
            <a:extLst xmlns:a="http://schemas.openxmlformats.org/drawingml/2006/main">
              <a:ext uri="{FF2B5EF4-FFF2-40B4-BE49-F238E27FC236}">
                <a16:creationId xmlns:a16="http://schemas.microsoft.com/office/drawing/2014/main" id="{115A6DD5-CA3A-497F-8074-8BC7ABE1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718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3" name="p35-矩形-0393">
            <a:extLst xmlns:a="http://schemas.openxmlformats.org/drawingml/2006/main">
              <a:ext uri="{FF2B5EF4-FFF2-40B4-BE49-F238E27FC236}">
                <a16:creationId xmlns:a16="http://schemas.microsoft.com/office/drawing/2014/main" id="{2BE57C09-E8AB-4B3C-8AC3-0501CBA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584" y="3976688"/>
            <a:ext cx="116341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B8F"/>
          </a:solidFill>
          <a:ln xmlns:a="http://schemas.openxmlformats.org/drawingml/2006/main" w="0">
            <a:noFill/>
          </a:ln>
        </p:spPr>
      </p:sp>
      <p:sp>
        <p:nvSpPr>
          <p:cNvPr id="394" name="p35-文本-0394">
            <a:extLst xmlns:a="http://schemas.openxmlformats.org/drawingml/2006/main">
              <a:ext uri="{FF2B5EF4-FFF2-40B4-BE49-F238E27FC236}">
                <a16:creationId xmlns:a16="http://schemas.microsoft.com/office/drawing/2014/main" id="{5BF945C1-0257-4B1D-B7BF-F173FEC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252" y="41473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95" name="p35-文本-0395">
            <a:extLst xmlns:a="http://schemas.openxmlformats.org/drawingml/2006/main">
              <a:ext uri="{FF2B5EF4-FFF2-40B4-BE49-F238E27FC236}">
                <a16:creationId xmlns:a16="http://schemas.microsoft.com/office/drawing/2014/main" id="{565CCC3B-7A00-473B-896F-E3B76AE9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314" y="41473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396" name="p35-文本-0396">
            <a:extLst xmlns:a="http://schemas.openxmlformats.org/drawingml/2006/main">
              <a:ext uri="{FF2B5EF4-FFF2-40B4-BE49-F238E27FC236}">
                <a16:creationId xmlns:a16="http://schemas.microsoft.com/office/drawing/2014/main" id="{5581A92F-D3B3-4C4D-8A55-6CE0A742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554" y="4147333"/>
            <a:ext cx="161925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14</a:t>
            </a:r>
          </a:p>
        </p:txBody>
      </p:sp>
      <p:sp>
        <p:nvSpPr>
          <p:cNvPr id="397" name="p35-文本-0397">
            <a:extLst xmlns:a="http://schemas.openxmlformats.org/drawingml/2006/main">
              <a:ext uri="{FF2B5EF4-FFF2-40B4-BE49-F238E27FC236}">
                <a16:creationId xmlns:a16="http://schemas.microsoft.com/office/drawing/2014/main" id="{B1A09A1E-E5D8-40F7-AD23-DE98335D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3233266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98" name="p35-文本-0398">
            <a:extLst xmlns:a="http://schemas.openxmlformats.org/drawingml/2006/main">
              <a:ext uri="{FF2B5EF4-FFF2-40B4-BE49-F238E27FC236}">
                <a16:creationId xmlns:a16="http://schemas.microsoft.com/office/drawing/2014/main" id="{F86A7C59-AFF5-4CAC-8E12-FF64EAF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3933354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8</a:t>
            </a:r>
          </a:p>
        </p:txBody>
      </p:sp>
      <p:sp>
        <p:nvSpPr>
          <p:cNvPr id="399" name="p35-文本-0399">
            <a:extLst xmlns:a="http://schemas.openxmlformats.org/drawingml/2006/main">
              <a:ext uri="{FF2B5EF4-FFF2-40B4-BE49-F238E27FC236}">
                <a16:creationId xmlns:a16="http://schemas.microsoft.com/office/drawing/2014/main" id="{62D97E31-6618-48C7-A2A7-0BC52F4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165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关联条件与响应</a:t>
            </a:r>
          </a:p>
        </p:txBody>
      </p:sp>
      <p:sp>
        <p:nvSpPr>
          <p:cNvPr id="400" name="p35-文本-0400">
            <a:extLst xmlns:a="http://schemas.openxmlformats.org/drawingml/2006/main">
              <a:ext uri="{FF2B5EF4-FFF2-40B4-BE49-F238E27FC236}">
                <a16:creationId xmlns:a16="http://schemas.microsoft.com/office/drawing/2014/main" id="{CDD3D21E-0DAC-4403-B084-41B9F4C3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8407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支持模式比较</a:t>
            </a:r>
          </a:p>
        </p:txBody>
      </p:sp>
      <p:sp>
        <p:nvSpPr>
          <p:cNvPr id="401" name="p35-矩形-0401">
            <a:extLst xmlns:a="http://schemas.openxmlformats.org/drawingml/2006/main">
              <a:ext uri="{FF2B5EF4-FFF2-40B4-BE49-F238E27FC236}">
                <a16:creationId xmlns:a16="http://schemas.microsoft.com/office/drawing/2014/main" id="{4773EC01-F2D3-4CD3-B828-B7899694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5334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2" name="p35-文本-0402">
            <a:extLst xmlns:a="http://schemas.openxmlformats.org/drawingml/2006/main">
              <a:ext uri="{FF2B5EF4-FFF2-40B4-BE49-F238E27FC236}">
                <a16:creationId xmlns:a16="http://schemas.microsoft.com/office/drawing/2014/main" id="{92826956-9CD5-4232-9877-C8CE3F95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" y="4778346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验</a:t>
            </a:r>
          </a:p>
        </p:txBody>
      </p:sp>
      <p:sp>
        <p:nvSpPr>
          <p:cNvPr id="403" name="p35-文本-0403">
            <a:extLst xmlns:a="http://schemas.openxmlformats.org/drawingml/2006/main">
              <a:ext uri="{FF2B5EF4-FFF2-40B4-BE49-F238E27FC236}">
                <a16:creationId xmlns:a16="http://schemas.microsoft.com/office/drawing/2014/main" id="{683EBDFA-10A5-416E-8B7E-5A181EA7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" y="5111721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证</a:t>
            </a:r>
          </a:p>
        </p:txBody>
      </p:sp>
      <p:sp>
        <p:nvSpPr>
          <p:cNvPr id="404" name="p35-矩形-0404">
            <a:extLst xmlns:a="http://schemas.openxmlformats.org/drawingml/2006/main">
              <a:ext uri="{FF2B5EF4-FFF2-40B4-BE49-F238E27FC236}">
                <a16:creationId xmlns:a16="http://schemas.microsoft.com/office/drawing/2014/main" id="{D478F936-8621-4494-AF28-C882EF1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47053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  <a:prstDash val="dash"/>
          </a:ln>
        </p:spPr>
      </p:sp>
      <p:sp>
        <p:nvSpPr>
          <p:cNvPr id="405" name="p35-矩形-0405">
            <a:extLst xmlns:a="http://schemas.openxmlformats.org/drawingml/2006/main">
              <a:ext uri="{FF2B5EF4-FFF2-40B4-BE49-F238E27FC236}">
                <a16:creationId xmlns:a16="http://schemas.microsoft.com/office/drawing/2014/main" id="{0EA0CEE0-9CE6-40A5-9CFB-4C9B3BB8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B7B7"/>
            </a:solidFill>
          </a:ln>
        </p:spPr>
      </p:sp>
      <p:sp>
        <p:nvSpPr>
          <p:cNvPr id="406" name="p35-椭圆-0406">
            <a:extLst xmlns:a="http://schemas.openxmlformats.org/drawingml/2006/main">
              <a:ext uri="{FF2B5EF4-FFF2-40B4-BE49-F238E27FC236}">
                <a16:creationId xmlns:a16="http://schemas.microsoft.com/office/drawing/2014/main" id="{0A96F483-69DC-4648-A4CF-008C357C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07" name="p35-椭圆-0407">
            <a:extLst xmlns:a="http://schemas.openxmlformats.org/drawingml/2006/main">
              <a:ext uri="{FF2B5EF4-FFF2-40B4-BE49-F238E27FC236}">
                <a16:creationId xmlns:a16="http://schemas.microsoft.com/office/drawing/2014/main" id="{588BC38A-4B0A-49A2-9C9B-58BAC2F0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08" name="p35-椭圆-0408">
            <a:extLst xmlns:a="http://schemas.openxmlformats.org/drawingml/2006/main">
              <a:ext uri="{FF2B5EF4-FFF2-40B4-BE49-F238E27FC236}">
                <a16:creationId xmlns:a16="http://schemas.microsoft.com/office/drawing/2014/main" id="{7C206FB6-3257-4E91-BD01-8BD7B21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09" name="p35-椭圆-0409">
            <a:extLst xmlns:a="http://schemas.openxmlformats.org/drawingml/2006/main">
              <a:ext uri="{FF2B5EF4-FFF2-40B4-BE49-F238E27FC236}">
                <a16:creationId xmlns:a16="http://schemas.microsoft.com/office/drawing/2014/main" id="{63D0C472-0BD2-49E0-BDC2-AECD1985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0" name="p35-椭圆-0410">
            <a:extLst xmlns:a="http://schemas.openxmlformats.org/drawingml/2006/main">
              <a:ext uri="{FF2B5EF4-FFF2-40B4-BE49-F238E27FC236}">
                <a16:creationId xmlns:a16="http://schemas.microsoft.com/office/drawing/2014/main" id="{0097F123-21CC-47A4-97D1-D70AA18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11" name="p35-椭圆-0411">
            <a:extLst xmlns:a="http://schemas.openxmlformats.org/drawingml/2006/main">
              <a:ext uri="{FF2B5EF4-FFF2-40B4-BE49-F238E27FC236}">
                <a16:creationId xmlns:a16="http://schemas.microsoft.com/office/drawing/2014/main" id="{CF5C61C7-2817-4012-A54E-B65A2DDF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12" name="p35-椭圆-0412">
            <a:extLst xmlns:a="http://schemas.openxmlformats.org/drawingml/2006/main">
              <a:ext uri="{FF2B5EF4-FFF2-40B4-BE49-F238E27FC236}">
                <a16:creationId xmlns:a16="http://schemas.microsoft.com/office/drawing/2014/main" id="{4898026C-B376-4EDE-9C93-80C4404A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13" name="p35-椭圆-0413">
            <a:extLst xmlns:a="http://schemas.openxmlformats.org/drawingml/2006/main">
              <a:ext uri="{FF2B5EF4-FFF2-40B4-BE49-F238E27FC236}">
                <a16:creationId xmlns:a16="http://schemas.microsoft.com/office/drawing/2014/main" id="{66870BA0-1072-412D-B834-2D6F50F0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14" name="p35-椭圆-0414">
            <a:extLst xmlns:a="http://schemas.openxmlformats.org/drawingml/2006/main">
              <a:ext uri="{FF2B5EF4-FFF2-40B4-BE49-F238E27FC236}">
                <a16:creationId xmlns:a16="http://schemas.microsoft.com/office/drawing/2014/main" id="{331A8B90-1477-46BA-996F-1E2FEC03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15" name="p35-椭圆-0415">
            <a:extLst xmlns:a="http://schemas.openxmlformats.org/drawingml/2006/main">
              <a:ext uri="{FF2B5EF4-FFF2-40B4-BE49-F238E27FC236}">
                <a16:creationId xmlns:a16="http://schemas.microsoft.com/office/drawing/2014/main" id="{C9B6A1C1-D3E2-4450-A514-8A1926B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6" name="p35-椭圆-0416">
            <a:extLst xmlns:a="http://schemas.openxmlformats.org/drawingml/2006/main">
              <a:ext uri="{FF2B5EF4-FFF2-40B4-BE49-F238E27FC236}">
                <a16:creationId xmlns:a16="http://schemas.microsoft.com/office/drawing/2014/main" id="{C349D994-56AA-48E3-9AED-A57FBB0C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7" name="p35-椭圆-0417">
            <a:extLst xmlns:a="http://schemas.openxmlformats.org/drawingml/2006/main">
              <a:ext uri="{FF2B5EF4-FFF2-40B4-BE49-F238E27FC236}">
                <a16:creationId xmlns:a16="http://schemas.microsoft.com/office/drawing/2014/main" id="{1EA2116F-E431-461F-AE38-8D18082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48721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8" name="p35-椭圆-0418">
            <a:extLst xmlns:a="http://schemas.openxmlformats.org/drawingml/2006/main">
              <a:ext uri="{FF2B5EF4-FFF2-40B4-BE49-F238E27FC236}">
                <a16:creationId xmlns:a16="http://schemas.microsoft.com/office/drawing/2014/main" id="{F31862F1-13FD-4D10-9C32-E742993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19" name="p35-椭圆-0419">
            <a:extLst xmlns:a="http://schemas.openxmlformats.org/drawingml/2006/main">
              <a:ext uri="{FF2B5EF4-FFF2-40B4-BE49-F238E27FC236}">
                <a16:creationId xmlns:a16="http://schemas.microsoft.com/office/drawing/2014/main" id="{99AF8A33-CC33-4CB6-AC2C-5FDE39C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0" name="p35-椭圆-0420">
            <a:extLst xmlns:a="http://schemas.openxmlformats.org/drawingml/2006/main">
              <a:ext uri="{FF2B5EF4-FFF2-40B4-BE49-F238E27FC236}">
                <a16:creationId xmlns:a16="http://schemas.microsoft.com/office/drawing/2014/main" id="{3E1DAC5F-7C32-46AF-8BF0-0F904AD6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1" name="p35-椭圆-0421">
            <a:extLst xmlns:a="http://schemas.openxmlformats.org/drawingml/2006/main">
              <a:ext uri="{FF2B5EF4-FFF2-40B4-BE49-F238E27FC236}">
                <a16:creationId xmlns:a16="http://schemas.microsoft.com/office/drawing/2014/main" id="{E13DB3E4-11FA-4992-8557-10FA2DF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22" name="p35-椭圆-0422">
            <a:extLst xmlns:a="http://schemas.openxmlformats.org/drawingml/2006/main">
              <a:ext uri="{FF2B5EF4-FFF2-40B4-BE49-F238E27FC236}">
                <a16:creationId xmlns:a16="http://schemas.microsoft.com/office/drawing/2014/main" id="{BBB0DFFD-3C73-413B-9B43-5506AF84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23" name="p35-椭圆-0423">
            <a:extLst xmlns:a="http://schemas.openxmlformats.org/drawingml/2006/main">
              <a:ext uri="{FF2B5EF4-FFF2-40B4-BE49-F238E27FC236}">
                <a16:creationId xmlns:a16="http://schemas.microsoft.com/office/drawing/2014/main" id="{3C610B21-FCC5-49A9-86DE-BE529B52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24" name="p35-椭圆-0424">
            <a:extLst xmlns:a="http://schemas.openxmlformats.org/drawingml/2006/main">
              <a:ext uri="{FF2B5EF4-FFF2-40B4-BE49-F238E27FC236}">
                <a16:creationId xmlns:a16="http://schemas.microsoft.com/office/drawing/2014/main" id="{FF303ECB-B689-476D-9DD9-3EC75C22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25" name="p35-椭圆-0425">
            <a:extLst xmlns:a="http://schemas.openxmlformats.org/drawingml/2006/main">
              <a:ext uri="{FF2B5EF4-FFF2-40B4-BE49-F238E27FC236}">
                <a16:creationId xmlns:a16="http://schemas.microsoft.com/office/drawing/2014/main" id="{2F2AE1E4-9922-4266-ADA7-418266FF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26" name="p35-椭圆-0426">
            <a:extLst xmlns:a="http://schemas.openxmlformats.org/drawingml/2006/main">
              <a:ext uri="{FF2B5EF4-FFF2-40B4-BE49-F238E27FC236}">
                <a16:creationId xmlns:a16="http://schemas.microsoft.com/office/drawing/2014/main" id="{8FDF4CE4-35B2-4903-BE90-7B25D7C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7" name="p35-椭圆-0427">
            <a:extLst xmlns:a="http://schemas.openxmlformats.org/drawingml/2006/main">
              <a:ext uri="{FF2B5EF4-FFF2-40B4-BE49-F238E27FC236}">
                <a16:creationId xmlns:a16="http://schemas.microsoft.com/office/drawing/2014/main" id="{6D123088-CCFD-4A9E-8B97-F44D1CF1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8" name="p35-椭圆-0428">
            <a:extLst xmlns:a="http://schemas.openxmlformats.org/drawingml/2006/main">
              <a:ext uri="{FF2B5EF4-FFF2-40B4-BE49-F238E27FC236}">
                <a16:creationId xmlns:a16="http://schemas.microsoft.com/office/drawing/2014/main" id="{D350D223-13DA-43DC-A70C-0C2FFCC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29" name="p35-椭圆-0429">
            <a:extLst xmlns:a="http://schemas.openxmlformats.org/drawingml/2006/main">
              <a:ext uri="{FF2B5EF4-FFF2-40B4-BE49-F238E27FC236}">
                <a16:creationId xmlns:a16="http://schemas.microsoft.com/office/drawing/2014/main" id="{C465D3D5-28B1-4C14-B030-BEC7382F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49610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30" name="p35-椭圆-0430">
            <a:extLst xmlns:a="http://schemas.openxmlformats.org/drawingml/2006/main">
              <a:ext uri="{FF2B5EF4-FFF2-40B4-BE49-F238E27FC236}">
                <a16:creationId xmlns:a16="http://schemas.microsoft.com/office/drawing/2014/main" id="{6226E88D-602D-4D99-848A-45E1727E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1" name="p35-椭圆-0431">
            <a:extLst xmlns:a="http://schemas.openxmlformats.org/drawingml/2006/main">
              <a:ext uri="{FF2B5EF4-FFF2-40B4-BE49-F238E27FC236}">
                <a16:creationId xmlns:a16="http://schemas.microsoft.com/office/drawing/2014/main" id="{9ABD8C53-FE2D-4D2D-B358-A0FE7097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2" name="p35-椭圆-0432">
            <a:extLst xmlns:a="http://schemas.openxmlformats.org/drawingml/2006/main">
              <a:ext uri="{FF2B5EF4-FFF2-40B4-BE49-F238E27FC236}">
                <a16:creationId xmlns:a16="http://schemas.microsoft.com/office/drawing/2014/main" id="{0C63B9DA-3AC0-49F7-9104-2EB5E3AF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33" name="p35-椭圆-0433">
            <a:extLst xmlns:a="http://schemas.openxmlformats.org/drawingml/2006/main">
              <a:ext uri="{FF2B5EF4-FFF2-40B4-BE49-F238E27FC236}">
                <a16:creationId xmlns:a16="http://schemas.microsoft.com/office/drawing/2014/main" id="{F14946B5-FEF0-488C-9B25-233B0751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34" name="p35-椭圆-0434">
            <a:extLst xmlns:a="http://schemas.openxmlformats.org/drawingml/2006/main">
              <a:ext uri="{FF2B5EF4-FFF2-40B4-BE49-F238E27FC236}">
                <a16:creationId xmlns:a16="http://schemas.microsoft.com/office/drawing/2014/main" id="{E6105894-E6D4-4C22-AF8A-BEC5535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35" name="p35-椭圆-0435">
            <a:extLst xmlns:a="http://schemas.openxmlformats.org/drawingml/2006/main">
              <a:ext uri="{FF2B5EF4-FFF2-40B4-BE49-F238E27FC236}">
                <a16:creationId xmlns:a16="http://schemas.microsoft.com/office/drawing/2014/main" id="{EA78BF9A-A647-4485-9EE8-36F1BF9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36" name="p35-椭圆-0436">
            <a:extLst xmlns:a="http://schemas.openxmlformats.org/drawingml/2006/main">
              <a:ext uri="{FF2B5EF4-FFF2-40B4-BE49-F238E27FC236}">
                <a16:creationId xmlns:a16="http://schemas.microsoft.com/office/drawing/2014/main" id="{9344BDE4-3DA7-46D6-A74B-D7B83FDA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37" name="p35-椭圆-0437">
            <a:extLst xmlns:a="http://schemas.openxmlformats.org/drawingml/2006/main">
              <a:ext uri="{FF2B5EF4-FFF2-40B4-BE49-F238E27FC236}">
                <a16:creationId xmlns:a16="http://schemas.microsoft.com/office/drawing/2014/main" id="{A45F7468-1D9E-4A8A-9F06-0542EFE4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38" name="p35-椭圆-0438">
            <a:extLst xmlns:a="http://schemas.openxmlformats.org/drawingml/2006/main">
              <a:ext uri="{FF2B5EF4-FFF2-40B4-BE49-F238E27FC236}">
                <a16:creationId xmlns:a16="http://schemas.microsoft.com/office/drawing/2014/main" id="{BE56AD71-9F52-4E33-9AB5-104C057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39" name="p35-椭圆-0439">
            <a:extLst xmlns:a="http://schemas.openxmlformats.org/drawingml/2006/main">
              <a:ext uri="{FF2B5EF4-FFF2-40B4-BE49-F238E27FC236}">
                <a16:creationId xmlns:a16="http://schemas.microsoft.com/office/drawing/2014/main" id="{737E594B-2B80-4E1F-A12B-88862930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0" name="p35-椭圆-0440">
            <a:extLst xmlns:a="http://schemas.openxmlformats.org/drawingml/2006/main">
              <a:ext uri="{FF2B5EF4-FFF2-40B4-BE49-F238E27FC236}">
                <a16:creationId xmlns:a16="http://schemas.microsoft.com/office/drawing/2014/main" id="{06EBD51B-63CF-4B75-BA59-D9D3EF9A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41" name="p35-椭圆-0441">
            <a:extLst xmlns:a="http://schemas.openxmlformats.org/drawingml/2006/main">
              <a:ext uri="{FF2B5EF4-FFF2-40B4-BE49-F238E27FC236}">
                <a16:creationId xmlns:a16="http://schemas.microsoft.com/office/drawing/2014/main" id="{E474B210-3DFC-4653-81AF-F5F8EC9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50499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42" name="p35-椭圆-0442">
            <a:extLst xmlns:a="http://schemas.openxmlformats.org/drawingml/2006/main">
              <a:ext uri="{FF2B5EF4-FFF2-40B4-BE49-F238E27FC236}">
                <a16:creationId xmlns:a16="http://schemas.microsoft.com/office/drawing/2014/main" id="{8D40AA4E-C9D2-493E-8287-EB757393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3" name="p35-椭圆-0443">
            <a:extLst xmlns:a="http://schemas.openxmlformats.org/drawingml/2006/main">
              <a:ext uri="{FF2B5EF4-FFF2-40B4-BE49-F238E27FC236}">
                <a16:creationId xmlns:a16="http://schemas.microsoft.com/office/drawing/2014/main" id="{BE5B4876-FCB4-4416-878A-A38D498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44" name="p35-椭圆-0444">
            <a:extLst xmlns:a="http://schemas.openxmlformats.org/drawingml/2006/main">
              <a:ext uri="{FF2B5EF4-FFF2-40B4-BE49-F238E27FC236}">
                <a16:creationId xmlns:a16="http://schemas.microsoft.com/office/drawing/2014/main" id="{6ABB54AC-E65D-4A5E-AF72-D848C52D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45" name="p35-椭圆-0445">
            <a:extLst xmlns:a="http://schemas.openxmlformats.org/drawingml/2006/main">
              <a:ext uri="{FF2B5EF4-FFF2-40B4-BE49-F238E27FC236}">
                <a16:creationId xmlns:a16="http://schemas.microsoft.com/office/drawing/2014/main" id="{D4DE83A3-BCDA-420A-B0E9-1952FCD2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46" name="p35-椭圆-0446">
            <a:extLst xmlns:a="http://schemas.openxmlformats.org/drawingml/2006/main">
              <a:ext uri="{FF2B5EF4-FFF2-40B4-BE49-F238E27FC236}">
                <a16:creationId xmlns:a16="http://schemas.microsoft.com/office/drawing/2014/main" id="{2490B881-D6D3-44D7-BFD3-2B329528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47" name="p35-椭圆-0447">
            <a:extLst xmlns:a="http://schemas.openxmlformats.org/drawingml/2006/main">
              <a:ext uri="{FF2B5EF4-FFF2-40B4-BE49-F238E27FC236}">
                <a16:creationId xmlns:a16="http://schemas.microsoft.com/office/drawing/2014/main" id="{C8AF1557-88A4-4A5C-8253-9498D49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48" name="p35-椭圆-0448">
            <a:extLst xmlns:a="http://schemas.openxmlformats.org/drawingml/2006/main">
              <a:ext uri="{FF2B5EF4-FFF2-40B4-BE49-F238E27FC236}">
                <a16:creationId xmlns:a16="http://schemas.microsoft.com/office/drawing/2014/main" id="{DC0D4B9A-67CA-402F-828B-A01D373B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49" name="p35-椭圆-0449">
            <a:extLst xmlns:a="http://schemas.openxmlformats.org/drawingml/2006/main">
              <a:ext uri="{FF2B5EF4-FFF2-40B4-BE49-F238E27FC236}">
                <a16:creationId xmlns:a16="http://schemas.microsoft.com/office/drawing/2014/main" id="{2637AE79-2C28-4E97-8A49-E75A8E76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50" name="p35-椭圆-0450">
            <a:extLst xmlns:a="http://schemas.openxmlformats.org/drawingml/2006/main">
              <a:ext uri="{FF2B5EF4-FFF2-40B4-BE49-F238E27FC236}">
                <a16:creationId xmlns:a16="http://schemas.microsoft.com/office/drawing/2014/main" id="{3FC8CA79-5D33-4FB3-A29D-BF79510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51" name="p35-椭圆-0451">
            <a:extLst xmlns:a="http://schemas.openxmlformats.org/drawingml/2006/main">
              <a:ext uri="{FF2B5EF4-FFF2-40B4-BE49-F238E27FC236}">
                <a16:creationId xmlns:a16="http://schemas.microsoft.com/office/drawing/2014/main" id="{F5A22865-2233-4F4E-8599-3CE6697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52" name="p35-椭圆-0452">
            <a:extLst xmlns:a="http://schemas.openxmlformats.org/drawingml/2006/main">
              <a:ext uri="{FF2B5EF4-FFF2-40B4-BE49-F238E27FC236}">
                <a16:creationId xmlns:a16="http://schemas.microsoft.com/office/drawing/2014/main" id="{1A495223-8F27-4861-ADC7-A97AC5CF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53" name="p35-椭圆-0453">
            <a:extLst xmlns:a="http://schemas.openxmlformats.org/drawingml/2006/main">
              <a:ext uri="{FF2B5EF4-FFF2-40B4-BE49-F238E27FC236}">
                <a16:creationId xmlns:a16="http://schemas.microsoft.com/office/drawing/2014/main" id="{C5FF9B64-0526-4AB2-945E-796BFB27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51388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4" name="p35-椭圆-0454">
            <a:extLst xmlns:a="http://schemas.openxmlformats.org/drawingml/2006/main">
              <a:ext uri="{FF2B5EF4-FFF2-40B4-BE49-F238E27FC236}">
                <a16:creationId xmlns:a16="http://schemas.microsoft.com/office/drawing/2014/main" id="{316B5351-7F6B-44C7-99DF-A72A5966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55" name="p35-椭圆-0455">
            <a:extLst xmlns:a="http://schemas.openxmlformats.org/drawingml/2006/main">
              <a:ext uri="{FF2B5EF4-FFF2-40B4-BE49-F238E27FC236}">
                <a16:creationId xmlns:a16="http://schemas.microsoft.com/office/drawing/2014/main" id="{9503FD27-1999-46D1-91B8-B99EFF6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56" name="p35-椭圆-0456">
            <a:extLst xmlns:a="http://schemas.openxmlformats.org/drawingml/2006/main">
              <a:ext uri="{FF2B5EF4-FFF2-40B4-BE49-F238E27FC236}">
                <a16:creationId xmlns:a16="http://schemas.microsoft.com/office/drawing/2014/main" id="{9D21EB65-3BFA-4B19-8D75-1E138C8A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7" name="p35-椭圆-0457">
            <a:extLst xmlns:a="http://schemas.openxmlformats.org/drawingml/2006/main">
              <a:ext uri="{FF2B5EF4-FFF2-40B4-BE49-F238E27FC236}">
                <a16:creationId xmlns:a16="http://schemas.microsoft.com/office/drawing/2014/main" id="{2F811198-6EAB-44DC-AAF1-E27A425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8" name="p35-椭圆-0458">
            <a:extLst xmlns:a="http://schemas.openxmlformats.org/drawingml/2006/main">
              <a:ext uri="{FF2B5EF4-FFF2-40B4-BE49-F238E27FC236}">
                <a16:creationId xmlns:a16="http://schemas.microsoft.com/office/drawing/2014/main" id="{349DC850-1399-469D-98FD-E963082E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59" name="p35-椭圆-0459">
            <a:extLst xmlns:a="http://schemas.openxmlformats.org/drawingml/2006/main">
              <a:ext uri="{FF2B5EF4-FFF2-40B4-BE49-F238E27FC236}">
                <a16:creationId xmlns:a16="http://schemas.microsoft.com/office/drawing/2014/main" id="{650EEC36-5BAF-4593-96C5-8E60F0FE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60" name="p35-椭圆-0460">
            <a:extLst xmlns:a="http://schemas.openxmlformats.org/drawingml/2006/main">
              <a:ext uri="{FF2B5EF4-FFF2-40B4-BE49-F238E27FC236}">
                <a16:creationId xmlns:a16="http://schemas.microsoft.com/office/drawing/2014/main" id="{BB646E78-97B3-4BAC-BA9D-19891596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1" name="p35-椭圆-0461">
            <a:extLst xmlns:a="http://schemas.openxmlformats.org/drawingml/2006/main">
              <a:ext uri="{FF2B5EF4-FFF2-40B4-BE49-F238E27FC236}">
                <a16:creationId xmlns:a16="http://schemas.microsoft.com/office/drawing/2014/main" id="{4520F83C-EE2A-40C6-AB6B-132A911E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2" name="p35-椭圆-0462">
            <a:extLst xmlns:a="http://schemas.openxmlformats.org/drawingml/2006/main">
              <a:ext uri="{FF2B5EF4-FFF2-40B4-BE49-F238E27FC236}">
                <a16:creationId xmlns:a16="http://schemas.microsoft.com/office/drawing/2014/main" id="{70CA46F2-636D-4761-97F3-74BF02E7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63" name="p35-椭圆-0463">
            <a:extLst xmlns:a="http://schemas.openxmlformats.org/drawingml/2006/main">
              <a:ext uri="{FF2B5EF4-FFF2-40B4-BE49-F238E27FC236}">
                <a16:creationId xmlns:a16="http://schemas.microsoft.com/office/drawing/2014/main" id="{BD15A93C-897E-44AD-9FE5-BEDFC25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64" name="p35-椭圆-0464">
            <a:extLst xmlns:a="http://schemas.openxmlformats.org/drawingml/2006/main">
              <a:ext uri="{FF2B5EF4-FFF2-40B4-BE49-F238E27FC236}">
                <a16:creationId xmlns:a16="http://schemas.microsoft.com/office/drawing/2014/main" id="{CF47D69E-0CB2-4F86-B91B-35A4D9F9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5" name="p35-椭圆-0465">
            <a:extLst xmlns:a="http://schemas.openxmlformats.org/drawingml/2006/main">
              <a:ext uri="{FF2B5EF4-FFF2-40B4-BE49-F238E27FC236}">
                <a16:creationId xmlns:a16="http://schemas.microsoft.com/office/drawing/2014/main" id="{3FA04029-EA7F-404E-AB76-7D77949D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52277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6" name="p35-椭圆-0466">
            <a:extLst xmlns:a="http://schemas.openxmlformats.org/drawingml/2006/main">
              <a:ext uri="{FF2B5EF4-FFF2-40B4-BE49-F238E27FC236}">
                <a16:creationId xmlns:a16="http://schemas.microsoft.com/office/drawing/2014/main" id="{3DF05004-0DDA-45CF-9272-627B34B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67" name="p35-椭圆-0467">
            <a:extLst xmlns:a="http://schemas.openxmlformats.org/drawingml/2006/main">
              <a:ext uri="{FF2B5EF4-FFF2-40B4-BE49-F238E27FC236}">
                <a16:creationId xmlns:a16="http://schemas.microsoft.com/office/drawing/2014/main" id="{F90A8282-CF6C-4F76-93E4-E7F232F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8" name="p35-椭圆-0468">
            <a:extLst xmlns:a="http://schemas.openxmlformats.org/drawingml/2006/main">
              <a:ext uri="{FF2B5EF4-FFF2-40B4-BE49-F238E27FC236}">
                <a16:creationId xmlns:a16="http://schemas.microsoft.com/office/drawing/2014/main" id="{9CC7696E-583D-4F36-802D-B35891B0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69" name="p35-椭圆-0469">
            <a:extLst xmlns:a="http://schemas.openxmlformats.org/drawingml/2006/main">
              <a:ext uri="{FF2B5EF4-FFF2-40B4-BE49-F238E27FC236}">
                <a16:creationId xmlns:a16="http://schemas.microsoft.com/office/drawing/2014/main" id="{1FB248AF-8743-4C5B-84D6-08922AF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0" name="p35-椭圆-0470">
            <a:extLst xmlns:a="http://schemas.openxmlformats.org/drawingml/2006/main">
              <a:ext uri="{FF2B5EF4-FFF2-40B4-BE49-F238E27FC236}">
                <a16:creationId xmlns:a16="http://schemas.microsoft.com/office/drawing/2014/main" id="{02208289-46E8-45F1-96DC-3E96DC1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71" name="p35-椭圆-0471">
            <a:extLst xmlns:a="http://schemas.openxmlformats.org/drawingml/2006/main">
              <a:ext uri="{FF2B5EF4-FFF2-40B4-BE49-F238E27FC236}">
                <a16:creationId xmlns:a16="http://schemas.microsoft.com/office/drawing/2014/main" id="{2A56DBDF-5741-432D-9D79-D59806FF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72" name="p35-椭圆-0472">
            <a:extLst xmlns:a="http://schemas.openxmlformats.org/drawingml/2006/main">
              <a:ext uri="{FF2B5EF4-FFF2-40B4-BE49-F238E27FC236}">
                <a16:creationId xmlns:a16="http://schemas.microsoft.com/office/drawing/2014/main" id="{FE98401E-099F-47B0-9C73-295ADBA2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73" name="p35-椭圆-0473">
            <a:extLst xmlns:a="http://schemas.openxmlformats.org/drawingml/2006/main">
              <a:ext uri="{FF2B5EF4-FFF2-40B4-BE49-F238E27FC236}">
                <a16:creationId xmlns:a16="http://schemas.microsoft.com/office/drawing/2014/main" id="{071E17D7-F420-4BA8-8025-B781119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74" name="p35-椭圆-0474">
            <a:extLst xmlns:a="http://schemas.openxmlformats.org/drawingml/2006/main">
              <a:ext uri="{FF2B5EF4-FFF2-40B4-BE49-F238E27FC236}">
                <a16:creationId xmlns:a16="http://schemas.microsoft.com/office/drawing/2014/main" id="{C4D52E69-2AA6-461C-A9FC-8BF5ED4F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75" name="p35-椭圆-0475">
            <a:extLst xmlns:a="http://schemas.openxmlformats.org/drawingml/2006/main">
              <a:ext uri="{FF2B5EF4-FFF2-40B4-BE49-F238E27FC236}">
                <a16:creationId xmlns:a16="http://schemas.microsoft.com/office/drawing/2014/main" id="{964285A7-CCC5-41B4-9C3F-6D751B0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6" name="p35-椭圆-0476">
            <a:extLst xmlns:a="http://schemas.openxmlformats.org/drawingml/2006/main">
              <a:ext uri="{FF2B5EF4-FFF2-40B4-BE49-F238E27FC236}">
                <a16:creationId xmlns:a16="http://schemas.microsoft.com/office/drawing/2014/main" id="{8FA6A7FB-9B13-4B06-9901-8B29604E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7" name="p35-椭圆-0477">
            <a:extLst xmlns:a="http://schemas.openxmlformats.org/drawingml/2006/main">
              <a:ext uri="{FF2B5EF4-FFF2-40B4-BE49-F238E27FC236}">
                <a16:creationId xmlns:a16="http://schemas.microsoft.com/office/drawing/2014/main" id="{3B56D442-C7B8-4F7F-B026-2E77B0C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53166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78" name="p35-椭圆-0478">
            <a:extLst xmlns:a="http://schemas.openxmlformats.org/drawingml/2006/main">
              <a:ext uri="{FF2B5EF4-FFF2-40B4-BE49-F238E27FC236}">
                <a16:creationId xmlns:a16="http://schemas.microsoft.com/office/drawing/2014/main" id="{F24B474F-9940-4EBC-987F-660808FF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79" name="p35-椭圆-0479">
            <a:extLst xmlns:a="http://schemas.openxmlformats.org/drawingml/2006/main">
              <a:ext uri="{FF2B5EF4-FFF2-40B4-BE49-F238E27FC236}">
                <a16:creationId xmlns:a16="http://schemas.microsoft.com/office/drawing/2014/main" id="{DC499919-1F5B-4C7D-8ECC-54E4374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0" name="p35-椭圆-0480">
            <a:extLst xmlns:a="http://schemas.openxmlformats.org/drawingml/2006/main">
              <a:ext uri="{FF2B5EF4-FFF2-40B4-BE49-F238E27FC236}">
                <a16:creationId xmlns:a16="http://schemas.microsoft.com/office/drawing/2014/main" id="{F3CF3190-BD21-4590-9C49-B9B7826E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1" name="p35-椭圆-0481">
            <a:extLst xmlns:a="http://schemas.openxmlformats.org/drawingml/2006/main">
              <a:ext uri="{FF2B5EF4-FFF2-40B4-BE49-F238E27FC236}">
                <a16:creationId xmlns:a16="http://schemas.microsoft.com/office/drawing/2014/main" id="{052F63F5-CA68-458C-95DE-F222F738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82" name="p35-椭圆-0482">
            <a:extLst xmlns:a="http://schemas.openxmlformats.org/drawingml/2006/main">
              <a:ext uri="{FF2B5EF4-FFF2-40B4-BE49-F238E27FC236}">
                <a16:creationId xmlns:a16="http://schemas.microsoft.com/office/drawing/2014/main" id="{8C184117-8B0A-4FC4-95BA-492209C6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83" name="p35-椭圆-0483">
            <a:extLst xmlns:a="http://schemas.openxmlformats.org/drawingml/2006/main">
              <a:ext uri="{FF2B5EF4-FFF2-40B4-BE49-F238E27FC236}">
                <a16:creationId xmlns:a16="http://schemas.microsoft.com/office/drawing/2014/main" id="{AEB4D738-2D4B-4749-AA61-85FC45E9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84" name="p35-椭圆-0484">
            <a:extLst xmlns:a="http://schemas.openxmlformats.org/drawingml/2006/main">
              <a:ext uri="{FF2B5EF4-FFF2-40B4-BE49-F238E27FC236}">
                <a16:creationId xmlns:a16="http://schemas.microsoft.com/office/drawing/2014/main" id="{F51DA913-53A7-4F80-8FC6-CCDF5F7E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85" name="p35-椭圆-0485">
            <a:extLst xmlns:a="http://schemas.openxmlformats.org/drawingml/2006/main">
              <a:ext uri="{FF2B5EF4-FFF2-40B4-BE49-F238E27FC236}">
                <a16:creationId xmlns:a16="http://schemas.microsoft.com/office/drawing/2014/main" id="{6FDD0C6B-CD30-4292-986B-B97BCE9B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86" name="p35-椭圆-0486">
            <a:extLst xmlns:a="http://schemas.openxmlformats.org/drawingml/2006/main">
              <a:ext uri="{FF2B5EF4-FFF2-40B4-BE49-F238E27FC236}">
                <a16:creationId xmlns:a16="http://schemas.microsoft.com/office/drawing/2014/main" id="{28196425-09C7-4EEB-97B9-1F4CD72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7" name="p35-椭圆-0487">
            <a:extLst xmlns:a="http://schemas.openxmlformats.org/drawingml/2006/main">
              <a:ext uri="{FF2B5EF4-FFF2-40B4-BE49-F238E27FC236}">
                <a16:creationId xmlns:a16="http://schemas.microsoft.com/office/drawing/2014/main" id="{EEC434C3-7356-4372-866A-3D26B32D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8" name="p35-椭圆-0488">
            <a:extLst xmlns:a="http://schemas.openxmlformats.org/drawingml/2006/main">
              <a:ext uri="{FF2B5EF4-FFF2-40B4-BE49-F238E27FC236}">
                <a16:creationId xmlns:a16="http://schemas.microsoft.com/office/drawing/2014/main" id="{E4A8554F-B04E-4195-8AD5-C8A2AB18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89" name="p35-椭圆-0489">
            <a:extLst xmlns:a="http://schemas.openxmlformats.org/drawingml/2006/main">
              <a:ext uri="{FF2B5EF4-FFF2-40B4-BE49-F238E27FC236}">
                <a16:creationId xmlns:a16="http://schemas.microsoft.com/office/drawing/2014/main" id="{0BBAD64B-6B8D-448F-8740-02F113D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54055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90" name="p35-椭圆-0490">
            <a:extLst xmlns:a="http://schemas.openxmlformats.org/drawingml/2006/main">
              <a:ext uri="{FF2B5EF4-FFF2-40B4-BE49-F238E27FC236}">
                <a16:creationId xmlns:a16="http://schemas.microsoft.com/office/drawing/2014/main" id="{BCCCD2F0-9417-45D0-AAB2-E518B7A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80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1" name="p35-椭圆-0491">
            <a:extLst xmlns:a="http://schemas.openxmlformats.org/drawingml/2006/main">
              <a:ext uri="{FF2B5EF4-FFF2-40B4-BE49-F238E27FC236}">
                <a16:creationId xmlns:a16="http://schemas.microsoft.com/office/drawing/2014/main" id="{AF7B89EC-823F-40D7-90CF-1E83CEE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28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2" name="p35-椭圆-0492">
            <a:extLst xmlns:a="http://schemas.openxmlformats.org/drawingml/2006/main">
              <a:ext uri="{FF2B5EF4-FFF2-40B4-BE49-F238E27FC236}">
                <a16:creationId xmlns:a16="http://schemas.microsoft.com/office/drawing/2014/main" id="{49523E33-5ED4-4BF6-AF42-22B288D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476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93" name="p35-椭圆-0493">
            <a:extLst xmlns:a="http://schemas.openxmlformats.org/drawingml/2006/main">
              <a:ext uri="{FF2B5EF4-FFF2-40B4-BE49-F238E27FC236}">
                <a16:creationId xmlns:a16="http://schemas.microsoft.com/office/drawing/2014/main" id="{9AD207ED-9887-4F7A-A402-52E76F5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24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94" name="p35-椭圆-0494">
            <a:extLst xmlns:a="http://schemas.openxmlformats.org/drawingml/2006/main">
              <a:ext uri="{FF2B5EF4-FFF2-40B4-BE49-F238E27FC236}">
                <a16:creationId xmlns:a16="http://schemas.microsoft.com/office/drawing/2014/main" id="{F719E594-8B5D-4F33-9DC3-AACC577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72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95" name="p35-椭圆-0495">
            <a:extLst xmlns:a="http://schemas.openxmlformats.org/drawingml/2006/main">
              <a:ext uri="{FF2B5EF4-FFF2-40B4-BE49-F238E27FC236}">
                <a16:creationId xmlns:a16="http://schemas.microsoft.com/office/drawing/2014/main" id="{1380BC40-738B-4CB3-ACFD-66ACEB5F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20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83"/>
          </a:solidFill>
          <a:ln xmlns:a="http://schemas.openxmlformats.org/drawingml/2006/main" w="0">
            <a:noFill/>
          </a:ln>
        </p:spPr>
      </p:sp>
      <p:sp>
        <p:nvSpPr>
          <p:cNvPr id="496" name="p35-椭圆-0496">
            <a:extLst xmlns:a="http://schemas.openxmlformats.org/drawingml/2006/main">
              <a:ext uri="{FF2B5EF4-FFF2-40B4-BE49-F238E27FC236}">
                <a16:creationId xmlns:a16="http://schemas.microsoft.com/office/drawing/2014/main" id="{008CDB31-08DD-41B5-A572-2999ADAA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68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497" name="p35-椭圆-0497">
            <a:extLst xmlns:a="http://schemas.openxmlformats.org/drawingml/2006/main">
              <a:ext uri="{FF2B5EF4-FFF2-40B4-BE49-F238E27FC236}">
                <a16:creationId xmlns:a16="http://schemas.microsoft.com/office/drawing/2014/main" id="{9D3F7A6E-577A-4A50-BBFF-6E14B537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16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498" name="p35-椭圆-0498">
            <a:extLst xmlns:a="http://schemas.openxmlformats.org/drawingml/2006/main">
              <a:ext uri="{FF2B5EF4-FFF2-40B4-BE49-F238E27FC236}">
                <a16:creationId xmlns:a16="http://schemas.microsoft.com/office/drawing/2014/main" id="{48339916-60DB-46E8-A37B-6927B74F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65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499" name="p35-椭圆-0499">
            <a:extLst xmlns:a="http://schemas.openxmlformats.org/drawingml/2006/main">
              <a:ext uri="{FF2B5EF4-FFF2-40B4-BE49-F238E27FC236}">
                <a16:creationId xmlns:a16="http://schemas.microsoft.com/office/drawing/2014/main" id="{15F6B1F5-D32F-49A7-90EB-4EB6026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313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8DF"/>
          </a:solidFill>
          <a:ln xmlns:a="http://schemas.openxmlformats.org/drawingml/2006/main" w="0">
            <a:noFill/>
          </a:ln>
        </p:spPr>
      </p:sp>
      <p:sp>
        <p:nvSpPr>
          <p:cNvPr id="500" name="p35-椭圆-0500">
            <a:extLst xmlns:a="http://schemas.openxmlformats.org/drawingml/2006/main">
              <a:ext uri="{FF2B5EF4-FFF2-40B4-BE49-F238E27FC236}">
                <a16:creationId xmlns:a16="http://schemas.microsoft.com/office/drawing/2014/main" id="{504BA289-8CCC-43F6-A84C-24AE84AA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1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B8C5"/>
          </a:solidFill>
          <a:ln xmlns:a="http://schemas.openxmlformats.org/drawingml/2006/main" w="0">
            <a:noFill/>
          </a:ln>
        </p:spPr>
      </p:sp>
      <p:sp>
        <p:nvSpPr>
          <p:cNvPr id="501" name="p35-椭圆-0501">
            <a:extLst xmlns:a="http://schemas.openxmlformats.org/drawingml/2006/main">
              <a:ext uri="{FF2B5EF4-FFF2-40B4-BE49-F238E27FC236}">
                <a16:creationId xmlns:a16="http://schemas.microsoft.com/office/drawing/2014/main" id="{0A406AF3-3FE0-4F40-BFC3-EBFCC3D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09" y="5494482"/>
            <a:ext cx="72736" cy="72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90A6"/>
          </a:solidFill>
          <a:ln xmlns:a="http://schemas.openxmlformats.org/drawingml/2006/main" w="0">
            <a:noFill/>
          </a:ln>
        </p:spPr>
      </p:sp>
      <p:sp>
        <p:nvSpPr>
          <p:cNvPr id="502" name="p35-文本-0502">
            <a:extLst xmlns:a="http://schemas.openxmlformats.org/drawingml/2006/main">
              <a:ext uri="{FF2B5EF4-FFF2-40B4-BE49-F238E27FC236}">
                <a16:creationId xmlns:a16="http://schemas.microsoft.com/office/drawing/2014/main" id="{6B24D756-B735-4432-A694-73BAE547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7470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独立实验检验</a:t>
            </a:r>
          </a:p>
        </p:txBody>
      </p:sp>
      <p:sp>
        <p:nvSpPr>
          <p:cNvPr id="503" name="p35-文本-0503">
            <a:extLst xmlns:a="http://schemas.openxmlformats.org/drawingml/2006/main">
              <a:ext uri="{FF2B5EF4-FFF2-40B4-BE49-F238E27FC236}">
                <a16:creationId xmlns:a16="http://schemas.microsoft.com/office/drawing/2014/main" id="{816CA7C7-2A5D-4ACA-8FA7-BC83BC0A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27127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检查重复与偏差</a:t>
            </a:r>
          </a:p>
        </p:txBody>
      </p:sp>
      <p:sp>
        <p:nvSpPr>
          <p:cNvPr id="504" name="p35-矩形-0504">
            <a:extLst xmlns:a="http://schemas.openxmlformats.org/drawingml/2006/main">
              <a:ext uri="{FF2B5EF4-FFF2-40B4-BE49-F238E27FC236}">
                <a16:creationId xmlns:a16="http://schemas.microsoft.com/office/drawing/2014/main" id="{3B15860A-5188-4254-B457-6CFB341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5334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05" name="p35-文本-0505">
            <a:extLst xmlns:a="http://schemas.openxmlformats.org/drawingml/2006/main">
              <a:ext uri="{FF2B5EF4-FFF2-40B4-BE49-F238E27FC236}">
                <a16:creationId xmlns:a16="http://schemas.microsoft.com/office/drawing/2014/main" id="{59C25F2A-33B9-4433-9790-CA5B1F91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189" y="4778346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输</a:t>
            </a:r>
          </a:p>
        </p:txBody>
      </p:sp>
      <p:sp>
        <p:nvSpPr>
          <p:cNvPr id="506" name="p35-文本-0506">
            <a:extLst xmlns:a="http://schemas.openxmlformats.org/drawingml/2006/main">
              <a:ext uri="{FF2B5EF4-FFF2-40B4-BE49-F238E27FC236}">
                <a16:creationId xmlns:a16="http://schemas.microsoft.com/office/drawing/2014/main" id="{F28FE697-6B47-4068-90D3-F0087819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189" y="5111721"/>
            <a:ext cx="267272" cy="32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出</a:t>
            </a:r>
          </a:p>
        </p:txBody>
      </p:sp>
      <p:sp>
        <p:nvSpPr>
          <p:cNvPr id="507" name="p35-矩形-0507">
            <a:extLst xmlns:a="http://schemas.openxmlformats.org/drawingml/2006/main">
              <a:ext uri="{FF2B5EF4-FFF2-40B4-BE49-F238E27FC236}">
                <a16:creationId xmlns:a16="http://schemas.microsoft.com/office/drawing/2014/main" id="{06B5A47D-399B-481A-AFF6-2C5BF529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7053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  <a:prstDash val="dash"/>
          </a:ln>
        </p:spPr>
      </p:sp>
      <p:sp>
        <p:nvSpPr>
          <p:cNvPr id="508" name="p35-文本-0508">
            <a:extLst xmlns:a="http://schemas.openxmlformats.org/drawingml/2006/main">
              <a:ext uri="{FF2B5EF4-FFF2-40B4-BE49-F238E27FC236}">
                <a16:creationId xmlns:a16="http://schemas.microsoft.com/office/drawing/2014/main" id="{B26240AC-CC00-4E32-B54E-3738961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83302"/>
            <a:ext cx="57150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相对响应</a:t>
            </a:r>
          </a:p>
        </p:txBody>
      </p:sp>
      <p:sp>
        <p:nvSpPr>
          <p:cNvPr id="509" name="p35-线-0509">
            <a:extLst xmlns:a="http://schemas.openxmlformats.org/drawingml/2006/main">
              <a:ext uri="{FF2B5EF4-FFF2-40B4-BE49-F238E27FC236}">
                <a16:creationId xmlns:a16="http://schemas.microsoft.com/office/drawing/2014/main" id="{08E94840-04DE-4E04-86A1-0463EF8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86400"/>
            <a:ext cx="1762125" cy="95"/>
          </a:xfrm>
          <a:custGeom xmlns:a="http://schemas.openxmlformats.org/drawingml/2006/main">
            <a:pathLst>
              <a:path w="1762125" h="9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10" name="p35-线-0510">
            <a:extLst xmlns:a="http://schemas.openxmlformats.org/drawingml/2006/main">
              <a:ext uri="{FF2B5EF4-FFF2-40B4-BE49-F238E27FC236}">
                <a16:creationId xmlns:a16="http://schemas.microsoft.com/office/drawing/2014/main" id="{CDC83148-A497-4A36-A322-BDB9BFF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48250"/>
            <a:ext cx="95" cy="438150"/>
          </a:xfrm>
          <a:custGeom xmlns:a="http://schemas.openxmlformats.org/drawingml/2006/main">
            <a:pathLst>
              <a:path w="9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511" name="p35-线-0511">
            <a:extLst xmlns:a="http://schemas.openxmlformats.org/drawingml/2006/main">
              <a:ext uri="{FF2B5EF4-FFF2-40B4-BE49-F238E27FC236}">
                <a16:creationId xmlns:a16="http://schemas.microsoft.com/office/drawing/2014/main" id="{1B91C0E7-D61C-4461-9898-EE32E42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157788"/>
            <a:ext cx="1762125" cy="95"/>
          </a:xfrm>
          <a:custGeom xmlns:a="http://schemas.openxmlformats.org/drawingml/2006/main">
            <a:pathLst>
              <a:path w="1762125" h="9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12" name="p35-线-0512">
            <a:extLst xmlns:a="http://schemas.openxmlformats.org/drawingml/2006/main">
              <a:ext uri="{FF2B5EF4-FFF2-40B4-BE49-F238E27FC236}">
                <a16:creationId xmlns:a16="http://schemas.microsoft.com/office/drawing/2014/main" id="{7BCCEB42-874D-423F-A037-E582007E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267325"/>
            <a:ext cx="1762125" cy="95"/>
          </a:xfrm>
          <a:custGeom xmlns:a="http://schemas.openxmlformats.org/drawingml/2006/main">
            <a:pathLst>
              <a:path w="1762125" h="9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13" name="p35-线-0513">
            <a:extLst xmlns:a="http://schemas.openxmlformats.org/drawingml/2006/main">
              <a:ext uri="{FF2B5EF4-FFF2-40B4-BE49-F238E27FC236}">
                <a16:creationId xmlns:a16="http://schemas.microsoft.com/office/drawing/2014/main" id="{0498565C-3E76-4BAA-9A59-0F0CA85C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376863"/>
            <a:ext cx="1762125" cy="95"/>
          </a:xfrm>
          <a:custGeom xmlns:a="http://schemas.openxmlformats.org/drawingml/2006/main">
            <a:pathLst>
              <a:path w="1762125" h="9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514" name="p35-路径-0514">
            <a:extLst xmlns:a="http://schemas.openxmlformats.org/drawingml/2006/main">
              <a:ext uri="{FF2B5EF4-FFF2-40B4-BE49-F238E27FC236}">
                <a16:creationId xmlns:a16="http://schemas.microsoft.com/office/drawing/2014/main" id="{E720A126-11B4-48DA-8549-677A09B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122545"/>
            <a:ext cx="1762125" cy="246698"/>
          </a:xfrm>
          <a:custGeom xmlns:a="http://schemas.openxmlformats.org/drawingml/2006/main">
            <a:pathLst>
              <a:path w="1762125" h="246698">
                <a:moveTo>
                  <a:pt x="0" y="0"/>
                </a:moveTo>
                <a:lnTo>
                  <a:pt x="59055" y="18098"/>
                </a:lnTo>
                <a:lnTo>
                  <a:pt x="117157" y="36195"/>
                </a:lnTo>
                <a:lnTo>
                  <a:pt x="176213" y="51435"/>
                </a:lnTo>
                <a:lnTo>
                  <a:pt x="235268" y="66675"/>
                </a:lnTo>
                <a:lnTo>
                  <a:pt x="293370" y="80963"/>
                </a:lnTo>
                <a:lnTo>
                  <a:pt x="352425" y="94298"/>
                </a:lnTo>
                <a:lnTo>
                  <a:pt x="411480" y="106680"/>
                </a:lnTo>
                <a:lnTo>
                  <a:pt x="469582" y="118110"/>
                </a:lnTo>
                <a:lnTo>
                  <a:pt x="528638" y="128588"/>
                </a:lnTo>
                <a:lnTo>
                  <a:pt x="587693" y="139065"/>
                </a:lnTo>
                <a:lnTo>
                  <a:pt x="645795" y="148590"/>
                </a:lnTo>
                <a:lnTo>
                  <a:pt x="704850" y="157163"/>
                </a:lnTo>
                <a:lnTo>
                  <a:pt x="763905" y="165735"/>
                </a:lnTo>
                <a:lnTo>
                  <a:pt x="822007" y="173355"/>
                </a:lnTo>
                <a:lnTo>
                  <a:pt x="881063" y="180023"/>
                </a:lnTo>
                <a:lnTo>
                  <a:pt x="940118" y="186690"/>
                </a:lnTo>
                <a:lnTo>
                  <a:pt x="998220" y="193358"/>
                </a:lnTo>
                <a:lnTo>
                  <a:pt x="1057275" y="199073"/>
                </a:lnTo>
                <a:lnTo>
                  <a:pt x="1116330" y="204788"/>
                </a:lnTo>
                <a:lnTo>
                  <a:pt x="1174432" y="209550"/>
                </a:lnTo>
                <a:lnTo>
                  <a:pt x="1233488" y="214313"/>
                </a:lnTo>
                <a:lnTo>
                  <a:pt x="1292543" y="219075"/>
                </a:lnTo>
                <a:lnTo>
                  <a:pt x="1350645" y="223838"/>
                </a:lnTo>
                <a:lnTo>
                  <a:pt x="1409700" y="227648"/>
                </a:lnTo>
                <a:lnTo>
                  <a:pt x="1468755" y="231458"/>
                </a:lnTo>
                <a:lnTo>
                  <a:pt x="1526857" y="234315"/>
                </a:lnTo>
                <a:lnTo>
                  <a:pt x="1585913" y="238125"/>
                </a:lnTo>
                <a:lnTo>
                  <a:pt x="1644968" y="240983"/>
                </a:lnTo>
                <a:lnTo>
                  <a:pt x="1703070" y="243840"/>
                </a:lnTo>
                <a:lnTo>
                  <a:pt x="1762125" y="24669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F4E79"/>
            </a:solidFill>
          </a:ln>
        </p:spPr>
      </p:sp>
      <p:sp>
        <p:nvSpPr>
          <p:cNvPr id="515" name="p35-椭圆-0515">
            <a:extLst xmlns:a="http://schemas.openxmlformats.org/drawingml/2006/main">
              <a:ext uri="{FF2B5EF4-FFF2-40B4-BE49-F238E27FC236}">
                <a16:creationId xmlns:a16="http://schemas.microsoft.com/office/drawing/2014/main" id="{F90BBE83-022A-4D28-B918-AE34ADC9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405" y="509606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6" name="p35-椭圆-0516">
            <a:extLst xmlns:a="http://schemas.openxmlformats.org/drawingml/2006/main">
              <a:ext uri="{FF2B5EF4-FFF2-40B4-BE49-F238E27FC236}">
                <a16:creationId xmlns:a16="http://schemas.microsoft.com/office/drawing/2014/main" id="{9C9DEE8E-988F-4156-AC40-D1E80F0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5189958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7" name="p35-椭圆-0517">
            <a:extLst xmlns:a="http://schemas.openxmlformats.org/drawingml/2006/main">
              <a:ext uri="{FF2B5EF4-FFF2-40B4-BE49-F238E27FC236}">
                <a16:creationId xmlns:a16="http://schemas.microsoft.com/office/drawing/2014/main" id="{B80CE941-7618-4CED-9243-03201F27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525289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8" name="p35-椭圆-0518">
            <a:extLst xmlns:a="http://schemas.openxmlformats.org/drawingml/2006/main">
              <a:ext uri="{FF2B5EF4-FFF2-40B4-BE49-F238E27FC236}">
                <a16:creationId xmlns:a16="http://schemas.microsoft.com/office/drawing/2014/main" id="{7B5B7830-6937-4C22-B416-2849FE7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529508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9" name="p35-椭圆-0519">
            <a:extLst xmlns:a="http://schemas.openxmlformats.org/drawingml/2006/main">
              <a:ext uri="{FF2B5EF4-FFF2-40B4-BE49-F238E27FC236}">
                <a16:creationId xmlns:a16="http://schemas.microsoft.com/office/drawing/2014/main" id="{FCA89F03-2A1F-435C-9750-698C872B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105" y="532336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20" name="p35-椭圆-0520">
            <a:extLst xmlns:a="http://schemas.openxmlformats.org/drawingml/2006/main">
              <a:ext uri="{FF2B5EF4-FFF2-40B4-BE49-F238E27FC236}">
                <a16:creationId xmlns:a16="http://schemas.microsoft.com/office/drawing/2014/main" id="{B7B5F912-9C04-4158-8615-CA35FD9F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30" y="534232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21" name="p35-路径-0521">
            <a:extLst xmlns:a="http://schemas.openxmlformats.org/drawingml/2006/main">
              <a:ext uri="{FF2B5EF4-FFF2-40B4-BE49-F238E27FC236}">
                <a16:creationId xmlns:a16="http://schemas.microsoft.com/office/drawing/2014/main" id="{7AF4C56F-F748-4DAF-82B6-1D6F254B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122545"/>
            <a:ext cx="1762125" cy="270510"/>
          </a:xfrm>
          <a:custGeom xmlns:a="http://schemas.openxmlformats.org/drawingml/2006/main">
            <a:pathLst>
              <a:path w="1762125" h="270510">
                <a:moveTo>
                  <a:pt x="0" y="0"/>
                </a:moveTo>
                <a:lnTo>
                  <a:pt x="59055" y="27623"/>
                </a:lnTo>
                <a:lnTo>
                  <a:pt x="117157" y="51435"/>
                </a:lnTo>
                <a:lnTo>
                  <a:pt x="176213" y="74295"/>
                </a:lnTo>
                <a:lnTo>
                  <a:pt x="235268" y="94298"/>
                </a:lnTo>
                <a:lnTo>
                  <a:pt x="293370" y="112395"/>
                </a:lnTo>
                <a:lnTo>
                  <a:pt x="352425" y="128588"/>
                </a:lnTo>
                <a:lnTo>
                  <a:pt x="411480" y="143828"/>
                </a:lnTo>
                <a:lnTo>
                  <a:pt x="469582" y="157163"/>
                </a:lnTo>
                <a:lnTo>
                  <a:pt x="528638" y="169545"/>
                </a:lnTo>
                <a:lnTo>
                  <a:pt x="587693" y="180023"/>
                </a:lnTo>
                <a:lnTo>
                  <a:pt x="645795" y="190500"/>
                </a:lnTo>
                <a:lnTo>
                  <a:pt x="704850" y="199073"/>
                </a:lnTo>
                <a:lnTo>
                  <a:pt x="763905" y="207645"/>
                </a:lnTo>
                <a:lnTo>
                  <a:pt x="822007" y="214313"/>
                </a:lnTo>
                <a:lnTo>
                  <a:pt x="881063" y="220980"/>
                </a:lnTo>
                <a:lnTo>
                  <a:pt x="940118" y="227648"/>
                </a:lnTo>
                <a:lnTo>
                  <a:pt x="998220" y="233363"/>
                </a:lnTo>
                <a:lnTo>
                  <a:pt x="1057275" y="238125"/>
                </a:lnTo>
                <a:lnTo>
                  <a:pt x="1116330" y="241935"/>
                </a:lnTo>
                <a:lnTo>
                  <a:pt x="1174432" y="246698"/>
                </a:lnTo>
                <a:lnTo>
                  <a:pt x="1233488" y="250508"/>
                </a:lnTo>
                <a:lnTo>
                  <a:pt x="1292543" y="253365"/>
                </a:lnTo>
                <a:lnTo>
                  <a:pt x="1350645" y="256223"/>
                </a:lnTo>
                <a:lnTo>
                  <a:pt x="1409700" y="259080"/>
                </a:lnTo>
                <a:lnTo>
                  <a:pt x="1468755" y="261938"/>
                </a:lnTo>
                <a:lnTo>
                  <a:pt x="1526857" y="263843"/>
                </a:lnTo>
                <a:lnTo>
                  <a:pt x="1585913" y="265748"/>
                </a:lnTo>
                <a:lnTo>
                  <a:pt x="1644968" y="267653"/>
                </a:lnTo>
                <a:lnTo>
                  <a:pt x="1703070" y="269558"/>
                </a:lnTo>
                <a:lnTo>
                  <a:pt x="1762125" y="27051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63237"/>
            </a:solidFill>
          </a:ln>
        </p:spPr>
      </p:sp>
      <p:sp>
        <p:nvSpPr>
          <p:cNvPr id="522" name="p35-椭圆-0522">
            <a:extLst xmlns:a="http://schemas.openxmlformats.org/drawingml/2006/main">
              <a:ext uri="{FF2B5EF4-FFF2-40B4-BE49-F238E27FC236}">
                <a16:creationId xmlns:a16="http://schemas.microsoft.com/office/drawing/2014/main" id="{1D23AD3C-5169-4972-99A3-BEFD300C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405" y="509606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3" name="p35-椭圆-0523">
            <a:extLst xmlns:a="http://schemas.openxmlformats.org/drawingml/2006/main">
              <a:ext uri="{FF2B5EF4-FFF2-40B4-BE49-F238E27FC236}">
                <a16:creationId xmlns:a16="http://schemas.microsoft.com/office/drawing/2014/main" id="{1E203535-EB9A-41D9-9E9C-F235353A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522456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4" name="p35-椭圆-0524">
            <a:extLst xmlns:a="http://schemas.openxmlformats.org/drawingml/2006/main">
              <a:ext uri="{FF2B5EF4-FFF2-40B4-BE49-F238E27FC236}">
                <a16:creationId xmlns:a16="http://schemas.microsoft.com/office/drawing/2014/main" id="{85B7FBA1-284C-49DE-BD67-5CC0E53F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529508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5" name="p35-椭圆-0525">
            <a:extLst xmlns:a="http://schemas.openxmlformats.org/drawingml/2006/main">
              <a:ext uri="{FF2B5EF4-FFF2-40B4-BE49-F238E27FC236}">
                <a16:creationId xmlns:a16="http://schemas.microsoft.com/office/drawing/2014/main" id="{3AF401F5-85A0-4B5A-AED9-2595C28C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533378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6" name="p35-椭圆-0526">
            <a:extLst xmlns:a="http://schemas.openxmlformats.org/drawingml/2006/main">
              <a:ext uri="{FF2B5EF4-FFF2-40B4-BE49-F238E27FC236}">
                <a16:creationId xmlns:a16="http://schemas.microsoft.com/office/drawing/2014/main" id="{CAF86765-3370-4FBD-8ED9-4C537465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105" y="535502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7" name="p35-椭圆-0527">
            <a:extLst xmlns:a="http://schemas.openxmlformats.org/drawingml/2006/main">
              <a:ext uri="{FF2B5EF4-FFF2-40B4-BE49-F238E27FC236}">
                <a16:creationId xmlns:a16="http://schemas.microsoft.com/office/drawing/2014/main" id="{BCE55E0B-3824-4F0F-B838-619DEF10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30" y="536668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8" name="p35-路径-0528">
            <a:extLst xmlns:a="http://schemas.openxmlformats.org/drawingml/2006/main">
              <a:ext uri="{FF2B5EF4-FFF2-40B4-BE49-F238E27FC236}">
                <a16:creationId xmlns:a16="http://schemas.microsoft.com/office/drawing/2014/main" id="{5C312556-22A1-4DF9-84B6-15FCF1C2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122545"/>
            <a:ext cx="1762125" cy="280035"/>
          </a:xfrm>
          <a:custGeom xmlns:a="http://schemas.openxmlformats.org/drawingml/2006/main">
            <a:pathLst>
              <a:path w="1762125" h="280035">
                <a:moveTo>
                  <a:pt x="0" y="0"/>
                </a:moveTo>
                <a:lnTo>
                  <a:pt x="59055" y="36195"/>
                </a:lnTo>
                <a:lnTo>
                  <a:pt x="117157" y="66675"/>
                </a:lnTo>
                <a:lnTo>
                  <a:pt x="176213" y="94298"/>
                </a:lnTo>
                <a:lnTo>
                  <a:pt x="235268" y="118110"/>
                </a:lnTo>
                <a:lnTo>
                  <a:pt x="293370" y="139065"/>
                </a:lnTo>
                <a:lnTo>
                  <a:pt x="352425" y="157163"/>
                </a:lnTo>
                <a:lnTo>
                  <a:pt x="411480" y="173355"/>
                </a:lnTo>
                <a:lnTo>
                  <a:pt x="469582" y="186690"/>
                </a:lnTo>
                <a:lnTo>
                  <a:pt x="528638" y="199073"/>
                </a:lnTo>
                <a:lnTo>
                  <a:pt x="587693" y="209550"/>
                </a:lnTo>
                <a:lnTo>
                  <a:pt x="645795" y="219075"/>
                </a:lnTo>
                <a:lnTo>
                  <a:pt x="704850" y="227648"/>
                </a:lnTo>
                <a:lnTo>
                  <a:pt x="763905" y="234315"/>
                </a:lnTo>
                <a:lnTo>
                  <a:pt x="822007" y="240983"/>
                </a:lnTo>
                <a:lnTo>
                  <a:pt x="881063" y="246698"/>
                </a:lnTo>
                <a:lnTo>
                  <a:pt x="940118" y="251460"/>
                </a:lnTo>
                <a:lnTo>
                  <a:pt x="998220" y="255270"/>
                </a:lnTo>
                <a:lnTo>
                  <a:pt x="1057275" y="259080"/>
                </a:lnTo>
                <a:lnTo>
                  <a:pt x="1116330" y="261938"/>
                </a:lnTo>
                <a:lnTo>
                  <a:pt x="1174432" y="264795"/>
                </a:lnTo>
                <a:lnTo>
                  <a:pt x="1233488" y="267653"/>
                </a:lnTo>
                <a:lnTo>
                  <a:pt x="1292543" y="269558"/>
                </a:lnTo>
                <a:lnTo>
                  <a:pt x="1350645" y="271463"/>
                </a:lnTo>
                <a:lnTo>
                  <a:pt x="1409700" y="273368"/>
                </a:lnTo>
                <a:lnTo>
                  <a:pt x="1468755" y="275273"/>
                </a:lnTo>
                <a:lnTo>
                  <a:pt x="1526857" y="276225"/>
                </a:lnTo>
                <a:lnTo>
                  <a:pt x="1585913" y="277178"/>
                </a:lnTo>
                <a:lnTo>
                  <a:pt x="1644968" y="278130"/>
                </a:lnTo>
                <a:lnTo>
                  <a:pt x="1703070" y="279083"/>
                </a:lnTo>
                <a:lnTo>
                  <a:pt x="1762125" y="28003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43434"/>
            </a:solidFill>
          </a:ln>
        </p:spPr>
      </p:sp>
      <p:sp>
        <p:nvSpPr>
          <p:cNvPr id="529" name="p35-椭圆-0529">
            <a:extLst xmlns:a="http://schemas.openxmlformats.org/drawingml/2006/main">
              <a:ext uri="{FF2B5EF4-FFF2-40B4-BE49-F238E27FC236}">
                <a16:creationId xmlns:a16="http://schemas.microsoft.com/office/drawing/2014/main" id="{CAC92072-8E4A-4C7C-8BC5-9FD9304D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405" y="5096066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30" name="p35-椭圆-0530">
            <a:extLst xmlns:a="http://schemas.openxmlformats.org/drawingml/2006/main">
              <a:ext uri="{FF2B5EF4-FFF2-40B4-BE49-F238E27FC236}">
                <a16:creationId xmlns:a16="http://schemas.microsoft.com/office/drawing/2014/main" id="{466C8677-E57C-40F3-B563-650BED5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525289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31" name="p35-椭圆-0531">
            <a:extLst xmlns:a="http://schemas.openxmlformats.org/drawingml/2006/main">
              <a:ext uri="{FF2B5EF4-FFF2-40B4-BE49-F238E27FC236}">
                <a16:creationId xmlns:a16="http://schemas.microsoft.com/office/drawing/2014/main" id="{89DC24C7-E626-4DCB-AD71-D62D848A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532336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32" name="p35-椭圆-0532">
            <a:extLst xmlns:a="http://schemas.openxmlformats.org/drawingml/2006/main">
              <a:ext uri="{FF2B5EF4-FFF2-40B4-BE49-F238E27FC236}">
                <a16:creationId xmlns:a16="http://schemas.microsoft.com/office/drawing/2014/main" id="{28CD7D26-2A03-4AA4-9F93-EF8FDDAC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535502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33" name="p35-椭圆-0533">
            <a:extLst xmlns:a="http://schemas.openxmlformats.org/drawingml/2006/main">
              <a:ext uri="{FF2B5EF4-FFF2-40B4-BE49-F238E27FC236}">
                <a16:creationId xmlns:a16="http://schemas.microsoft.com/office/drawing/2014/main" id="{F51EB25C-D6FF-428D-8787-EF25F03E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105" y="536925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34" name="p35-椭圆-0534">
            <a:extLst xmlns:a="http://schemas.openxmlformats.org/drawingml/2006/main">
              <a:ext uri="{FF2B5EF4-FFF2-40B4-BE49-F238E27FC236}">
                <a16:creationId xmlns:a16="http://schemas.microsoft.com/office/drawing/2014/main" id="{C65C7C65-3967-4913-A354-6BD61DE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30" y="537564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535" name="p35-文本-0535">
            <a:extLst xmlns:a="http://schemas.openxmlformats.org/drawingml/2006/main">
              <a:ext uri="{FF2B5EF4-FFF2-40B4-BE49-F238E27FC236}">
                <a16:creationId xmlns:a16="http://schemas.microsoft.com/office/drawing/2014/main" id="{241BF3BB-863B-4F3D-96FA-35FB1C16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5583427"/>
            <a:ext cx="7048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归一化条件</a:t>
            </a:r>
          </a:p>
        </p:txBody>
      </p:sp>
      <p:sp>
        <p:nvSpPr>
          <p:cNvPr id="536" name="p35-线-0536">
            <a:extLst xmlns:a="http://schemas.openxmlformats.org/drawingml/2006/main">
              <a:ext uri="{FF2B5EF4-FFF2-40B4-BE49-F238E27FC236}">
                <a16:creationId xmlns:a16="http://schemas.microsoft.com/office/drawing/2014/main" id="{7FFE66CF-08C5-4DBE-AE75-6FCFF0BB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863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537" name="p35-文本-0537">
            <a:extLst xmlns:a="http://schemas.openxmlformats.org/drawingml/2006/main">
              <a:ext uri="{FF2B5EF4-FFF2-40B4-BE49-F238E27FC236}">
                <a16:creationId xmlns:a16="http://schemas.microsoft.com/office/drawing/2014/main" id="{8A551FAE-2C5F-470A-95AC-6EE47B76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14083"/>
            <a:ext cx="12754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A</a:t>
            </a:r>
          </a:p>
        </p:txBody>
      </p:sp>
      <p:sp>
        <p:nvSpPr>
          <p:cNvPr id="538" name="p35-线-0538">
            <a:extLst xmlns:a="http://schemas.openxmlformats.org/drawingml/2006/main">
              <a:ext uri="{FF2B5EF4-FFF2-40B4-BE49-F238E27FC236}">
                <a16:creationId xmlns:a16="http://schemas.microsoft.com/office/drawing/2014/main" id="{58C72767-895F-4E30-8AFF-F0C9BEA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48863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539" name="p35-文本-0539">
            <a:extLst xmlns:a="http://schemas.openxmlformats.org/drawingml/2006/main">
              <a:ext uri="{FF2B5EF4-FFF2-40B4-BE49-F238E27FC236}">
                <a16:creationId xmlns:a16="http://schemas.microsoft.com/office/drawing/2014/main" id="{C6E75D57-84CE-45DB-A094-67E3EAE2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48140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</a:p>
        </p:txBody>
      </p:sp>
      <p:sp>
        <p:nvSpPr>
          <p:cNvPr id="540" name="p35-线-0540">
            <a:extLst xmlns:a="http://schemas.openxmlformats.org/drawingml/2006/main">
              <a:ext uri="{FF2B5EF4-FFF2-40B4-BE49-F238E27FC236}">
                <a16:creationId xmlns:a16="http://schemas.microsoft.com/office/drawing/2014/main" id="{2B30183C-A293-46F4-AD07-A5591BA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975" y="488632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3434"/>
            </a:solidFill>
          </a:ln>
        </p:spPr>
      </p:sp>
      <p:sp>
        <p:nvSpPr>
          <p:cNvPr id="541" name="p35-文本-0541">
            <a:extLst xmlns:a="http://schemas.openxmlformats.org/drawingml/2006/main">
              <a:ext uri="{FF2B5EF4-FFF2-40B4-BE49-F238E27FC236}">
                <a16:creationId xmlns:a16="http://schemas.microsoft.com/office/drawing/2014/main" id="{DDC901B0-71D3-4087-8AAE-D468EC53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575" y="4814083"/>
            <a:ext cx="120682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C</a:t>
            </a:r>
          </a:p>
        </p:txBody>
      </p:sp>
      <p:sp>
        <p:nvSpPr>
          <p:cNvPr id="542" name="p35-文本-0542">
            <a:extLst xmlns:a="http://schemas.openxmlformats.org/drawingml/2006/main">
              <a:ext uri="{FF2B5EF4-FFF2-40B4-BE49-F238E27FC236}">
                <a16:creationId xmlns:a16="http://schemas.microsoft.com/office/drawing/2014/main" id="{45A5F0E5-9D7A-4EEF-92BD-C7D69DA4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74702"/>
            <a:ext cx="14441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形成图表与记录</a:t>
            </a:r>
          </a:p>
        </p:txBody>
      </p:sp>
      <p:sp>
        <p:nvSpPr>
          <p:cNvPr id="543" name="p35-文本-0543">
            <a:extLst xmlns:a="http://schemas.openxmlformats.org/drawingml/2006/main">
              <a:ext uri="{FF2B5EF4-FFF2-40B4-BE49-F238E27FC236}">
                <a16:creationId xmlns:a16="http://schemas.microsoft.com/office/drawing/2014/main" id="{8C3F273F-452C-4136-8546-6ACC7D0E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27127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支撑后续复核</a:t>
            </a:r>
          </a:p>
        </p:txBody>
      </p:sp>
      <p:sp>
        <p:nvSpPr>
          <p:cNvPr id="544" name="p35-文本-0544">
            <a:extLst xmlns:a="http://schemas.openxmlformats.org/drawingml/2006/main">
              <a:ext uri="{FF2B5EF4-FFF2-40B4-BE49-F238E27FC236}">
                <a16:creationId xmlns:a16="http://schemas.microsoft.com/office/drawing/2014/main" id="{794E10FD-E923-461C-8170-BBE4D66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35</a:t>
            </a:r>
          </a:p>
        </p:txBody>
      </p:sp>
    </p:spTree>
    <p:extLst>
      <p:ext uri="{BB962C8B-B14F-4D97-AF65-F5344CB8AC3E}">
        <p14:creationId xmlns:p14="http://schemas.microsoft.com/office/powerpoint/2010/main" val="13795825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p36-矩形-0001">
            <a:extLst xmlns:a="http://schemas.openxmlformats.org/drawingml/2006/main">
              <a:ext uri="{FF2B5EF4-FFF2-40B4-BE49-F238E27FC236}">
                <a16:creationId xmlns:a16="http://schemas.microsoft.com/office/drawing/2014/main" id="{5D010A23-21BF-40E8-B02B-8F6A4D04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6-矩形-0002">
            <a:extLst xmlns:a="http://schemas.openxmlformats.org/drawingml/2006/main">
              <a:ext uri="{FF2B5EF4-FFF2-40B4-BE49-F238E27FC236}">
                <a16:creationId xmlns:a16="http://schemas.microsoft.com/office/drawing/2014/main" id="{CF4AD8F6-CDD3-4174-B9C2-BDCF0890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6-文本-0003">
            <a:extLst xmlns:a="http://schemas.openxmlformats.org/drawingml/2006/main">
              <a:ext uri="{FF2B5EF4-FFF2-40B4-BE49-F238E27FC236}">
                <a16:creationId xmlns:a16="http://schemas.microsoft.com/office/drawing/2014/main" id="{243FC5E4-FE5C-4AC9-9A54-2F94E40E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57669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把应用需求逐步收束为可测的科学问题</a:t>
            </a:r>
          </a:p>
        </p:txBody>
      </p:sp>
      <p:sp>
        <p:nvSpPr>
          <p:cNvPr id="4" name="p36-文本-0004">
            <a:extLst xmlns:a="http://schemas.openxmlformats.org/drawingml/2006/main">
              <a:ext uri="{FF2B5EF4-FFF2-40B4-BE49-F238E27FC236}">
                <a16:creationId xmlns:a16="http://schemas.microsoft.com/office/drawing/2014/main" id="{4D550362-29AC-460C-B395-1D27C6A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474516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复杂介质下的响应保持，最终落实到富集与传递效应的分离</a:t>
            </a:r>
          </a:p>
        </p:txBody>
      </p:sp>
      <p:sp>
        <p:nvSpPr>
          <p:cNvPr id="5" name="p36-线-0005">
            <a:extLst xmlns:a="http://schemas.openxmlformats.org/drawingml/2006/main">
              <a:ext uri="{FF2B5EF4-FFF2-40B4-BE49-F238E27FC236}">
                <a16:creationId xmlns:a16="http://schemas.microsoft.com/office/drawing/2014/main" id="{6E7AC44D-F1C2-4052-B526-C9EEE9F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6-矩形-0006">
            <a:extLst xmlns:a="http://schemas.openxmlformats.org/drawingml/2006/main">
              <a:ext uri="{FF2B5EF4-FFF2-40B4-BE49-F238E27FC236}">
                <a16:creationId xmlns:a16="http://schemas.microsoft.com/office/drawing/2014/main" id="{84D0E665-39BF-4B75-93B3-A9731591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191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7" name="p36-矩形-0007">
            <a:extLst xmlns:a="http://schemas.openxmlformats.org/drawingml/2006/main">
              <a:ext uri="{FF2B5EF4-FFF2-40B4-BE49-F238E27FC236}">
                <a16:creationId xmlns:a16="http://schemas.microsoft.com/office/drawing/2014/main" id="{B9115391-8550-403D-941B-9DF8E78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p36-文本-0008">
            <a:extLst xmlns:a="http://schemas.openxmlformats.org/drawingml/2006/main">
              <a:ext uri="{FF2B5EF4-FFF2-40B4-BE49-F238E27FC236}">
                <a16:creationId xmlns:a16="http://schemas.microsoft.com/office/drawing/2014/main" id="{66FEBBB6-037C-4D83-8E52-196336D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97" y="1402649"/>
            <a:ext cx="34444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1 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背景与需求：复杂介质中的持续响应</a:t>
            </a:r>
          </a:p>
        </p:txBody>
      </p:sp>
      <p:sp>
        <p:nvSpPr>
          <p:cNvPr id="9" name="p36-线-0009">
            <a:extLst xmlns:a="http://schemas.openxmlformats.org/drawingml/2006/main">
              <a:ext uri="{FF2B5EF4-FFF2-40B4-BE49-F238E27FC236}">
                <a16:creationId xmlns:a16="http://schemas.microsoft.com/office/drawing/2014/main" id="{F79CAB56-D0CF-423F-B442-B71B355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0" name="p36-线-0010">
            <a:extLst xmlns:a="http://schemas.openxmlformats.org/drawingml/2006/main">
              <a:ext uri="{FF2B5EF4-FFF2-40B4-BE49-F238E27FC236}">
                <a16:creationId xmlns:a16="http://schemas.microsoft.com/office/drawing/2014/main" id="{48785915-0237-4FE7-81EB-BC43C25E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95" cy="619125"/>
          </a:xfrm>
          <a:custGeom xmlns:a="http://schemas.openxmlformats.org/drawingml/2006/main">
            <a:pathLst>
              <a:path w="9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11" name="p36-线-0011">
            <a:extLst xmlns:a="http://schemas.openxmlformats.org/drawingml/2006/main">
              <a:ext uri="{FF2B5EF4-FFF2-40B4-BE49-F238E27FC236}">
                <a16:creationId xmlns:a16="http://schemas.microsoft.com/office/drawing/2014/main" id="{5D525F9E-A0B4-4921-A684-5EC20E0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2" name="p36-文本-0012">
            <a:extLst xmlns:a="http://schemas.openxmlformats.org/drawingml/2006/main">
              <a:ext uri="{FF2B5EF4-FFF2-40B4-BE49-F238E27FC236}">
                <a16:creationId xmlns:a16="http://schemas.microsoft.com/office/drawing/2014/main" id="{CEF6E8B2-347D-41C6-964F-F1C0FE86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392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13" name="p36-线-0013">
            <a:extLst xmlns:a="http://schemas.openxmlformats.org/drawingml/2006/main">
              <a:ext uri="{FF2B5EF4-FFF2-40B4-BE49-F238E27FC236}">
                <a16:creationId xmlns:a16="http://schemas.microsoft.com/office/drawing/2014/main" id="{E885B1AE-8862-4BC7-8340-29F1982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95563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4" name="p36-文本-0014">
            <a:extLst xmlns:a="http://schemas.openxmlformats.org/drawingml/2006/main">
              <a:ext uri="{FF2B5EF4-FFF2-40B4-BE49-F238E27FC236}">
                <a16:creationId xmlns:a16="http://schemas.microsoft.com/office/drawing/2014/main" id="{C3232C1B-3730-4DE8-8676-549802FF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8" y="2524358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15" name="p36-线-0015">
            <a:extLst xmlns:a="http://schemas.openxmlformats.org/drawingml/2006/main">
              <a:ext uri="{FF2B5EF4-FFF2-40B4-BE49-F238E27FC236}">
                <a16:creationId xmlns:a16="http://schemas.microsoft.com/office/drawing/2014/main" id="{CA5A15F3-16BA-41B3-8D0D-963FCDA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6" name="p36-文本-0016">
            <a:extLst xmlns:a="http://schemas.openxmlformats.org/drawingml/2006/main">
              <a:ext uri="{FF2B5EF4-FFF2-40B4-BE49-F238E27FC236}">
                <a16:creationId xmlns:a16="http://schemas.microsoft.com/office/drawing/2014/main" id="{A10F4391-B701-45C4-94F3-B93A7B67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4795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17" name="p36-路径-0017">
            <a:extLst xmlns:a="http://schemas.openxmlformats.org/drawingml/2006/main">
              <a:ext uri="{FF2B5EF4-FFF2-40B4-BE49-F238E27FC236}">
                <a16:creationId xmlns:a16="http://schemas.microsoft.com/office/drawing/2014/main" id="{450B20C2-797D-4581-BFD8-869B790D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64105"/>
            <a:ext cx="1885950" cy="243840"/>
          </a:xfrm>
          <a:custGeom xmlns:a="http://schemas.openxmlformats.org/drawingml/2006/main">
            <a:pathLst>
              <a:path w="1885950" h="243840">
                <a:moveTo>
                  <a:pt x="0" y="1905"/>
                </a:moveTo>
                <a:lnTo>
                  <a:pt x="31432" y="953"/>
                </a:lnTo>
                <a:lnTo>
                  <a:pt x="62865" y="0"/>
                </a:lnTo>
                <a:lnTo>
                  <a:pt x="94298" y="953"/>
                </a:lnTo>
                <a:lnTo>
                  <a:pt x="125730" y="3810"/>
                </a:lnTo>
                <a:lnTo>
                  <a:pt x="157163" y="9525"/>
                </a:lnTo>
                <a:lnTo>
                  <a:pt x="188595" y="16193"/>
                </a:lnTo>
                <a:lnTo>
                  <a:pt x="220027" y="24765"/>
                </a:lnTo>
                <a:lnTo>
                  <a:pt x="251460" y="33338"/>
                </a:lnTo>
                <a:lnTo>
                  <a:pt x="282893" y="42863"/>
                </a:lnTo>
                <a:lnTo>
                  <a:pt x="314325" y="50483"/>
                </a:lnTo>
                <a:lnTo>
                  <a:pt x="345758" y="57150"/>
                </a:lnTo>
                <a:lnTo>
                  <a:pt x="377190" y="61913"/>
                </a:lnTo>
                <a:lnTo>
                  <a:pt x="408623" y="63818"/>
                </a:lnTo>
                <a:lnTo>
                  <a:pt x="440055" y="64770"/>
                </a:lnTo>
                <a:lnTo>
                  <a:pt x="471488" y="63818"/>
                </a:lnTo>
                <a:lnTo>
                  <a:pt x="502920" y="61913"/>
                </a:lnTo>
                <a:lnTo>
                  <a:pt x="534353" y="60960"/>
                </a:lnTo>
                <a:lnTo>
                  <a:pt x="565785" y="60008"/>
                </a:lnTo>
                <a:lnTo>
                  <a:pt x="597217" y="61913"/>
                </a:lnTo>
                <a:lnTo>
                  <a:pt x="628650" y="65723"/>
                </a:lnTo>
                <a:lnTo>
                  <a:pt x="660083" y="70485"/>
                </a:lnTo>
                <a:lnTo>
                  <a:pt x="691515" y="78105"/>
                </a:lnTo>
                <a:lnTo>
                  <a:pt x="722948" y="87630"/>
                </a:lnTo>
                <a:lnTo>
                  <a:pt x="754380" y="96203"/>
                </a:lnTo>
                <a:lnTo>
                  <a:pt x="785813" y="104775"/>
                </a:lnTo>
                <a:lnTo>
                  <a:pt x="817245" y="113348"/>
                </a:lnTo>
                <a:lnTo>
                  <a:pt x="848678" y="119063"/>
                </a:lnTo>
                <a:lnTo>
                  <a:pt x="880110" y="122873"/>
                </a:lnTo>
                <a:lnTo>
                  <a:pt x="911542" y="124778"/>
                </a:lnTo>
                <a:lnTo>
                  <a:pt x="942975" y="123825"/>
                </a:lnTo>
                <a:lnTo>
                  <a:pt x="974408" y="122873"/>
                </a:lnTo>
                <a:lnTo>
                  <a:pt x="1005840" y="120967"/>
                </a:lnTo>
                <a:lnTo>
                  <a:pt x="1037273" y="120015"/>
                </a:lnTo>
                <a:lnTo>
                  <a:pt x="1068705" y="120015"/>
                </a:lnTo>
                <a:lnTo>
                  <a:pt x="1100138" y="122873"/>
                </a:lnTo>
                <a:lnTo>
                  <a:pt x="1131570" y="126683"/>
                </a:lnTo>
                <a:lnTo>
                  <a:pt x="1163003" y="133350"/>
                </a:lnTo>
                <a:lnTo>
                  <a:pt x="1194435" y="140970"/>
                </a:lnTo>
                <a:lnTo>
                  <a:pt x="1225868" y="149542"/>
                </a:lnTo>
                <a:lnTo>
                  <a:pt x="1257300" y="159067"/>
                </a:lnTo>
                <a:lnTo>
                  <a:pt x="1288733" y="167640"/>
                </a:lnTo>
                <a:lnTo>
                  <a:pt x="1320165" y="175260"/>
                </a:lnTo>
                <a:lnTo>
                  <a:pt x="1351598" y="180023"/>
                </a:lnTo>
                <a:lnTo>
                  <a:pt x="1383030" y="182880"/>
                </a:lnTo>
                <a:lnTo>
                  <a:pt x="1414463" y="184785"/>
                </a:lnTo>
                <a:lnTo>
                  <a:pt x="1445895" y="183833"/>
                </a:lnTo>
                <a:lnTo>
                  <a:pt x="1477328" y="182880"/>
                </a:lnTo>
                <a:lnTo>
                  <a:pt x="1508760" y="180975"/>
                </a:lnTo>
                <a:lnTo>
                  <a:pt x="1540193" y="180023"/>
                </a:lnTo>
                <a:lnTo>
                  <a:pt x="1571625" y="180975"/>
                </a:lnTo>
                <a:lnTo>
                  <a:pt x="1603058" y="183833"/>
                </a:lnTo>
                <a:lnTo>
                  <a:pt x="1634490" y="188595"/>
                </a:lnTo>
                <a:lnTo>
                  <a:pt x="1665922" y="195263"/>
                </a:lnTo>
                <a:lnTo>
                  <a:pt x="1697355" y="202883"/>
                </a:lnTo>
                <a:lnTo>
                  <a:pt x="1728788" y="212408"/>
                </a:lnTo>
                <a:lnTo>
                  <a:pt x="1760220" y="221933"/>
                </a:lnTo>
                <a:lnTo>
                  <a:pt x="1791653" y="229553"/>
                </a:lnTo>
                <a:lnTo>
                  <a:pt x="1823085" y="236220"/>
                </a:lnTo>
                <a:lnTo>
                  <a:pt x="1854518" y="240983"/>
                </a:lnTo>
                <a:lnTo>
                  <a:pt x="1885950" y="24384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18" name="p36-椭圆-0018">
            <a:extLst xmlns:a="http://schemas.openxmlformats.org/drawingml/2006/main">
              <a:ext uri="{FF2B5EF4-FFF2-40B4-BE49-F238E27FC236}">
                <a16:creationId xmlns:a16="http://schemas.microsoft.com/office/drawing/2014/main" id="{789D79EE-ECB5-495F-BE83-83E3F18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8" y="233695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p36-椭圆-0019">
            <a:extLst xmlns:a="http://schemas.openxmlformats.org/drawingml/2006/main">
              <a:ext uri="{FF2B5EF4-FFF2-40B4-BE49-F238E27FC236}">
                <a16:creationId xmlns:a16="http://schemas.microsoft.com/office/drawing/2014/main" id="{137CBCD0-2AE7-4656-8315-84489B3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239634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0" name="p36-椭圆-0020">
            <a:extLst xmlns:a="http://schemas.openxmlformats.org/drawingml/2006/main">
              <a:ext uri="{FF2B5EF4-FFF2-40B4-BE49-F238E27FC236}">
                <a16:creationId xmlns:a16="http://schemas.microsoft.com/office/drawing/2014/main" id="{E0316857-46A4-4889-9535-0EAE1936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8" y="243096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1" name="p36-椭圆-0021">
            <a:extLst xmlns:a="http://schemas.openxmlformats.org/drawingml/2006/main">
              <a:ext uri="{FF2B5EF4-FFF2-40B4-BE49-F238E27FC236}">
                <a16:creationId xmlns:a16="http://schemas.microsoft.com/office/drawing/2014/main" id="{BF596749-ADE3-4D2D-BF44-F18450C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618" y="246125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2" name="p36-椭圆-0022">
            <a:extLst xmlns:a="http://schemas.openxmlformats.org/drawingml/2006/main">
              <a:ext uri="{FF2B5EF4-FFF2-40B4-BE49-F238E27FC236}">
                <a16:creationId xmlns:a16="http://schemas.microsoft.com/office/drawing/2014/main" id="{CE4513FA-78F2-4E4B-905C-C4E81673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8" y="251554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p36-椭圆-0023">
            <a:extLst xmlns:a="http://schemas.openxmlformats.org/drawingml/2006/main">
              <a:ext uri="{FF2B5EF4-FFF2-40B4-BE49-F238E27FC236}">
                <a16:creationId xmlns:a16="http://schemas.microsoft.com/office/drawing/2014/main" id="{C313159D-0298-4994-95C4-12AB984D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257837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4" name="p36-路径-0024">
            <a:extLst xmlns:a="http://schemas.openxmlformats.org/drawingml/2006/main">
              <a:ext uri="{FF2B5EF4-FFF2-40B4-BE49-F238E27FC236}">
                <a16:creationId xmlns:a16="http://schemas.microsoft.com/office/drawing/2014/main" id="{C8BB4C19-EEAF-4362-92E4-C3E37B4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55533"/>
            <a:ext cx="1885950" cy="67627"/>
          </a:xfrm>
          <a:custGeom xmlns:a="http://schemas.openxmlformats.org/drawingml/2006/main">
            <a:pathLst>
              <a:path w="1885950" h="67627">
                <a:moveTo>
                  <a:pt x="0" y="10477"/>
                </a:moveTo>
                <a:lnTo>
                  <a:pt x="31432" y="6667"/>
                </a:lnTo>
                <a:lnTo>
                  <a:pt x="62865" y="2857"/>
                </a:lnTo>
                <a:lnTo>
                  <a:pt x="94298" y="0"/>
                </a:lnTo>
                <a:lnTo>
                  <a:pt x="125730" y="0"/>
                </a:lnTo>
                <a:lnTo>
                  <a:pt x="157163" y="1905"/>
                </a:lnTo>
                <a:lnTo>
                  <a:pt x="188595" y="5715"/>
                </a:lnTo>
                <a:lnTo>
                  <a:pt x="220027" y="11430"/>
                </a:lnTo>
                <a:lnTo>
                  <a:pt x="251460" y="17145"/>
                </a:lnTo>
                <a:lnTo>
                  <a:pt x="282893" y="23813"/>
                </a:lnTo>
                <a:lnTo>
                  <a:pt x="314325" y="28575"/>
                </a:lnTo>
                <a:lnTo>
                  <a:pt x="345758" y="31432"/>
                </a:lnTo>
                <a:lnTo>
                  <a:pt x="377190" y="33338"/>
                </a:lnTo>
                <a:lnTo>
                  <a:pt x="408623" y="32385"/>
                </a:lnTo>
                <a:lnTo>
                  <a:pt x="440055" y="29527"/>
                </a:lnTo>
                <a:lnTo>
                  <a:pt x="471488" y="25717"/>
                </a:lnTo>
                <a:lnTo>
                  <a:pt x="502920" y="20955"/>
                </a:lnTo>
                <a:lnTo>
                  <a:pt x="534353" y="16192"/>
                </a:lnTo>
                <a:lnTo>
                  <a:pt x="565785" y="13335"/>
                </a:lnTo>
                <a:lnTo>
                  <a:pt x="597217" y="11430"/>
                </a:lnTo>
                <a:lnTo>
                  <a:pt x="628650" y="12382"/>
                </a:lnTo>
                <a:lnTo>
                  <a:pt x="660083" y="14288"/>
                </a:lnTo>
                <a:lnTo>
                  <a:pt x="691515" y="19050"/>
                </a:lnTo>
                <a:lnTo>
                  <a:pt x="722948" y="24765"/>
                </a:lnTo>
                <a:lnTo>
                  <a:pt x="754380" y="30480"/>
                </a:lnTo>
                <a:lnTo>
                  <a:pt x="785813" y="36195"/>
                </a:lnTo>
                <a:lnTo>
                  <a:pt x="817245" y="40957"/>
                </a:lnTo>
                <a:lnTo>
                  <a:pt x="848678" y="43815"/>
                </a:lnTo>
                <a:lnTo>
                  <a:pt x="880110" y="44767"/>
                </a:lnTo>
                <a:lnTo>
                  <a:pt x="911542" y="42863"/>
                </a:lnTo>
                <a:lnTo>
                  <a:pt x="942975" y="40005"/>
                </a:lnTo>
                <a:lnTo>
                  <a:pt x="974408" y="35242"/>
                </a:lnTo>
                <a:lnTo>
                  <a:pt x="1005840" y="30480"/>
                </a:lnTo>
                <a:lnTo>
                  <a:pt x="1037273" y="26670"/>
                </a:lnTo>
                <a:lnTo>
                  <a:pt x="1068705" y="23813"/>
                </a:lnTo>
                <a:lnTo>
                  <a:pt x="1100138" y="22860"/>
                </a:lnTo>
                <a:lnTo>
                  <a:pt x="1131570" y="23813"/>
                </a:lnTo>
                <a:lnTo>
                  <a:pt x="1163003" y="26670"/>
                </a:lnTo>
                <a:lnTo>
                  <a:pt x="1194435" y="31432"/>
                </a:lnTo>
                <a:lnTo>
                  <a:pt x="1225868" y="38100"/>
                </a:lnTo>
                <a:lnTo>
                  <a:pt x="1257300" y="43815"/>
                </a:lnTo>
                <a:lnTo>
                  <a:pt x="1288733" y="49530"/>
                </a:lnTo>
                <a:lnTo>
                  <a:pt x="1320165" y="53340"/>
                </a:lnTo>
                <a:lnTo>
                  <a:pt x="1351598" y="55245"/>
                </a:lnTo>
                <a:lnTo>
                  <a:pt x="1383030" y="55245"/>
                </a:lnTo>
                <a:lnTo>
                  <a:pt x="1414463" y="53340"/>
                </a:lnTo>
                <a:lnTo>
                  <a:pt x="1445895" y="50482"/>
                </a:lnTo>
                <a:lnTo>
                  <a:pt x="1477328" y="45720"/>
                </a:lnTo>
                <a:lnTo>
                  <a:pt x="1508760" y="40957"/>
                </a:lnTo>
                <a:lnTo>
                  <a:pt x="1540193" y="37147"/>
                </a:lnTo>
                <a:lnTo>
                  <a:pt x="1571625" y="34290"/>
                </a:lnTo>
                <a:lnTo>
                  <a:pt x="1603058" y="34290"/>
                </a:lnTo>
                <a:lnTo>
                  <a:pt x="1634490" y="36195"/>
                </a:lnTo>
                <a:lnTo>
                  <a:pt x="1665922" y="40005"/>
                </a:lnTo>
                <a:lnTo>
                  <a:pt x="1697355" y="44767"/>
                </a:lnTo>
                <a:lnTo>
                  <a:pt x="1728788" y="50482"/>
                </a:lnTo>
                <a:lnTo>
                  <a:pt x="1760220" y="57150"/>
                </a:lnTo>
                <a:lnTo>
                  <a:pt x="1791653" y="61913"/>
                </a:lnTo>
                <a:lnTo>
                  <a:pt x="1823085" y="65722"/>
                </a:lnTo>
                <a:lnTo>
                  <a:pt x="1854518" y="67627"/>
                </a:lnTo>
                <a:lnTo>
                  <a:pt x="18859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25" name="p36-椭圆-0025">
            <a:extLst xmlns:a="http://schemas.openxmlformats.org/drawingml/2006/main">
              <a:ext uri="{FF2B5EF4-FFF2-40B4-BE49-F238E27FC236}">
                <a16:creationId xmlns:a16="http://schemas.microsoft.com/office/drawing/2014/main" id="{AF43E4EF-E10D-4CAB-A6C7-E3A545E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8" y="233695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6" name="p36-椭圆-0026">
            <a:extLst xmlns:a="http://schemas.openxmlformats.org/drawingml/2006/main">
              <a:ext uri="{FF2B5EF4-FFF2-40B4-BE49-F238E27FC236}">
                <a16:creationId xmlns:a16="http://schemas.microsoft.com/office/drawing/2014/main" id="{D504DA32-D9B0-40D3-AF93-6C5AF2C3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235919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7" name="p36-椭圆-0027">
            <a:extLst xmlns:a="http://schemas.openxmlformats.org/drawingml/2006/main">
              <a:ext uri="{FF2B5EF4-FFF2-40B4-BE49-F238E27FC236}">
                <a16:creationId xmlns:a16="http://schemas.microsoft.com/office/drawing/2014/main" id="{47E632F5-DC80-486C-B184-29BBA434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8" y="235666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8" name="p36-椭圆-0028">
            <a:extLst xmlns:a="http://schemas.openxmlformats.org/drawingml/2006/main">
              <a:ext uri="{FF2B5EF4-FFF2-40B4-BE49-F238E27FC236}">
                <a16:creationId xmlns:a16="http://schemas.microsoft.com/office/drawing/2014/main" id="{0C666BDF-0E83-4E5E-ADC0-694919BE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618" y="234980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9" name="p36-椭圆-0029">
            <a:extLst xmlns:a="http://schemas.openxmlformats.org/drawingml/2006/main">
              <a:ext uri="{FF2B5EF4-FFF2-40B4-BE49-F238E27FC236}">
                <a16:creationId xmlns:a16="http://schemas.microsoft.com/office/drawing/2014/main" id="{0100C30B-759A-48D1-A5C9-74A92FC7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8" y="236695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0" name="p36-椭圆-0030">
            <a:extLst xmlns:a="http://schemas.openxmlformats.org/drawingml/2006/main">
              <a:ext uri="{FF2B5EF4-FFF2-40B4-BE49-F238E27FC236}">
                <a16:creationId xmlns:a16="http://schemas.microsoft.com/office/drawing/2014/main" id="{27236EC9-7AE8-4BB8-A733-E41CBF3E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239263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31" name="p36-文本-0031">
            <a:extLst xmlns:a="http://schemas.openxmlformats.org/drawingml/2006/main">
              <a:ext uri="{FF2B5EF4-FFF2-40B4-BE49-F238E27FC236}">
                <a16:creationId xmlns:a16="http://schemas.microsoft.com/office/drawing/2014/main" id="{EC4F4728-AB1E-4547-AAC3-630115E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14616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响应保持</a:t>
            </a:r>
          </a:p>
        </p:txBody>
      </p:sp>
      <p:sp>
        <p:nvSpPr>
          <p:cNvPr id="32" name="p36-文本-0032">
            <a:extLst xmlns:a="http://schemas.openxmlformats.org/drawingml/2006/main">
              <a:ext uri="{FF2B5EF4-FFF2-40B4-BE49-F238E27FC236}">
                <a16:creationId xmlns:a16="http://schemas.microsoft.com/office/drawing/2014/main" id="{D2722462-5B69-4425-8E9A-4E8E7272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8" y="301001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归一化时间</a:t>
            </a:r>
          </a:p>
        </p:txBody>
      </p:sp>
      <p:sp>
        <p:nvSpPr>
          <p:cNvPr id="33" name="p36-文本-0033">
            <a:extLst xmlns:a="http://schemas.openxmlformats.org/drawingml/2006/main">
              <a:ext uri="{FF2B5EF4-FFF2-40B4-BE49-F238E27FC236}">
                <a16:creationId xmlns:a16="http://schemas.microsoft.com/office/drawing/2014/main" id="{D5BCED2E-2E5A-4F07-BF42-F40FC2A2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9" y="29662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34" name="p36-文本-0034">
            <a:extLst xmlns:a="http://schemas.openxmlformats.org/drawingml/2006/main">
              <a:ext uri="{FF2B5EF4-FFF2-40B4-BE49-F238E27FC236}">
                <a16:creationId xmlns:a16="http://schemas.microsoft.com/office/drawing/2014/main" id="{6E758CAE-4209-402E-BFAB-F988D6A2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519" y="296623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35" name="p36-线-0035">
            <a:extLst xmlns:a="http://schemas.openxmlformats.org/drawingml/2006/main">
              <a:ext uri="{FF2B5EF4-FFF2-40B4-BE49-F238E27FC236}">
                <a16:creationId xmlns:a16="http://schemas.microsoft.com/office/drawing/2014/main" id="{CD1D64CC-5869-4ABF-978D-470A4899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431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36" name="p36-文本-0036">
            <a:extLst xmlns:a="http://schemas.openxmlformats.org/drawingml/2006/main">
              <a:ext uri="{FF2B5EF4-FFF2-40B4-BE49-F238E27FC236}">
                <a16:creationId xmlns:a16="http://schemas.microsoft.com/office/drawing/2014/main" id="{8C3267DE-521C-4FFA-8800-BEF87EA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28941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高背景</a:t>
            </a:r>
          </a:p>
        </p:txBody>
      </p:sp>
      <p:sp>
        <p:nvSpPr>
          <p:cNvPr id="37" name="p36-线-0037">
            <a:extLst xmlns:a="http://schemas.openxmlformats.org/drawingml/2006/main">
              <a:ext uri="{FF2B5EF4-FFF2-40B4-BE49-F238E27FC236}">
                <a16:creationId xmlns:a16="http://schemas.microsoft.com/office/drawing/2014/main" id="{E5E2EEBB-89E7-48B5-B332-D4F4B96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281" y="21431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38" name="p36-文本-0038">
            <a:extLst xmlns:a="http://schemas.openxmlformats.org/drawingml/2006/main">
              <a:ext uri="{FF2B5EF4-FFF2-40B4-BE49-F238E27FC236}">
                <a16:creationId xmlns:a16="http://schemas.microsoft.com/office/drawing/2014/main" id="{3ECF1486-36C9-44C9-B2D3-FC9106AE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081" y="2028941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低背景</a:t>
            </a:r>
          </a:p>
        </p:txBody>
      </p:sp>
      <p:sp>
        <p:nvSpPr>
          <p:cNvPr id="39" name="p36-文本-0039">
            <a:extLst xmlns:a="http://schemas.openxmlformats.org/drawingml/2006/main">
              <a:ext uri="{FF2B5EF4-FFF2-40B4-BE49-F238E27FC236}">
                <a16:creationId xmlns:a16="http://schemas.microsoft.com/office/drawing/2014/main" id="{4A58103A-4882-42B7-9DD2-E2DC499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27256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目标：保留有效响应</a:t>
            </a:r>
          </a:p>
        </p:txBody>
      </p:sp>
      <p:sp>
        <p:nvSpPr>
          <p:cNvPr id="40" name="p36-文本-0040">
            <a:extLst xmlns:a="http://schemas.openxmlformats.org/drawingml/2006/main">
              <a:ext uri="{FF2B5EF4-FFF2-40B4-BE49-F238E27FC236}">
                <a16:creationId xmlns:a16="http://schemas.microsoft.com/office/drawing/2014/main" id="{C283AACD-A0A1-458A-8B40-F0A9ED39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7306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约束：背景与漂移并存</a:t>
            </a:r>
          </a:p>
        </p:txBody>
      </p:sp>
      <p:sp>
        <p:nvSpPr>
          <p:cNvPr id="41" name="p36-文本-0041">
            <a:extLst xmlns:a="http://schemas.openxmlformats.org/drawingml/2006/main">
              <a:ext uri="{FF2B5EF4-FFF2-40B4-BE49-F238E27FC236}">
                <a16:creationId xmlns:a16="http://schemas.microsoft.com/office/drawing/2014/main" id="{84A7D855-F15A-45DC-A8E0-ABCB96A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7356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需要区分材料与介质贡献</a:t>
            </a:r>
          </a:p>
        </p:txBody>
      </p:sp>
      <p:sp>
        <p:nvSpPr>
          <p:cNvPr id="42" name="p36-矩形-0042">
            <a:extLst xmlns:a="http://schemas.openxmlformats.org/drawingml/2006/main">
              <a:ext uri="{FF2B5EF4-FFF2-40B4-BE49-F238E27FC236}">
                <a16:creationId xmlns:a16="http://schemas.microsoft.com/office/drawing/2014/main" id="{D2247E03-2033-4C91-92B6-56093CC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5191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43" name="p36-矩形-0043">
            <a:extLst xmlns:a="http://schemas.openxmlformats.org/drawingml/2006/main">
              <a:ext uri="{FF2B5EF4-FFF2-40B4-BE49-F238E27FC236}">
                <a16:creationId xmlns:a16="http://schemas.microsoft.com/office/drawing/2014/main" id="{FD28E17D-D83F-4BB4-B663-CE4AA99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4" name="p36-文本-0044">
            <a:extLst xmlns:a="http://schemas.openxmlformats.org/drawingml/2006/main">
              <a:ext uri="{FF2B5EF4-FFF2-40B4-BE49-F238E27FC236}">
                <a16:creationId xmlns:a16="http://schemas.microsoft.com/office/drawing/2014/main" id="{81626D26-332E-42EE-B0A3-E793AC06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010" y="1402649"/>
            <a:ext cx="28443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2 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对象选择：层间可调的复合膜</a:t>
            </a:r>
          </a:p>
        </p:txBody>
      </p:sp>
      <p:sp>
        <p:nvSpPr>
          <p:cNvPr id="45" name="p36-路径-0045">
            <a:extLst xmlns:a="http://schemas.openxmlformats.org/drawingml/2006/main">
              <a:ext uri="{FF2B5EF4-FFF2-40B4-BE49-F238E27FC236}">
                <a16:creationId xmlns:a16="http://schemas.microsoft.com/office/drawing/2014/main" id="{6E079F25-A212-42BC-A19E-EE5B042E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14525"/>
            <a:ext cx="2181225" cy="371475"/>
          </a:xfrm>
          <a:custGeom xmlns:a="http://schemas.openxmlformats.org/drawingml/2006/main">
            <a:pathLst>
              <a:path w="2181225" h="371475">
                <a:moveTo>
                  <a:pt x="0" y="142875"/>
                </a:moveTo>
                <a:lnTo>
                  <a:pt x="1701356" y="0"/>
                </a:lnTo>
                <a:lnTo>
                  <a:pt x="2181225" y="228600"/>
                </a:lnTo>
                <a:lnTo>
                  <a:pt x="479869" y="37147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p36-路径-0046">
            <a:extLst xmlns:a="http://schemas.openxmlformats.org/drawingml/2006/main">
              <a:ext uri="{FF2B5EF4-FFF2-40B4-BE49-F238E27FC236}">
                <a16:creationId xmlns:a16="http://schemas.microsoft.com/office/drawing/2014/main" id="{29EF0256-C899-4148-8E84-F3B259E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9120"/>
            <a:ext cx="2181225" cy="371475"/>
          </a:xfrm>
          <a:custGeom xmlns:a="http://schemas.openxmlformats.org/drawingml/2006/main">
            <a:pathLst>
              <a:path w="2181225" h="371475">
                <a:moveTo>
                  <a:pt x="0" y="142875"/>
                </a:moveTo>
                <a:lnTo>
                  <a:pt x="1701356" y="0"/>
                </a:lnTo>
                <a:lnTo>
                  <a:pt x="2181225" y="228600"/>
                </a:lnTo>
                <a:lnTo>
                  <a:pt x="479869" y="371475"/>
                </a:ln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p36-路径-0047">
            <a:extLst xmlns:a="http://schemas.openxmlformats.org/drawingml/2006/main">
              <a:ext uri="{FF2B5EF4-FFF2-40B4-BE49-F238E27FC236}">
                <a16:creationId xmlns:a16="http://schemas.microsoft.com/office/drawing/2014/main" id="{D6E5149C-9EA6-42CC-9E48-9537D29C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3714"/>
            <a:ext cx="2181225" cy="371475"/>
          </a:xfrm>
          <a:custGeom xmlns:a="http://schemas.openxmlformats.org/drawingml/2006/main">
            <a:pathLst>
              <a:path w="2181225" h="371475">
                <a:moveTo>
                  <a:pt x="0" y="142875"/>
                </a:moveTo>
                <a:lnTo>
                  <a:pt x="1701356" y="0"/>
                </a:lnTo>
                <a:lnTo>
                  <a:pt x="2181225" y="228600"/>
                </a:lnTo>
                <a:lnTo>
                  <a:pt x="479869" y="37147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p36-路径-0048">
            <a:extLst xmlns:a="http://schemas.openxmlformats.org/drawingml/2006/main">
              <a:ext uri="{FF2B5EF4-FFF2-40B4-BE49-F238E27FC236}">
                <a16:creationId xmlns:a16="http://schemas.microsoft.com/office/drawing/2014/main" id="{43489F78-5090-4823-8490-429ED877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68309"/>
            <a:ext cx="2181225" cy="371475"/>
          </a:xfrm>
          <a:custGeom xmlns:a="http://schemas.openxmlformats.org/drawingml/2006/main">
            <a:pathLst>
              <a:path w="2181225" h="371475">
                <a:moveTo>
                  <a:pt x="0" y="142875"/>
                </a:moveTo>
                <a:lnTo>
                  <a:pt x="1701356" y="0"/>
                </a:lnTo>
                <a:lnTo>
                  <a:pt x="2181225" y="228600"/>
                </a:lnTo>
                <a:lnTo>
                  <a:pt x="479869" y="371475"/>
                </a:lnTo>
                <a:close/>
              </a:path>
            </a:pathLst>
          </a:custGeom>
          <a:solidFill xmlns:a="http://schemas.openxmlformats.org/drawingml/2006/main">
            <a:srgbClr val="15344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p36-路径-0049">
            <a:extLst xmlns:a="http://schemas.openxmlformats.org/drawingml/2006/main">
              <a:ext uri="{FF2B5EF4-FFF2-40B4-BE49-F238E27FC236}">
                <a16:creationId xmlns:a16="http://schemas.microsoft.com/office/drawing/2014/main" id="{C9718889-8F31-4781-960A-1D6FF56B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690" y="2720912"/>
            <a:ext cx="94488" cy="145732"/>
          </a:xfrm>
          <a:custGeom xmlns:a="http://schemas.openxmlformats.org/drawingml/2006/main">
            <a:pathLst>
              <a:path w="94488" h="145732">
                <a:moveTo>
                  <a:pt x="32957" y="0"/>
                </a:moveTo>
                <a:lnTo>
                  <a:pt x="32957" y="69532"/>
                </a:lnTo>
                <a:lnTo>
                  <a:pt x="0" y="69532"/>
                </a:lnTo>
                <a:lnTo>
                  <a:pt x="47244" y="145732"/>
                </a:lnTo>
                <a:lnTo>
                  <a:pt x="94488" y="69532"/>
                </a:lnTo>
                <a:lnTo>
                  <a:pt x="61532" y="69532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0" name="p36-路径-0050">
            <a:extLst xmlns:a="http://schemas.openxmlformats.org/drawingml/2006/main">
              <a:ext uri="{FF2B5EF4-FFF2-40B4-BE49-F238E27FC236}">
                <a16:creationId xmlns:a16="http://schemas.microsoft.com/office/drawing/2014/main" id="{4DEB9062-C25A-4CF0-9E53-B76CC4C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437" y="2720912"/>
            <a:ext cx="94488" cy="145732"/>
          </a:xfrm>
          <a:custGeom xmlns:a="http://schemas.openxmlformats.org/drawingml/2006/main">
            <a:pathLst>
              <a:path w="94488" h="145732">
                <a:moveTo>
                  <a:pt x="32957" y="0"/>
                </a:moveTo>
                <a:lnTo>
                  <a:pt x="32957" y="69532"/>
                </a:lnTo>
                <a:lnTo>
                  <a:pt x="0" y="69532"/>
                </a:lnTo>
                <a:lnTo>
                  <a:pt x="47244" y="145732"/>
                </a:lnTo>
                <a:lnTo>
                  <a:pt x="94488" y="69532"/>
                </a:lnTo>
                <a:lnTo>
                  <a:pt x="61532" y="69532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1" name="p36-路径-0051">
            <a:extLst xmlns:a="http://schemas.openxmlformats.org/drawingml/2006/main">
              <a:ext uri="{FF2B5EF4-FFF2-40B4-BE49-F238E27FC236}">
                <a16:creationId xmlns:a16="http://schemas.microsoft.com/office/drawing/2014/main" id="{183A3207-1268-4016-B737-B7B558E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184" y="2720912"/>
            <a:ext cx="94488" cy="145732"/>
          </a:xfrm>
          <a:custGeom xmlns:a="http://schemas.openxmlformats.org/drawingml/2006/main">
            <a:pathLst>
              <a:path w="94488" h="145732">
                <a:moveTo>
                  <a:pt x="32956" y="0"/>
                </a:moveTo>
                <a:lnTo>
                  <a:pt x="32956" y="69532"/>
                </a:lnTo>
                <a:lnTo>
                  <a:pt x="0" y="69532"/>
                </a:lnTo>
                <a:lnTo>
                  <a:pt x="47244" y="145732"/>
                </a:lnTo>
                <a:lnTo>
                  <a:pt x="94488" y="69532"/>
                </a:lnTo>
                <a:lnTo>
                  <a:pt x="61531" y="69532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2" name="p36-路径-0052">
            <a:extLst xmlns:a="http://schemas.openxmlformats.org/drawingml/2006/main">
              <a:ext uri="{FF2B5EF4-FFF2-40B4-BE49-F238E27FC236}">
                <a16:creationId xmlns:a16="http://schemas.microsoft.com/office/drawing/2014/main" id="{0D546AF7-1E16-4432-9BFB-CE5293DE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931" y="2720912"/>
            <a:ext cx="94488" cy="145732"/>
          </a:xfrm>
          <a:custGeom xmlns:a="http://schemas.openxmlformats.org/drawingml/2006/main">
            <a:pathLst>
              <a:path w="94488" h="145732">
                <a:moveTo>
                  <a:pt x="32956" y="0"/>
                </a:moveTo>
                <a:lnTo>
                  <a:pt x="32956" y="69532"/>
                </a:lnTo>
                <a:lnTo>
                  <a:pt x="0" y="69532"/>
                </a:lnTo>
                <a:lnTo>
                  <a:pt x="47244" y="145732"/>
                </a:lnTo>
                <a:lnTo>
                  <a:pt x="94488" y="69532"/>
                </a:lnTo>
                <a:lnTo>
                  <a:pt x="61531" y="69532"/>
                </a:lnTo>
                <a:lnTo>
                  <a:pt x="61531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3" name="p36-路径-0053">
            <a:extLst xmlns:a="http://schemas.openxmlformats.org/drawingml/2006/main">
              <a:ext uri="{FF2B5EF4-FFF2-40B4-BE49-F238E27FC236}">
                <a16:creationId xmlns:a16="http://schemas.microsoft.com/office/drawing/2014/main" id="{D417B474-EDBC-4CE9-BDD0-698723E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678" y="2720912"/>
            <a:ext cx="94488" cy="145732"/>
          </a:xfrm>
          <a:custGeom xmlns:a="http://schemas.openxmlformats.org/drawingml/2006/main">
            <a:pathLst>
              <a:path w="94488" h="145732">
                <a:moveTo>
                  <a:pt x="32957" y="0"/>
                </a:moveTo>
                <a:lnTo>
                  <a:pt x="32957" y="69532"/>
                </a:lnTo>
                <a:lnTo>
                  <a:pt x="0" y="69532"/>
                </a:lnTo>
                <a:lnTo>
                  <a:pt x="47244" y="145732"/>
                </a:lnTo>
                <a:lnTo>
                  <a:pt x="94488" y="69532"/>
                </a:lnTo>
                <a:lnTo>
                  <a:pt x="61532" y="69532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4" name="p36-路径-0054">
            <a:extLst xmlns:a="http://schemas.openxmlformats.org/drawingml/2006/main">
              <a:ext uri="{FF2B5EF4-FFF2-40B4-BE49-F238E27FC236}">
                <a16:creationId xmlns:a16="http://schemas.microsoft.com/office/drawing/2014/main" id="{EF554787-6816-43B7-9E9B-0BEDFD1A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425" y="2720912"/>
            <a:ext cx="94488" cy="145732"/>
          </a:xfrm>
          <a:custGeom xmlns:a="http://schemas.openxmlformats.org/drawingml/2006/main">
            <a:pathLst>
              <a:path w="94488" h="145732">
                <a:moveTo>
                  <a:pt x="32957" y="0"/>
                </a:moveTo>
                <a:lnTo>
                  <a:pt x="32957" y="69532"/>
                </a:lnTo>
                <a:lnTo>
                  <a:pt x="0" y="69532"/>
                </a:lnTo>
                <a:lnTo>
                  <a:pt x="47244" y="145732"/>
                </a:lnTo>
                <a:lnTo>
                  <a:pt x="94488" y="69532"/>
                </a:lnTo>
                <a:lnTo>
                  <a:pt x="61532" y="69532"/>
                </a:lnTo>
                <a:lnTo>
                  <a:pt x="61532" y="0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5" name="p36-文本-0055">
            <a:extLst xmlns:a="http://schemas.openxmlformats.org/drawingml/2006/main">
              <a:ext uri="{FF2B5EF4-FFF2-40B4-BE49-F238E27FC236}">
                <a16:creationId xmlns:a16="http://schemas.microsoft.com/office/drawing/2014/main" id="{79AD9B62-AF13-4755-865E-C9473646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395" y="297978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层间条件可独立调节</a:t>
            </a:r>
          </a:p>
        </p:txBody>
      </p:sp>
      <p:sp>
        <p:nvSpPr>
          <p:cNvPr id="56" name="p36-文本-0056">
            <a:extLst xmlns:a="http://schemas.openxmlformats.org/drawingml/2006/main">
              <a:ext uri="{FF2B5EF4-FFF2-40B4-BE49-F238E27FC236}">
                <a16:creationId xmlns:a16="http://schemas.microsoft.com/office/drawing/2014/main" id="{B273EA0D-F2F6-48BF-8198-9A84698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46306"/>
            <a:ext cx="1375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变量：层间间距</a:t>
            </a:r>
          </a:p>
        </p:txBody>
      </p:sp>
      <p:sp>
        <p:nvSpPr>
          <p:cNvPr id="57" name="p36-文本-0057">
            <a:extLst xmlns:a="http://schemas.openxmlformats.org/drawingml/2006/main">
              <a:ext uri="{FF2B5EF4-FFF2-40B4-BE49-F238E27FC236}">
                <a16:creationId xmlns:a16="http://schemas.microsoft.com/office/drawing/2014/main" id="{72EC02D1-E579-451A-9431-874283BA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46356"/>
            <a:ext cx="1565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固定：组分与厚度</a:t>
            </a:r>
          </a:p>
        </p:txBody>
      </p:sp>
      <p:sp>
        <p:nvSpPr>
          <p:cNvPr id="58" name="p36-文本-0058">
            <a:extLst xmlns:a="http://schemas.openxmlformats.org/drawingml/2006/main">
              <a:ext uri="{FF2B5EF4-FFF2-40B4-BE49-F238E27FC236}">
                <a16:creationId xmlns:a16="http://schemas.microsoft.com/office/drawing/2014/main" id="{6534D0F4-9F66-4529-99FE-9B0B3581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46406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依据：可以建立匹配对照</a:t>
            </a:r>
          </a:p>
        </p:txBody>
      </p:sp>
      <p:sp>
        <p:nvSpPr>
          <p:cNvPr id="59" name="p36-矩形-0059">
            <a:extLst xmlns:a="http://schemas.openxmlformats.org/drawingml/2006/main">
              <a:ext uri="{FF2B5EF4-FFF2-40B4-BE49-F238E27FC236}">
                <a16:creationId xmlns:a16="http://schemas.microsoft.com/office/drawing/2014/main" id="{2F989D50-6A1F-49FC-ABA8-2D12B79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51911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60" name="p36-矩形-0060">
            <a:extLst xmlns:a="http://schemas.openxmlformats.org/drawingml/2006/main">
              <a:ext uri="{FF2B5EF4-FFF2-40B4-BE49-F238E27FC236}">
                <a16:creationId xmlns:a16="http://schemas.microsoft.com/office/drawing/2014/main" id="{8ECD05A9-3B05-484D-820F-B8ABD2E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61" name="p36-文本-0061">
            <a:extLst xmlns:a="http://schemas.openxmlformats.org/drawingml/2006/main">
              <a:ext uri="{FF2B5EF4-FFF2-40B4-BE49-F238E27FC236}">
                <a16:creationId xmlns:a16="http://schemas.microsoft.com/office/drawing/2014/main" id="{C95735F8-447E-496C-90DE-1C58787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985" y="3926774"/>
            <a:ext cx="32444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3 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子系统机制：分配与传递共同作用</a:t>
            </a:r>
          </a:p>
        </p:txBody>
      </p:sp>
      <p:sp>
        <p:nvSpPr>
          <p:cNvPr id="62" name="p36-矩形-0062">
            <a:extLst xmlns:a="http://schemas.openxmlformats.org/drawingml/2006/main">
              <a:ext uri="{FF2B5EF4-FFF2-40B4-BE49-F238E27FC236}">
                <a16:creationId xmlns:a16="http://schemas.microsoft.com/office/drawing/2014/main" id="{90AE6E97-4C45-4E84-B327-E6B3FBF5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21812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63" name="p36-矩形-0063">
            <a:extLst xmlns:a="http://schemas.openxmlformats.org/drawingml/2006/main">
              <a:ext uri="{FF2B5EF4-FFF2-40B4-BE49-F238E27FC236}">
                <a16:creationId xmlns:a16="http://schemas.microsoft.com/office/drawing/2014/main" id="{9197C187-647F-46EF-8C06-F1686AE4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8406"/>
            <a:ext cx="63255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4" name="p36-矩形-0064">
            <a:extLst xmlns:a="http://schemas.openxmlformats.org/drawingml/2006/main">
              <a:ext uri="{FF2B5EF4-FFF2-40B4-BE49-F238E27FC236}">
                <a16:creationId xmlns:a16="http://schemas.microsoft.com/office/drawing/2014/main" id="{20862ADB-F742-4DCD-AEAD-284758A8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768406"/>
            <a:ext cx="523494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5" name="p36-矩形-0065">
            <a:extLst xmlns:a="http://schemas.openxmlformats.org/drawingml/2006/main">
              <a:ext uri="{FF2B5EF4-FFF2-40B4-BE49-F238E27FC236}">
                <a16:creationId xmlns:a16="http://schemas.microsoft.com/office/drawing/2014/main" id="{887AC1F1-E46B-41D2-8DE3-D78F254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481" y="4768406"/>
            <a:ext cx="523494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6" name="p36-矩形-0066">
            <a:extLst xmlns:a="http://schemas.openxmlformats.org/drawingml/2006/main">
              <a:ext uri="{FF2B5EF4-FFF2-40B4-BE49-F238E27FC236}">
                <a16:creationId xmlns:a16="http://schemas.microsoft.com/office/drawing/2014/main" id="{DC9CF2E3-5B94-4E25-8388-6F3449C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31880"/>
            <a:ext cx="63255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7" name="p36-矩形-0067">
            <a:extLst xmlns:a="http://schemas.openxmlformats.org/drawingml/2006/main">
              <a:ext uri="{FF2B5EF4-FFF2-40B4-BE49-F238E27FC236}">
                <a16:creationId xmlns:a16="http://schemas.microsoft.com/office/drawing/2014/main" id="{40FFFBF2-3437-4A70-96EC-5ADD1A16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31880"/>
            <a:ext cx="523494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8" name="p36-矩形-0068">
            <a:extLst xmlns:a="http://schemas.openxmlformats.org/drawingml/2006/main">
              <a:ext uri="{FF2B5EF4-FFF2-40B4-BE49-F238E27FC236}">
                <a16:creationId xmlns:a16="http://schemas.microsoft.com/office/drawing/2014/main" id="{F3DA00A0-9BC8-4942-815D-809C364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481" y="5131880"/>
            <a:ext cx="523494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9" name="p36-椭圆-0069">
            <a:extLst xmlns:a="http://schemas.openxmlformats.org/drawingml/2006/main">
              <a:ext uri="{FF2B5EF4-FFF2-40B4-BE49-F238E27FC236}">
                <a16:creationId xmlns:a16="http://schemas.microsoft.com/office/drawing/2014/main" id="{A56F19FA-E7F1-47A3-B133-F55A97B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521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0" name="p36-椭圆-0070">
            <a:extLst xmlns:a="http://schemas.openxmlformats.org/drawingml/2006/main">
              <a:ext uri="{FF2B5EF4-FFF2-40B4-BE49-F238E27FC236}">
                <a16:creationId xmlns:a16="http://schemas.microsoft.com/office/drawing/2014/main" id="{FB57912D-0B23-4C10-B7CC-30C99F0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621" y="4996624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1" name="p36-椭圆-0071">
            <a:extLst xmlns:a="http://schemas.openxmlformats.org/drawingml/2006/main">
              <a:ext uri="{FF2B5EF4-FFF2-40B4-BE49-F238E27FC236}">
                <a16:creationId xmlns:a16="http://schemas.microsoft.com/office/drawing/2014/main" id="{A1DF3B94-65D1-4D2B-954F-C4F0558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174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2" name="p36-椭圆-0072">
            <a:extLst xmlns:a="http://schemas.openxmlformats.org/drawingml/2006/main">
              <a:ext uri="{FF2B5EF4-FFF2-40B4-BE49-F238E27FC236}">
                <a16:creationId xmlns:a16="http://schemas.microsoft.com/office/drawing/2014/main" id="{CC1D5549-0D33-4AB9-B771-ADFA1141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828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3" name="p36-椭圆-0073">
            <a:extLst xmlns:a="http://schemas.openxmlformats.org/drawingml/2006/main">
              <a:ext uri="{FF2B5EF4-FFF2-40B4-BE49-F238E27FC236}">
                <a16:creationId xmlns:a16="http://schemas.microsoft.com/office/drawing/2014/main" id="{A184FF81-960D-4C93-AB2C-D227BC9C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928" y="4996624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4" name="p36-椭圆-0074">
            <a:extLst xmlns:a="http://schemas.openxmlformats.org/drawingml/2006/main">
              <a:ext uri="{FF2B5EF4-FFF2-40B4-BE49-F238E27FC236}">
                <a16:creationId xmlns:a16="http://schemas.microsoft.com/office/drawing/2014/main" id="{282CEF57-4912-49B3-B566-9BFF76B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481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5" name="p36-椭圆-0075">
            <a:extLst xmlns:a="http://schemas.openxmlformats.org/drawingml/2006/main">
              <a:ext uri="{FF2B5EF4-FFF2-40B4-BE49-F238E27FC236}">
                <a16:creationId xmlns:a16="http://schemas.microsoft.com/office/drawing/2014/main" id="{92484C76-DB56-48A4-978E-AE5C574E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134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6" name="p36-椭圆-0076">
            <a:extLst xmlns:a="http://schemas.openxmlformats.org/drawingml/2006/main">
              <a:ext uri="{FF2B5EF4-FFF2-40B4-BE49-F238E27FC236}">
                <a16:creationId xmlns:a16="http://schemas.microsoft.com/office/drawing/2014/main" id="{F671C352-46B9-4BFD-8DEF-088A36CA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234" y="4996624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77" name="p36-椭圆-0077">
            <a:extLst xmlns:a="http://schemas.openxmlformats.org/drawingml/2006/main">
              <a:ext uri="{FF2B5EF4-FFF2-40B4-BE49-F238E27FC236}">
                <a16:creationId xmlns:a16="http://schemas.microsoft.com/office/drawing/2014/main" id="{5B915E93-36DB-487C-B9B1-2DA7B620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787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8" name="p36-椭圆-0078">
            <a:extLst xmlns:a="http://schemas.openxmlformats.org/drawingml/2006/main">
              <a:ext uri="{FF2B5EF4-FFF2-40B4-BE49-F238E27FC236}">
                <a16:creationId xmlns:a16="http://schemas.microsoft.com/office/drawing/2014/main" id="{FB5617DE-695C-49D1-93C7-B1C2DFE1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9" name="p36-椭圆-0079">
            <a:extLst xmlns:a="http://schemas.openxmlformats.org/drawingml/2006/main">
              <a:ext uri="{FF2B5EF4-FFF2-40B4-BE49-F238E27FC236}">
                <a16:creationId xmlns:a16="http://schemas.microsoft.com/office/drawing/2014/main" id="{B05075EE-BD96-4F34-84EB-B05F1D24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540" y="4996624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80" name="p36-椭圆-0080">
            <a:extLst xmlns:a="http://schemas.openxmlformats.org/drawingml/2006/main">
              <a:ext uri="{FF2B5EF4-FFF2-40B4-BE49-F238E27FC236}">
                <a16:creationId xmlns:a16="http://schemas.microsoft.com/office/drawing/2014/main" id="{A07C5CE5-5695-4E83-A5C0-30546222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093" y="46432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1" name="p36-路径-0081">
            <a:extLst xmlns:a="http://schemas.openxmlformats.org/drawingml/2006/main">
              <a:ext uri="{FF2B5EF4-FFF2-40B4-BE49-F238E27FC236}">
                <a16:creationId xmlns:a16="http://schemas.microsoft.com/office/drawing/2014/main" id="{4E9392E9-2EAE-41B1-B358-65A96003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4677537"/>
            <a:ext cx="118205" cy="686562"/>
          </a:xfrm>
          <a:custGeom xmlns:a="http://schemas.openxmlformats.org/drawingml/2006/main">
            <a:pathLst>
              <a:path w="118205" h="686562">
                <a:moveTo>
                  <a:pt x="40005" y="0"/>
                </a:moveTo>
                <a:lnTo>
                  <a:pt x="40005" y="591312"/>
                </a:lnTo>
                <a:lnTo>
                  <a:pt x="0" y="591312"/>
                </a:lnTo>
                <a:lnTo>
                  <a:pt x="59055" y="686562"/>
                </a:lnTo>
                <a:lnTo>
                  <a:pt x="118205" y="591312"/>
                </a:lnTo>
                <a:lnTo>
                  <a:pt x="78105" y="591312"/>
                </a:lnTo>
                <a:lnTo>
                  <a:pt x="78105" y="0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82" name="p36-路径-0082">
            <a:extLst xmlns:a="http://schemas.openxmlformats.org/drawingml/2006/main">
              <a:ext uri="{FF2B5EF4-FFF2-40B4-BE49-F238E27FC236}">
                <a16:creationId xmlns:a16="http://schemas.microsoft.com/office/drawing/2014/main" id="{CED6A169-98BC-4F47-93A9-FA3F1ED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553" y="4677537"/>
            <a:ext cx="118110" cy="686562"/>
          </a:xfrm>
          <a:custGeom xmlns:a="http://schemas.openxmlformats.org/drawingml/2006/main">
            <a:pathLst>
              <a:path w="118110" h="686562">
                <a:moveTo>
                  <a:pt x="40005" y="0"/>
                </a:moveTo>
                <a:lnTo>
                  <a:pt x="40005" y="591312"/>
                </a:lnTo>
                <a:lnTo>
                  <a:pt x="0" y="591312"/>
                </a:lnTo>
                <a:lnTo>
                  <a:pt x="59055" y="686562"/>
                </a:lnTo>
                <a:lnTo>
                  <a:pt x="118110" y="591312"/>
                </a:lnTo>
                <a:lnTo>
                  <a:pt x="78105" y="591312"/>
                </a:lnTo>
                <a:lnTo>
                  <a:pt x="78105" y="0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83" name="p36-椭圆-0083">
            <a:extLst xmlns:a="http://schemas.openxmlformats.org/drawingml/2006/main">
              <a:ext uri="{FF2B5EF4-FFF2-40B4-BE49-F238E27FC236}">
                <a16:creationId xmlns:a16="http://schemas.microsoft.com/office/drawing/2014/main" id="{45FDC7EC-B395-472E-9811-AC52071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501" y="535286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4" name="p36-椭圆-0084">
            <a:extLst xmlns:a="http://schemas.openxmlformats.org/drawingml/2006/main">
              <a:ext uri="{FF2B5EF4-FFF2-40B4-BE49-F238E27FC236}">
                <a16:creationId xmlns:a16="http://schemas.microsoft.com/office/drawing/2014/main" id="{BE05608F-9658-4D85-9649-591F0E7C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122" y="535286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5" name="p36-椭圆-0085">
            <a:extLst xmlns:a="http://schemas.openxmlformats.org/drawingml/2006/main">
              <a:ext uri="{FF2B5EF4-FFF2-40B4-BE49-F238E27FC236}">
                <a16:creationId xmlns:a16="http://schemas.microsoft.com/office/drawing/2014/main" id="{42F864EC-10D1-4E45-9A3E-FFBDFDC6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742" y="535286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6" name="p36-椭圆-0086">
            <a:extLst xmlns:a="http://schemas.openxmlformats.org/drawingml/2006/main">
              <a:ext uri="{FF2B5EF4-FFF2-40B4-BE49-F238E27FC236}">
                <a16:creationId xmlns:a16="http://schemas.microsoft.com/office/drawing/2014/main" id="{6B24BB8B-6B33-43F3-8E14-FE46796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363" y="535286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7" name="p36-椭圆-0087">
            <a:extLst xmlns:a="http://schemas.openxmlformats.org/drawingml/2006/main">
              <a:ext uri="{FF2B5EF4-FFF2-40B4-BE49-F238E27FC236}">
                <a16:creationId xmlns:a16="http://schemas.microsoft.com/office/drawing/2014/main" id="{5F04452D-B837-4B28-80AF-3F4E705C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983" y="535286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8" name="p36-文本-0088">
            <a:extLst xmlns:a="http://schemas.openxmlformats.org/drawingml/2006/main">
              <a:ext uri="{FF2B5EF4-FFF2-40B4-BE49-F238E27FC236}">
                <a16:creationId xmlns:a16="http://schemas.microsoft.com/office/drawing/2014/main" id="{2640C0B0-0B2D-4988-8FB5-0DC2C04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395" y="560868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富集界面与贯通路径</a:t>
            </a:r>
          </a:p>
        </p:txBody>
      </p:sp>
      <p:sp>
        <p:nvSpPr>
          <p:cNvPr id="89" name="p36-文本-0089">
            <a:extLst xmlns:a="http://schemas.openxmlformats.org/drawingml/2006/main">
              <a:ext uri="{FF2B5EF4-FFF2-40B4-BE49-F238E27FC236}">
                <a16:creationId xmlns:a16="http://schemas.microsoft.com/office/drawing/2014/main" id="{3E55C462-FA97-45C7-B611-13F1667C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5138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分配：界面富集程度</a:t>
            </a:r>
          </a:p>
        </p:txBody>
      </p:sp>
      <p:sp>
        <p:nvSpPr>
          <p:cNvPr id="90" name="p36-文本-0090">
            <a:extLst xmlns:a="http://schemas.openxmlformats.org/drawingml/2006/main">
              <a:ext uri="{FF2B5EF4-FFF2-40B4-BE49-F238E27FC236}">
                <a16:creationId xmlns:a16="http://schemas.microsoft.com/office/drawing/2014/main" id="{010B05C5-124F-4783-8270-2FCAD550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70481"/>
            <a:ext cx="1756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传递：通道阻力变化</a:t>
            </a:r>
          </a:p>
        </p:txBody>
      </p:sp>
      <p:sp>
        <p:nvSpPr>
          <p:cNvPr id="91" name="p36-文本-0091">
            <a:extLst xmlns:a="http://schemas.openxmlformats.org/drawingml/2006/main">
              <a:ext uri="{FF2B5EF4-FFF2-40B4-BE49-F238E27FC236}">
                <a16:creationId xmlns:a16="http://schemas.microsoft.com/office/drawing/2014/main" id="{494E6D74-E024-4B93-8C85-4CCF9D0E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189581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预测：影响不同响应参数</a:t>
            </a:r>
          </a:p>
        </p:txBody>
      </p:sp>
      <p:sp>
        <p:nvSpPr>
          <p:cNvPr id="92" name="p36-矩形-0092">
            <a:extLst xmlns:a="http://schemas.openxmlformats.org/drawingml/2006/main">
              <a:ext uri="{FF2B5EF4-FFF2-40B4-BE49-F238E27FC236}">
                <a16:creationId xmlns:a16="http://schemas.microsoft.com/office/drawing/2014/main" id="{02B7CFDE-29E9-4649-96A3-E93026F5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51911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7B7B7"/>
            </a:solidFill>
            <a:prstDash val="dash"/>
          </a:ln>
        </p:spPr>
      </p:sp>
      <p:sp>
        <p:nvSpPr>
          <p:cNvPr id="93" name="p36-矩形-0093">
            <a:extLst xmlns:a="http://schemas.openxmlformats.org/drawingml/2006/main">
              <a:ext uri="{FF2B5EF4-FFF2-40B4-BE49-F238E27FC236}">
                <a16:creationId xmlns:a16="http://schemas.microsoft.com/office/drawing/2014/main" id="{FEB15EEC-706E-4672-861B-DEC0C9C5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4" name="p36-文本-0094">
            <a:extLst xmlns:a="http://schemas.openxmlformats.org/drawingml/2006/main">
              <a:ext uri="{FF2B5EF4-FFF2-40B4-BE49-F238E27FC236}">
                <a16:creationId xmlns:a16="http://schemas.microsoft.com/office/drawing/2014/main" id="{62252E93-6780-4AB7-8E30-AA01D2F0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97" y="3926774"/>
            <a:ext cx="344443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4 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具体问题：能否分离富集与传递效应</a:t>
            </a:r>
          </a:p>
        </p:txBody>
      </p:sp>
      <p:sp>
        <p:nvSpPr>
          <p:cNvPr id="95" name="p36-文本-0095">
            <a:extLst xmlns:a="http://schemas.openxmlformats.org/drawingml/2006/main">
              <a:ext uri="{FF2B5EF4-FFF2-40B4-BE49-F238E27FC236}">
                <a16:creationId xmlns:a16="http://schemas.microsoft.com/office/drawing/2014/main" id="{1328322D-078C-4112-8460-A729E5E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85813"/>
            <a:ext cx="12382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读出分别归一化</a:t>
            </a:r>
          </a:p>
        </p:txBody>
      </p:sp>
      <p:sp>
        <p:nvSpPr>
          <p:cNvPr id="96" name="p36-线-0096">
            <a:extLst xmlns:a="http://schemas.openxmlformats.org/drawingml/2006/main">
              <a:ext uri="{FF2B5EF4-FFF2-40B4-BE49-F238E27FC236}">
                <a16:creationId xmlns:a16="http://schemas.microsoft.com/office/drawing/2014/main" id="{1CB5F678-151B-4F45-95A1-6E98E7F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76775"/>
            <a:ext cx="95" cy="647700"/>
          </a:xfrm>
          <a:custGeom xmlns:a="http://schemas.openxmlformats.org/drawingml/2006/main">
            <a:pathLst>
              <a:path w="95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7" name="p36-线-0097">
            <a:extLst xmlns:a="http://schemas.openxmlformats.org/drawingml/2006/main">
              <a:ext uri="{FF2B5EF4-FFF2-40B4-BE49-F238E27FC236}">
                <a16:creationId xmlns:a16="http://schemas.microsoft.com/office/drawing/2014/main" id="{111A1A73-A17D-41D7-BEEC-886727E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475"/>
            <a:ext cx="1762125" cy="95"/>
          </a:xfrm>
          <a:custGeom xmlns:a="http://schemas.openxmlformats.org/drawingml/2006/main">
            <a:pathLst>
              <a:path w="1762125" h="9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</a:ln>
        </p:spPr>
      </p:sp>
      <p:sp>
        <p:nvSpPr>
          <p:cNvPr id="98" name="p36-线-0098">
            <a:extLst xmlns:a="http://schemas.openxmlformats.org/drawingml/2006/main">
              <a:ext uri="{FF2B5EF4-FFF2-40B4-BE49-F238E27FC236}">
                <a16:creationId xmlns:a16="http://schemas.microsoft.com/office/drawing/2014/main" id="{270BA013-1A00-41AC-BB76-63B29647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95" cy="238125"/>
          </a:xfrm>
          <a:custGeom xmlns:a="http://schemas.openxmlformats.org/drawingml/2006/main"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B7B7"/>
            </a:solidFill>
          </a:ln>
        </p:spPr>
      </p:sp>
      <p:sp>
        <p:nvSpPr>
          <p:cNvPr id="99" name="p36-椭圆-0099">
            <a:extLst xmlns:a="http://schemas.openxmlformats.org/drawingml/2006/main">
              <a:ext uri="{FF2B5EF4-FFF2-40B4-BE49-F238E27FC236}">
                <a16:creationId xmlns:a16="http://schemas.microsoft.com/office/drawing/2014/main" id="{5FEA5833-56A7-4AC4-85F1-14C22019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2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0" name="p36-椭圆-0100">
            <a:extLst xmlns:a="http://schemas.openxmlformats.org/drawingml/2006/main">
              <a:ext uri="{FF2B5EF4-FFF2-40B4-BE49-F238E27FC236}">
                <a16:creationId xmlns:a16="http://schemas.microsoft.com/office/drawing/2014/main" id="{0F3589C2-0712-4FBF-A85A-1E02978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1" name="p36-线-0101">
            <a:extLst xmlns:a="http://schemas.openxmlformats.org/drawingml/2006/main">
              <a:ext uri="{FF2B5EF4-FFF2-40B4-BE49-F238E27FC236}">
                <a16:creationId xmlns:a16="http://schemas.microsoft.com/office/drawing/2014/main" id="{9A45AA5A-A6E1-44C7-A806-BDF9736D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24400"/>
            <a:ext cx="95" cy="285750"/>
          </a:xfrm>
          <a:custGeom xmlns:a="http://schemas.openxmlformats.org/drawingml/2006/main"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B7B7"/>
            </a:solidFill>
          </a:ln>
        </p:spPr>
      </p:sp>
      <p:sp>
        <p:nvSpPr>
          <p:cNvPr id="102" name="p36-椭圆-0102">
            <a:extLst xmlns:a="http://schemas.openxmlformats.org/drawingml/2006/main">
              <a:ext uri="{FF2B5EF4-FFF2-40B4-BE49-F238E27FC236}">
                <a16:creationId xmlns:a16="http://schemas.microsoft.com/office/drawing/2014/main" id="{38BED0F3-39AF-448E-B6C8-4587B083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3" name="p36-椭圆-0103">
            <a:extLst xmlns:a="http://schemas.openxmlformats.org/drawingml/2006/main">
              <a:ext uri="{FF2B5EF4-FFF2-40B4-BE49-F238E27FC236}">
                <a16:creationId xmlns:a16="http://schemas.microsoft.com/office/drawing/2014/main" id="{126BAE3F-9F12-4297-9D8B-366543FC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04" name="p36-文本-0104">
            <a:extLst xmlns:a="http://schemas.openxmlformats.org/drawingml/2006/main">
              <a:ext uri="{FF2B5EF4-FFF2-40B4-BE49-F238E27FC236}">
                <a16:creationId xmlns:a16="http://schemas.microsoft.com/office/drawing/2014/main" id="{E816BF86-64BF-482D-8CAA-C353D5FE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791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稳态幅度</a:t>
            </a:r>
          </a:p>
        </p:txBody>
      </p:sp>
      <p:sp>
        <p:nvSpPr>
          <p:cNvPr id="105" name="p36-文本-0105">
            <a:extLst xmlns:a="http://schemas.openxmlformats.org/drawingml/2006/main">
              <a:ext uri="{FF2B5EF4-FFF2-40B4-BE49-F238E27FC236}">
                <a16:creationId xmlns:a16="http://schemas.microsoft.com/office/drawing/2014/main" id="{D464D02B-5A73-470E-8CA5-E2C80BEE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00791"/>
            <a:ext cx="68580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建立时间</a:t>
            </a:r>
          </a:p>
        </p:txBody>
      </p:sp>
      <p:sp>
        <p:nvSpPr>
          <p:cNvPr id="106" name="p36-线-0106">
            <a:extLst xmlns:a="http://schemas.openxmlformats.org/drawingml/2006/main">
              <a:ext uri="{FF2B5EF4-FFF2-40B4-BE49-F238E27FC236}">
                <a16:creationId xmlns:a16="http://schemas.microsoft.com/office/drawing/2014/main" id="{2048D775-BBBD-44AE-98B4-4D174BC9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7626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07" name="p36-文本-0107">
            <a:extLst xmlns:a="http://schemas.openxmlformats.org/drawingml/2006/main">
              <a:ext uri="{FF2B5EF4-FFF2-40B4-BE49-F238E27FC236}">
                <a16:creationId xmlns:a16="http://schemas.microsoft.com/office/drawing/2014/main" id="{BF60AD65-577B-47B0-B83F-3A54EAF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48441"/>
            <a:ext cx="361950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</a:t>
            </a:r>
          </a:p>
        </p:txBody>
      </p:sp>
      <p:sp>
        <p:nvSpPr>
          <p:cNvPr id="108" name="p36-线-0108">
            <a:extLst xmlns:a="http://schemas.openxmlformats.org/drawingml/2006/main">
              <a:ext uri="{FF2B5EF4-FFF2-40B4-BE49-F238E27FC236}">
                <a16:creationId xmlns:a16="http://schemas.microsoft.com/office/drawing/2014/main" id="{49241897-448B-411B-8F28-759D4F7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7626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109" name="p36-文本-0109">
            <a:extLst xmlns:a="http://schemas.openxmlformats.org/drawingml/2006/main">
              <a:ext uri="{FF2B5EF4-FFF2-40B4-BE49-F238E27FC236}">
                <a16:creationId xmlns:a16="http://schemas.microsoft.com/office/drawing/2014/main" id="{2152F266-7D65-4213-B898-200021A3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648441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调间距</a:t>
            </a:r>
          </a:p>
        </p:txBody>
      </p:sp>
      <p:sp>
        <p:nvSpPr>
          <p:cNvPr id="110" name="p36-文本-0110">
            <a:extLst xmlns:a="http://schemas.openxmlformats.org/drawingml/2006/main">
              <a:ext uri="{FF2B5EF4-FFF2-40B4-BE49-F238E27FC236}">
                <a16:creationId xmlns:a16="http://schemas.microsoft.com/office/drawing/2014/main" id="{662B3BAA-3400-44E3-9E61-3D3658B7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370431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改变搅拌：识别外部传递</a:t>
            </a:r>
          </a:p>
        </p:txBody>
      </p:sp>
      <p:sp>
        <p:nvSpPr>
          <p:cNvPr id="111" name="p36-文本-0111">
            <a:extLst xmlns:a="http://schemas.openxmlformats.org/drawingml/2006/main">
              <a:ext uri="{FF2B5EF4-FFF2-40B4-BE49-F238E27FC236}">
                <a16:creationId xmlns:a16="http://schemas.microsoft.com/office/drawing/2014/main" id="{BB7D8A1F-A7C9-4111-8046-2B6062EE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80006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改变间距：检验内部限制</a:t>
            </a:r>
          </a:p>
        </p:txBody>
      </p:sp>
      <p:sp>
        <p:nvSpPr>
          <p:cNvPr id="112" name="p36-文本-0112">
            <a:extLst xmlns:a="http://schemas.openxmlformats.org/drawingml/2006/main">
              <a:ext uri="{FF2B5EF4-FFF2-40B4-BE49-F238E27FC236}">
                <a16:creationId xmlns:a16="http://schemas.microsoft.com/office/drawing/2014/main" id="{8E4B7911-3036-4368-895F-82E9D42E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189581"/>
            <a:ext cx="1946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比较幅度与时间的解耦</a:t>
            </a:r>
          </a:p>
        </p:txBody>
      </p:sp>
      <p:sp>
        <p:nvSpPr>
          <p:cNvPr id="113" name="p36-路径-0113">
            <a:extLst xmlns:a="http://schemas.openxmlformats.org/drawingml/2006/main">
              <a:ext uri="{FF2B5EF4-FFF2-40B4-BE49-F238E27FC236}">
                <a16:creationId xmlns:a16="http://schemas.microsoft.com/office/drawing/2014/main" id="{F26643C5-5AF9-4798-8CC0-D1FC769C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97621"/>
            <a:ext cx="666750" cy="224409"/>
          </a:xfrm>
          <a:custGeom xmlns:a="http://schemas.openxmlformats.org/drawingml/2006/main">
            <a:pathLst>
              <a:path w="666750" h="224409">
                <a:moveTo>
                  <a:pt x="0" y="169355"/>
                </a:moveTo>
                <a:lnTo>
                  <a:pt x="485775" y="169355"/>
                </a:lnTo>
                <a:lnTo>
                  <a:pt x="485775" y="224409"/>
                </a:lnTo>
                <a:lnTo>
                  <a:pt x="666750" y="112205"/>
                </a:lnTo>
                <a:lnTo>
                  <a:pt x="485775" y="0"/>
                </a:lnTo>
                <a:lnTo>
                  <a:pt x="485775" y="55055"/>
                </a:lnTo>
                <a:lnTo>
                  <a:pt x="0" y="5505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4" name="p36-文本-0114">
            <a:extLst xmlns:a="http://schemas.openxmlformats.org/drawingml/2006/main">
              <a:ext uri="{FF2B5EF4-FFF2-40B4-BE49-F238E27FC236}">
                <a16:creationId xmlns:a16="http://schemas.microsoft.com/office/drawing/2014/main" id="{E67B6AED-6FBC-43E4-A842-F89EA29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99813"/>
            <a:ext cx="5524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选对象</a:t>
            </a:r>
          </a:p>
        </p:txBody>
      </p:sp>
      <p:sp>
        <p:nvSpPr>
          <p:cNvPr id="115" name="p36-路径-0115">
            <a:extLst xmlns:a="http://schemas.openxmlformats.org/drawingml/2006/main">
              <a:ext uri="{FF2B5EF4-FFF2-40B4-BE49-F238E27FC236}">
                <a16:creationId xmlns:a16="http://schemas.microsoft.com/office/drawing/2014/main" id="{36AB584C-1415-4C40-93BD-18AF3EB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601" y="3448050"/>
            <a:ext cx="212598" cy="381000"/>
          </a:xfrm>
          <a:custGeom xmlns:a="http://schemas.openxmlformats.org/drawingml/2006/main">
            <a:pathLst>
              <a:path w="212598" h="381000">
                <a:moveTo>
                  <a:pt x="53911" y="0"/>
                </a:moveTo>
                <a:lnTo>
                  <a:pt x="53911" y="209550"/>
                </a:lnTo>
                <a:lnTo>
                  <a:pt x="0" y="209550"/>
                </a:lnTo>
                <a:lnTo>
                  <a:pt x="106299" y="381000"/>
                </a:lnTo>
                <a:lnTo>
                  <a:pt x="212598" y="209550"/>
                </a:lnTo>
                <a:lnTo>
                  <a:pt x="158686" y="209550"/>
                </a:lnTo>
                <a:lnTo>
                  <a:pt x="158686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6" name="p36-文本-0116">
            <a:extLst xmlns:a="http://schemas.openxmlformats.org/drawingml/2006/main">
              <a:ext uri="{FF2B5EF4-FFF2-40B4-BE49-F238E27FC236}">
                <a16:creationId xmlns:a16="http://schemas.microsoft.com/office/drawing/2014/main" id="{2D6C1B96-F861-4EB6-AF64-0442F05B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23813"/>
            <a:ext cx="5524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拆过程</a:t>
            </a:r>
          </a:p>
        </p:txBody>
      </p:sp>
      <p:sp>
        <p:nvSpPr>
          <p:cNvPr id="117" name="p36-路径-0117">
            <a:extLst xmlns:a="http://schemas.openxmlformats.org/drawingml/2006/main">
              <a:ext uri="{FF2B5EF4-FFF2-40B4-BE49-F238E27FC236}">
                <a16:creationId xmlns:a16="http://schemas.microsoft.com/office/drawing/2014/main" id="{C8A2622F-4A51-40C2-854D-14A1709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69371"/>
            <a:ext cx="666750" cy="224409"/>
          </a:xfrm>
          <a:custGeom xmlns:a="http://schemas.openxmlformats.org/drawingml/2006/main">
            <a:pathLst>
              <a:path w="666750" h="224409">
                <a:moveTo>
                  <a:pt x="666750" y="55054"/>
                </a:moveTo>
                <a:lnTo>
                  <a:pt x="180975" y="55054"/>
                </a:lnTo>
                <a:lnTo>
                  <a:pt x="180975" y="0"/>
                </a:lnTo>
                <a:lnTo>
                  <a:pt x="0" y="112204"/>
                </a:lnTo>
                <a:lnTo>
                  <a:pt x="180975" y="224409"/>
                </a:lnTo>
                <a:lnTo>
                  <a:pt x="180975" y="169354"/>
                </a:lnTo>
                <a:lnTo>
                  <a:pt x="666750" y="16935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8" name="p36-文本-0118">
            <a:extLst xmlns:a="http://schemas.openxmlformats.org/drawingml/2006/main">
              <a:ext uri="{FF2B5EF4-FFF2-40B4-BE49-F238E27FC236}">
                <a16:creationId xmlns:a16="http://schemas.microsoft.com/office/drawing/2014/main" id="{89F32C13-133F-425D-B230-88B70EF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52513"/>
            <a:ext cx="55245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定检验</a:t>
            </a:r>
          </a:p>
        </p:txBody>
      </p:sp>
      <p:sp>
        <p:nvSpPr>
          <p:cNvPr id="119" name="p36-文本-0119">
            <a:extLst xmlns:a="http://schemas.openxmlformats.org/drawingml/2006/main">
              <a:ext uri="{FF2B5EF4-FFF2-40B4-BE49-F238E27FC236}">
                <a16:creationId xmlns:a16="http://schemas.microsoft.com/office/drawing/2014/main" id="{073E1433-32E4-4DF9-9CBB-301AEA9C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11" y="6062007"/>
            <a:ext cx="62287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需求逐层收束，最终落到可以区分竞争解释的实验问题</a:t>
            </a:r>
          </a:p>
        </p:txBody>
      </p:sp>
      <p:sp>
        <p:nvSpPr>
          <p:cNvPr id="120" name="p36-文本-0120">
            <a:extLst xmlns:a="http://schemas.openxmlformats.org/drawingml/2006/main">
              <a:ext uri="{FF2B5EF4-FFF2-40B4-BE49-F238E27FC236}">
                <a16:creationId xmlns:a16="http://schemas.microsoft.com/office/drawing/2014/main" id="{66B300EC-9CAE-400C-9542-43A91C26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36</a:t>
            </a:r>
          </a:p>
        </p:txBody>
      </p:sp>
    </p:spTree>
    <p:extLst>
      <p:ext uri="{BB962C8B-B14F-4D97-AF65-F5344CB8AC3E}">
        <p14:creationId xmlns:p14="http://schemas.microsoft.com/office/powerpoint/2010/main" val="6897563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p37-矩形-0001">
            <a:extLst xmlns:a="http://schemas.openxmlformats.org/drawingml/2006/main">
              <a:ext uri="{FF2B5EF4-FFF2-40B4-BE49-F238E27FC236}">
                <a16:creationId xmlns:a16="http://schemas.microsoft.com/office/drawing/2014/main" id="{A3F1A404-5E42-41E5-8AB7-06FD439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37-矩形-0002">
            <a:extLst xmlns:a="http://schemas.openxmlformats.org/drawingml/2006/main">
              <a:ext uri="{FF2B5EF4-FFF2-40B4-BE49-F238E27FC236}">
                <a16:creationId xmlns:a16="http://schemas.microsoft.com/office/drawing/2014/main" id="{118936B2-955A-4570-9BEE-CAEE264F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" name="p37-文本-0003">
            <a:extLst xmlns:a="http://schemas.openxmlformats.org/drawingml/2006/main">
              <a:ext uri="{FF2B5EF4-FFF2-40B4-BE49-F238E27FC236}">
                <a16:creationId xmlns:a16="http://schemas.microsoft.com/office/drawing/2014/main" id="{6A7550D3-4B4C-4E6D-B0BF-86E1594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408"/>
            <a:ext cx="5900547" cy="47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55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实验读出、局部机制与模型预测相互对应</a:t>
            </a:r>
          </a:p>
        </p:txBody>
      </p:sp>
      <p:sp>
        <p:nvSpPr>
          <p:cNvPr id="4" name="p37-文本-0004">
            <a:extLst xmlns:a="http://schemas.openxmlformats.org/drawingml/2006/main">
              <a:ext uri="{FF2B5EF4-FFF2-40B4-BE49-F238E27FC236}">
                <a16:creationId xmlns:a16="http://schemas.microsoft.com/office/drawing/2014/main" id="{81EBE93A-BEAA-4874-91A7-C70C3700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1009"/>
            <a:ext cx="5107114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实验测量提供动态参数，局部结构解释差异，独立样本检验预测</a:t>
            </a:r>
          </a:p>
        </p:txBody>
      </p:sp>
      <p:sp>
        <p:nvSpPr>
          <p:cNvPr id="5" name="p37-线-0005">
            <a:extLst xmlns:a="http://schemas.openxmlformats.org/drawingml/2006/main">
              <a:ext uri="{FF2B5EF4-FFF2-40B4-BE49-F238E27FC236}">
                <a16:creationId xmlns:a16="http://schemas.microsoft.com/office/drawing/2014/main" id="{A8FAD25D-5AD8-4ABC-906B-68252603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95"/>
          </a:xfrm>
          <a:custGeom xmlns:a="http://schemas.openxmlformats.org/drawingml/2006/main">
            <a:pathLst>
              <a:path w="11239500" h="9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7B7B7"/>
            </a:solidFill>
          </a:ln>
        </p:spPr>
      </p:sp>
      <p:sp>
        <p:nvSpPr>
          <p:cNvPr id="6" name="p37-矩形-0006">
            <a:extLst xmlns:a="http://schemas.openxmlformats.org/drawingml/2006/main">
              <a:ext uri="{FF2B5EF4-FFF2-40B4-BE49-F238E27FC236}">
                <a16:creationId xmlns:a16="http://schemas.microsoft.com/office/drawing/2014/main" id="{911C0B96-BB1E-4628-91D5-D305B492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3381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p37-文本-0007">
            <a:extLst xmlns:a="http://schemas.openxmlformats.org/drawingml/2006/main">
              <a:ext uri="{FF2B5EF4-FFF2-40B4-BE49-F238E27FC236}">
                <a16:creationId xmlns:a16="http://schemas.microsoft.com/office/drawing/2014/main" id="{5BF20D80-24F8-43F2-99D4-34058D0E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" y="1402649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实验测量：获得动态读出</a:t>
            </a:r>
          </a:p>
        </p:txBody>
      </p:sp>
      <p:sp>
        <p:nvSpPr>
          <p:cNvPr id="8" name="p37-矩形-0008">
            <a:extLst xmlns:a="http://schemas.openxmlformats.org/drawingml/2006/main">
              <a:ext uri="{FF2B5EF4-FFF2-40B4-BE49-F238E27FC236}">
                <a16:creationId xmlns:a16="http://schemas.microsoft.com/office/drawing/2014/main" id="{91F90DF9-A94D-478D-A28D-2AC128E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81125"/>
            <a:ext cx="3590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9" name="p37-文本-0009">
            <a:extLst xmlns:a="http://schemas.openxmlformats.org/drawingml/2006/main">
              <a:ext uri="{FF2B5EF4-FFF2-40B4-BE49-F238E27FC236}">
                <a16:creationId xmlns:a16="http://schemas.microsoft.com/office/drawing/2014/main" id="{B39C90A5-D9AD-4640-A513-4308872E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522" y="1402649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尺度拆解：定位主控过程</a:t>
            </a:r>
          </a:p>
        </p:txBody>
      </p:sp>
      <p:sp>
        <p:nvSpPr>
          <p:cNvPr id="10" name="p37-矩形-0010">
            <a:extLst xmlns:a="http://schemas.openxmlformats.org/drawingml/2006/main">
              <a:ext uri="{FF2B5EF4-FFF2-40B4-BE49-F238E27FC236}">
                <a16:creationId xmlns:a16="http://schemas.microsoft.com/office/drawing/2014/main" id="{9C30F5D5-9CEA-4097-8597-BD40A60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81125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p37-文本-0011">
            <a:extLst xmlns:a="http://schemas.openxmlformats.org/drawingml/2006/main">
              <a:ext uri="{FF2B5EF4-FFF2-40B4-BE49-F238E27FC236}">
                <a16:creationId xmlns:a16="http://schemas.microsoft.com/office/drawing/2014/main" id="{A134E342-1633-4353-905D-E2426ADC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585" y="1402649"/>
            <a:ext cx="2244281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计算验证：检验可迁移性</a:t>
            </a:r>
          </a:p>
        </p:txBody>
      </p:sp>
      <p:sp>
        <p:nvSpPr>
          <p:cNvPr id="12" name="p37-线-0012">
            <a:extLst xmlns:a="http://schemas.openxmlformats.org/drawingml/2006/main">
              <a:ext uri="{FF2B5EF4-FFF2-40B4-BE49-F238E27FC236}">
                <a16:creationId xmlns:a16="http://schemas.microsoft.com/office/drawing/2014/main" id="{FE8C2BCB-5FBD-4DBD-9838-90F0CC2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28800"/>
            <a:ext cx="95" cy="4124325"/>
          </a:xfrm>
          <a:custGeom xmlns:a="http://schemas.openxmlformats.org/drawingml/2006/main">
            <a:pathLst>
              <a:path w="95" h="4124325">
                <a:moveTo>
                  <a:pt x="0" y="0"/>
                </a:moveTo>
                <a:lnTo>
                  <a:pt x="0" y="41243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3" name="p37-线-0013">
            <a:extLst xmlns:a="http://schemas.openxmlformats.org/drawingml/2006/main">
              <a:ext uri="{FF2B5EF4-FFF2-40B4-BE49-F238E27FC236}">
                <a16:creationId xmlns:a16="http://schemas.microsoft.com/office/drawing/2014/main" id="{2B549280-0B45-4DF4-AF62-2EFC025F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28800"/>
            <a:ext cx="95" cy="4124325"/>
          </a:xfrm>
          <a:custGeom xmlns:a="http://schemas.openxmlformats.org/drawingml/2006/main">
            <a:pathLst>
              <a:path w="95" h="4124325">
                <a:moveTo>
                  <a:pt x="0" y="0"/>
                </a:moveTo>
                <a:lnTo>
                  <a:pt x="0" y="41243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4" name="p37-矩形-0014">
            <a:extLst xmlns:a="http://schemas.openxmlformats.org/drawingml/2006/main">
              <a:ext uri="{FF2B5EF4-FFF2-40B4-BE49-F238E27FC236}">
                <a16:creationId xmlns:a16="http://schemas.microsoft.com/office/drawing/2014/main" id="{EDAD073B-AB1E-4040-9224-8B8C50CB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38350"/>
            <a:ext cx="123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</a:ln>
        </p:spPr>
      </p:sp>
      <p:sp>
        <p:nvSpPr>
          <p:cNvPr id="15" name="p37-矩形-0015">
            <a:extLst xmlns:a="http://schemas.openxmlformats.org/drawingml/2006/main">
              <a:ext uri="{FF2B5EF4-FFF2-40B4-BE49-F238E27FC236}">
                <a16:creationId xmlns:a16="http://schemas.microsoft.com/office/drawing/2014/main" id="{16E3C0B2-53D7-478B-94EF-C26D476B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38375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p37-线-0016">
            <a:extLst xmlns:a="http://schemas.openxmlformats.org/drawingml/2006/main">
              <a:ext uri="{FF2B5EF4-FFF2-40B4-BE49-F238E27FC236}">
                <a16:creationId xmlns:a16="http://schemas.microsoft.com/office/drawing/2014/main" id="{0D0ABE1E-3A65-4AC7-B616-22F607C6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288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7" name="p37-矩形-0017">
            <a:extLst xmlns:a="http://schemas.openxmlformats.org/drawingml/2006/main">
              <a:ext uri="{FF2B5EF4-FFF2-40B4-BE49-F238E27FC236}">
                <a16:creationId xmlns:a16="http://schemas.microsoft.com/office/drawing/2014/main" id="{65EF92B5-97D7-4346-8484-F913A2E7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38350"/>
            <a:ext cx="123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</a:ln>
        </p:spPr>
      </p:sp>
      <p:sp>
        <p:nvSpPr>
          <p:cNvPr id="18" name="p37-矩形-0018">
            <a:extLst xmlns:a="http://schemas.openxmlformats.org/drawingml/2006/main">
              <a:ext uri="{FF2B5EF4-FFF2-40B4-BE49-F238E27FC236}">
                <a16:creationId xmlns:a16="http://schemas.microsoft.com/office/drawing/2014/main" id="{3A2B90A7-2B01-4E2A-95EC-D89C89C3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00275"/>
            <a:ext cx="85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19" name="p37-线-0019">
            <a:extLst xmlns:a="http://schemas.openxmlformats.org/drawingml/2006/main">
              <a:ext uri="{FF2B5EF4-FFF2-40B4-BE49-F238E27FC236}">
                <a16:creationId xmlns:a16="http://schemas.microsoft.com/office/drawing/2014/main" id="{6C3FED10-F1C9-4B45-99F4-FB4BA0C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288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0" name="p37-矩形-0020">
            <a:extLst xmlns:a="http://schemas.openxmlformats.org/drawingml/2006/main">
              <a:ext uri="{FF2B5EF4-FFF2-40B4-BE49-F238E27FC236}">
                <a16:creationId xmlns:a16="http://schemas.microsoft.com/office/drawing/2014/main" id="{DC2F973E-A1ED-4661-BA64-2C76A6F9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38350"/>
            <a:ext cx="123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</a:ln>
        </p:spPr>
      </p:sp>
      <p:sp>
        <p:nvSpPr>
          <p:cNvPr id="21" name="p37-矩形-0021">
            <a:extLst xmlns:a="http://schemas.openxmlformats.org/drawingml/2006/main">
              <a:ext uri="{FF2B5EF4-FFF2-40B4-BE49-F238E27FC236}">
                <a16:creationId xmlns:a16="http://schemas.microsoft.com/office/drawing/2014/main" id="{2F8CBC11-C5B2-4B13-865C-7132BB54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62175"/>
            <a:ext cx="85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22" name="p37-线-0022">
            <a:extLst xmlns:a="http://schemas.openxmlformats.org/drawingml/2006/main">
              <a:ext uri="{FF2B5EF4-FFF2-40B4-BE49-F238E27FC236}">
                <a16:creationId xmlns:a16="http://schemas.microsoft.com/office/drawing/2014/main" id="{C3245E77-4806-449C-9ED4-3ADDDDA2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288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3" name="p37-文本-0023">
            <a:extLst xmlns:a="http://schemas.openxmlformats.org/drawingml/2006/main">
              <a:ext uri="{FF2B5EF4-FFF2-40B4-BE49-F238E27FC236}">
                <a16:creationId xmlns:a16="http://schemas.microsoft.com/office/drawing/2014/main" id="{3BC33304-645C-4911-B74D-5BAFC033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8" y="255170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配方分组</a:t>
            </a:r>
          </a:p>
        </p:txBody>
      </p:sp>
      <p:sp>
        <p:nvSpPr>
          <p:cNvPr id="24" name="p37-路径-0024">
            <a:extLst xmlns:a="http://schemas.openxmlformats.org/drawingml/2006/main">
              <a:ext uri="{FF2B5EF4-FFF2-40B4-BE49-F238E27FC236}">
                <a16:creationId xmlns:a16="http://schemas.microsoft.com/office/drawing/2014/main" id="{6AED0C97-C311-4495-8FCE-CCB260DE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92465"/>
            <a:ext cx="228600" cy="129921"/>
          </a:xfrm>
          <a:custGeom xmlns:a="http://schemas.openxmlformats.org/drawingml/2006/main">
            <a:pathLst>
              <a:path w="228600" h="129921">
                <a:moveTo>
                  <a:pt x="0" y="93535"/>
                </a:moveTo>
                <a:lnTo>
                  <a:pt x="123825" y="93535"/>
                </a:lnTo>
                <a:lnTo>
                  <a:pt x="123825" y="129921"/>
                </a:lnTo>
                <a:lnTo>
                  <a:pt x="228600" y="64960"/>
                </a:lnTo>
                <a:lnTo>
                  <a:pt x="123825" y="0"/>
                </a:lnTo>
                <a:lnTo>
                  <a:pt x="123825" y="36385"/>
                </a:lnTo>
                <a:lnTo>
                  <a:pt x="0" y="3638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5" name="p37-矩形-0025">
            <a:extLst xmlns:a="http://schemas.openxmlformats.org/drawingml/2006/main">
              <a:ext uri="{FF2B5EF4-FFF2-40B4-BE49-F238E27FC236}">
                <a16:creationId xmlns:a16="http://schemas.microsoft.com/office/drawing/2014/main" id="{E105431A-ACFF-4989-AB96-4DA3B2D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71675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4E79"/>
            </a:solidFill>
          </a:ln>
        </p:spPr>
      </p:sp>
      <p:sp>
        <p:nvSpPr>
          <p:cNvPr id="26" name="p37-椭圆-0026">
            <a:extLst xmlns:a="http://schemas.openxmlformats.org/drawingml/2006/main">
              <a:ext uri="{FF2B5EF4-FFF2-40B4-BE49-F238E27FC236}">
                <a16:creationId xmlns:a16="http://schemas.microsoft.com/office/drawing/2014/main" id="{E6DD1E98-603D-4194-AE09-4C076BAD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27" name="p37-矩形-0027">
            <a:extLst xmlns:a="http://schemas.openxmlformats.org/drawingml/2006/main">
              <a:ext uri="{FF2B5EF4-FFF2-40B4-BE49-F238E27FC236}">
                <a16:creationId xmlns:a16="http://schemas.microsoft.com/office/drawing/2014/main" id="{66052C58-8ABA-49D2-8E08-E2CD0FD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14550"/>
            <a:ext cx="95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343434"/>
            </a:solidFill>
          </a:ln>
        </p:spPr>
      </p:sp>
      <p:sp>
        <p:nvSpPr>
          <p:cNvPr id="28" name="p37-路径-0028">
            <a:extLst xmlns:a="http://schemas.openxmlformats.org/drawingml/2006/main">
              <a:ext uri="{FF2B5EF4-FFF2-40B4-BE49-F238E27FC236}">
                <a16:creationId xmlns:a16="http://schemas.microsoft.com/office/drawing/2014/main" id="{221370C5-DC0D-41AF-9205-5E2F7A8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206562"/>
            <a:ext cx="390525" cy="82677"/>
          </a:xfrm>
          <a:custGeom xmlns:a="http://schemas.openxmlformats.org/drawingml/2006/main">
            <a:pathLst>
              <a:path w="390525" h="82677">
                <a:moveTo>
                  <a:pt x="0" y="55626"/>
                </a:moveTo>
                <a:lnTo>
                  <a:pt x="323850" y="55626"/>
                </a:lnTo>
                <a:lnTo>
                  <a:pt x="323850" y="82677"/>
                </a:lnTo>
                <a:lnTo>
                  <a:pt x="390525" y="41339"/>
                </a:lnTo>
                <a:lnTo>
                  <a:pt x="323850" y="0"/>
                </a:lnTo>
                <a:lnTo>
                  <a:pt x="323850" y="27051"/>
                </a:lnTo>
                <a:lnTo>
                  <a:pt x="0" y="27051"/>
                </a:lnTo>
                <a:close/>
              </a:path>
            </a:pathLst>
          </a:custGeom>
          <a:solidFill xmlns:a="http://schemas.openxmlformats.org/drawingml/2006/main">
            <a:srgbClr val="6B4A2F"/>
          </a:solidFill>
          <a:ln xmlns:a="http://schemas.openxmlformats.org/drawingml/2006/main" w="0">
            <a:noFill/>
          </a:ln>
        </p:spPr>
      </p:sp>
      <p:sp>
        <p:nvSpPr>
          <p:cNvPr id="29" name="p37-文本-0029">
            <a:extLst xmlns:a="http://schemas.openxmlformats.org/drawingml/2006/main">
              <a:ext uri="{FF2B5EF4-FFF2-40B4-BE49-F238E27FC236}">
                <a16:creationId xmlns:a16="http://schemas.microsoft.com/office/drawing/2014/main" id="{AC1077B7-1180-42F7-B098-AA04CACC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80" y="2551709"/>
            <a:ext cx="9446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同光路测量</a:t>
            </a:r>
          </a:p>
        </p:txBody>
      </p:sp>
      <p:sp>
        <p:nvSpPr>
          <p:cNvPr id="30" name="p37-路径-0030">
            <a:extLst xmlns:a="http://schemas.openxmlformats.org/drawingml/2006/main">
              <a:ext uri="{FF2B5EF4-FFF2-40B4-BE49-F238E27FC236}">
                <a16:creationId xmlns:a16="http://schemas.microsoft.com/office/drawing/2014/main" id="{29BA311A-408C-4A28-9340-85BDA372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2465"/>
            <a:ext cx="228600" cy="129921"/>
          </a:xfrm>
          <a:custGeom xmlns:a="http://schemas.openxmlformats.org/drawingml/2006/main">
            <a:pathLst>
              <a:path w="228600" h="129921">
                <a:moveTo>
                  <a:pt x="0" y="93535"/>
                </a:moveTo>
                <a:lnTo>
                  <a:pt x="123825" y="93535"/>
                </a:lnTo>
                <a:lnTo>
                  <a:pt x="123825" y="129921"/>
                </a:lnTo>
                <a:lnTo>
                  <a:pt x="228600" y="64960"/>
                </a:lnTo>
                <a:lnTo>
                  <a:pt x="123825" y="0"/>
                </a:lnTo>
                <a:lnTo>
                  <a:pt x="123825" y="36385"/>
                </a:lnTo>
                <a:lnTo>
                  <a:pt x="0" y="3638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1" name="p37-线-0031">
            <a:extLst xmlns:a="http://schemas.openxmlformats.org/drawingml/2006/main">
              <a:ext uri="{FF2B5EF4-FFF2-40B4-BE49-F238E27FC236}">
                <a16:creationId xmlns:a16="http://schemas.microsoft.com/office/drawing/2014/main" id="{3C20E0D0-FA43-44FE-993D-614AE45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90725"/>
            <a:ext cx="95" cy="485775"/>
          </a:xfrm>
          <a:custGeom xmlns:a="http://schemas.openxmlformats.org/drawingml/2006/main">
            <a:pathLst>
              <a:path w="95" h="485775">
                <a:moveTo>
                  <a:pt x="0" y="0"/>
                </a:move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32" name="p37-线-0032">
            <a:extLst xmlns:a="http://schemas.openxmlformats.org/drawingml/2006/main">
              <a:ext uri="{FF2B5EF4-FFF2-40B4-BE49-F238E27FC236}">
                <a16:creationId xmlns:a16="http://schemas.microsoft.com/office/drawing/2014/main" id="{92823D89-D308-442A-BFC2-945863DF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76500"/>
            <a:ext cx="695325" cy="95"/>
          </a:xfrm>
          <a:custGeom xmlns:a="http://schemas.openxmlformats.org/drawingml/2006/main">
            <a:pathLst>
              <a:path w="695325" h="95">
                <a:moveTo>
                  <a:pt x="0" y="0"/>
                </a:moveTo>
                <a:lnTo>
                  <a:pt x="695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33" name="p37-路径-0033">
            <a:extLst xmlns:a="http://schemas.openxmlformats.org/drawingml/2006/main">
              <a:ext uri="{FF2B5EF4-FFF2-40B4-BE49-F238E27FC236}">
                <a16:creationId xmlns:a16="http://schemas.microsoft.com/office/drawing/2014/main" id="{52CECF25-F5B8-49DB-B4BC-F041A6A0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04073"/>
            <a:ext cx="695325" cy="286702"/>
          </a:xfrm>
          <a:custGeom xmlns:a="http://schemas.openxmlformats.org/drawingml/2006/main">
            <a:pathLst>
              <a:path w="695325" h="286702">
                <a:moveTo>
                  <a:pt x="0" y="286702"/>
                </a:moveTo>
                <a:lnTo>
                  <a:pt x="22860" y="254317"/>
                </a:lnTo>
                <a:lnTo>
                  <a:pt x="46672" y="224790"/>
                </a:lnTo>
                <a:lnTo>
                  <a:pt x="69533" y="199073"/>
                </a:lnTo>
                <a:lnTo>
                  <a:pt x="92392" y="176213"/>
                </a:lnTo>
                <a:lnTo>
                  <a:pt x="116205" y="156210"/>
                </a:lnTo>
                <a:lnTo>
                  <a:pt x="139065" y="138113"/>
                </a:lnTo>
                <a:lnTo>
                  <a:pt x="161925" y="121920"/>
                </a:lnTo>
                <a:lnTo>
                  <a:pt x="185738" y="107632"/>
                </a:lnTo>
                <a:lnTo>
                  <a:pt x="208597" y="94298"/>
                </a:lnTo>
                <a:lnTo>
                  <a:pt x="231458" y="83820"/>
                </a:lnTo>
                <a:lnTo>
                  <a:pt x="255270" y="73342"/>
                </a:lnTo>
                <a:lnTo>
                  <a:pt x="278130" y="63817"/>
                </a:lnTo>
                <a:lnTo>
                  <a:pt x="300990" y="56198"/>
                </a:lnTo>
                <a:lnTo>
                  <a:pt x="324803" y="49530"/>
                </a:lnTo>
                <a:lnTo>
                  <a:pt x="347663" y="42863"/>
                </a:lnTo>
                <a:lnTo>
                  <a:pt x="370522" y="37148"/>
                </a:lnTo>
                <a:lnTo>
                  <a:pt x="394335" y="32385"/>
                </a:lnTo>
                <a:lnTo>
                  <a:pt x="417195" y="27623"/>
                </a:lnTo>
                <a:lnTo>
                  <a:pt x="440055" y="23813"/>
                </a:lnTo>
                <a:lnTo>
                  <a:pt x="463867" y="20002"/>
                </a:lnTo>
                <a:lnTo>
                  <a:pt x="486728" y="17145"/>
                </a:lnTo>
                <a:lnTo>
                  <a:pt x="509588" y="14288"/>
                </a:lnTo>
                <a:lnTo>
                  <a:pt x="533400" y="11430"/>
                </a:lnTo>
                <a:lnTo>
                  <a:pt x="556260" y="9525"/>
                </a:lnTo>
                <a:lnTo>
                  <a:pt x="579120" y="7620"/>
                </a:lnTo>
                <a:lnTo>
                  <a:pt x="602933" y="5715"/>
                </a:lnTo>
                <a:lnTo>
                  <a:pt x="625792" y="3810"/>
                </a:lnTo>
                <a:lnTo>
                  <a:pt x="648653" y="2857"/>
                </a:lnTo>
                <a:lnTo>
                  <a:pt x="672465" y="1905"/>
                </a:lnTo>
                <a:lnTo>
                  <a:pt x="695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</a:ln>
        </p:spPr>
      </p:sp>
      <p:sp>
        <p:nvSpPr>
          <p:cNvPr id="34" name="p37-路径-0034">
            <a:extLst xmlns:a="http://schemas.openxmlformats.org/drawingml/2006/main">
              <a:ext uri="{FF2B5EF4-FFF2-40B4-BE49-F238E27FC236}">
                <a16:creationId xmlns:a16="http://schemas.microsoft.com/office/drawing/2014/main" id="{4E7B8C96-3343-4C63-B2F4-57A87A77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51698"/>
            <a:ext cx="695325" cy="286702"/>
          </a:xfrm>
          <a:custGeom xmlns:a="http://schemas.openxmlformats.org/drawingml/2006/main">
            <a:pathLst>
              <a:path w="695325" h="286702">
                <a:moveTo>
                  <a:pt x="0" y="286702"/>
                </a:moveTo>
                <a:lnTo>
                  <a:pt x="22860" y="254317"/>
                </a:lnTo>
                <a:lnTo>
                  <a:pt x="46672" y="224790"/>
                </a:lnTo>
                <a:lnTo>
                  <a:pt x="69533" y="199073"/>
                </a:lnTo>
                <a:lnTo>
                  <a:pt x="92392" y="176213"/>
                </a:lnTo>
                <a:lnTo>
                  <a:pt x="116205" y="156210"/>
                </a:lnTo>
                <a:lnTo>
                  <a:pt x="139065" y="138113"/>
                </a:lnTo>
                <a:lnTo>
                  <a:pt x="161925" y="121920"/>
                </a:lnTo>
                <a:lnTo>
                  <a:pt x="185738" y="107632"/>
                </a:lnTo>
                <a:lnTo>
                  <a:pt x="208597" y="94298"/>
                </a:lnTo>
                <a:lnTo>
                  <a:pt x="231458" y="83820"/>
                </a:lnTo>
                <a:lnTo>
                  <a:pt x="255270" y="73342"/>
                </a:lnTo>
                <a:lnTo>
                  <a:pt x="278130" y="63817"/>
                </a:lnTo>
                <a:lnTo>
                  <a:pt x="300990" y="56198"/>
                </a:lnTo>
                <a:lnTo>
                  <a:pt x="324803" y="49530"/>
                </a:lnTo>
                <a:lnTo>
                  <a:pt x="347663" y="42863"/>
                </a:lnTo>
                <a:lnTo>
                  <a:pt x="370522" y="37148"/>
                </a:lnTo>
                <a:lnTo>
                  <a:pt x="394335" y="32385"/>
                </a:lnTo>
                <a:lnTo>
                  <a:pt x="417195" y="27623"/>
                </a:lnTo>
                <a:lnTo>
                  <a:pt x="440055" y="23813"/>
                </a:lnTo>
                <a:lnTo>
                  <a:pt x="463867" y="20002"/>
                </a:lnTo>
                <a:lnTo>
                  <a:pt x="486728" y="17145"/>
                </a:lnTo>
                <a:lnTo>
                  <a:pt x="509588" y="14288"/>
                </a:lnTo>
                <a:lnTo>
                  <a:pt x="533400" y="11430"/>
                </a:lnTo>
                <a:lnTo>
                  <a:pt x="556260" y="9525"/>
                </a:lnTo>
                <a:lnTo>
                  <a:pt x="579120" y="7620"/>
                </a:lnTo>
                <a:lnTo>
                  <a:pt x="602933" y="5715"/>
                </a:lnTo>
                <a:lnTo>
                  <a:pt x="625792" y="3810"/>
                </a:lnTo>
                <a:lnTo>
                  <a:pt x="648653" y="2857"/>
                </a:lnTo>
                <a:lnTo>
                  <a:pt x="672465" y="1905"/>
                </a:lnTo>
                <a:lnTo>
                  <a:pt x="695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3237"/>
            </a:solidFill>
          </a:ln>
        </p:spPr>
      </p:sp>
      <p:sp>
        <p:nvSpPr>
          <p:cNvPr id="35" name="p37-文本-0035">
            <a:extLst xmlns:a="http://schemas.openxmlformats.org/drawingml/2006/main">
              <a:ext uri="{FF2B5EF4-FFF2-40B4-BE49-F238E27FC236}">
                <a16:creationId xmlns:a16="http://schemas.microsoft.com/office/drawing/2014/main" id="{096871AB-800E-479C-A811-B354A6B7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743" y="255170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时序对齐</a:t>
            </a:r>
          </a:p>
        </p:txBody>
      </p:sp>
      <p:sp>
        <p:nvSpPr>
          <p:cNvPr id="36" name="p37-文本-0036">
            <a:extLst xmlns:a="http://schemas.openxmlformats.org/drawingml/2006/main">
              <a:ext uri="{FF2B5EF4-FFF2-40B4-BE49-F238E27FC236}">
                <a16:creationId xmlns:a16="http://schemas.microsoft.com/office/drawing/2014/main" id="{5C8CFF4D-503E-4E3B-BF4C-A9C48F52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1681"/>
            <a:ext cx="2327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固定厚度、光强与介质条件</a:t>
            </a:r>
          </a:p>
        </p:txBody>
      </p:sp>
      <p:sp>
        <p:nvSpPr>
          <p:cNvPr id="37" name="p37-文本-0037">
            <a:extLst xmlns:a="http://schemas.openxmlformats.org/drawingml/2006/main">
              <a:ext uri="{FF2B5EF4-FFF2-40B4-BE49-F238E27FC236}">
                <a16:creationId xmlns:a16="http://schemas.microsoft.com/office/drawing/2014/main" id="{4A81986B-5E36-499C-8F15-47DF7332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481"/>
            <a:ext cx="2708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记录完整时序，分离幅度与速度</a:t>
            </a:r>
          </a:p>
        </p:txBody>
      </p:sp>
      <p:sp>
        <p:nvSpPr>
          <p:cNvPr id="38" name="p37-线-0038">
            <a:extLst xmlns:a="http://schemas.openxmlformats.org/drawingml/2006/main">
              <a:ext uri="{FF2B5EF4-FFF2-40B4-BE49-F238E27FC236}">
                <a16:creationId xmlns:a16="http://schemas.microsoft.com/office/drawing/2014/main" id="{BD9A7B4E-F9FF-4083-BBBD-44B6332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33975"/>
            <a:ext cx="2552700" cy="95"/>
          </a:xfrm>
          <a:custGeom xmlns:a="http://schemas.openxmlformats.org/drawingml/2006/main">
            <a:pathLst>
              <a:path w="2552700" h="9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39" name="p37-线-0039">
            <a:extLst xmlns:a="http://schemas.openxmlformats.org/drawingml/2006/main">
              <a:ext uri="{FF2B5EF4-FFF2-40B4-BE49-F238E27FC236}">
                <a16:creationId xmlns:a16="http://schemas.microsoft.com/office/drawing/2014/main" id="{53170F0B-264B-4A10-B9B7-6A4D281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</a:ln>
        </p:spPr>
      </p:sp>
      <p:sp>
        <p:nvSpPr>
          <p:cNvPr id="40" name="p37-线-0040">
            <a:extLst xmlns:a="http://schemas.openxmlformats.org/drawingml/2006/main">
              <a:ext uri="{FF2B5EF4-FFF2-40B4-BE49-F238E27FC236}">
                <a16:creationId xmlns:a16="http://schemas.microsoft.com/office/drawing/2014/main" id="{E0A285A6-EC6F-483B-8747-9F7CED71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33975"/>
            <a:ext cx="2552700" cy="95"/>
          </a:xfrm>
          <a:custGeom xmlns:a="http://schemas.openxmlformats.org/drawingml/2006/main">
            <a:pathLst>
              <a:path w="2552700" h="9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1" name="p37-文本-0041">
            <a:extLst xmlns:a="http://schemas.openxmlformats.org/drawingml/2006/main">
              <a:ext uri="{FF2B5EF4-FFF2-40B4-BE49-F238E27FC236}">
                <a16:creationId xmlns:a16="http://schemas.microsoft.com/office/drawing/2014/main" id="{EC882BF0-4E67-4745-B88F-5471EC10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277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42" name="p37-线-0042">
            <a:extLst xmlns:a="http://schemas.openxmlformats.org/drawingml/2006/main">
              <a:ext uri="{FF2B5EF4-FFF2-40B4-BE49-F238E27FC236}">
                <a16:creationId xmlns:a16="http://schemas.microsoft.com/office/drawing/2014/main" id="{D3E4854E-480D-4FC6-8B0A-65AB55DE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19625"/>
            <a:ext cx="2552700" cy="95"/>
          </a:xfrm>
          <a:custGeom xmlns:a="http://schemas.openxmlformats.org/drawingml/2006/main">
            <a:pathLst>
              <a:path w="2552700" h="9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3" name="p37-文本-0043">
            <a:extLst xmlns:a="http://schemas.openxmlformats.org/drawingml/2006/main">
              <a:ext uri="{FF2B5EF4-FFF2-40B4-BE49-F238E27FC236}">
                <a16:creationId xmlns:a16="http://schemas.microsoft.com/office/drawing/2014/main" id="{2D59584C-0DE9-45EB-A73C-C8397120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4548420"/>
            <a:ext cx="204788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0.5</a:t>
            </a:r>
          </a:p>
        </p:txBody>
      </p:sp>
      <p:sp>
        <p:nvSpPr>
          <p:cNvPr id="44" name="p37-线-0044">
            <a:extLst xmlns:a="http://schemas.openxmlformats.org/drawingml/2006/main">
              <a:ext uri="{FF2B5EF4-FFF2-40B4-BE49-F238E27FC236}">
                <a16:creationId xmlns:a16="http://schemas.microsoft.com/office/drawing/2014/main" id="{BE23C5B7-7F3F-4226-89F6-D88CFD7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2552700" cy="95"/>
          </a:xfrm>
          <a:custGeom xmlns:a="http://schemas.openxmlformats.org/drawingml/2006/main">
            <a:pathLst>
              <a:path w="2552700" h="9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45" name="p37-文本-0045">
            <a:extLst xmlns:a="http://schemas.openxmlformats.org/drawingml/2006/main">
              <a:ext uri="{FF2B5EF4-FFF2-40B4-BE49-F238E27FC236}">
                <a16:creationId xmlns:a16="http://schemas.microsoft.com/office/drawing/2014/main" id="{910CF770-64AF-46E3-B96D-58A9A03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4070"/>
            <a:ext cx="104775" cy="167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0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46" name="p37-路径-0046">
            <a:extLst xmlns:a="http://schemas.openxmlformats.org/drawingml/2006/main">
              <a:ext uri="{FF2B5EF4-FFF2-40B4-BE49-F238E27FC236}">
                <a16:creationId xmlns:a16="http://schemas.microsoft.com/office/drawing/2014/main" id="{CE0B5CA0-2E43-42B1-924E-936EBC40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19613"/>
            <a:ext cx="2552700" cy="521970"/>
          </a:xfrm>
          <a:custGeom xmlns:a="http://schemas.openxmlformats.org/drawingml/2006/main">
            <a:pathLst>
              <a:path w="2552700" h="521970">
                <a:moveTo>
                  <a:pt x="0" y="521970"/>
                </a:moveTo>
                <a:lnTo>
                  <a:pt x="42863" y="489585"/>
                </a:lnTo>
                <a:lnTo>
                  <a:pt x="84773" y="460057"/>
                </a:lnTo>
                <a:lnTo>
                  <a:pt x="127635" y="431482"/>
                </a:lnTo>
                <a:lnTo>
                  <a:pt x="170498" y="404813"/>
                </a:lnTo>
                <a:lnTo>
                  <a:pt x="212407" y="380047"/>
                </a:lnTo>
                <a:lnTo>
                  <a:pt x="255270" y="356235"/>
                </a:lnTo>
                <a:lnTo>
                  <a:pt x="298133" y="334328"/>
                </a:lnTo>
                <a:lnTo>
                  <a:pt x="340043" y="313372"/>
                </a:lnTo>
                <a:lnTo>
                  <a:pt x="382905" y="294322"/>
                </a:lnTo>
                <a:lnTo>
                  <a:pt x="425767" y="275272"/>
                </a:lnTo>
                <a:lnTo>
                  <a:pt x="467677" y="258128"/>
                </a:lnTo>
                <a:lnTo>
                  <a:pt x="510540" y="241935"/>
                </a:lnTo>
                <a:lnTo>
                  <a:pt x="553403" y="226695"/>
                </a:lnTo>
                <a:lnTo>
                  <a:pt x="595313" y="212408"/>
                </a:lnTo>
                <a:lnTo>
                  <a:pt x="638175" y="199072"/>
                </a:lnTo>
                <a:lnTo>
                  <a:pt x="681038" y="186690"/>
                </a:lnTo>
                <a:lnTo>
                  <a:pt x="722948" y="174308"/>
                </a:lnTo>
                <a:lnTo>
                  <a:pt x="765810" y="162878"/>
                </a:lnTo>
                <a:lnTo>
                  <a:pt x="808673" y="152400"/>
                </a:lnTo>
                <a:lnTo>
                  <a:pt x="850583" y="142875"/>
                </a:lnTo>
                <a:lnTo>
                  <a:pt x="893445" y="133350"/>
                </a:lnTo>
                <a:lnTo>
                  <a:pt x="936308" y="124778"/>
                </a:lnTo>
                <a:lnTo>
                  <a:pt x="978217" y="116205"/>
                </a:lnTo>
                <a:lnTo>
                  <a:pt x="1021080" y="108585"/>
                </a:lnTo>
                <a:lnTo>
                  <a:pt x="1063943" y="100965"/>
                </a:lnTo>
                <a:lnTo>
                  <a:pt x="1105853" y="94297"/>
                </a:lnTo>
                <a:lnTo>
                  <a:pt x="1148715" y="87630"/>
                </a:lnTo>
                <a:lnTo>
                  <a:pt x="1191578" y="81915"/>
                </a:lnTo>
                <a:lnTo>
                  <a:pt x="1233488" y="76200"/>
                </a:lnTo>
                <a:lnTo>
                  <a:pt x="1276350" y="71438"/>
                </a:lnTo>
                <a:lnTo>
                  <a:pt x="1319213" y="65722"/>
                </a:lnTo>
                <a:lnTo>
                  <a:pt x="1361123" y="60960"/>
                </a:lnTo>
                <a:lnTo>
                  <a:pt x="1403985" y="57150"/>
                </a:lnTo>
                <a:lnTo>
                  <a:pt x="1446848" y="52388"/>
                </a:lnTo>
                <a:lnTo>
                  <a:pt x="1488758" y="48578"/>
                </a:lnTo>
                <a:lnTo>
                  <a:pt x="1531620" y="44767"/>
                </a:lnTo>
                <a:lnTo>
                  <a:pt x="1574483" y="41910"/>
                </a:lnTo>
                <a:lnTo>
                  <a:pt x="1616393" y="38100"/>
                </a:lnTo>
                <a:lnTo>
                  <a:pt x="1659255" y="35242"/>
                </a:lnTo>
                <a:lnTo>
                  <a:pt x="1702118" y="32385"/>
                </a:lnTo>
                <a:lnTo>
                  <a:pt x="1744028" y="29528"/>
                </a:lnTo>
                <a:lnTo>
                  <a:pt x="1786890" y="26670"/>
                </a:lnTo>
                <a:lnTo>
                  <a:pt x="1829753" y="24765"/>
                </a:lnTo>
                <a:lnTo>
                  <a:pt x="1871663" y="21908"/>
                </a:lnTo>
                <a:lnTo>
                  <a:pt x="1914525" y="20003"/>
                </a:lnTo>
                <a:lnTo>
                  <a:pt x="1957388" y="18097"/>
                </a:lnTo>
                <a:lnTo>
                  <a:pt x="1999297" y="16192"/>
                </a:lnTo>
                <a:lnTo>
                  <a:pt x="2042160" y="14288"/>
                </a:lnTo>
                <a:lnTo>
                  <a:pt x="2085022" y="13335"/>
                </a:lnTo>
                <a:lnTo>
                  <a:pt x="2126933" y="11430"/>
                </a:lnTo>
                <a:lnTo>
                  <a:pt x="2169795" y="9525"/>
                </a:lnTo>
                <a:lnTo>
                  <a:pt x="2212658" y="8572"/>
                </a:lnTo>
                <a:lnTo>
                  <a:pt x="2254568" y="7620"/>
                </a:lnTo>
                <a:lnTo>
                  <a:pt x="2297430" y="5715"/>
                </a:lnTo>
                <a:lnTo>
                  <a:pt x="2340293" y="4763"/>
                </a:lnTo>
                <a:lnTo>
                  <a:pt x="2382203" y="3810"/>
                </a:lnTo>
                <a:lnTo>
                  <a:pt x="2425065" y="2858"/>
                </a:lnTo>
                <a:lnTo>
                  <a:pt x="2467928" y="1905"/>
                </a:lnTo>
                <a:lnTo>
                  <a:pt x="2509838" y="953"/>
                </a:ln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F4E79"/>
            </a:solidFill>
          </a:ln>
        </p:spPr>
      </p:sp>
      <p:sp>
        <p:nvSpPr>
          <p:cNvPr id="47" name="p37-椭圆-0047">
            <a:extLst xmlns:a="http://schemas.openxmlformats.org/drawingml/2006/main">
              <a:ext uri="{FF2B5EF4-FFF2-40B4-BE49-F238E27FC236}">
                <a16:creationId xmlns:a16="http://schemas.microsoft.com/office/drawing/2014/main" id="{DEE0100B-A8F6-4AD0-8BB1-AB4FB03A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8" y="501186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8" name="p37-椭圆-0048">
            <a:extLst xmlns:a="http://schemas.openxmlformats.org/drawingml/2006/main">
              <a:ext uri="{FF2B5EF4-FFF2-40B4-BE49-F238E27FC236}">
                <a16:creationId xmlns:a16="http://schemas.microsoft.com/office/drawing/2014/main" id="{A663AA07-DD80-41BC-9C22-1C1ED4D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8" y="473216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9" name="p37-椭圆-0049">
            <a:extLst xmlns:a="http://schemas.openxmlformats.org/drawingml/2006/main">
              <a:ext uri="{FF2B5EF4-FFF2-40B4-BE49-F238E27FC236}">
                <a16:creationId xmlns:a16="http://schemas.microsoft.com/office/drawing/2014/main" id="{0AC1CFBA-016C-4D34-90BC-D09C65D5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28" y="459870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0" name="p37-椭圆-0050">
            <a:extLst xmlns:a="http://schemas.openxmlformats.org/drawingml/2006/main">
              <a:ext uri="{FF2B5EF4-FFF2-40B4-BE49-F238E27FC236}">
                <a16:creationId xmlns:a16="http://schemas.microsoft.com/office/drawing/2014/main" id="{3647C120-6CBE-4163-908A-E37290E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868" y="453503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1" name="p37-椭圆-0051">
            <a:extLst xmlns:a="http://schemas.openxmlformats.org/drawingml/2006/main">
              <a:ext uri="{FF2B5EF4-FFF2-40B4-BE49-F238E27FC236}">
                <a16:creationId xmlns:a16="http://schemas.microsoft.com/office/drawing/2014/main" id="{B5A9AC1C-A836-40C6-A531-E19EA48D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407" y="450466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2" name="p37-椭圆-0052">
            <a:extLst xmlns:a="http://schemas.openxmlformats.org/drawingml/2006/main">
              <a:ext uri="{FF2B5EF4-FFF2-40B4-BE49-F238E27FC236}">
                <a16:creationId xmlns:a16="http://schemas.microsoft.com/office/drawing/2014/main" id="{EA91636F-1480-4360-9A4C-39FCF8B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948" y="449016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53" name="p37-路径-0053">
            <a:extLst xmlns:a="http://schemas.openxmlformats.org/drawingml/2006/main">
              <a:ext uri="{FF2B5EF4-FFF2-40B4-BE49-F238E27FC236}">
                <a16:creationId xmlns:a16="http://schemas.microsoft.com/office/drawing/2014/main" id="{C95C6F94-1F90-46E6-81E0-82CB2C4D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15765"/>
            <a:ext cx="2552700" cy="825817"/>
          </a:xfrm>
          <a:custGeom xmlns:a="http://schemas.openxmlformats.org/drawingml/2006/main">
            <a:pathLst>
              <a:path w="2552700" h="825817">
                <a:moveTo>
                  <a:pt x="0" y="825817"/>
                </a:moveTo>
                <a:lnTo>
                  <a:pt x="42863" y="762953"/>
                </a:lnTo>
                <a:lnTo>
                  <a:pt x="84773" y="704850"/>
                </a:lnTo>
                <a:lnTo>
                  <a:pt x="127635" y="651510"/>
                </a:lnTo>
                <a:lnTo>
                  <a:pt x="170498" y="601027"/>
                </a:lnTo>
                <a:lnTo>
                  <a:pt x="212407" y="555307"/>
                </a:lnTo>
                <a:lnTo>
                  <a:pt x="255270" y="513397"/>
                </a:lnTo>
                <a:lnTo>
                  <a:pt x="298133" y="474345"/>
                </a:lnTo>
                <a:lnTo>
                  <a:pt x="340043" y="437197"/>
                </a:lnTo>
                <a:lnTo>
                  <a:pt x="382905" y="403860"/>
                </a:lnTo>
                <a:lnTo>
                  <a:pt x="425767" y="373380"/>
                </a:lnTo>
                <a:lnTo>
                  <a:pt x="467677" y="344805"/>
                </a:lnTo>
                <a:lnTo>
                  <a:pt x="510540" y="318135"/>
                </a:lnTo>
                <a:lnTo>
                  <a:pt x="553403" y="293370"/>
                </a:lnTo>
                <a:lnTo>
                  <a:pt x="595313" y="270510"/>
                </a:lnTo>
                <a:lnTo>
                  <a:pt x="638175" y="249555"/>
                </a:lnTo>
                <a:lnTo>
                  <a:pt x="681038" y="230505"/>
                </a:lnTo>
                <a:lnTo>
                  <a:pt x="722948" y="212407"/>
                </a:lnTo>
                <a:lnTo>
                  <a:pt x="765810" y="196215"/>
                </a:lnTo>
                <a:lnTo>
                  <a:pt x="808673" y="180022"/>
                </a:lnTo>
                <a:lnTo>
                  <a:pt x="850583" y="166688"/>
                </a:lnTo>
                <a:lnTo>
                  <a:pt x="893445" y="153352"/>
                </a:lnTo>
                <a:lnTo>
                  <a:pt x="936308" y="140970"/>
                </a:lnTo>
                <a:lnTo>
                  <a:pt x="978217" y="129540"/>
                </a:lnTo>
                <a:lnTo>
                  <a:pt x="1021080" y="119063"/>
                </a:lnTo>
                <a:lnTo>
                  <a:pt x="1063943" y="109538"/>
                </a:lnTo>
                <a:lnTo>
                  <a:pt x="1105853" y="100965"/>
                </a:lnTo>
                <a:lnTo>
                  <a:pt x="1148715" y="93345"/>
                </a:lnTo>
                <a:lnTo>
                  <a:pt x="1191578" y="85725"/>
                </a:lnTo>
                <a:lnTo>
                  <a:pt x="1233488" y="78105"/>
                </a:lnTo>
                <a:lnTo>
                  <a:pt x="1276350" y="71438"/>
                </a:lnTo>
                <a:lnTo>
                  <a:pt x="1319213" y="65722"/>
                </a:lnTo>
                <a:lnTo>
                  <a:pt x="1361123" y="60007"/>
                </a:lnTo>
                <a:lnTo>
                  <a:pt x="1403985" y="55245"/>
                </a:lnTo>
                <a:lnTo>
                  <a:pt x="1446848" y="50482"/>
                </a:lnTo>
                <a:lnTo>
                  <a:pt x="1488758" y="45720"/>
                </a:lnTo>
                <a:lnTo>
                  <a:pt x="1531620" y="41910"/>
                </a:lnTo>
                <a:lnTo>
                  <a:pt x="1574483" y="38100"/>
                </a:lnTo>
                <a:lnTo>
                  <a:pt x="1616393" y="35242"/>
                </a:lnTo>
                <a:lnTo>
                  <a:pt x="1659255" y="31432"/>
                </a:lnTo>
                <a:lnTo>
                  <a:pt x="1702118" y="28575"/>
                </a:lnTo>
                <a:lnTo>
                  <a:pt x="1744028" y="25717"/>
                </a:lnTo>
                <a:lnTo>
                  <a:pt x="1786890" y="23813"/>
                </a:lnTo>
                <a:lnTo>
                  <a:pt x="1829753" y="20955"/>
                </a:lnTo>
                <a:lnTo>
                  <a:pt x="1871663" y="19050"/>
                </a:lnTo>
                <a:lnTo>
                  <a:pt x="1914525" y="17145"/>
                </a:lnTo>
                <a:lnTo>
                  <a:pt x="1957388" y="15240"/>
                </a:lnTo>
                <a:lnTo>
                  <a:pt x="1999297" y="13335"/>
                </a:lnTo>
                <a:lnTo>
                  <a:pt x="2042160" y="11430"/>
                </a:lnTo>
                <a:lnTo>
                  <a:pt x="2085022" y="10477"/>
                </a:lnTo>
                <a:lnTo>
                  <a:pt x="2126933" y="8572"/>
                </a:lnTo>
                <a:lnTo>
                  <a:pt x="2169795" y="7620"/>
                </a:lnTo>
                <a:lnTo>
                  <a:pt x="2212658" y="6667"/>
                </a:lnTo>
                <a:lnTo>
                  <a:pt x="2254568" y="5715"/>
                </a:lnTo>
                <a:lnTo>
                  <a:pt x="2297430" y="4763"/>
                </a:lnTo>
                <a:lnTo>
                  <a:pt x="2340293" y="3810"/>
                </a:lnTo>
                <a:lnTo>
                  <a:pt x="2382203" y="2857"/>
                </a:lnTo>
                <a:lnTo>
                  <a:pt x="2425065" y="1905"/>
                </a:lnTo>
                <a:lnTo>
                  <a:pt x="2467928" y="952"/>
                </a:lnTo>
                <a:lnTo>
                  <a:pt x="2509838" y="952"/>
                </a:ln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63237"/>
            </a:solidFill>
          </a:ln>
        </p:spPr>
      </p:sp>
      <p:sp>
        <p:nvSpPr>
          <p:cNvPr id="54" name="p37-椭圆-0054">
            <a:extLst xmlns:a="http://schemas.openxmlformats.org/drawingml/2006/main">
              <a:ext uri="{FF2B5EF4-FFF2-40B4-BE49-F238E27FC236}">
                <a16:creationId xmlns:a16="http://schemas.microsoft.com/office/drawing/2014/main" id="{5FE51BFD-D9CD-48A0-9E8A-31433B7A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8" y="501186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5" name="p37-椭圆-0055">
            <a:extLst xmlns:a="http://schemas.openxmlformats.org/drawingml/2006/main">
              <a:ext uri="{FF2B5EF4-FFF2-40B4-BE49-F238E27FC236}">
                <a16:creationId xmlns:a16="http://schemas.microsoft.com/office/drawing/2014/main" id="{95C79ECC-D7DB-4266-A316-72276878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8" y="4504107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6" name="p37-椭圆-0056">
            <a:extLst xmlns:a="http://schemas.openxmlformats.org/drawingml/2006/main">
              <a:ext uri="{FF2B5EF4-FFF2-40B4-BE49-F238E27FC236}">
                <a16:creationId xmlns:a16="http://schemas.microsoft.com/office/drawing/2014/main" id="{9B251B77-2640-4ED0-9994-5A290FF7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28" y="430576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7" name="p37-椭圆-0057">
            <a:extLst xmlns:a="http://schemas.openxmlformats.org/drawingml/2006/main">
              <a:ext uri="{FF2B5EF4-FFF2-40B4-BE49-F238E27FC236}">
                <a16:creationId xmlns:a16="http://schemas.microsoft.com/office/drawing/2014/main" id="{F9B904E6-A2CE-49A3-828C-3A26C01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868" y="422828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8" name="p37-椭圆-0058">
            <a:extLst xmlns:a="http://schemas.openxmlformats.org/drawingml/2006/main">
              <a:ext uri="{FF2B5EF4-FFF2-40B4-BE49-F238E27FC236}">
                <a16:creationId xmlns:a16="http://schemas.microsoft.com/office/drawing/2014/main" id="{B793E18E-E202-4901-A8D3-EDB07EE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407" y="4198019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59" name="p37-椭圆-0059">
            <a:extLst xmlns:a="http://schemas.openxmlformats.org/drawingml/2006/main">
              <a:ext uri="{FF2B5EF4-FFF2-40B4-BE49-F238E27FC236}">
                <a16:creationId xmlns:a16="http://schemas.microsoft.com/office/drawing/2014/main" id="{45EBE39A-D51B-4078-AC00-1D7365C5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948" y="418619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60" name="p37-文本-0060">
            <a:extLst xmlns:a="http://schemas.openxmlformats.org/drawingml/2006/main">
              <a:ext uri="{FF2B5EF4-FFF2-40B4-BE49-F238E27FC236}">
                <a16:creationId xmlns:a16="http://schemas.microsoft.com/office/drawing/2014/main" id="{F60AAF5A-233A-47EC-9B65-991A9A46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891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归一化响应</a:t>
            </a:r>
          </a:p>
        </p:txBody>
      </p:sp>
      <p:sp>
        <p:nvSpPr>
          <p:cNvPr id="61" name="p37-文本-0061">
            <a:extLst xmlns:a="http://schemas.openxmlformats.org/drawingml/2006/main">
              <a:ext uri="{FF2B5EF4-FFF2-40B4-BE49-F238E27FC236}">
                <a16:creationId xmlns:a16="http://schemas.microsoft.com/office/drawing/2014/main" id="{BD76140E-EEC2-4B2F-923D-8EA7583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5238866"/>
            <a:ext cx="84772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归一化时间</a:t>
            </a:r>
          </a:p>
        </p:txBody>
      </p:sp>
      <p:sp>
        <p:nvSpPr>
          <p:cNvPr id="62" name="p37-文本-0062">
            <a:extLst xmlns:a="http://schemas.openxmlformats.org/drawingml/2006/main">
              <a:ext uri="{FF2B5EF4-FFF2-40B4-BE49-F238E27FC236}">
                <a16:creationId xmlns:a16="http://schemas.microsoft.com/office/drawing/2014/main" id="{0EE7D8D6-01C1-4539-814F-56F0165E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9" y="51950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</a:p>
        </p:txBody>
      </p:sp>
      <p:sp>
        <p:nvSpPr>
          <p:cNvPr id="63" name="p37-文本-0063">
            <a:extLst xmlns:a="http://schemas.openxmlformats.org/drawingml/2006/main">
              <a:ext uri="{FF2B5EF4-FFF2-40B4-BE49-F238E27FC236}">
                <a16:creationId xmlns:a16="http://schemas.microsoft.com/office/drawing/2014/main" id="{772F9E3A-A76F-4DEA-BDC0-59B2639F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469" y="5195083"/>
            <a:ext cx="100013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9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1</a:t>
            </a:r>
          </a:p>
        </p:txBody>
      </p:sp>
      <p:sp>
        <p:nvSpPr>
          <p:cNvPr id="64" name="p37-线-0064">
            <a:extLst xmlns:a="http://schemas.openxmlformats.org/drawingml/2006/main">
              <a:ext uri="{FF2B5EF4-FFF2-40B4-BE49-F238E27FC236}">
                <a16:creationId xmlns:a16="http://schemas.microsoft.com/office/drawing/2014/main" id="{7092D1FE-199E-42F8-92D0-A630E30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624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65" name="p37-文本-0065">
            <a:extLst xmlns:a="http://schemas.openxmlformats.org/drawingml/2006/main">
              <a:ext uri="{FF2B5EF4-FFF2-40B4-BE49-F238E27FC236}">
                <a16:creationId xmlns:a16="http://schemas.microsoft.com/office/drawing/2014/main" id="{FAC273AA-960F-44B9-A6A3-2C1F0F6D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48216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参照膜</a:t>
            </a:r>
          </a:p>
        </p:txBody>
      </p:sp>
      <p:sp>
        <p:nvSpPr>
          <p:cNvPr id="66" name="p37-线-0066">
            <a:extLst xmlns:a="http://schemas.openxmlformats.org/drawingml/2006/main">
              <a:ext uri="{FF2B5EF4-FFF2-40B4-BE49-F238E27FC236}">
                <a16:creationId xmlns:a16="http://schemas.microsoft.com/office/drawing/2014/main" id="{AFBE1E7C-5D21-448F-9542-4176EE83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62400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63237"/>
            </a:solidFill>
          </a:ln>
        </p:spPr>
      </p:sp>
      <p:sp>
        <p:nvSpPr>
          <p:cNvPr id="67" name="p37-文本-0067">
            <a:extLst xmlns:a="http://schemas.openxmlformats.org/drawingml/2006/main">
              <a:ext uri="{FF2B5EF4-FFF2-40B4-BE49-F238E27FC236}">
                <a16:creationId xmlns:a16="http://schemas.microsoft.com/office/drawing/2014/main" id="{8C6A1CB2-DABD-4AC1-BB50-C6876F31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48216"/>
            <a:ext cx="523875" cy="23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调间距</a:t>
            </a:r>
          </a:p>
        </p:txBody>
      </p:sp>
      <p:sp>
        <p:nvSpPr>
          <p:cNvPr id="68" name="p37-文本-0068">
            <a:extLst xmlns:a="http://schemas.openxmlformats.org/drawingml/2006/main">
              <a:ext uri="{FF2B5EF4-FFF2-40B4-BE49-F238E27FC236}">
                <a16:creationId xmlns:a16="http://schemas.microsoft.com/office/drawing/2014/main" id="{3F34D16F-A22D-4F36-910F-3751031A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60502"/>
            <a:ext cx="244430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读出参数用于约束局部机制</a:t>
            </a:r>
          </a:p>
        </p:txBody>
      </p:sp>
      <p:sp>
        <p:nvSpPr>
          <p:cNvPr id="69" name="p37-文本-0069">
            <a:extLst xmlns:a="http://schemas.openxmlformats.org/drawingml/2006/main">
              <a:ext uri="{FF2B5EF4-FFF2-40B4-BE49-F238E27FC236}">
                <a16:creationId xmlns:a16="http://schemas.microsoft.com/office/drawing/2014/main" id="{8B648831-E84E-4010-A824-2E30F69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8206"/>
            <a:ext cx="2327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整体：同组成、等厚度样品</a:t>
            </a:r>
          </a:p>
        </p:txBody>
      </p:sp>
      <p:sp>
        <p:nvSpPr>
          <p:cNvPr id="70" name="p37-路径-0070">
            <a:extLst xmlns:a="http://schemas.openxmlformats.org/drawingml/2006/main">
              <a:ext uri="{FF2B5EF4-FFF2-40B4-BE49-F238E27FC236}">
                <a16:creationId xmlns:a16="http://schemas.microsoft.com/office/drawing/2014/main" id="{2918CA7B-182B-4F6E-BDB9-5DFC1DD7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3086100" cy="657225"/>
          </a:xfrm>
          <a:custGeom xmlns:a="http://schemas.openxmlformats.org/drawingml/2006/main">
            <a:pathLst>
              <a:path w="3086100" h="657225">
                <a:moveTo>
                  <a:pt x="0" y="180975"/>
                </a:moveTo>
                <a:lnTo>
                  <a:pt x="2495550" y="0"/>
                </a:lnTo>
                <a:lnTo>
                  <a:pt x="3086100" y="447675"/>
                </a:lnTo>
                <a:lnTo>
                  <a:pt x="533400" y="657225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11430">
            <a:solidFill>
              <a:srgbClr val="1F4E79"/>
            </a:solidFill>
          </a:ln>
        </p:spPr>
      </p:sp>
      <p:sp>
        <p:nvSpPr>
          <p:cNvPr id="71" name="p37-路径-0071">
            <a:extLst xmlns:a="http://schemas.openxmlformats.org/drawingml/2006/main">
              <a:ext uri="{FF2B5EF4-FFF2-40B4-BE49-F238E27FC236}">
                <a16:creationId xmlns:a16="http://schemas.microsoft.com/office/drawing/2014/main" id="{DB27E39A-D754-4AC6-BBD0-F8AC1A7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90775"/>
            <a:ext cx="533400" cy="619125"/>
          </a:xfrm>
          <a:custGeom xmlns:a="http://schemas.openxmlformats.org/drawingml/2006/main">
            <a:pathLst>
              <a:path w="533400" h="619125">
                <a:moveTo>
                  <a:pt x="0" y="0"/>
                </a:moveTo>
                <a:lnTo>
                  <a:pt x="533400" y="476250"/>
                </a:lnTo>
                <a:lnTo>
                  <a:pt x="533400" y="61912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10478">
            <a:solidFill>
              <a:srgbClr val="1F4E79"/>
            </a:solidFill>
          </a:ln>
        </p:spPr>
      </p:sp>
      <p:sp>
        <p:nvSpPr>
          <p:cNvPr id="72" name="p37-路径-0072">
            <a:extLst xmlns:a="http://schemas.openxmlformats.org/drawingml/2006/main">
              <a:ext uri="{FF2B5EF4-FFF2-40B4-BE49-F238E27FC236}">
                <a16:creationId xmlns:a16="http://schemas.microsoft.com/office/drawing/2014/main" id="{D3AE30C2-2337-4083-AEF5-47758C9A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57475"/>
            <a:ext cx="2552700" cy="352425"/>
          </a:xfrm>
          <a:custGeom xmlns:a="http://schemas.openxmlformats.org/drawingml/2006/main">
            <a:pathLst>
              <a:path w="2552700" h="352425">
                <a:moveTo>
                  <a:pt x="0" y="209550"/>
                </a:moveTo>
                <a:lnTo>
                  <a:pt x="2552700" y="0"/>
                </a:lnTo>
                <a:lnTo>
                  <a:pt x="2552700" y="152400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10478">
            <a:solidFill>
              <a:srgbClr val="1F4E79"/>
            </a:solidFill>
          </a:ln>
        </p:spPr>
      </p:sp>
      <p:sp>
        <p:nvSpPr>
          <p:cNvPr id="73" name="p37-椭圆-0073">
            <a:extLst xmlns:a="http://schemas.openxmlformats.org/drawingml/2006/main">
              <a:ext uri="{FF2B5EF4-FFF2-40B4-BE49-F238E27FC236}">
                <a16:creationId xmlns:a16="http://schemas.microsoft.com/office/drawing/2014/main" id="{82E830A7-8C9E-4B9E-A8D0-614C39B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843" y="2339340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4" name="p37-椭圆-0074">
            <a:extLst xmlns:a="http://schemas.openxmlformats.org/drawingml/2006/main">
              <a:ext uri="{FF2B5EF4-FFF2-40B4-BE49-F238E27FC236}">
                <a16:creationId xmlns:a16="http://schemas.microsoft.com/office/drawing/2014/main" id="{BAD2E00A-6821-4C55-8DBB-FD78F5A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914" y="2457702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5" name="p37-椭圆-0075">
            <a:extLst xmlns:a="http://schemas.openxmlformats.org/drawingml/2006/main">
              <a:ext uri="{FF2B5EF4-FFF2-40B4-BE49-F238E27FC236}">
                <a16:creationId xmlns:a16="http://schemas.microsoft.com/office/drawing/2014/main" id="{BBCD406A-312C-411D-AEF2-BED7C99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760" y="2576063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6" name="p37-椭圆-0076">
            <a:extLst xmlns:a="http://schemas.openxmlformats.org/drawingml/2006/main">
              <a:ext uri="{FF2B5EF4-FFF2-40B4-BE49-F238E27FC236}">
                <a16:creationId xmlns:a16="http://schemas.microsoft.com/office/drawing/2014/main" id="{1269E10F-BECF-422E-B311-8C752119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31" y="2408675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7" name="p37-椭圆-0077">
            <a:extLst xmlns:a="http://schemas.openxmlformats.org/drawingml/2006/main">
              <a:ext uri="{FF2B5EF4-FFF2-40B4-BE49-F238E27FC236}">
                <a16:creationId xmlns:a16="http://schemas.microsoft.com/office/drawing/2014/main" id="{76301E4C-713C-436F-AB32-75247082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677" y="2527036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8" name="p37-椭圆-0078">
            <a:extLst xmlns:a="http://schemas.openxmlformats.org/drawingml/2006/main">
              <a:ext uri="{FF2B5EF4-FFF2-40B4-BE49-F238E27FC236}">
                <a16:creationId xmlns:a16="http://schemas.microsoft.com/office/drawing/2014/main" id="{45E0758B-02E5-4FDC-92C3-63F96F0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523" y="2359648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9" name="p37-椭圆-0079">
            <a:extLst xmlns:a="http://schemas.openxmlformats.org/drawingml/2006/main">
              <a:ext uri="{FF2B5EF4-FFF2-40B4-BE49-F238E27FC236}">
                <a16:creationId xmlns:a16="http://schemas.microsoft.com/office/drawing/2014/main" id="{D07BE32D-E0F6-4B6D-A585-35CF0AD4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595" y="2478009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0" name="p37-椭圆-0080">
            <a:extLst xmlns:a="http://schemas.openxmlformats.org/drawingml/2006/main">
              <a:ext uri="{FF2B5EF4-FFF2-40B4-BE49-F238E27FC236}">
                <a16:creationId xmlns:a16="http://schemas.microsoft.com/office/drawing/2014/main" id="{5EA22CAC-E4EF-4D0B-9565-AD0D64B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441" y="2596371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1" name="p37-椭圆-0081">
            <a:extLst xmlns:a="http://schemas.openxmlformats.org/drawingml/2006/main">
              <a:ext uri="{FF2B5EF4-FFF2-40B4-BE49-F238E27FC236}">
                <a16:creationId xmlns:a16="http://schemas.microsoft.com/office/drawing/2014/main" id="{6D39DB49-150B-4A9F-9E0A-983B088F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512" y="2428982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2" name="p37-椭圆-0082">
            <a:extLst xmlns:a="http://schemas.openxmlformats.org/drawingml/2006/main">
              <a:ext uri="{FF2B5EF4-FFF2-40B4-BE49-F238E27FC236}">
                <a16:creationId xmlns:a16="http://schemas.microsoft.com/office/drawing/2014/main" id="{C1275352-E723-4F93-8E6F-A5C7F7A4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358" y="2547344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3" name="p37-椭圆-0083">
            <a:extLst xmlns:a="http://schemas.openxmlformats.org/drawingml/2006/main">
              <a:ext uri="{FF2B5EF4-FFF2-40B4-BE49-F238E27FC236}">
                <a16:creationId xmlns:a16="http://schemas.microsoft.com/office/drawing/2014/main" id="{84F3CB83-2134-4952-9C17-50F61B4D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04" y="2379955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4" name="p37-椭圆-0084">
            <a:extLst xmlns:a="http://schemas.openxmlformats.org/drawingml/2006/main">
              <a:ext uri="{FF2B5EF4-FFF2-40B4-BE49-F238E27FC236}">
                <a16:creationId xmlns:a16="http://schemas.microsoft.com/office/drawing/2014/main" id="{83991B3B-C8F3-4C4C-8CD7-51E46054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276" y="2498317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5" name="p37-椭圆-0085">
            <a:extLst xmlns:a="http://schemas.openxmlformats.org/drawingml/2006/main">
              <a:ext uri="{FF2B5EF4-FFF2-40B4-BE49-F238E27FC236}">
                <a16:creationId xmlns:a16="http://schemas.microsoft.com/office/drawing/2014/main" id="{611A44F8-5567-41BB-A4E9-FE36F1B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122" y="2616678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6" name="p37-椭圆-0086">
            <a:extLst xmlns:a="http://schemas.openxmlformats.org/drawingml/2006/main">
              <a:ext uri="{FF2B5EF4-FFF2-40B4-BE49-F238E27FC236}">
                <a16:creationId xmlns:a16="http://schemas.microsoft.com/office/drawing/2014/main" id="{84F0CB6B-1308-4FC4-86E5-83C3444A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968" y="2449290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7" name="p37-椭圆-0087">
            <a:extLst xmlns:a="http://schemas.openxmlformats.org/drawingml/2006/main">
              <a:ext uri="{FF2B5EF4-FFF2-40B4-BE49-F238E27FC236}">
                <a16:creationId xmlns:a16="http://schemas.microsoft.com/office/drawing/2014/main" id="{480D4552-E46E-49EB-9999-5F919690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039" y="2567651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8" name="p37-椭圆-0088">
            <a:extLst xmlns:a="http://schemas.openxmlformats.org/drawingml/2006/main">
              <a:ext uri="{FF2B5EF4-FFF2-40B4-BE49-F238E27FC236}">
                <a16:creationId xmlns:a16="http://schemas.microsoft.com/office/drawing/2014/main" id="{30440990-85F3-4C5D-BEDB-34E5136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885" y="2400263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9" name="p37-椭圆-0089">
            <a:extLst xmlns:a="http://schemas.openxmlformats.org/drawingml/2006/main">
              <a:ext uri="{FF2B5EF4-FFF2-40B4-BE49-F238E27FC236}">
                <a16:creationId xmlns:a16="http://schemas.microsoft.com/office/drawing/2014/main" id="{575BCAC2-ECF1-467A-B2FA-357DC50F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957" y="2518624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0" name="p37-椭圆-0090">
            <a:extLst xmlns:a="http://schemas.openxmlformats.org/drawingml/2006/main">
              <a:ext uri="{FF2B5EF4-FFF2-40B4-BE49-F238E27FC236}">
                <a16:creationId xmlns:a16="http://schemas.microsoft.com/office/drawing/2014/main" id="{5520672E-BCBD-4F7E-AC77-C650ECB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803" y="2351236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1" name="p37-椭圆-0091">
            <a:extLst xmlns:a="http://schemas.openxmlformats.org/drawingml/2006/main">
              <a:ext uri="{FF2B5EF4-FFF2-40B4-BE49-F238E27FC236}">
                <a16:creationId xmlns:a16="http://schemas.microsoft.com/office/drawing/2014/main" id="{4F87CB71-8522-41D9-A9CE-4D673DBE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649" y="2469597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2" name="p37-椭圆-0092">
            <a:extLst xmlns:a="http://schemas.openxmlformats.org/drawingml/2006/main">
              <a:ext uri="{FF2B5EF4-FFF2-40B4-BE49-F238E27FC236}">
                <a16:creationId xmlns:a16="http://schemas.microsoft.com/office/drawing/2014/main" id="{2CDD1051-C210-4B11-A113-C8CDA860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720" y="2587959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3" name="p37-椭圆-0093">
            <a:extLst xmlns:a="http://schemas.openxmlformats.org/drawingml/2006/main">
              <a:ext uri="{FF2B5EF4-FFF2-40B4-BE49-F238E27FC236}">
                <a16:creationId xmlns:a16="http://schemas.microsoft.com/office/drawing/2014/main" id="{C3E5A01A-763B-421F-AAEF-B5EE938C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566" y="2420570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4" name="p37-椭圆-0094">
            <a:extLst xmlns:a="http://schemas.openxmlformats.org/drawingml/2006/main">
              <a:ext uri="{FF2B5EF4-FFF2-40B4-BE49-F238E27FC236}">
                <a16:creationId xmlns:a16="http://schemas.microsoft.com/office/drawing/2014/main" id="{C8A2C261-0F39-422F-BD5E-E1D4FC19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637" y="2538932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5" name="p37-椭圆-0095">
            <a:extLst xmlns:a="http://schemas.openxmlformats.org/drawingml/2006/main">
              <a:ext uri="{FF2B5EF4-FFF2-40B4-BE49-F238E27FC236}">
                <a16:creationId xmlns:a16="http://schemas.microsoft.com/office/drawing/2014/main" id="{0CBB3FE2-B74B-4B0B-954E-A8A718E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84" y="2371544"/>
            <a:ext cx="100965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6" name="p37-矩形-0096">
            <a:extLst xmlns:a="http://schemas.openxmlformats.org/drawingml/2006/main">
              <a:ext uri="{FF2B5EF4-FFF2-40B4-BE49-F238E27FC236}">
                <a16:creationId xmlns:a16="http://schemas.microsoft.com/office/drawing/2014/main" id="{A808E450-262C-429F-83FB-9757D862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600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63237"/>
            </a:solidFill>
          </a:ln>
        </p:spPr>
      </p:sp>
      <p:sp>
        <p:nvSpPr>
          <p:cNvPr id="97" name="p37-路径-0097">
            <a:extLst xmlns:a="http://schemas.openxmlformats.org/drawingml/2006/main">
              <a:ext uri="{FF2B5EF4-FFF2-40B4-BE49-F238E27FC236}">
                <a16:creationId xmlns:a16="http://schemas.microsoft.com/office/drawing/2014/main" id="{8F79EBBC-27F8-49DC-83A5-898D3F7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62225"/>
            <a:ext cx="790575" cy="1476375"/>
          </a:xfrm>
          <a:custGeom xmlns:a="http://schemas.openxmlformats.org/drawingml/2006/main">
            <a:pathLst>
              <a:path w="790575" h="1476375">
                <a:moveTo>
                  <a:pt x="0" y="0"/>
                </a:moveTo>
                <a:lnTo>
                  <a:pt x="790575" y="0"/>
                </a:lnTo>
                <a:lnTo>
                  <a:pt x="790575" y="1476375"/>
                </a:lnTo>
                <a:lnTo>
                  <a:pt x="62865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63237"/>
            </a:solidFill>
          </a:ln>
        </p:spPr>
      </p:sp>
      <p:sp>
        <p:nvSpPr>
          <p:cNvPr id="98" name="p37-路径-0098">
            <a:extLst xmlns:a="http://schemas.openxmlformats.org/drawingml/2006/main">
              <a:ext uri="{FF2B5EF4-FFF2-40B4-BE49-F238E27FC236}">
                <a16:creationId xmlns:a16="http://schemas.microsoft.com/office/drawing/2014/main" id="{2712A69E-6A26-467A-B1FB-0E847CEF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5451"/>
            <a:ext cx="161925" cy="106299"/>
          </a:xfrm>
          <a:custGeom xmlns:a="http://schemas.openxmlformats.org/drawingml/2006/main">
            <a:pathLst>
              <a:path w="161925" h="106299">
                <a:moveTo>
                  <a:pt x="161925" y="34099"/>
                </a:moveTo>
                <a:lnTo>
                  <a:pt x="85725" y="34099"/>
                </a:lnTo>
                <a:lnTo>
                  <a:pt x="85725" y="0"/>
                </a:lnTo>
                <a:lnTo>
                  <a:pt x="0" y="53149"/>
                </a:lnTo>
                <a:lnTo>
                  <a:pt x="85725" y="106299"/>
                </a:lnTo>
                <a:lnTo>
                  <a:pt x="85725" y="72199"/>
                </a:lnTo>
                <a:lnTo>
                  <a:pt x="161925" y="72199"/>
                </a:lnTo>
                <a:close/>
              </a:path>
            </a:pathLst>
          </a:cu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99" name="p37-文本-0099">
            <a:extLst xmlns:a="http://schemas.openxmlformats.org/drawingml/2006/main">
              <a:ext uri="{FF2B5EF4-FFF2-40B4-BE49-F238E27FC236}">
                <a16:creationId xmlns:a16="http://schemas.microsoft.com/office/drawing/2014/main" id="{ABC79B3E-69CD-471D-BE0D-80AAF32A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70834"/>
            <a:ext cx="22115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红框位置对应下方局部截面</a:t>
            </a:r>
          </a:p>
        </p:txBody>
      </p:sp>
      <p:sp>
        <p:nvSpPr>
          <p:cNvPr id="100" name="p37-文本-0100">
            <a:extLst xmlns:a="http://schemas.openxmlformats.org/drawingml/2006/main">
              <a:ext uri="{FF2B5EF4-FFF2-40B4-BE49-F238E27FC236}">
                <a16:creationId xmlns:a16="http://schemas.microsoft.com/office/drawing/2014/main" id="{315DC1B9-D459-4C10-8DAA-95D3A3F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32231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局部：富集层与传递通道</a:t>
            </a:r>
          </a:p>
        </p:txBody>
      </p:sp>
      <p:sp>
        <p:nvSpPr>
          <p:cNvPr id="101" name="p37-矩形-0101">
            <a:extLst xmlns:a="http://schemas.openxmlformats.org/drawingml/2006/main">
              <a:ext uri="{FF2B5EF4-FFF2-40B4-BE49-F238E27FC236}">
                <a16:creationId xmlns:a16="http://schemas.microsoft.com/office/drawing/2014/main" id="{AA294B07-5CB8-4C12-A0FB-54337F0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9813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B7B7"/>
            </a:solidFill>
          </a:ln>
        </p:spPr>
      </p:sp>
      <p:sp>
        <p:nvSpPr>
          <p:cNvPr id="102" name="p37-矩形-0102">
            <a:extLst xmlns:a="http://schemas.openxmlformats.org/drawingml/2006/main">
              <a:ext uri="{FF2B5EF4-FFF2-40B4-BE49-F238E27FC236}">
                <a16:creationId xmlns:a16="http://schemas.microsoft.com/office/drawing/2014/main" id="{4078B1FF-7214-411D-9A54-E1EB6D60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664"/>
            <a:ext cx="864584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3" name="p37-矩形-0103">
            <a:extLst xmlns:a="http://schemas.openxmlformats.org/drawingml/2006/main">
              <a:ext uri="{FF2B5EF4-FFF2-40B4-BE49-F238E27FC236}">
                <a16:creationId xmlns:a16="http://schemas.microsoft.com/office/drawing/2014/main" id="{EF139C61-A79C-4C5C-B203-9EC2892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80" y="4171664"/>
            <a:ext cx="715518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4" name="p37-矩形-0104">
            <a:extLst xmlns:a="http://schemas.openxmlformats.org/drawingml/2006/main">
              <a:ext uri="{FF2B5EF4-FFF2-40B4-BE49-F238E27FC236}">
                <a16:creationId xmlns:a16="http://schemas.microsoft.com/office/drawing/2014/main" id="{C8AEC00D-2FAA-47CE-A65E-A94597E4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757" y="4171664"/>
            <a:ext cx="715518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5" name="p37-矩形-0105">
            <a:extLst xmlns:a="http://schemas.openxmlformats.org/drawingml/2006/main">
              <a:ext uri="{FF2B5EF4-FFF2-40B4-BE49-F238E27FC236}">
                <a16:creationId xmlns:a16="http://schemas.microsoft.com/office/drawing/2014/main" id="{3B4CED0E-83AB-45F9-87D3-CBB5B9C5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283"/>
            <a:ext cx="864584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6" name="p37-矩形-0106">
            <a:extLst xmlns:a="http://schemas.openxmlformats.org/drawingml/2006/main">
              <a:ext uri="{FF2B5EF4-FFF2-40B4-BE49-F238E27FC236}">
                <a16:creationId xmlns:a16="http://schemas.microsoft.com/office/drawing/2014/main" id="{14B528F5-2724-43DA-829F-D8A5190E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80" y="4552283"/>
            <a:ext cx="715518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7" name="p37-矩形-0107">
            <a:extLst xmlns:a="http://schemas.openxmlformats.org/drawingml/2006/main">
              <a:ext uri="{FF2B5EF4-FFF2-40B4-BE49-F238E27FC236}">
                <a16:creationId xmlns:a16="http://schemas.microsoft.com/office/drawing/2014/main" id="{81DDB539-E5E0-4401-869A-67ACD89A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757" y="4552283"/>
            <a:ext cx="715518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8" name="p37-椭圆-0108">
            <a:extLst xmlns:a="http://schemas.openxmlformats.org/drawingml/2006/main">
              <a:ext uri="{FF2B5EF4-FFF2-40B4-BE49-F238E27FC236}">
                <a16:creationId xmlns:a16="http://schemas.microsoft.com/office/drawing/2014/main" id="{BF3AAF21-2220-4565-9E60-63A7FE53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726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09" name="p37-椭圆-0109">
            <a:extLst xmlns:a="http://schemas.openxmlformats.org/drawingml/2006/main">
              <a:ext uri="{FF2B5EF4-FFF2-40B4-BE49-F238E27FC236}">
                <a16:creationId xmlns:a16="http://schemas.microsoft.com/office/drawing/2014/main" id="{96BF1B5D-7F98-4A09-804B-3C84FFB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826" y="441226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0" name="p37-椭圆-0110">
            <a:extLst xmlns:a="http://schemas.openxmlformats.org/drawingml/2006/main">
              <a:ext uri="{FF2B5EF4-FFF2-40B4-BE49-F238E27FC236}">
                <a16:creationId xmlns:a16="http://schemas.microsoft.com/office/drawing/2014/main" id="{189043D3-7C10-4DB2-8BFC-87943F02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392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1" name="p37-椭圆-0111">
            <a:extLst xmlns:a="http://schemas.openxmlformats.org/drawingml/2006/main">
              <a:ext uri="{FF2B5EF4-FFF2-40B4-BE49-F238E27FC236}">
                <a16:creationId xmlns:a16="http://schemas.microsoft.com/office/drawing/2014/main" id="{A839128B-7DBE-4A2C-A68F-86AF35A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58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2" name="p37-椭圆-0112">
            <a:extLst xmlns:a="http://schemas.openxmlformats.org/drawingml/2006/main">
              <a:ext uri="{FF2B5EF4-FFF2-40B4-BE49-F238E27FC236}">
                <a16:creationId xmlns:a16="http://schemas.microsoft.com/office/drawing/2014/main" id="{E0B53D5E-D314-4374-A25A-897C1D47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158" y="441226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3" name="p37-椭圆-0113">
            <a:extLst xmlns:a="http://schemas.openxmlformats.org/drawingml/2006/main">
              <a:ext uri="{FF2B5EF4-FFF2-40B4-BE49-F238E27FC236}">
                <a16:creationId xmlns:a16="http://schemas.microsoft.com/office/drawing/2014/main" id="{E6880276-CFD9-4491-BE27-550B170B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723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4" name="p37-椭圆-0114">
            <a:extLst xmlns:a="http://schemas.openxmlformats.org/drawingml/2006/main">
              <a:ext uri="{FF2B5EF4-FFF2-40B4-BE49-F238E27FC236}">
                <a16:creationId xmlns:a16="http://schemas.microsoft.com/office/drawing/2014/main" id="{479C11F5-9AE5-48E9-8268-224B074C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389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5" name="p37-椭圆-0115">
            <a:extLst xmlns:a="http://schemas.openxmlformats.org/drawingml/2006/main">
              <a:ext uri="{FF2B5EF4-FFF2-40B4-BE49-F238E27FC236}">
                <a16:creationId xmlns:a16="http://schemas.microsoft.com/office/drawing/2014/main" id="{21F8FD9E-D007-4DFD-9903-2288074E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89" y="441226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6" name="p37-椭圆-0116">
            <a:extLst xmlns:a="http://schemas.openxmlformats.org/drawingml/2006/main">
              <a:ext uri="{FF2B5EF4-FFF2-40B4-BE49-F238E27FC236}">
                <a16:creationId xmlns:a16="http://schemas.microsoft.com/office/drawing/2014/main" id="{B962B95F-17AD-460E-BD07-468C291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054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7" name="p37-椭圆-0117">
            <a:extLst xmlns:a="http://schemas.openxmlformats.org/drawingml/2006/main">
              <a:ext uri="{FF2B5EF4-FFF2-40B4-BE49-F238E27FC236}">
                <a16:creationId xmlns:a16="http://schemas.microsoft.com/office/drawing/2014/main" id="{18C23F5A-3458-4793-8E8A-CE1036AC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8" name="p37-椭圆-0118">
            <a:extLst xmlns:a="http://schemas.openxmlformats.org/drawingml/2006/main">
              <a:ext uri="{FF2B5EF4-FFF2-40B4-BE49-F238E27FC236}">
                <a16:creationId xmlns:a16="http://schemas.microsoft.com/office/drawing/2014/main" id="{1882EC2D-110D-4CD8-8A51-E187831B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441226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19" name="p37-椭圆-0119">
            <a:extLst xmlns:a="http://schemas.openxmlformats.org/drawingml/2006/main">
              <a:ext uri="{FF2B5EF4-FFF2-40B4-BE49-F238E27FC236}">
                <a16:creationId xmlns:a16="http://schemas.microsoft.com/office/drawing/2014/main" id="{5F49F588-B574-4CD9-9905-A2FE91F9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6" y="404222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0" name="p37-路径-0120">
            <a:extLst xmlns:a="http://schemas.openxmlformats.org/drawingml/2006/main">
              <a:ext uri="{FF2B5EF4-FFF2-40B4-BE49-F238E27FC236}">
                <a16:creationId xmlns:a16="http://schemas.microsoft.com/office/drawing/2014/main" id="{0D0ABAF0-0ACB-439E-B6F2-63F7714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405" y="4076510"/>
            <a:ext cx="118205" cy="718947"/>
          </a:xfrm>
          <a:custGeom xmlns:a="http://schemas.openxmlformats.org/drawingml/2006/main">
            <a:pathLst>
              <a:path w="118205" h="718947">
                <a:moveTo>
                  <a:pt x="40100" y="0"/>
                </a:moveTo>
                <a:lnTo>
                  <a:pt x="40100" y="623697"/>
                </a:lnTo>
                <a:lnTo>
                  <a:pt x="0" y="623697"/>
                </a:lnTo>
                <a:lnTo>
                  <a:pt x="59150" y="718947"/>
                </a:lnTo>
                <a:lnTo>
                  <a:pt x="118205" y="623697"/>
                </a:lnTo>
                <a:lnTo>
                  <a:pt x="78200" y="623697"/>
                </a:lnTo>
                <a:lnTo>
                  <a:pt x="78200" y="0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121" name="p37-路径-0121">
            <a:extLst xmlns:a="http://schemas.openxmlformats.org/drawingml/2006/main">
              <a:ext uri="{FF2B5EF4-FFF2-40B4-BE49-F238E27FC236}">
                <a16:creationId xmlns:a16="http://schemas.microsoft.com/office/drawing/2014/main" id="{871F6C47-73D2-4721-8FA3-6219B24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4076510"/>
            <a:ext cx="118110" cy="718947"/>
          </a:xfrm>
          <a:custGeom xmlns:a="http://schemas.openxmlformats.org/drawingml/2006/main">
            <a:pathLst>
              <a:path w="118110" h="718947">
                <a:moveTo>
                  <a:pt x="40005" y="0"/>
                </a:moveTo>
                <a:lnTo>
                  <a:pt x="40005" y="623697"/>
                </a:lnTo>
                <a:lnTo>
                  <a:pt x="0" y="623697"/>
                </a:lnTo>
                <a:lnTo>
                  <a:pt x="59055" y="718947"/>
                </a:lnTo>
                <a:lnTo>
                  <a:pt x="118110" y="623697"/>
                </a:lnTo>
                <a:lnTo>
                  <a:pt x="78105" y="623697"/>
                </a:lnTo>
                <a:lnTo>
                  <a:pt x="78105" y="0"/>
                </a:lnTo>
                <a:close/>
              </a:path>
            </a:pathLst>
          </a:cu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</a:ln>
        </p:spPr>
      </p:sp>
      <p:sp>
        <p:nvSpPr>
          <p:cNvPr id="122" name="p37-椭圆-0122">
            <a:extLst xmlns:a="http://schemas.openxmlformats.org/drawingml/2006/main">
              <a:ext uri="{FF2B5EF4-FFF2-40B4-BE49-F238E27FC236}">
                <a16:creationId xmlns:a16="http://schemas.microsoft.com/office/drawing/2014/main" id="{8A577B95-1669-46E3-9A17-FB32FB35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716" y="478517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3" name="p37-椭圆-0123">
            <a:extLst xmlns:a="http://schemas.openxmlformats.org/drawingml/2006/main">
              <a:ext uri="{FF2B5EF4-FFF2-40B4-BE49-F238E27FC236}">
                <a16:creationId xmlns:a16="http://schemas.microsoft.com/office/drawing/2014/main" id="{AC35AC8C-A852-463B-8772-CA1A5FFA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355" y="478517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4" name="p37-椭圆-0124">
            <a:extLst xmlns:a="http://schemas.openxmlformats.org/drawingml/2006/main">
              <a:ext uri="{FF2B5EF4-FFF2-40B4-BE49-F238E27FC236}">
                <a16:creationId xmlns:a16="http://schemas.microsoft.com/office/drawing/2014/main" id="{49552D68-B992-44BC-BFEF-15B2B94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993" y="478517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5" name="p37-椭圆-0125">
            <a:extLst xmlns:a="http://schemas.openxmlformats.org/drawingml/2006/main">
              <a:ext uri="{FF2B5EF4-FFF2-40B4-BE49-F238E27FC236}">
                <a16:creationId xmlns:a16="http://schemas.microsoft.com/office/drawing/2014/main" id="{D204637B-68D5-4782-BD36-4EEC289D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32" y="478517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6" name="p37-椭圆-0126">
            <a:extLst xmlns:a="http://schemas.openxmlformats.org/drawingml/2006/main">
              <a:ext uri="{FF2B5EF4-FFF2-40B4-BE49-F238E27FC236}">
                <a16:creationId xmlns:a16="http://schemas.microsoft.com/office/drawing/2014/main" id="{37046EBE-296F-4195-A6B6-46730A9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270" y="478517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7" name="p37-文本-0127">
            <a:extLst xmlns:a="http://schemas.openxmlformats.org/drawingml/2006/main">
              <a:ext uri="{FF2B5EF4-FFF2-40B4-BE49-F238E27FC236}">
                <a16:creationId xmlns:a16="http://schemas.microsoft.com/office/drawing/2014/main" id="{5EF14E05-C6A9-4CF0-90AE-5D702CA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76388"/>
            <a:ext cx="7239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4E79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 xml:space="preserve">上游富集</a:t>
            </a:r>
          </a:p>
        </p:txBody>
      </p:sp>
      <p:sp>
        <p:nvSpPr>
          <p:cNvPr id="128" name="p37-文本-0128">
            <a:extLst xmlns:a="http://schemas.openxmlformats.org/drawingml/2006/main">
              <a:ext uri="{FF2B5EF4-FFF2-40B4-BE49-F238E27FC236}">
                <a16:creationId xmlns:a16="http://schemas.microsoft.com/office/drawing/2014/main" id="{FE365453-3300-4591-BB74-CB6EA557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76388"/>
            <a:ext cx="723900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通道传递</a:t>
            </a:r>
          </a:p>
        </p:txBody>
      </p:sp>
      <p:sp>
        <p:nvSpPr>
          <p:cNvPr id="129" name="p37-文本-0129">
            <a:extLst xmlns:a="http://schemas.openxmlformats.org/drawingml/2006/main">
              <a:ext uri="{FF2B5EF4-FFF2-40B4-BE49-F238E27FC236}">
                <a16:creationId xmlns:a16="http://schemas.microsoft.com/office/drawing/2014/main" id="{6C303FD1-30D0-441D-B833-1D51681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9131"/>
            <a:ext cx="23279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固定标记位置，比较层间距</a:t>
            </a:r>
          </a:p>
        </p:txBody>
      </p:sp>
      <p:sp>
        <p:nvSpPr>
          <p:cNvPr id="130" name="p37-文本-0130">
            <a:extLst xmlns:a="http://schemas.openxmlformats.org/drawingml/2006/main">
              <a:ext uri="{FF2B5EF4-FFF2-40B4-BE49-F238E27FC236}">
                <a16:creationId xmlns:a16="http://schemas.microsoft.com/office/drawing/2014/main" id="{34CC4AC8-6A4A-4ADB-89C9-4EEEF70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84881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区分界面富集与通道阻力</a:t>
            </a:r>
          </a:p>
        </p:txBody>
      </p:sp>
      <p:sp>
        <p:nvSpPr>
          <p:cNvPr id="131" name="p37-文本-0131">
            <a:extLst xmlns:a="http://schemas.openxmlformats.org/drawingml/2006/main">
              <a:ext uri="{FF2B5EF4-FFF2-40B4-BE49-F238E27FC236}">
                <a16:creationId xmlns:a16="http://schemas.microsoft.com/office/drawing/2014/main" id="{271D1454-0A7E-45B2-AA94-ADC971C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08206"/>
            <a:ext cx="2137410" cy="280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5344E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00" b="1">
                <a:solidFill>
                  <a:srgbClr val="15344E"/>
                </a:solidFill>
                <a:latin typeface="Microsoft YaHei"/>
                <a:ea typeface="Microsoft YaHei"/>
                <a:cs typeface="Microsoft YaHei"/>
              </a:rPr>
              <a:t xml:space="preserve">输入特征与实验记录同名</a:t>
            </a:r>
          </a:p>
        </p:txBody>
      </p:sp>
      <p:sp>
        <p:nvSpPr>
          <p:cNvPr id="132" name="p37-矩形-0132">
            <a:extLst xmlns:a="http://schemas.openxmlformats.org/drawingml/2006/main">
              <a:ext uri="{FF2B5EF4-FFF2-40B4-BE49-F238E27FC236}">
                <a16:creationId xmlns:a16="http://schemas.microsoft.com/office/drawing/2014/main" id="{2B51046A-F79A-4F41-9791-4B621485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3019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3" name="p37-文本-0133">
            <a:extLst xmlns:a="http://schemas.openxmlformats.org/drawingml/2006/main">
              <a:ext uri="{FF2B5EF4-FFF2-40B4-BE49-F238E27FC236}">
                <a16:creationId xmlns:a16="http://schemas.microsoft.com/office/drawing/2014/main" id="{D08A2D4B-6916-4DA7-9C9A-E5B784E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9284"/>
            <a:ext cx="58274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层间距</a:t>
            </a:r>
          </a:p>
        </p:txBody>
      </p:sp>
      <p:sp>
        <p:nvSpPr>
          <p:cNvPr id="134" name="p37-文本-0134">
            <a:extLst xmlns:a="http://schemas.openxmlformats.org/drawingml/2006/main">
              <a:ext uri="{FF2B5EF4-FFF2-40B4-BE49-F238E27FC236}">
                <a16:creationId xmlns:a16="http://schemas.microsoft.com/office/drawing/2014/main" id="{7D4EFBCD-9DD3-4444-BE2E-E88F530D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99284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结构观测</a:t>
            </a:r>
          </a:p>
        </p:txBody>
      </p:sp>
      <p:sp>
        <p:nvSpPr>
          <p:cNvPr id="135" name="p37-矩形-0135">
            <a:extLst xmlns:a="http://schemas.openxmlformats.org/drawingml/2006/main">
              <a:ext uri="{FF2B5EF4-FFF2-40B4-BE49-F238E27FC236}">
                <a16:creationId xmlns:a16="http://schemas.microsoft.com/office/drawing/2014/main" id="{2373A19F-A87E-40BF-8EA0-188AFB46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95550"/>
            <a:ext cx="3019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6" name="p37-文本-0136">
            <a:extLst xmlns:a="http://schemas.openxmlformats.org/drawingml/2006/main">
              <a:ext uri="{FF2B5EF4-FFF2-40B4-BE49-F238E27FC236}">
                <a16:creationId xmlns:a16="http://schemas.microsoft.com/office/drawing/2014/main" id="{D7A17F86-1DC8-4B38-84DD-9AF395C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1709"/>
            <a:ext cx="944690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厚度与负载</a:t>
            </a:r>
          </a:p>
        </p:txBody>
      </p:sp>
      <p:sp>
        <p:nvSpPr>
          <p:cNvPr id="137" name="p37-文本-0137">
            <a:extLst xmlns:a="http://schemas.openxmlformats.org/drawingml/2006/main">
              <a:ext uri="{FF2B5EF4-FFF2-40B4-BE49-F238E27FC236}">
                <a16:creationId xmlns:a16="http://schemas.microsoft.com/office/drawing/2014/main" id="{5EA181FE-B8AC-41F1-9553-B0E0B517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51709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固定条件</a:t>
            </a:r>
          </a:p>
        </p:txBody>
      </p:sp>
      <p:sp>
        <p:nvSpPr>
          <p:cNvPr id="138" name="p37-矩形-0138">
            <a:extLst xmlns:a="http://schemas.openxmlformats.org/drawingml/2006/main">
              <a:ext uri="{FF2B5EF4-FFF2-40B4-BE49-F238E27FC236}">
                <a16:creationId xmlns:a16="http://schemas.microsoft.com/office/drawing/2014/main" id="{F4A086EA-F9A3-40F8-AA1B-FCFCE3F0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47975"/>
            <a:ext cx="3019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7B7B7"/>
            </a:solidFill>
          </a:ln>
        </p:spPr>
      </p:sp>
      <p:sp>
        <p:nvSpPr>
          <p:cNvPr id="139" name="p37-文本-0139">
            <a:extLst xmlns:a="http://schemas.openxmlformats.org/drawingml/2006/main">
              <a:ext uri="{FF2B5EF4-FFF2-40B4-BE49-F238E27FC236}">
                <a16:creationId xmlns:a16="http://schemas.microsoft.com/office/drawing/2014/main" id="{C590A73C-75F6-4D51-BD15-7873BA8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04134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动态参数</a:t>
            </a:r>
          </a:p>
        </p:txBody>
      </p:sp>
      <p:sp>
        <p:nvSpPr>
          <p:cNvPr id="140" name="p37-文本-0140">
            <a:extLst xmlns:a="http://schemas.openxmlformats.org/drawingml/2006/main">
              <a:ext uri="{FF2B5EF4-FFF2-40B4-BE49-F238E27FC236}">
                <a16:creationId xmlns:a16="http://schemas.microsoft.com/office/drawing/2014/main" id="{186AA157-8F87-495D-B80E-BC0B0C09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04134"/>
            <a:ext cx="763715" cy="26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时序拟合</a:t>
            </a:r>
          </a:p>
        </p:txBody>
      </p:sp>
      <p:sp>
        <p:nvSpPr>
          <p:cNvPr id="141" name="p37-路径-0141">
            <a:extLst xmlns:a="http://schemas.openxmlformats.org/drawingml/2006/main">
              <a:ext uri="{FF2B5EF4-FFF2-40B4-BE49-F238E27FC236}">
                <a16:creationId xmlns:a16="http://schemas.microsoft.com/office/drawing/2014/main" id="{0535DCAD-A668-4609-A037-D4141599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6765" y="3267075"/>
            <a:ext cx="129921" cy="238125"/>
          </a:xfrm>
          <a:custGeom xmlns:a="http://schemas.openxmlformats.org/drawingml/2006/main">
            <a:pathLst>
              <a:path w="129921" h="238125">
                <a:moveTo>
                  <a:pt x="36385" y="0"/>
                </a:moveTo>
                <a:lnTo>
                  <a:pt x="36385" y="133350"/>
                </a:lnTo>
                <a:lnTo>
                  <a:pt x="0" y="133350"/>
                </a:lnTo>
                <a:lnTo>
                  <a:pt x="64960" y="238125"/>
                </a:lnTo>
                <a:lnTo>
                  <a:pt x="129921" y="133350"/>
                </a:lnTo>
                <a:lnTo>
                  <a:pt x="93535" y="133350"/>
                </a:lnTo>
                <a:lnTo>
                  <a:pt x="93535" y="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2" name="p37-线-0142">
            <a:extLst xmlns:a="http://schemas.openxmlformats.org/drawingml/2006/main">
              <a:ext uri="{FF2B5EF4-FFF2-40B4-BE49-F238E27FC236}">
                <a16:creationId xmlns:a16="http://schemas.microsoft.com/office/drawing/2014/main" id="{052C9453-ED35-44AE-95D0-A0972601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00600"/>
            <a:ext cx="2552700" cy="95"/>
          </a:xfrm>
          <a:custGeom xmlns:a="http://schemas.openxmlformats.org/drawingml/2006/main">
            <a:pathLst>
              <a:path w="2552700" h="9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43" name="p37-线-0143">
            <a:extLst xmlns:a="http://schemas.openxmlformats.org/drawingml/2006/main">
              <a:ext uri="{FF2B5EF4-FFF2-40B4-BE49-F238E27FC236}">
                <a16:creationId xmlns:a16="http://schemas.microsoft.com/office/drawing/2014/main" id="{97395047-6047-4500-BC62-6ADF6A4D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33800"/>
            <a:ext cx="95" cy="1066800"/>
          </a:xfrm>
          <a:custGeom xmlns:a="http://schemas.openxmlformats.org/drawingml/2006/main">
            <a:pathLst>
              <a:path w="9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5555"/>
            </a:solidFill>
          </a:ln>
        </p:spPr>
      </p:sp>
      <p:sp>
        <p:nvSpPr>
          <p:cNvPr id="144" name="p37-线-0144">
            <a:extLst xmlns:a="http://schemas.openxmlformats.org/drawingml/2006/main">
              <a:ext uri="{FF2B5EF4-FFF2-40B4-BE49-F238E27FC236}">
                <a16:creationId xmlns:a16="http://schemas.microsoft.com/office/drawing/2014/main" id="{ABD8DACA-67C1-4987-8D60-64ACBF7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33800"/>
            <a:ext cx="2552700" cy="1066800"/>
          </a:xfrm>
          <a:custGeom xmlns:a="http://schemas.openxmlformats.org/drawingml/2006/main">
            <a:pathLst>
              <a:path w="2552700" h="1066800">
                <a:moveTo>
                  <a:pt x="0" y="1066800"/>
                </a:moveTo>
                <a:lnTo>
                  <a:pt x="255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7B7B7"/>
            </a:solidFill>
            <a:prstDash val="dash"/>
          </a:ln>
        </p:spPr>
      </p:sp>
      <p:sp>
        <p:nvSpPr>
          <p:cNvPr id="145" name="p37-椭圆-0145">
            <a:extLst xmlns:a="http://schemas.openxmlformats.org/drawingml/2006/main">
              <a:ext uri="{FF2B5EF4-FFF2-40B4-BE49-F238E27FC236}">
                <a16:creationId xmlns:a16="http://schemas.microsoft.com/office/drawing/2014/main" id="{51D9670A-9929-4BDC-935A-B0A31B22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95" y="47381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46" name="p37-椭圆-0146">
            <a:extLst xmlns:a="http://schemas.openxmlformats.org/drawingml/2006/main">
              <a:ext uri="{FF2B5EF4-FFF2-40B4-BE49-F238E27FC236}">
                <a16:creationId xmlns:a16="http://schemas.microsoft.com/office/drawing/2014/main" id="{4846A19D-9D9A-4E93-AAE9-FEEE5FF4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550" y="39957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7" name="p37-椭圆-0147">
            <a:extLst xmlns:a="http://schemas.openxmlformats.org/drawingml/2006/main">
              <a:ext uri="{FF2B5EF4-FFF2-40B4-BE49-F238E27FC236}">
                <a16:creationId xmlns:a16="http://schemas.microsoft.com/office/drawing/2014/main" id="{F131044E-8FD7-489E-B2C4-9B88F37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506" y="456380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8" name="p37-椭圆-0148">
            <a:extLst xmlns:a="http://schemas.openxmlformats.org/drawingml/2006/main">
              <a:ext uri="{FF2B5EF4-FFF2-40B4-BE49-F238E27FC236}">
                <a16:creationId xmlns:a16="http://schemas.microsoft.com/office/drawing/2014/main" id="{5D52E217-1318-4A93-9B35-B6EA2572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161" y="39559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49" name="p37-椭圆-0149">
            <a:extLst xmlns:a="http://schemas.openxmlformats.org/drawingml/2006/main">
              <a:ext uri="{FF2B5EF4-FFF2-40B4-BE49-F238E27FC236}">
                <a16:creationId xmlns:a16="http://schemas.microsoft.com/office/drawing/2014/main" id="{B631F76A-0B9E-48D1-976E-A9AE5912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16" y="41825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0" name="p37-椭圆-0150">
            <a:extLst xmlns:a="http://schemas.openxmlformats.org/drawingml/2006/main">
              <a:ext uri="{FF2B5EF4-FFF2-40B4-BE49-F238E27FC236}">
                <a16:creationId xmlns:a16="http://schemas.microsoft.com/office/drawing/2014/main" id="{06D292E9-9C63-4ECE-A0E7-8DFFA7E4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072" y="461013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1" name="p37-椭圆-0151">
            <a:extLst xmlns:a="http://schemas.openxmlformats.org/drawingml/2006/main">
              <a:ext uri="{FF2B5EF4-FFF2-40B4-BE49-F238E27FC236}">
                <a16:creationId xmlns:a16="http://schemas.microsoft.com/office/drawing/2014/main" id="{E15CEF65-8BEC-4123-9DB4-158913A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727" y="41237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2" name="p37-椭圆-0152">
            <a:extLst xmlns:a="http://schemas.openxmlformats.org/drawingml/2006/main">
              <a:ext uri="{FF2B5EF4-FFF2-40B4-BE49-F238E27FC236}">
                <a16:creationId xmlns:a16="http://schemas.microsoft.com/office/drawing/2014/main" id="{5951226F-BDD9-4EE2-8EB8-8FA0E6F7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683" y="444267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3" name="p37-椭圆-0153">
            <a:extLst xmlns:a="http://schemas.openxmlformats.org/drawingml/2006/main">
              <a:ext uri="{FF2B5EF4-FFF2-40B4-BE49-F238E27FC236}">
                <a16:creationId xmlns:a16="http://schemas.microsoft.com/office/drawing/2014/main" id="{C5D4E5CB-0AEB-4668-A027-7167924A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338" y="37353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4" name="p37-椭圆-0154">
            <a:extLst xmlns:a="http://schemas.openxmlformats.org/drawingml/2006/main">
              <a:ext uri="{FF2B5EF4-FFF2-40B4-BE49-F238E27FC236}">
                <a16:creationId xmlns:a16="http://schemas.microsoft.com/office/drawing/2014/main" id="{69437A82-10DA-407D-874F-D70A7B8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293" y="419609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5" name="p37-椭圆-0155">
            <a:extLst xmlns:a="http://schemas.openxmlformats.org/drawingml/2006/main">
              <a:ext uri="{FF2B5EF4-FFF2-40B4-BE49-F238E27FC236}">
                <a16:creationId xmlns:a16="http://schemas.microsoft.com/office/drawing/2014/main" id="{0F35F205-E0CB-4396-A217-C88A005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249" y="46848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6" name="p37-椭圆-0156">
            <a:extLst xmlns:a="http://schemas.openxmlformats.org/drawingml/2006/main">
              <a:ext uri="{FF2B5EF4-FFF2-40B4-BE49-F238E27FC236}">
                <a16:creationId xmlns:a16="http://schemas.microsoft.com/office/drawing/2014/main" id="{1E12E7D3-5D5A-4E2F-B33A-E045FA9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904" y="38501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7" name="p37-椭圆-0157">
            <a:extLst xmlns:a="http://schemas.openxmlformats.org/drawingml/2006/main">
              <a:ext uri="{FF2B5EF4-FFF2-40B4-BE49-F238E27FC236}">
                <a16:creationId xmlns:a16="http://schemas.microsoft.com/office/drawing/2014/main" id="{66B19A72-BA85-4AD5-B3A0-A8092B31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59" y="42458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58" name="p37-椭圆-0158">
            <a:extLst xmlns:a="http://schemas.openxmlformats.org/drawingml/2006/main">
              <a:ext uri="{FF2B5EF4-FFF2-40B4-BE49-F238E27FC236}">
                <a16:creationId xmlns:a16="http://schemas.microsoft.com/office/drawing/2014/main" id="{C7265A01-6341-42F0-B81E-28835E92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815" y="47381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9" name="p37-椭圆-0159">
            <a:extLst xmlns:a="http://schemas.openxmlformats.org/drawingml/2006/main">
              <a:ext uri="{FF2B5EF4-FFF2-40B4-BE49-F238E27FC236}">
                <a16:creationId xmlns:a16="http://schemas.microsoft.com/office/drawing/2014/main" id="{BA4C09E6-B762-4E41-B116-85201AEC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470" y="411459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0" name="p37-椭圆-0160">
            <a:extLst xmlns:a="http://schemas.openxmlformats.org/drawingml/2006/main">
              <a:ext uri="{FF2B5EF4-FFF2-40B4-BE49-F238E27FC236}">
                <a16:creationId xmlns:a16="http://schemas.microsoft.com/office/drawing/2014/main" id="{275AE5F2-917C-471E-BE01-5729D416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425" y="43655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1" name="p37-椭圆-0161">
            <a:extLst xmlns:a="http://schemas.openxmlformats.org/drawingml/2006/main">
              <a:ext uri="{FF2B5EF4-FFF2-40B4-BE49-F238E27FC236}">
                <a16:creationId xmlns:a16="http://schemas.microsoft.com/office/drawing/2014/main" id="{A4B1E67D-1E0D-4927-B208-CA5CE8E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081" y="38275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2" name="p37-椭圆-0162">
            <a:extLst xmlns:a="http://schemas.openxmlformats.org/drawingml/2006/main">
              <a:ext uri="{FF2B5EF4-FFF2-40B4-BE49-F238E27FC236}">
                <a16:creationId xmlns:a16="http://schemas.microsoft.com/office/drawing/2014/main" id="{8ADCC5FF-3DB3-4AAB-9C8D-55991FE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036" y="43435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3" name="p37-椭圆-0163">
            <a:extLst xmlns:a="http://schemas.openxmlformats.org/drawingml/2006/main">
              <a:ext uri="{FF2B5EF4-FFF2-40B4-BE49-F238E27FC236}">
                <a16:creationId xmlns:a16="http://schemas.microsoft.com/office/drawing/2014/main" id="{48F4F532-59C5-4D2C-A09B-51FBF103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992" y="45867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4" name="p37-椭圆-0164">
            <a:extLst xmlns:a="http://schemas.openxmlformats.org/drawingml/2006/main">
              <a:ext uri="{FF2B5EF4-FFF2-40B4-BE49-F238E27FC236}">
                <a16:creationId xmlns:a16="http://schemas.microsoft.com/office/drawing/2014/main" id="{8E2E6C13-5393-4FEB-BE31-633C8504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647" y="38839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5" name="p37-椭圆-0165">
            <a:extLst xmlns:a="http://schemas.openxmlformats.org/drawingml/2006/main">
              <a:ext uri="{FF2B5EF4-FFF2-40B4-BE49-F238E27FC236}">
                <a16:creationId xmlns:a16="http://schemas.microsoft.com/office/drawing/2014/main" id="{EDF87BDA-0957-4D23-88B8-6648FBD5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602" y="44729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66" name="p37-椭圆-0166">
            <a:extLst xmlns:a="http://schemas.openxmlformats.org/drawingml/2006/main">
              <a:ext uri="{FF2B5EF4-FFF2-40B4-BE49-F238E27FC236}">
                <a16:creationId xmlns:a16="http://schemas.microsoft.com/office/drawing/2014/main" id="{D616651F-4710-443B-AF3F-4140A35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258" y="37852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7" name="p37-椭圆-0167">
            <a:extLst xmlns:a="http://schemas.openxmlformats.org/drawingml/2006/main">
              <a:ext uri="{FF2B5EF4-FFF2-40B4-BE49-F238E27FC236}">
                <a16:creationId xmlns:a16="http://schemas.microsoft.com/office/drawing/2014/main" id="{62730B92-CEA5-4D43-A322-9E8298D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213" y="40224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8" name="p37-椭圆-0168">
            <a:extLst xmlns:a="http://schemas.openxmlformats.org/drawingml/2006/main">
              <a:ext uri="{FF2B5EF4-FFF2-40B4-BE49-F238E27FC236}">
                <a16:creationId xmlns:a16="http://schemas.microsoft.com/office/drawing/2014/main" id="{71693A7A-E896-4005-84FF-E2B621A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168" y="45256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9" name="p37-椭圆-0169">
            <a:extLst xmlns:a="http://schemas.openxmlformats.org/drawingml/2006/main">
              <a:ext uri="{FF2B5EF4-FFF2-40B4-BE49-F238E27FC236}">
                <a16:creationId xmlns:a16="http://schemas.microsoft.com/office/drawing/2014/main" id="{B9B6C979-A464-49CE-9EBB-63DF157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24" y="39987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0" name="p37-椭圆-0170">
            <a:extLst xmlns:a="http://schemas.openxmlformats.org/drawingml/2006/main">
              <a:ext uri="{FF2B5EF4-FFF2-40B4-BE49-F238E27FC236}">
                <a16:creationId xmlns:a16="http://schemas.microsoft.com/office/drawing/2014/main" id="{B283767F-2358-4846-9BEC-14EC97AD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779" y="425811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1" name="p37-椭圆-0171">
            <a:extLst xmlns:a="http://schemas.openxmlformats.org/drawingml/2006/main">
              <a:ext uri="{FF2B5EF4-FFF2-40B4-BE49-F238E27FC236}">
                <a16:creationId xmlns:a16="http://schemas.microsoft.com/office/drawing/2014/main" id="{9E44D74D-AB43-4883-A2F6-D6CE282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734" y="45918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2" name="p37-椭圆-0172">
            <a:extLst xmlns:a="http://schemas.openxmlformats.org/drawingml/2006/main">
              <a:ext uri="{FF2B5EF4-FFF2-40B4-BE49-F238E27FC236}">
                <a16:creationId xmlns:a16="http://schemas.microsoft.com/office/drawing/2014/main" id="{68AE9BD4-A00F-4841-B937-8F0A90E5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390" y="41098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3" name="p37-椭圆-0173">
            <a:extLst xmlns:a="http://schemas.openxmlformats.org/drawingml/2006/main">
              <a:ext uri="{FF2B5EF4-FFF2-40B4-BE49-F238E27FC236}">
                <a16:creationId xmlns:a16="http://schemas.microsoft.com/office/drawing/2014/main" id="{BC0FB9F0-E306-4F9F-A2E2-45363753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345" y="45208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4" name="p37-椭圆-0174">
            <a:extLst xmlns:a="http://schemas.openxmlformats.org/drawingml/2006/main">
              <a:ext uri="{FF2B5EF4-FFF2-40B4-BE49-F238E27FC236}">
                <a16:creationId xmlns:a16="http://schemas.microsoft.com/office/drawing/2014/main" id="{D644091D-9249-4750-ACCD-011F793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001" y="373532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5" name="p37-椭圆-0175">
            <a:extLst xmlns:a="http://schemas.openxmlformats.org/drawingml/2006/main">
              <a:ext uri="{FF2B5EF4-FFF2-40B4-BE49-F238E27FC236}">
                <a16:creationId xmlns:a16="http://schemas.microsoft.com/office/drawing/2014/main" id="{665782EF-97BF-4373-93EB-0A56D3C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956" y="41574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6" name="p37-椭圆-0176">
            <a:extLst xmlns:a="http://schemas.openxmlformats.org/drawingml/2006/main">
              <a:ext uri="{FF2B5EF4-FFF2-40B4-BE49-F238E27FC236}">
                <a16:creationId xmlns:a16="http://schemas.microsoft.com/office/drawing/2014/main" id="{5C5F7756-D3B1-455A-B76C-5E6330BA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911" y="47171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7" name="p37-椭圆-0177">
            <a:extLst xmlns:a="http://schemas.openxmlformats.org/drawingml/2006/main">
              <a:ext uri="{FF2B5EF4-FFF2-40B4-BE49-F238E27FC236}">
                <a16:creationId xmlns:a16="http://schemas.microsoft.com/office/drawing/2014/main" id="{9C0E4151-113A-4E6A-AAB8-A40DB21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567" y="393042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78" name="p37-椭圆-0178">
            <a:extLst xmlns:a="http://schemas.openxmlformats.org/drawingml/2006/main">
              <a:ext uri="{FF2B5EF4-FFF2-40B4-BE49-F238E27FC236}">
                <a16:creationId xmlns:a16="http://schemas.microsoft.com/office/drawing/2014/main" id="{40D51F15-6ADA-415C-A7B2-548B8E2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522" y="423617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79" name="p37-椭圆-0179">
            <a:extLst xmlns:a="http://schemas.openxmlformats.org/drawingml/2006/main">
              <a:ext uri="{FF2B5EF4-FFF2-40B4-BE49-F238E27FC236}">
                <a16:creationId xmlns:a16="http://schemas.microsoft.com/office/drawing/2014/main" id="{61CC1A60-8F31-47DF-8F22-F624B86A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477" y="47381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0" name="p37-椭圆-0180">
            <a:extLst xmlns:a="http://schemas.openxmlformats.org/drawingml/2006/main">
              <a:ext uri="{FF2B5EF4-FFF2-40B4-BE49-F238E27FC236}">
                <a16:creationId xmlns:a16="http://schemas.microsoft.com/office/drawing/2014/main" id="{3BBC52DD-F8C4-4248-92D2-766319F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33" y="41873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1" name="p37-椭圆-0181">
            <a:extLst xmlns:a="http://schemas.openxmlformats.org/drawingml/2006/main">
              <a:ext uri="{FF2B5EF4-FFF2-40B4-BE49-F238E27FC236}">
                <a16:creationId xmlns:a16="http://schemas.microsoft.com/office/drawing/2014/main" id="{725ACE08-BF04-46C8-87A2-9EBB409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088" y="44131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2" name="p37-椭圆-0182">
            <a:extLst xmlns:a="http://schemas.openxmlformats.org/drawingml/2006/main">
              <a:ext uri="{FF2B5EF4-FFF2-40B4-BE49-F238E27FC236}">
                <a16:creationId xmlns:a16="http://schemas.microsoft.com/office/drawing/2014/main" id="{AD36E71A-E164-4817-9231-73129E5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43" y="37903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3" name="p37-椭圆-0183">
            <a:extLst xmlns:a="http://schemas.openxmlformats.org/drawingml/2006/main">
              <a:ext uri="{FF2B5EF4-FFF2-40B4-BE49-F238E27FC236}">
                <a16:creationId xmlns:a16="http://schemas.microsoft.com/office/drawing/2014/main" id="{0360339B-A124-484A-B73B-F02DD510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699" y="43650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4" name="p37-椭圆-0184">
            <a:extLst xmlns:a="http://schemas.openxmlformats.org/drawingml/2006/main">
              <a:ext uri="{FF2B5EF4-FFF2-40B4-BE49-F238E27FC236}">
                <a16:creationId xmlns:a16="http://schemas.microsoft.com/office/drawing/2014/main" id="{D1B12EF7-AEBA-48D7-9A7F-7B08FC1D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654" y="46698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5" name="p37-椭圆-0185">
            <a:extLst xmlns:a="http://schemas.openxmlformats.org/drawingml/2006/main">
              <a:ext uri="{FF2B5EF4-FFF2-40B4-BE49-F238E27FC236}">
                <a16:creationId xmlns:a16="http://schemas.microsoft.com/office/drawing/2014/main" id="{0B775551-B16B-42AB-8157-5B67D360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310" y="38839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86" name="p37-椭圆-0186">
            <a:extLst xmlns:a="http://schemas.openxmlformats.org/drawingml/2006/main">
              <a:ext uri="{FF2B5EF4-FFF2-40B4-BE49-F238E27FC236}">
                <a16:creationId xmlns:a16="http://schemas.microsoft.com/office/drawing/2014/main" id="{3194512C-9E13-4CC9-8342-9DEF7BD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265" y="44442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7" name="p37-椭圆-0187">
            <a:extLst xmlns:a="http://schemas.openxmlformats.org/drawingml/2006/main">
              <a:ext uri="{FF2B5EF4-FFF2-40B4-BE49-F238E27FC236}">
                <a16:creationId xmlns:a16="http://schemas.microsoft.com/office/drawing/2014/main" id="{58FAD272-7F09-4F4E-AB64-9EEC15D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920" y="38510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8" name="p37-椭圆-0188">
            <a:extLst xmlns:a="http://schemas.openxmlformats.org/drawingml/2006/main">
              <a:ext uri="{FF2B5EF4-FFF2-40B4-BE49-F238E27FC236}">
                <a16:creationId xmlns:a16="http://schemas.microsoft.com/office/drawing/2014/main" id="{318EE5BC-4693-4E97-8155-15C2D87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876" y="407956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89" name="p37-椭圆-0189">
            <a:extLst xmlns:a="http://schemas.openxmlformats.org/drawingml/2006/main">
              <a:ext uri="{FF2B5EF4-FFF2-40B4-BE49-F238E27FC236}">
                <a16:creationId xmlns:a16="http://schemas.microsoft.com/office/drawing/2014/main" id="{52631B5B-FE98-4E25-A9FE-85CEE9B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831" y="449176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237"/>
          </a:solidFill>
          <a:ln xmlns:a="http://schemas.openxmlformats.org/drawingml/2006/main" w="0">
            <a:noFill/>
          </a:ln>
        </p:spPr>
      </p:sp>
      <p:sp>
        <p:nvSpPr>
          <p:cNvPr id="190" name="p37-文本-0190">
            <a:extLst xmlns:a="http://schemas.openxmlformats.org/drawingml/2006/main">
              <a:ext uri="{FF2B5EF4-FFF2-40B4-BE49-F238E27FC236}">
                <a16:creationId xmlns:a16="http://schemas.microsoft.com/office/drawing/2014/main" id="{D5376AF0-779C-45D7-9158-F258414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78577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测量值</a:t>
            </a:r>
          </a:p>
        </p:txBody>
      </p:sp>
      <p:sp>
        <p:nvSpPr>
          <p:cNvPr id="191" name="p37-文本-0191">
            <a:extLst xmlns:a="http://schemas.openxmlformats.org/drawingml/2006/main">
              <a:ext uri="{FF2B5EF4-FFF2-40B4-BE49-F238E27FC236}">
                <a16:creationId xmlns:a16="http://schemas.microsoft.com/office/drawing/2014/main" id="{66D33E60-789C-47EB-9931-B48B7AA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97452"/>
            <a:ext cx="438150" cy="19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预测值</a:t>
            </a:r>
          </a:p>
        </p:txBody>
      </p:sp>
      <p:sp>
        <p:nvSpPr>
          <p:cNvPr id="192" name="p37-矩形-0192">
            <a:extLst xmlns:a="http://schemas.openxmlformats.org/drawingml/2006/main">
              <a:ext uri="{FF2B5EF4-FFF2-40B4-BE49-F238E27FC236}">
                <a16:creationId xmlns:a16="http://schemas.microsoft.com/office/drawing/2014/main" id="{D7254787-0B00-4C7A-A974-76118BBF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29225"/>
            <a:ext cx="3019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3" name="p37-文本-0193">
            <a:extLst xmlns:a="http://schemas.openxmlformats.org/drawingml/2006/main">
              <a:ext uri="{FF2B5EF4-FFF2-40B4-BE49-F238E27FC236}">
                <a16:creationId xmlns:a16="http://schemas.microsoft.com/office/drawing/2014/main" id="{BDF6849A-8F3D-4130-8F56-32D6A2C9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274752"/>
            <a:ext cx="1244156" cy="29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43434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575" b="1">
                <a:solidFill>
                  <a:srgbClr val="343434"/>
                </a:solidFill>
                <a:latin typeface="Microsoft YaHei"/>
                <a:ea typeface="Microsoft YaHei"/>
                <a:cs typeface="Microsoft YaHei"/>
              </a:rPr>
              <a:t xml:space="preserve">独立验证策略</a:t>
            </a:r>
          </a:p>
        </p:txBody>
      </p:sp>
      <p:sp>
        <p:nvSpPr>
          <p:cNvPr id="194" name="p37-文本-0194">
            <a:extLst xmlns:a="http://schemas.openxmlformats.org/drawingml/2006/main">
              <a:ext uri="{FF2B5EF4-FFF2-40B4-BE49-F238E27FC236}">
                <a16:creationId xmlns:a16="http://schemas.microsoft.com/office/drawing/2014/main" id="{74020CE3-EBFA-4ECC-93FB-9C8A097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638363"/>
            <a:ext cx="2282762" cy="252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留出批次 </a:t>
            </a:r>
            <a:r>
              <a:rPr lang="en-US"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→ </a:t>
            </a: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盲测 </a:t>
            </a:r>
            <a:r>
              <a:rPr lang="en-US"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→ </a:t>
            </a:r>
            <a:r>
              <a:rPr lang="zh-CN"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 xml:space="preserve">回查残差</a:t>
            </a:r>
          </a:p>
        </p:txBody>
      </p:sp>
      <p:sp>
        <p:nvSpPr>
          <p:cNvPr id="195" name="p37-矩形-0195">
            <a:extLst xmlns:a="http://schemas.openxmlformats.org/drawingml/2006/main">
              <a:ext uri="{FF2B5EF4-FFF2-40B4-BE49-F238E27FC236}">
                <a16:creationId xmlns:a16="http://schemas.microsoft.com/office/drawing/2014/main" id="{9840BC49-CA1F-4D8D-95BA-E0C22506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6" name="p37-路径-0196">
            <a:extLst xmlns:a="http://schemas.openxmlformats.org/drawingml/2006/main">
              <a:ext uri="{FF2B5EF4-FFF2-40B4-BE49-F238E27FC236}">
                <a16:creationId xmlns:a16="http://schemas.microsoft.com/office/drawing/2014/main" id="{5E7A76AE-2C66-4A7B-87D8-27EB5EC5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523804"/>
            <a:ext cx="285750" cy="153543"/>
          </a:xfrm>
          <a:custGeom xmlns:a="http://schemas.openxmlformats.org/drawingml/2006/main">
            <a:pathLst>
              <a:path w="285750" h="153543">
                <a:moveTo>
                  <a:pt x="0" y="110109"/>
                </a:moveTo>
                <a:lnTo>
                  <a:pt x="161925" y="110109"/>
                </a:lnTo>
                <a:lnTo>
                  <a:pt x="161925" y="153543"/>
                </a:lnTo>
                <a:lnTo>
                  <a:pt x="285750" y="76772"/>
                </a:lnTo>
                <a:lnTo>
                  <a:pt x="161925" y="0"/>
                </a:lnTo>
                <a:lnTo>
                  <a:pt x="161925" y="43434"/>
                </a:lnTo>
                <a:lnTo>
                  <a:pt x="0" y="4343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7" name="p37-矩形-0197">
            <a:extLst xmlns:a="http://schemas.openxmlformats.org/drawingml/2006/main">
              <a:ext uri="{FF2B5EF4-FFF2-40B4-BE49-F238E27FC236}">
                <a16:creationId xmlns:a16="http://schemas.microsoft.com/office/drawing/2014/main" id="{926BCA25-51AE-4269-906B-A150861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8" name="p37-路径-0198">
            <a:extLst xmlns:a="http://schemas.openxmlformats.org/drawingml/2006/main">
              <a:ext uri="{FF2B5EF4-FFF2-40B4-BE49-F238E27FC236}">
                <a16:creationId xmlns:a16="http://schemas.microsoft.com/office/drawing/2014/main" id="{649EF71D-1CB1-424E-803B-541C9985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523804"/>
            <a:ext cx="285750" cy="153543"/>
          </a:xfrm>
          <a:custGeom xmlns:a="http://schemas.openxmlformats.org/drawingml/2006/main">
            <a:pathLst>
              <a:path w="285750" h="153543">
                <a:moveTo>
                  <a:pt x="0" y="110109"/>
                </a:moveTo>
                <a:lnTo>
                  <a:pt x="161925" y="110109"/>
                </a:lnTo>
                <a:lnTo>
                  <a:pt x="161925" y="153543"/>
                </a:lnTo>
                <a:lnTo>
                  <a:pt x="285750" y="76772"/>
                </a:lnTo>
                <a:lnTo>
                  <a:pt x="161925" y="0"/>
                </a:lnTo>
                <a:lnTo>
                  <a:pt x="161925" y="43434"/>
                </a:lnTo>
                <a:lnTo>
                  <a:pt x="0" y="43434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9" name="p37-文本-0199">
            <a:extLst xmlns:a="http://schemas.openxmlformats.org/drawingml/2006/main">
              <a:ext uri="{FF2B5EF4-FFF2-40B4-BE49-F238E27FC236}">
                <a16:creationId xmlns:a16="http://schemas.microsoft.com/office/drawing/2014/main" id="{F52A100F-8A3D-468B-86C7-0499338B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261" y="6062007"/>
            <a:ext cx="7257479" cy="3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A63237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sz="2025" b="1">
                <a:solidFill>
                  <a:srgbClr val="A63237"/>
                </a:solidFill>
                <a:latin typeface="Microsoft YaHei"/>
                <a:ea typeface="Microsoft YaHei"/>
                <a:cs typeface="Microsoft YaHei"/>
              </a:rPr>
              <a:t xml:space="preserve">实验读出约束机制，位置对应支持特征构建，独立样本检验预测</a:t>
            </a:r>
          </a:p>
        </p:txBody>
      </p:sp>
      <p:sp>
        <p:nvSpPr>
          <p:cNvPr id="200" name="p37-文本-0200">
            <a:extLst xmlns:a="http://schemas.openxmlformats.org/drawingml/2006/main">
              <a:ext uri="{FF2B5EF4-FFF2-40B4-BE49-F238E27FC236}">
                <a16:creationId xmlns:a16="http://schemas.microsoft.com/office/drawing/2014/main" id="{6BC21B0B-A1C6-4F39-AAAD-53CE868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578282"/>
            <a:ext cx="180975" cy="17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sz="11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 xml:space="preserve">37</a:t>
            </a:r>
          </a:p>
        </p:txBody>
      </p:sp>
    </p:spTree>
    <p:extLst>
      <p:ext uri="{BB962C8B-B14F-4D97-AF65-F5344CB8AC3E}">
        <p14:creationId xmlns:p14="http://schemas.microsoft.com/office/powerpoint/2010/main" val="122632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Microsoft YaHei"/>
        <a:cs typeface="Times New Roman"/>
      </a:majorFont>
      <a:minorFont>
        <a:latin typeface="Times New Roman"/>
        <a:ea typeface="Microsoft Ya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原创科研布局参考图册</dc:title>
  <dc:subject>原生可编辑布局与元素参考</dc:subject>
  <dc:creator>Academic Layout Reference Library</dc:creator>
  <dc:description>原创合成教学示例，不代表科学研究结果。文字及基础图形可原生编辑；局部裁剪图在逐页布局数据中单独标记。</dc:description>
  <cp:lastModifiedBy>Academic Layout Reference Library</cp:lastModifiedBy>
  <cp:revision>1</cp:revision>
</cp:coreProperties>
</file>